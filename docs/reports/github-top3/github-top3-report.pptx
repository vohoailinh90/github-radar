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fals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8288000" cy="10287000"/>
  <p:notesSz cx="10287000" cy="18288000"/>
  <p:embeddedFontLst>
    <p:embeddedFont>
      <p:font typeface="Be Vietnam Pro SemiBold"/>
      <p:regular r:id="rId31"/>
    </p:embeddedFont>
    <p:embeddedFont>
      <p:font typeface="Bricolage Grotesque ExtraBold"/>
      <p:regular r:id="rId32"/>
    </p:embeddedFont>
    <p:embeddedFont>
      <p:font typeface="Be Vietnam Pro"/>
      <p:regular r:id="rId33"/>
      <p:bold r:id="rId34"/>
    </p:embeddedFont>
    <p:embeddedFont>
      <p:font typeface="Be Vietnam Pro Medium"/>
      <p:regular r:id="rId3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font" Target="fonts/font1.fntdata"/><Relationship Id="rId32" Type="http://schemas.openxmlformats.org/officeDocument/2006/relationships/font" Target="fonts/font2.fntdata"/><Relationship Id="rId33" Type="http://schemas.openxmlformats.org/officeDocument/2006/relationships/font" Target="fonts/font3.fntdata"/><Relationship Id="rId34" Type="http://schemas.openxmlformats.org/officeDocument/2006/relationships/font" Target="fonts/font4.fntdata"/><Relationship Id="rId35"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Bộ report này giải thích ba repository, tức kho lưu trữ dự án, đã đứng đầu trong lượt tìm kiếm GitHub theo tổng số sao giảm dần của phiên quét ngày 23/10/2026. Mục tiêu là giúp bạn phân biệt vai trò của từng kho, biết khi nào nên mở nó và có một cách bắt đầu cụ thể. Cả ba đều đặt trọng tâm vào tuyển chọn tài nguyên. Vì thế, giá trị không nằm ở việc tải về rồi chạy một ứng dụng duy nhất. Giá trị xuất hiện khi bạn chọn được hướng dẫn, danh sách hoặc dịch vụ phù hợp với vấn đề của mình. Các con số là ảnh chụp tại thời điểm quét; toàn bộ ví dụ học tập và lộ trình trong report là đề xuất của người viết.</a:t>
            </a:r>
          </a:p>
          <a:p/>
          <a:p>
            <a:r>
              <a:t>Nguồn tham khảo</a:t>
            </a:r>
          </a:p>
          <a:p>
            <a:r>
              <a:t>[S1] GitHub — metadata và kết quả tìm repo theo sao</a:t>
            </a:r>
          </a:p>
          <a:p>
            <a:r>
              <a:t>https://github.com/search?q=stars%3A%3E100000&amp;type=repositories&amp;s=stars&amp;o=desc</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Một sao trên GitHub thường được dùng để đánh dấu hoặc thể hiện sự quan tâm tới một repo. Vì vậy, số sao giúp xác định mức phổ biến nhưng chưa cho biết một tài nguyên có phù hợp với trình độ, ngân sách hay công việc của bạn hay không. Theo dữ liệu đã đọc trong lượt quét, build-your-own-x có 555.699 sao, awesome có 523.630 sao và public-apis có 491.660 sao. Khi dùng ba kho này, hãy chuyển câu hỏi từ “repo nào lớn nhất?” sang “mình cần hiểu cơ chế, tìm công cụ hay tích hợp dữ liệu?”. Một nhiệm vụ có thể dùng cả ba, nhưng vai trò và đầu ra của từng kho cần được xác định trước.</a:t>
            </a:r>
          </a:p>
          <a:p/>
          <a:p>
            <a:r>
              <a:t>Nguồn tham khảo</a:t>
            </a:r>
          </a:p>
          <a:p>
            <a:r>
              <a:t>[S1] GitHub — metadata và kết quả tìm repo theo sao</a:t>
            </a:r>
          </a:p>
          <a:p>
            <a:r>
              <a:t>https://github.com/search?q=stars%3A%3E100000&amp;type=repositories&amp;s=stars&amp;o=desc</a:t>
            </a:r>
          </a:p>
          <a:p>
            <a:r>
              <a:t>[S2] CodeCrafters — build-your-own-x / README</a:t>
            </a:r>
          </a:p>
          <a:p>
            <a:r>
              <a:t>https://github.com/codecrafters-io/build-your-own-x/blob/master/README.md</a:t>
            </a:r>
          </a:p>
          <a:p>
            <a:r>
              <a:t>[S3] Sindre Sorhus — awesome / README</a:t>
            </a:r>
          </a:p>
          <a:p>
            <a:r>
              <a:t>https://github.com/sindresorhus/awesome/blob/main/readme.md</a:t>
            </a:r>
          </a:p>
          <a:p>
            <a:r>
              <a:t>[S5] public-apis — README</a:t>
            </a:r>
          </a:p>
          <a:p>
            <a:r>
              <a:t>https://github.com/public-apis/public-apis/blob/master/README.md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Đây là một báo cáo tìm hiểu nội dung và cách sử dụng tài nguyên. Phạm vi không bao gồm thực thi mọi liên kết được giới thiệu, xác nhận mọi dịch vụ còn hoạt động hoặc rà soát tất cả mã nguồn trong các dự án đích. README là trang giới thiệu chính của một repository; metadata là những trường thông tin như chủ sở hữu, nhánh mặc định và số sao. Một danh sách có nhiều liên kết không tự chứng minh chất lượng của từng liên kết. Do đó, report gắn nguồn cho các mô tả về repo và ghi rõ những tình huống tự xây dựng. Ngày 23/10/2026 áp dụng cho ảnh chụp số liệu của lượt quét trước đó, không phải cam kết rằng thứ hạng sẽ giữ nguyên.</a:t>
            </a:r>
          </a:p>
          <a:p/>
          <a:p>
            <a:r>
              <a:t>Nguồn tham khảo</a:t>
            </a:r>
          </a:p>
          <a:p>
            <a:r>
              <a:t>[S1] GitHub — metadata và kết quả tìm repo theo sao</a:t>
            </a:r>
          </a:p>
          <a:p>
            <a:r>
              <a:t>https://github.com/search?q=stars%3A%3E100000&amp;type=repositories&amp;s=stars&amp;o=desc</a:t>
            </a:r>
          </a:p>
          <a:p>
            <a:r>
              <a:t>[S2] CodeCrafters — build-your-own-x / README</a:t>
            </a:r>
          </a:p>
          <a:p>
            <a:r>
              <a:t>https://github.com/codecrafters-io/build-your-own-x/blob/master/README.md</a:t>
            </a:r>
          </a:p>
          <a:p>
            <a:r>
              <a:t>[S3] Sindre Sorhus — awesome / README</a:t>
            </a:r>
          </a:p>
          <a:p>
            <a:r>
              <a:t>https://github.com/sindresorhus/awesome/blob/main/readme.md</a:t>
            </a:r>
          </a:p>
          <a:p>
            <a:r>
              <a:t>[S4] Sindre Sorhus — The awesome manifesto</a:t>
            </a:r>
          </a:p>
          <a:p>
            <a:r>
              <a:t>https://github.com/sindresorhus/awesome/blob/main/awesome.md</a:t>
            </a:r>
          </a:p>
          <a:p>
            <a:r>
              <a:t>[S5] public-apis — README</a:t>
            </a:r>
          </a:p>
          <a:p>
            <a:r>
              <a:t>https://github.com/public-apis/public-apis/blob/master/README.md</a:t>
            </a:r>
          </a:p>
          <a:p>
            <a:r>
              <a:t>[S6] public-apis — Contributing</a:t>
            </a:r>
          </a:p>
          <a:p>
            <a:r>
              <a:t>https://github.com/public-apis/public-apis/blob/master/CONTRIBUTING.md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Hãy hình dung repo như bản đồ những xưởng thực hành. Mỗi xưởng cho bạn tự lắp một bộ phận của thế giới phần mềm. Bạn không cần đọc toàn bộ bản đồ trước khi bắt đầu. Nếu đang học mạng, hãy chọn web server; nếu thường dùng Git mà chưa hiểu nội dung được lưu ra sao, hãy chọn nhóm Git. Cách tiếp cận này có ích vì bạn phải biến một khái niệm thành hành vi thực thi và xử lý những chỗ mình chưa hiểu. Tuy nhiên, độ khó phụ thuộc vào từng tài liệu. Việc repo có hướng dẫn xây một công nghệ không có nghĩa một người mới sẽ hoàn thành mọi hướng dẫn trong cùng một khoảng thời gian.</a:t>
            </a:r>
          </a:p>
          <a:p/>
          <a:p>
            <a:r>
              <a:t>Nguồn tham khảo</a:t>
            </a:r>
          </a:p>
          <a:p>
            <a:r>
              <a:t>[S2] CodeCrafters — build-your-own-x / README</a:t>
            </a:r>
          </a:p>
          <a:p>
            <a:r>
              <a:t>https://github.com/codecrafters-io/build-your-own-x/blob/master/README.md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Bốn nhóm trên là cách người viết gom lại các mục thật trong README để người mới dễ định hướng. Chúng không phải cấu trúc thư mục chính thức của repo. Compiler là trình biên dịch, còn interpreter là trình thông dịch; cả hai đều liên quan tới việc biến mô tả bằng ngôn ngữ lập trình thành hoạt động của máy. Network stack là tập hợp các tầng xử lý giao tiếp mạng. Renderer là bộ dựng hình. Bạn không cần học đồng thời tất cả các nhóm. Hãy ưu tiên nhóm gần với công việc hiện tại, bởi việc liên hệ kết quả thực hành với một công cụ đã dùng sẽ giúp bạn tự đặt câu hỏi và kiểm tra kiến thức tốt hơn.</a:t>
            </a:r>
          </a:p>
          <a:p/>
          <a:p>
            <a:r>
              <a:t>Nguồn tham khảo</a:t>
            </a:r>
          </a:p>
          <a:p>
            <a:r>
              <a:t>[S2] CodeCrafters — build-your-own-x / README</a:t>
            </a:r>
          </a:p>
          <a:p>
            <a:r>
              <a:t>https://github.com/codecrafters-io/build-your-own-x/blob/master/README.md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Vòng học này là đề xuất của người viết, dựa trên bản chất hướng dẫn thực hành của repo. Phần quan trọng là bước thay đổi: nếu chỉ gõ lại mã có sẵn, bạn có thể chạy được chương trình mà chưa giải thích được nó. Ví dụ, sau một hướng dẫn web server, hãy thêm một đường dẫn trả về thông báo khác, rồi mô tả yêu cầu đi qua những bước nào. Nếu thay đổi làm hỏng chương trình, đó là tín hiệu về phần cơ chế cần đọc lại. Bạn nên lưu một ghi chú ngắn gồm đầu vào, xử lý và đầu ra của từng phần, cùng điều kiện mà phiên bản nhỏ chưa hỗ trợ. Đây là cách biến bài tập thành kiến thức có thể dùng lại.</a:t>
            </a:r>
          </a:p>
          <a:p/>
          <a:p>
            <a:r>
              <a:t>Nguồn tham khảo</a:t>
            </a:r>
          </a:p>
          <a:p>
            <a:r>
              <a:t>[S2] CodeCrafters — build-your-own-x / README</a:t>
            </a:r>
          </a:p>
          <a:p>
            <a:r>
              <a:t>https://github.com/codecrafters-io/build-your-own-x/blob/master/README.md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Đây là mô hình giải thích của người viết, không phải mô tả rằng mọi tutorial database đều có cùng kiến trúc. README thật có các tài liệu như Let's Build a Simple Database bằng C, DBDB bằng Python và hướng dẫn từ B+Tree tới SQL bằng Go. Người học nên mở từng tài liệu để biết phạm vi cụ thể trước khi chọn. Lợi ích của bài tập là bạn bắt đầu thấy những câu hỏi thường bị ẩn khi dùng thư viện: dữ liệu nằm ở đâu, truy vấn tìm nó bằng cách nào và chuyện gì xảy ra sau khi tắt chương trình? Những câu hỏi này dẫn tới các chủ đề sâu hơn như lưu bền vững, chỉ mục và tính đúng đắn khi cập nhật dữ liệu.</a:t>
            </a:r>
          </a:p>
          <a:p/>
          <a:p>
            <a:r>
              <a:t>Nguồn tham khảo</a:t>
            </a:r>
          </a:p>
          <a:p>
            <a:r>
              <a:t>[S2] CodeCrafters — build-your-own-x / README</a:t>
            </a:r>
          </a:p>
          <a:p>
            <a:r>
              <a:t>https://github.com/codecrafters-io/build-your-own-x/blob/master/README.md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Không có thứ tự học bắt buộc chung cho mọi người trong repo này. Một người đã biết Python có thể bắt đầu bằng Git hoặc web server bằng Python; một người học C có thể chọn trình soạn thảo văn bản hoặc một database nhỏ, tùy kiến thức nền. Hãy đọc phần cài đặt trước khi dành nhiều thời gian cho nội dung, vì tài liệu cũ có thể dùng phiên bản công cụ khác. Đầu ra đầu tiên nên nhỏ và quan sát được. Khi đã hoàn thành, viết một đoạn mô tả điều bạn xây được và điều chưa hỗ trợ. Cách làm này giúp phân biệt thành công của bài học với mức độ sẵn sàng để đưa một sản phẩm vào sử dụng thực tế.</a:t>
            </a:r>
          </a:p>
          <a:p/>
          <a:p>
            <a:r>
              <a:t>Nguồn tham khảo</a:t>
            </a:r>
          </a:p>
          <a:p>
            <a:r>
              <a:t>[S2] CodeCrafters — build-your-own-x / README</a:t>
            </a:r>
          </a:p>
          <a:p>
            <a:r>
              <a:t>https://github.com/codecrafters-io/build-your-own-x/blob/master/README.md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Clone là thao tác tải lịch sử và nội dung của một repository về máy. Với một tuyển tập liên kết, thao tác này không tải toàn bộ sách, bài viết và mã nguồn được liên kết ở các nơi khác. Một hiểu nhầm khác là cho rằng bản nhỏ tương đương sản phẩm đã được duy trì nhiều năm. Ví dụ, một server có thể đáp ứng một yêu cầu đơn giản nhưng chưa xử lý đầy đủ lỗi, nhiều người dùng hay các tình huống bất thường. Điều đó không làm bài học kém giá trị; nó chỉ xác định mục đích học tập. Trước khi dùng bất kỳ mã đích nào trong dự án thật, bạn cần đánh giá riêng tài liệu, giấy phép và những tính năng mình thực sự cần.</a:t>
            </a:r>
          </a:p>
          <a:p/>
          <a:p>
            <a:r>
              <a:t>Nguồn tham khảo</a:t>
            </a:r>
          </a:p>
          <a:p>
            <a:r>
              <a:t>[S2] CodeCrafters — build-your-own-x / README</a:t>
            </a:r>
          </a:p>
          <a:p>
            <a:r>
              <a:t>https://github.com/codecrafters-io/build-your-own-x/blob/master/README.md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Nếu coi tìm kiếm thông thường là hỏi một câu và nhận nhiều kết quả, awesome giống bước vào một thư viện đã chia khu và có người giới thiệu tài liệu. So sánh này chỉ giúp hiểu vai trò điều hướng; nó không có nghĩa mọi liên kết đều được một ban kiểm định chung xác nhận. The awesome manifesto nói rõ tinh thần tuyển chọn và khuyến khích giải thích vì sao một mục đáng được giới thiệu. Do các danh sách chuyên ngành được duy trì ở nhiều repo khác nhau, độ mới và cách đánh giá có thể khác nhau. Bạn nên dùng awesome để lập danh sách ứng viên, rồi đọc tài liệu gốc và tự thử trước khi quyết định.</a:t>
            </a:r>
          </a:p>
          <a:p/>
          <a:p>
            <a:r>
              <a:t>Nguồn tham khảo</a:t>
            </a:r>
          </a:p>
          <a:p>
            <a:r>
              <a:t>[S3] Sindre Sorhus — awesome / README</a:t>
            </a:r>
          </a:p>
          <a:p>
            <a:r>
              <a:t>https://github.com/sindresorhus/awesome/blob/main/readme.md</a:t>
            </a:r>
          </a:p>
          <a:p>
            <a:r>
              <a:t>[S4] Sindre Sorhus — The awesome manifesto</a:t>
            </a:r>
          </a:p>
          <a:p>
            <a:r>
              <a:t>https://github.com/sindresorhus/awesome/blob/main/awesome.md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Các tên nhóm lớn trong slide xuất phát từ mục lục README của awesome. Người viết gom chúng thành bốn vùng để giúp người mới đọc nhanh hơn; đây không phải một hệ phân loại chất lượng. Khi bạn cần một công cụ, có thể có nhiều đường dẫn hợp lý: chẳng hạn một tài nguyên kiểm thử có thể xuất hiện trong danh sách ngôn ngữ và trong nhóm Testing. Mục tiêu không phải tìm đúng một vị trí duy nhất, mà là mở được danh sách chuyên sâu phù hợp. Với một lĩnh vực chưa quen, hãy đọc phần mô tả đầu danh sách trước. Nó cho biết phạm vi, cách đóng góp và đôi khi cả những loại tài nguyên mà người duy trì chủ động loại ra.</a:t>
            </a:r>
          </a:p>
          <a:p/>
          <a:p>
            <a:r>
              <a:t>Nguồn tham khảo</a:t>
            </a:r>
          </a:p>
          <a:p>
            <a:r>
              <a:t>[S3] Sindre Sorhus — awesome / README</a:t>
            </a:r>
          </a:p>
          <a:p>
            <a:r>
              <a:t>https://github.com/sindresorhus/awesome/blob/main/readme.md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awesome manifesto dùng sự khác biệt giữa curation và collection để giải thích tiêu chuẩn mong muốn. Điều này giúp người dùng hiểu tại sao một danh sách ngắn có thể hữu ích hơn một danh sách rất dài. Tuy nhiên, đó là nguyên tắc duy trì của cộng đồng, không phải kết quả kiểm toán độc lập cho từng dự án. Cách dùng hợp lý là tận dụng công sức sàng lọc ban đầu rồi bổ sung tiêu chí của mình. Ví dụ của người viết: khi chọn thư viện, hãy hỏi nó giải quyết đúng nhiệm vụ không, tài liệu có đủ để bắt đầu không và giấy phép có phù hợp không. Các câu trả lời này có giá trị thực tế hơn việc chỉ nhìn một badge hoặc số sao.</a:t>
            </a:r>
          </a:p>
          <a:p/>
          <a:p>
            <a:r>
              <a:t>Nguồn tham khảo</a:t>
            </a:r>
          </a:p>
          <a:p>
            <a:r>
              <a:t>[S4] Sindre Sorhus — The awesome manifesto</a:t>
            </a:r>
          </a:p>
          <a:p>
            <a:r>
              <a:t>https://github.com/sindresorhus/awesome/blob/main/awesome.md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Quy trình trên là khuyến nghị thực hành, không phải thủ tục bắt buộc của awesome. Trước tiên hãy viết nhu cầu đủ hẹp, ví dụ “cần công cụ tạo ứng dụng desktop bằng JavaScript” thay cho “muốn học công nghệ”. Từ đó, bạn có thể mở mục Electron hoặc một nhóm liên quan, đọc danh sách đích rồi chọn vài ứng viên. Sau bước khám phá, cần chuyển sang bằng chứng trực tiếp: tài liệu gốc, ví dụ tối thiểu và trải nghiệm thử của chính bạn. Nếu một công cụ không đáp ứng ràng buộc quan trọng, loại nó sớm. Cách làm này biến danh sách tài nguyên thành đầu vào của quyết định, thay vì một bộ bookmark liên tục lớn lên.</a:t>
            </a:r>
          </a:p>
          <a:p/>
          <a:p>
            <a:r>
              <a:t>Nguồn tham khảo</a:t>
            </a:r>
          </a:p>
          <a:p>
            <a:r>
              <a:t>[S3] Sindre Sorhus — awesome / README</a:t>
            </a:r>
          </a:p>
          <a:p>
            <a:r>
              <a:t>https://github.com/sindresorhus/awesome/blob/main/readme.md</a:t>
            </a:r>
          </a:p>
          <a:p>
            <a:r>
              <a:t>[S4] Sindre Sorhus — The awesome manifesto</a:t>
            </a:r>
          </a:p>
          <a:p>
            <a:r>
              <a:t>https://github.com/sindresorhus/awesome/blob/main/awesome.md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Node.js là một môi trường chạy JavaScript được giới thiệu trong phần Platforms của awesome. Repo chính có liên kết trực tiếp tới awesome-nodejs do Sindre Sorhus duy trì. Slide này chỉ xác nhận đường điều hướng đó; report chưa đánh giá từng thư viện ở danh sách đích. Khi mở danh sách, người mới nên tránh so sánh quá nhiều lựa chọn cùng lúc. Một bài thử hẹp giúp bạn biết mình có đọc được tài liệu, cài đặt được công cụ và hoàn thành nhiệm vụ cơ bản hay không. Nếu mục tiêu là học khái niệm, ưu tiên tài liệu có giải thích. Nếu mục tiêu là làm sản phẩm, ưu tiên yêu cầu thực tế và tình trạng duy trì mà bạn xác minh được.</a:t>
            </a:r>
          </a:p>
          <a:p/>
          <a:p>
            <a:r>
              <a:t>Nguồn tham khảo</a:t>
            </a:r>
          </a:p>
          <a:p>
            <a:r>
              <a:t>[S3] Sindre Sorhus — awesome / README</a:t>
            </a:r>
          </a:p>
          <a:p>
            <a:r>
              <a:t>https://github.com/sindresorhus/awesome/blob/main/readme.md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Một badge có thể giúp nhận diện một danh sách Awesome nhưng không thay cho việc đánh giá chất lượng tại thời điểm sử dụng. Manifesto còn cho phép dùng badge trên các danh sách chưa nằm trong repo tổng và cả danh sách riêng tư. Vì vậy, bạn không nên suy ra rằng chỉ cần thấy biểu tượng là tài nguyên đã qua một quy trình chứng nhận thống nhất. Khi tìm tài nguyên, một dấu hiệu thực tế của tiến bộ là có đầu ra: bản so sánh ngắn, một ví dụ chạy được hoặc một ghi chú giải thích điều đã học. Nếu cuối buổi chỉ có thêm nhiều tab, hãy thu hẹp câu hỏi và chọn một tác vụ thử rõ ràng.</a:t>
            </a:r>
          </a:p>
          <a:p/>
          <a:p>
            <a:r>
              <a:t>Nguồn tham khảo</a:t>
            </a:r>
          </a:p>
          <a:p>
            <a:r>
              <a:t>[S3] Sindre Sorhus — awesome / README</a:t>
            </a:r>
          </a:p>
          <a:p>
            <a:r>
              <a:t>https://github.com/sindresorhus/awesome/blob/main/readme.md</a:t>
            </a:r>
          </a:p>
          <a:p>
            <a:r>
              <a:t>[S4] Sindre Sorhus — The awesome manifesto</a:t>
            </a:r>
          </a:p>
          <a:p>
            <a:r>
              <a:t>https://github.com/sindresorhus/awesome/blob/main/awesome.md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Hãy hình dung API như một quầy tiếp nhận yêu cầu có quy tắc rõ ràng. Ứng dụng gửi thông tin theo định dạng nhà cung cấp yêu cầu, rồi nhận phản hồi để xử lý và hiển thị. So sánh này chỉ giải thích vai trò giao tiếp, không mô tả cách mọi API được triển khai. public-apis giúp tìm quầy phù hợp, nhưng bản thân repo không vận hành tất cả dịch vụ trong danh sách. Với một API cụ thể, bạn vẫn cần đọc tài liệu về địa chỉ gọi, tham số và cách xác thực. Hướng dẫn đóng góp yêu cầu dịch vụ có truy cập miễn phí hoặc ít nhất một gói miễn phí, nên phải kiểm tra mức miễn phí thực tế trước khi đưa vào dự án.</a:t>
            </a:r>
          </a:p>
          <a:p/>
          <a:p>
            <a:r>
              <a:t>Nguồn tham khảo</a:t>
            </a:r>
          </a:p>
          <a:p>
            <a:r>
              <a:t>[S5] public-apis — README</a:t>
            </a:r>
          </a:p>
          <a:p>
            <a:r>
              <a:t>https://github.com/public-apis/public-apis/blob/master/README.md</a:t>
            </a:r>
          </a:p>
          <a:p>
            <a:r>
              <a:t>[S6] public-apis — Contributing</a:t>
            </a:r>
          </a:p>
          <a:p>
            <a:r>
              <a:t>https://github.com/public-apis/public-apis/blob/master/CONTRIBUTING.md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Danh mục của public-apis trải từ dữ liệu thời tiết và chính phủ tới nội dung giải trí và công cụ phát triển. Một người mới thường dễ bắt đầu ở Test Data vì có các dịch vụ cung cấp dữ liệu giả phục vụ thực hành. README có những mục như DummyJSON và FakeStoreAPI. Tuy vậy, report chỉ xác nhận các mục xuất hiện trong danh sách, chưa bảo đảm mọi endpoint còn hoạt động tại lúc bạn dùng. Với ứng dụng cần dữ liệu thật, lựa chọn còn phụ thuộc vùng địa lý, tần suất cập nhật và điều khoản sử dụng. Trước khi viết giao diện lớn, hãy thử lấy một phản hồi mẫu để biết dữ liệu có đúng thứ bạn cần không.</a:t>
            </a:r>
          </a:p>
          <a:p/>
          <a:p>
            <a:r>
              <a:t>Nguồn tham khảo</a:t>
            </a:r>
          </a:p>
          <a:p>
            <a:r>
              <a:t>[S5] public-apis — README</a:t>
            </a:r>
          </a:p>
          <a:p>
            <a:r>
              <a:t>https://github.com/public-apis/public-apis/blob/master/README.md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Auth là viết tắt của authentication, tức xác thực. API key là một chuỗi khóa dùng để xác định quyền truy cập theo cách nhà cung cấp quy định. OAuth là cơ chế cấp quyền được nhiều dịch vụ sử dụng; cách thực hiện phải theo tài liệu cụ thể. HTTPS là giao thức kết nối web có mã hóa. CORS là cơ chế trình duyệt áp dụng cho việc truy cập tài nguyên khác nguồn, vì thế thông tin này đặc biệt liên quan tới ứng dụng web phía người dùng. Giá trị Unknown nghĩa danh sách chưa xác nhận thông tin. Các cột là bước sàng lọc nhanh, còn tài liệu và kết quả kiểm tra với dịch vụ thật mới quyết định phương án tích hợp.</a:t>
            </a:r>
          </a:p>
          <a:p/>
          <a:p>
            <a:r>
              <a:t>Nguồn tham khảo</a:t>
            </a:r>
          </a:p>
          <a:p>
            <a:r>
              <a:t>[S5] public-apis — README</a:t>
            </a:r>
          </a:p>
          <a:p>
            <a:r>
              <a:t>https://github.com/public-apis/public-apis/blob/master/README.md</a:t>
            </a:r>
          </a:p>
          <a:p>
            <a:r>
              <a:t>[S6] public-apis — Contributing</a:t>
            </a:r>
          </a:p>
          <a:p>
            <a:r>
              <a:t>https://github.com/public-apis/public-apis/blob/master/CONTRIBUTING.md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Ví dụ của người viết: người dùng bấm xem dữ liệu thời tiết của một địa điểm. Ứng dụng tạo yêu cầu theo tài liệu nhà cung cấp, nhận phản hồi rồi hiển thị kết quả. Nếu dịch vụ yêu cầu một khóa bí mật hoặc không cho phép gọi trực tiếp từ trình duyệt, cách tổ chức ứng dụng có thể cần một máy chủ trung gian. Sơ đồ cố ý chỉ giữ ba vai trò để người mới thấy vòng trao đổi cơ bản; nó không phải kiến trúc bắt buộc cho mọi API. Khi làm thử, ngoài trường hợp thành công, hãy nghĩ tới phản hồi lỗi, dữ liệu trống và kết nối chậm. Đây là những tình huống người dùng sản phẩm có thể gặp.</a:t>
            </a:r>
          </a:p>
          <a:p/>
          <a:p>
            <a:r>
              <a:t>Nguồn tham khảo</a:t>
            </a:r>
          </a:p>
          <a:p>
            <a:r>
              <a:t>[S5] public-apis — README</a:t>
            </a:r>
          </a:p>
          <a:p>
            <a:r>
              <a:t>https://github.com/public-apis/public-apis/blob/master/README.md</a:t>
            </a:r>
          </a:p>
          <a:p>
            <a:r>
              <a:t>[S6] public-apis — Contributing</a:t>
            </a:r>
          </a:p>
          <a:p>
            <a:r>
              <a:t>https://github.com/public-apis/public-apis/blob/master/CONTRIBUTING.md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Trước khi viết nhiều mã tích hợp, hãy xác định các trường dữ liệu tối thiểu mà ứng dụng cần. Ví dụ của người viết là một thẻ sản phẩm cần tên, ảnh và giá để luyện xây giao diện; đây chỉ là dữ liệu thực hành, không phải dữ liệu kinh doanh thật. Sau đó mở tài liệu của API ứng viên và tìm một yêu cầu đơn giản. Kết quả thử giúp bạn biết cấu trúc dữ liệu có khớp với nhu cầu không. Nếu dịch vụ yêu cầu tài khoản hoặc khóa, đọc điều kiện trước khi đăng ký. Khi quyết định sử dụng, lưu lại nguồn tài liệu và những giới hạn đã kiểm tra để sau này dễ thay dịch vụ hoặc xử lý sự cố.</a:t>
            </a:r>
          </a:p>
          <a:p/>
          <a:p>
            <a:r>
              <a:t>Nguồn tham khảo</a:t>
            </a:r>
          </a:p>
          <a:p>
            <a:r>
              <a:t>[S5] public-apis — README</a:t>
            </a:r>
          </a:p>
          <a:p>
            <a:r>
              <a:t>https://github.com/public-apis/public-apis/blob/master/README.md</a:t>
            </a:r>
          </a:p>
          <a:p>
            <a:r>
              <a:t>[S6] public-apis — Contributing</a:t>
            </a:r>
          </a:p>
          <a:p>
            <a:r>
              <a:t>https://github.com/public-apis/public-apis/blob/master/CONTRIBUTING.md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Không nên suy ra từ tên public-apis rằng tất cả dịch vụ đều miễn phí, không cần xác thực hoặc có mức ổn định giống nhau. Hướng dẫn đóng góp thừa nhận các dịch vụ có free tier, tức gói miễn phí với điều kiện riêng. README hiện có nội dung quảng bá APILayer cùng danh mục cộng đồng, vì vậy bạn nên mở tài liệu và trang điều kiện của đúng dịch vụ đang cân nhắc. MCP là một giao thức để ứng dụng AI kết nối công cụ và nguồn dữ liệu; mục này được liệt kê riêng với các cột mô tả cách kết nối và nơi cài. Với người mới, quyết định đầu tiên vẫn là mình đang xây một ứng dụng gọi dữ liệu hay cấu hình công cụ cho một ứng dụng AI.</a:t>
            </a:r>
          </a:p>
          <a:p/>
          <a:p>
            <a:r>
              <a:t>Nguồn tham khảo</a:t>
            </a:r>
          </a:p>
          <a:p>
            <a:r>
              <a:t>[S5] public-apis — README</a:t>
            </a:r>
          </a:p>
          <a:p>
            <a:r>
              <a:t>https://github.com/public-apis/public-apis/blob/master/README.md</a:t>
            </a:r>
          </a:p>
          <a:p>
            <a:r>
              <a:t>[S6] public-apis — Contributing</a:t>
            </a:r>
          </a:p>
          <a:p>
            <a:r>
              <a:t>https://github.com/public-apis/public-apis/blob/master/CONTRIBUTING.md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Dự án minh họa này không phải một tutorial có sẵn trong ba repo. Nó là cách kết hợp vai trò của chúng. Bắt đầu bằng awesome để tìm tài nguyên phù hợp với cách bạn muốn làm web. Tiếp theo, dùng public-apis để tìm dịch vụ dữ liệu giả phục vụ luyện tập. Hoàn thành một giao diện nhỏ trước, chẳng hạn hiển thị danh sách và trạng thái đang tải hoặc lỗi. Khi muốn hiểu sâu hơn cách dữ liệu được phục vụ, dùng build-your-own-x để chọn một bài web server. Thứ tự có thể đổi theo mục tiêu: người quan tâm nền tảng có thể học server trước, còn người cần động lực từ sản phẩm nhìn thấy được có thể làm giao diện trước.</a:t>
            </a:r>
          </a:p>
          <a:p/>
          <a:p>
            <a:r>
              <a:t>Nguồn tham khảo</a:t>
            </a:r>
          </a:p>
          <a:p>
            <a:r>
              <a:t>[S2] CodeCrafters — build-your-own-x / README</a:t>
            </a:r>
          </a:p>
          <a:p>
            <a:r>
              <a:t>https://github.com/codecrafters-io/build-your-own-x/blob/master/README.md</a:t>
            </a:r>
          </a:p>
          <a:p>
            <a:r>
              <a:t>[S3] Sindre Sorhus — awesome / README</a:t>
            </a:r>
          </a:p>
          <a:p>
            <a:r>
              <a:t>https://github.com/sindresorhus/awesome/blob/main/readme.md</a:t>
            </a:r>
          </a:p>
          <a:p>
            <a:r>
              <a:t>[S5] public-apis — README</a:t>
            </a:r>
          </a:p>
          <a:p>
            <a:r>
              <a:t>https://github.com/public-apis/public-apis/blob/master/README.md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Bảy buổi là khung tổ chức do người viết đề xuất, không phải thời lượng được các repo xác nhận. Mỗi người có nền tảng và thời gian khác nhau, nên có thể kéo dài bất kỳ giai đoạn nào. Buổi đầu nên chọn một mục tiêu duy nhất. Hai buổi tiếp theo dùng để tìm tài nguyên và thử điều kiện thực tế. Sau đó tập trung hoàn thành một luồng nhỏ có đầu vào và đầu ra rõ ràng. Cuối cùng, chọn một cơ chế để tự xây hoặc giải thích lại bằng sơ đồ. Bài tự kiểm cuối là: repo nào giúp ở bước nào, dữ liệu đi từ đâu tới đâu và phiên bản của mình còn thiếu gì? Trả lời được ba câu này có giá trị hơn việc chỉ hoàn thành danh sách liên kết.</a:t>
            </a:r>
          </a:p>
          <a:p/>
          <a:p>
            <a:r>
              <a:t>Nguồn tham khảo</a:t>
            </a:r>
          </a:p>
          <a:p>
            <a:r>
              <a:t>[S2] CodeCrafters — build-your-own-x / README</a:t>
            </a:r>
          </a:p>
          <a:p>
            <a:r>
              <a:t>https://github.com/codecrafters-io/build-your-own-x/blob/master/README.md</a:t>
            </a:r>
          </a:p>
          <a:p>
            <a:r>
              <a:t>[S3] Sindre Sorhus — awesome / README</a:t>
            </a:r>
          </a:p>
          <a:p>
            <a:r>
              <a:t>https://github.com/sindresorhus/awesome/blob/main/readme.md</a:t>
            </a:r>
          </a:p>
          <a:p>
            <a:r>
              <a:t>[S5] public-apis — README</a:t>
            </a:r>
          </a:p>
          <a:p>
            <a:r>
              <a:t>https://github.com/public-apis/public-apis/blob/master/README.md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S1 đại diện cho metadata GitHub và kết quả tìm kiếm theo số sao của lượt quét trước trong cuộc trò chuyện. S2 đến S6 là nội dung gốc về phạm vi, phân loại và nguyên tắc sử dụng của ba repo. S7 và S8 là nguồn tham khảo phương pháp trình bày từ Multiple-report, không phải bằng chứng cho chất lượng của ba repo được phân tích. Các đường dẫn đều trỏ tới nhánh đang được duy trì nên có thể thay đổi nội dung sau thời điểm báo cáo. Khi quyết định tích hợp một công cụ hoặc API, hãy mở tài liệu của chính dịch vụ đó. Report này không thay thế bước thử thực tế và không dùng số sao để chấm điểm chất lượng kỹ thuật.</a:t>
            </a:r>
          </a:p>
          <a:p/>
          <a:p>
            <a:r>
              <a:t>Nguồn tham khảo</a:t>
            </a:r>
          </a:p>
          <a:p>
            <a:r>
              <a:t>[S1] GitHub — metadata và kết quả tìm repo theo sao</a:t>
            </a:r>
          </a:p>
          <a:p>
            <a:r>
              <a:t>https://github.com/search?q=stars%3A%3E100000&amp;type=repositories&amp;s=stars&amp;o=desc</a:t>
            </a:r>
          </a:p>
          <a:p>
            <a:r>
              <a:t>[S2] CodeCrafters — build-your-own-x / README</a:t>
            </a:r>
          </a:p>
          <a:p>
            <a:r>
              <a:t>https://github.com/codecrafters-io/build-your-own-x/blob/master/README.md</a:t>
            </a:r>
          </a:p>
          <a:p>
            <a:r>
              <a:t>[S3] Sindre Sorhus — awesome / README</a:t>
            </a:r>
          </a:p>
          <a:p>
            <a:r>
              <a:t>https://github.com/sindresorhus/awesome/blob/main/readme.md</a:t>
            </a:r>
          </a:p>
          <a:p>
            <a:r>
              <a:t>[S4] Sindre Sorhus — The awesome manifesto</a:t>
            </a:r>
          </a:p>
          <a:p>
            <a:r>
              <a:t>https://github.com/sindresorhus/awesome/blob/main/awesome.md</a:t>
            </a:r>
          </a:p>
          <a:p>
            <a:r>
              <a:t>[S5] public-apis — README</a:t>
            </a:r>
          </a:p>
          <a:p>
            <a:r>
              <a:t>https://github.com/public-apis/public-apis/blob/master/README.md</a:t>
            </a:r>
          </a:p>
          <a:p>
            <a:r>
              <a:t>[S6] public-apis — Contributing</a:t>
            </a:r>
          </a:p>
          <a:p>
            <a:r>
              <a:t>https://github.com/public-apis/public-apis/blob/master/CONTRIBUTING.md</a:t>
            </a:r>
          </a:p>
          <a:p>
            <a:r>
              <a:t>[S7] Multiple-report — quy cách bài học</a:t>
            </a:r>
          </a:p>
          <a:p>
            <a:r>
              <a:t>https://github.com/vohoailinh90/Multiple-report/blob/main/CLAUDE.md</a:t>
            </a:r>
          </a:p>
          <a:p>
            <a:r>
              <a:t>[S8] Multiple-report — phong cách deck</a:t>
            </a:r>
          </a:p>
          <a:p>
            <a:r>
              <a:t>https://github.com/vohoailinh90/Multiple-report/blob/main/docs/deck-style.md</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857250" y="609600"/>
            <a:ext cx="16192500" cy="495300"/>
          </a:xfrm>
          <a:prstGeom prst="rect">
            <a:avLst/>
          </a:prstGeom>
          <a:noFill/>
          <a:ln/>
        </p:spPr>
        <p:txBody>
          <a:bodyPr wrap="square" lIns="0" tIns="11335" rIns="0" bIns="-11335" rtlCol="0" anchor="t"/>
          <a:lstStyle/>
          <a:p>
            <a:pPr algn="l" indent="0" marL="0">
              <a:lnSpc>
                <a:spcPts val="2730"/>
              </a:lnSpc>
              <a:buNone/>
            </a:pPr>
            <a:r>
              <a:rPr lang="en-US" sz="2100" dirty="0" spc="2" kern="0">
                <a:solidFill>
                  <a:srgbClr val="9AA0B5"/>
                </a:solidFill>
                <a:latin typeface="Be Vietnam Pro SemiBold" pitchFamily="34" charset="0"/>
                <a:ea typeface="Be Vietnam Pro SemiBold" pitchFamily="34" charset="-122"/>
                <a:cs typeface="Be Vietnam Pro SemiBold" pitchFamily="34" charset="-120"/>
              </a:rPr>
              <a:t>GITHUB</a:t>
            </a:r>
            <a:r>
              <a:rPr lang="en-US" sz="2100" dirty="0" spc="-5" kern="0">
                <a:solidFill>
                  <a:srgbClr val="9AA0B5"/>
                </a:solidFill>
                <a:latin typeface="Be Vietnam Pro SemiBold" pitchFamily="34" charset="0"/>
                <a:ea typeface="Be Vietnam Pro SemiBold" pitchFamily="34" charset="-122"/>
                <a:cs typeface="Be Vietnam Pro SemiBold" pitchFamily="34" charset="-120"/>
              </a:rPr>
              <a:t> /</a:t>
            </a:r>
            <a:r>
              <a:rPr lang="en-US" sz="2100" dirty="0" spc="-3" kern="0">
                <a:solidFill>
                  <a:srgbClr val="9AA0B5"/>
                </a:solidFill>
                <a:latin typeface="Be Vietnam Pro SemiBold" pitchFamily="34" charset="0"/>
                <a:ea typeface="Be Vietnam Pro SemiBold" pitchFamily="34" charset="-122"/>
                <a:cs typeface="Be Vietnam Pro SemiBold" pitchFamily="34" charset="-120"/>
              </a:rPr>
              <a:t> BẢN</a:t>
            </a:r>
            <a:r>
              <a:rPr lang="en-US" sz="2100" dirty="0" spc="-1" kern="0">
                <a:solidFill>
                  <a:srgbClr val="9AA0B5"/>
                </a:solidFill>
                <a:latin typeface="Be Vietnam Pro SemiBold" pitchFamily="34" charset="0"/>
                <a:ea typeface="Be Vietnam Pro SemiBold" pitchFamily="34" charset="-122"/>
                <a:cs typeface="Be Vietnam Pro SemiBold" pitchFamily="34" charset="-120"/>
              </a:rPr>
              <a:t> ĐỒ</a:t>
            </a:r>
            <a:r>
              <a:rPr lang="en-US" sz="2100" dirty="0" spc="-47" kern="0">
                <a:solidFill>
                  <a:srgbClr val="9AA0B5"/>
                </a:solidFill>
                <a:latin typeface="Be Vietnam Pro SemiBold" pitchFamily="34" charset="0"/>
                <a:ea typeface="Be Vietnam Pro SemiBold" pitchFamily="34" charset="-122"/>
                <a:cs typeface="Be Vietnam Pro SemiBold" pitchFamily="34" charset="-120"/>
              </a:rPr>
              <a:t> TÀI</a:t>
            </a:r>
            <a:r>
              <a:rPr lang="en-US" sz="2100" dirty="0" spc="4" kern="0">
                <a:solidFill>
                  <a:srgbClr val="9AA0B5"/>
                </a:solidFill>
                <a:latin typeface="Be Vietnam Pro SemiBold" pitchFamily="34" charset="0"/>
                <a:ea typeface="Be Vietnam Pro SemiBold" pitchFamily="34" charset="-122"/>
                <a:cs typeface="Be Vietnam Pro SemiBold" pitchFamily="34" charset="-120"/>
              </a:rPr>
              <a:t> NGUYÊN</a:t>
            </a:r>
            <a:r>
              <a:rPr lang="en-US" sz="2100" dirty="0" spc="-5" kern="0">
                <a:solidFill>
                  <a:srgbClr val="9AA0B5"/>
                </a:solidFill>
                <a:latin typeface="Be Vietnam Pro SemiBold" pitchFamily="34" charset="0"/>
                <a:ea typeface="Be Vietnam Pro SemiBold" pitchFamily="34" charset="-122"/>
                <a:cs typeface="Be Vietnam Pro SemiBold" pitchFamily="34" charset="-120"/>
              </a:rPr>
              <a:t> /</a:t>
            </a:r>
            <a:r>
              <a:rPr lang="en-US" sz="2100" dirty="0" spc="-1" kern="0">
                <a:solidFill>
                  <a:srgbClr val="9AA0B5"/>
                </a:solidFill>
                <a:latin typeface="Be Vietnam Pro SemiBold" pitchFamily="34" charset="0"/>
                <a:ea typeface="Be Vietnam Pro SemiBold" pitchFamily="34" charset="-122"/>
                <a:cs typeface="Be Vietnam Pro SemiBold" pitchFamily="34" charset="-120"/>
              </a:rPr>
              <a:t> 23.10.2026</a:t>
            </a:r>
            <a:endParaRPr lang="en-US" sz="2100" dirty="0"/>
          </a:p>
        </p:txBody>
      </p:sp>
      <p:sp>
        <p:nvSpPr>
          <p:cNvPr id="3" name="Text 1"/>
          <p:cNvSpPr/>
          <p:nvPr/>
        </p:nvSpPr>
        <p:spPr>
          <a:xfrm>
            <a:off x="857250" y="1666875"/>
            <a:ext cx="11620500" cy="2762250"/>
          </a:xfrm>
          <a:prstGeom prst="rect">
            <a:avLst/>
          </a:prstGeom>
          <a:noFill/>
          <a:ln/>
        </p:spPr>
        <p:txBody>
          <a:bodyPr wrap="square" lIns="0" tIns="4953" rIns="0" bIns="-4953" rtlCol="0" anchor="t"/>
          <a:lstStyle/>
          <a:p>
            <a:pPr algn="l" indent="0" marL="0">
              <a:lnSpc>
                <a:spcPts val="10140"/>
              </a:lnSpc>
              <a:buNone/>
            </a:pPr>
            <a:r>
              <a:rPr lang="en-US" sz="7800" dirty="0" spc="-5" kern="0">
                <a:solidFill>
                  <a:srgbClr val="F3EEE3"/>
                </a:solidFill>
                <a:latin typeface="Bricolage Grotesque ExtraBold" pitchFamily="34" charset="0"/>
                <a:ea typeface="Bricolage Grotesque ExtraBold" pitchFamily="34" charset="-122"/>
                <a:cs typeface="Bricolage Grotesque ExtraBold" pitchFamily="34" charset="-120"/>
              </a:rPr>
              <a:t>3</a:t>
            </a:r>
            <a:r>
              <a:rPr lang="en-US" sz="7800" dirty="0" spc="-17" kern="0">
                <a:solidFill>
                  <a:srgbClr val="F3EEE3"/>
                </a:solidFill>
                <a:latin typeface="Bricolage Grotesque ExtraBold" pitchFamily="34" charset="0"/>
                <a:ea typeface="Bricolage Grotesque ExtraBold" pitchFamily="34" charset="-122"/>
                <a:cs typeface="Bricolage Grotesque ExtraBold" pitchFamily="34" charset="-120"/>
              </a:rPr>
              <a:t> repo</a:t>
            </a:r>
            <a:r>
              <a:rPr lang="en-US" sz="7800" dirty="0" spc="-3" kern="0">
                <a:solidFill>
                  <a:srgbClr val="F3EEE3"/>
                </a:solidFill>
                <a:latin typeface="Bricolage Grotesque ExtraBold" pitchFamily="34" charset="0"/>
                <a:ea typeface="Bricolage Grotesque ExtraBold" pitchFamily="34" charset="-122"/>
                <a:cs typeface="Bricolage Grotesque ExtraBold" pitchFamily="34" charset="-120"/>
              </a:rPr>
              <a:t> GitHub</a:t>
            </a:r>
            <a:endParaRPr lang="en-US" sz="7800" dirty="0"/>
          </a:p>
          <a:p>
            <a:pPr algn="l" indent="0" marL="0">
              <a:lnSpc>
                <a:spcPts val="10140"/>
              </a:lnSpc>
              <a:buNone/>
            </a:pPr>
            <a:r>
              <a:rPr lang="en-US" sz="7800" dirty="0" spc="10" kern="0">
                <a:solidFill>
                  <a:srgbClr val="F3EEE3"/>
                </a:solidFill>
                <a:latin typeface="Bricolage Grotesque ExtraBold" pitchFamily="34" charset="0"/>
                <a:ea typeface="Bricolage Grotesque ExtraBold" pitchFamily="34" charset="-122"/>
                <a:cs typeface="Bricolage Grotesque ExtraBold" pitchFamily="34" charset="-120"/>
              </a:rPr>
              <a:t>Hiểu</a:t>
            </a:r>
            <a:r>
              <a:rPr lang="en-US" sz="7800" dirty="0" spc="-35" kern="0">
                <a:solidFill>
                  <a:srgbClr val="F3EEE3"/>
                </a:solidFill>
                <a:latin typeface="Bricolage Grotesque ExtraBold" pitchFamily="34" charset="0"/>
                <a:ea typeface="Bricolage Grotesque ExtraBold" pitchFamily="34" charset="-122"/>
                <a:cs typeface="Bricolage Grotesque ExtraBold" pitchFamily="34" charset="-120"/>
              </a:rPr>
              <a:t> rõ</a:t>
            </a:r>
            <a:r>
              <a:rPr lang="en-US" sz="7800" dirty="0" spc="22" kern="0">
                <a:solidFill>
                  <a:srgbClr val="F3EEE3"/>
                </a:solidFill>
                <a:latin typeface="Bricolage Grotesque ExtraBold" pitchFamily="34" charset="0"/>
                <a:ea typeface="Bricolage Grotesque ExtraBold" pitchFamily="34" charset="-122"/>
                <a:cs typeface="Bricolage Grotesque ExtraBold" pitchFamily="34" charset="-120"/>
              </a:rPr>
              <a:t> để</a:t>
            </a:r>
            <a:r>
              <a:rPr lang="en-US" sz="7800" dirty="0" spc="-3" kern="0">
                <a:solidFill>
                  <a:srgbClr val="F3EEE3"/>
                </a:solidFill>
                <a:latin typeface="Bricolage Grotesque ExtraBold" pitchFamily="34" charset="0"/>
                <a:ea typeface="Bricolage Grotesque ExtraBold" pitchFamily="34" charset="-122"/>
                <a:cs typeface="Bricolage Grotesque ExtraBold" pitchFamily="34" charset="-120"/>
              </a:rPr>
              <a:t> dùng</a:t>
            </a:r>
            <a:endParaRPr lang="en-US" sz="7800" dirty="0"/>
          </a:p>
        </p:txBody>
      </p:sp>
      <p:sp>
        <p:nvSpPr>
          <p:cNvPr id="4" name="Text 2"/>
          <p:cNvSpPr/>
          <p:nvPr/>
        </p:nvSpPr>
        <p:spPr>
          <a:xfrm>
            <a:off x="904875" y="4905375"/>
            <a:ext cx="11430000" cy="1238250"/>
          </a:xfrm>
          <a:prstGeom prst="rect">
            <a:avLst/>
          </a:prstGeom>
          <a:noFill/>
          <a:ln/>
        </p:spPr>
        <p:txBody>
          <a:bodyPr wrap="square" lIns="0" tIns="15383" rIns="0" bIns="-15383" rtlCol="0" anchor="t"/>
          <a:lstStyle/>
          <a:p>
            <a:pPr algn="l" indent="0" marL="0">
              <a:lnSpc>
                <a:spcPts val="3705"/>
              </a:lnSpc>
              <a:buNone/>
            </a:pPr>
            <a:r>
              <a:rPr lang="en-US" sz="2850" dirty="0" spc="-143" kern="0">
                <a:solidFill>
                  <a:srgbClr val="F3EEE3"/>
                </a:solidFill>
                <a:latin typeface="Be Vietnam Pro" pitchFamily="34" charset="0"/>
                <a:ea typeface="Be Vietnam Pro" pitchFamily="34" charset="-122"/>
                <a:cs typeface="Be Vietnam Pro" pitchFamily="34" charset="-120"/>
              </a:rPr>
              <a:t>Tự</a:t>
            </a:r>
            <a:r>
              <a:rPr lang="en-US" sz="2850" dirty="0" spc="-30" kern="0">
                <a:solidFill>
                  <a:srgbClr val="F3EEE3"/>
                </a:solidFill>
                <a:latin typeface="Be Vietnam Pro" pitchFamily="34" charset="0"/>
                <a:ea typeface="Be Vietnam Pro" pitchFamily="34" charset="-122"/>
                <a:cs typeface="Be Vietnam Pro" pitchFamily="34" charset="-120"/>
              </a:rPr>
              <a:t> xây</a:t>
            </a:r>
            <a:r>
              <a:rPr lang="en-US" sz="2850" dirty="0" spc="20" kern="0">
                <a:solidFill>
                  <a:srgbClr val="F3EEE3"/>
                </a:solidFill>
                <a:latin typeface="Be Vietnam Pro" pitchFamily="34" charset="0"/>
                <a:ea typeface="Be Vietnam Pro" pitchFamily="34" charset="-122"/>
                <a:cs typeface="Be Vietnam Pro" pitchFamily="34" charset="-120"/>
              </a:rPr>
              <a:t> để</a:t>
            </a:r>
            <a:r>
              <a:rPr lang="en-US" sz="2850" dirty="0" spc="1" kern="0">
                <a:solidFill>
                  <a:srgbClr val="F3EEE3"/>
                </a:solidFill>
                <a:latin typeface="Be Vietnam Pro" pitchFamily="34" charset="0"/>
                <a:ea typeface="Be Vietnam Pro" pitchFamily="34" charset="-122"/>
                <a:cs typeface="Be Vietnam Pro" pitchFamily="34" charset="-120"/>
              </a:rPr>
              <a:t> hiểu</a:t>
            </a:r>
            <a:r>
              <a:rPr lang="en-US" sz="2850" dirty="0" spc="4" kern="0">
                <a:solidFill>
                  <a:srgbClr val="F3EEE3"/>
                </a:solidFill>
                <a:latin typeface="Be Vietnam Pro" pitchFamily="34" charset="0"/>
                <a:ea typeface="Be Vietnam Pro" pitchFamily="34" charset="-122"/>
                <a:cs typeface="Be Vietnam Pro" pitchFamily="34" charset="-120"/>
              </a:rPr>
              <a:t> ·</a:t>
            </a:r>
            <a:r>
              <a:rPr lang="en-US" sz="2850" dirty="0" spc="1" kern="0">
                <a:solidFill>
                  <a:srgbClr val="F3EEE3"/>
                </a:solidFill>
                <a:latin typeface="Be Vietnam Pro" pitchFamily="34" charset="0"/>
                <a:ea typeface="Be Vietnam Pro" pitchFamily="34" charset="-122"/>
                <a:cs typeface="Be Vietnam Pro" pitchFamily="34" charset="-120"/>
              </a:rPr>
              <a:t> Tìm</a:t>
            </a:r>
            <a:r>
              <a:rPr lang="en-US" sz="2850" dirty="0" spc="-2" kern="0">
                <a:solidFill>
                  <a:srgbClr val="F3EEE3"/>
                </a:solidFill>
                <a:latin typeface="Be Vietnam Pro" pitchFamily="34" charset="0"/>
                <a:ea typeface="Be Vietnam Pro" pitchFamily="34" charset="-122"/>
                <a:cs typeface="Be Vietnam Pro" pitchFamily="34" charset="-120"/>
              </a:rPr>
              <a:t> đúng</a:t>
            </a:r>
            <a:r>
              <a:rPr lang="en-US" sz="2850" dirty="0" spc="-14" kern="0">
                <a:solidFill>
                  <a:srgbClr val="F3EEE3"/>
                </a:solidFill>
                <a:latin typeface="Be Vietnam Pro" pitchFamily="34" charset="0"/>
                <a:ea typeface="Be Vietnam Pro" pitchFamily="34" charset="-122"/>
                <a:cs typeface="Be Vietnam Pro" pitchFamily="34" charset="-120"/>
              </a:rPr>
              <a:t> tài</a:t>
            </a:r>
            <a:r>
              <a:rPr lang="en-US" sz="2850" dirty="0" spc="-16" kern="0">
                <a:solidFill>
                  <a:srgbClr val="F3EEE3"/>
                </a:solidFill>
                <a:latin typeface="Be Vietnam Pro" pitchFamily="34" charset="0"/>
                <a:ea typeface="Be Vietnam Pro" pitchFamily="34" charset="-122"/>
                <a:cs typeface="Be Vietnam Pro" pitchFamily="34" charset="-120"/>
              </a:rPr>
              <a:t> nguyên</a:t>
            </a:r>
            <a:r>
              <a:rPr lang="en-US" sz="2850" dirty="0" spc="5" kern="0">
                <a:solidFill>
                  <a:srgbClr val="F3EEE3"/>
                </a:solidFill>
                <a:latin typeface="Be Vietnam Pro" pitchFamily="34" charset="0"/>
                <a:ea typeface="Be Vietnam Pro" pitchFamily="34" charset="-122"/>
                <a:cs typeface="Be Vietnam Pro" pitchFamily="34" charset="-120"/>
              </a:rPr>
              <a:t> ·</a:t>
            </a:r>
            <a:r>
              <a:rPr lang="en-US" sz="2850" dirty="0" spc="-44" kern="0">
                <a:solidFill>
                  <a:srgbClr val="F3EEE3"/>
                </a:solidFill>
                <a:latin typeface="Be Vietnam Pro" pitchFamily="34" charset="0"/>
                <a:ea typeface="Be Vietnam Pro" pitchFamily="34" charset="-122"/>
                <a:cs typeface="Be Vietnam Pro" pitchFamily="34" charset="-120"/>
              </a:rPr>
              <a:t> Kết</a:t>
            </a:r>
            <a:r>
              <a:rPr lang="en-US" sz="2850" dirty="0" spc="0" kern="0">
                <a:solidFill>
                  <a:srgbClr val="F3EEE3"/>
                </a:solidFill>
                <a:latin typeface="Be Vietnam Pro" pitchFamily="34" charset="0"/>
                <a:ea typeface="Be Vietnam Pro" pitchFamily="34" charset="-122"/>
                <a:cs typeface="Be Vietnam Pro" pitchFamily="34" charset="-120"/>
              </a:rPr>
              <a:t> nối</a:t>
            </a:r>
            <a:r>
              <a:rPr lang="en-US" sz="2850" dirty="0" spc="-1" kern="0">
                <a:solidFill>
                  <a:srgbClr val="F3EEE3"/>
                </a:solidFill>
                <a:latin typeface="Be Vietnam Pro" pitchFamily="34" charset="0"/>
                <a:ea typeface="Be Vietnam Pro" pitchFamily="34" charset="-122"/>
                <a:cs typeface="Be Vietnam Pro" pitchFamily="34" charset="-120"/>
              </a:rPr>
              <a:t> dữ</a:t>
            </a:r>
            <a:r>
              <a:rPr lang="en-US" sz="2850" dirty="0" spc="2" kern="0">
                <a:solidFill>
                  <a:srgbClr val="F3EEE3"/>
                </a:solidFill>
                <a:latin typeface="Be Vietnam Pro" pitchFamily="34" charset="0"/>
                <a:ea typeface="Be Vietnam Pro" pitchFamily="34" charset="-122"/>
                <a:cs typeface="Be Vietnam Pro" pitchFamily="34" charset="-120"/>
              </a:rPr>
              <a:t> liệu</a:t>
            </a:r>
            <a:endParaRPr lang="en-US" sz="2850" dirty="0"/>
          </a:p>
        </p:txBody>
      </p:sp>
      <p:sp>
        <p:nvSpPr>
          <p:cNvPr id="5" name="Text 3"/>
          <p:cNvSpPr/>
          <p:nvPr/>
        </p:nvSpPr>
        <p:spPr>
          <a:xfrm>
            <a:off x="904875" y="6591300"/>
            <a:ext cx="10668000" cy="1047750"/>
          </a:xfrm>
          <a:prstGeom prst="rect">
            <a:avLst/>
          </a:prstGeom>
          <a:noFill/>
          <a:ln/>
        </p:spPr>
        <p:txBody>
          <a:bodyPr wrap="square" lIns="0" tIns="14573" rIns="0" bIns="-14573" rtlCol="0" anchor="t"/>
          <a:lstStyle/>
          <a:p>
            <a:pPr algn="l" indent="0" marL="0">
              <a:lnSpc>
                <a:spcPts val="3510"/>
              </a:lnSpc>
              <a:buNone/>
            </a:pPr>
            <a:r>
              <a:rPr lang="en-US" sz="2700" dirty="0" spc="-37" kern="0">
                <a:solidFill>
                  <a:srgbClr val="9AA0B5"/>
                </a:solidFill>
                <a:latin typeface="Be Vietnam Pro" pitchFamily="34" charset="0"/>
                <a:ea typeface="Be Vietnam Pro" pitchFamily="34" charset="-122"/>
                <a:cs typeface="Be Vietnam Pro" pitchFamily="34" charset="-120"/>
              </a:rPr>
              <a:t>Repo</a:t>
            </a:r>
            <a:r>
              <a:rPr lang="en-US" sz="2700" dirty="0" spc="-2" kern="0">
                <a:solidFill>
                  <a:srgbClr val="9AA0B5"/>
                </a:solidFill>
                <a:latin typeface="Be Vietnam Pro" pitchFamily="34" charset="0"/>
                <a:ea typeface="Be Vietnam Pro" pitchFamily="34" charset="-122"/>
                <a:cs typeface="Be Vietnam Pro" pitchFamily="34" charset="-120"/>
              </a:rPr>
              <a:t> nào giúp</a:t>
            </a:r>
            <a:r>
              <a:rPr lang="en-US" sz="2700" dirty="0" spc="-6" kern="0">
                <a:solidFill>
                  <a:srgbClr val="9AA0B5"/>
                </a:solidFill>
                <a:latin typeface="Be Vietnam Pro" pitchFamily="34" charset="0"/>
                <a:ea typeface="Be Vietnam Pro" pitchFamily="34" charset="-122"/>
                <a:cs typeface="Be Vietnam Pro" pitchFamily="34" charset="-120"/>
              </a:rPr>
              <a:t> bạn</a:t>
            </a:r>
            <a:r>
              <a:rPr lang="en-US" sz="2700" dirty="0" spc="-1" kern="0">
                <a:solidFill>
                  <a:srgbClr val="9AA0B5"/>
                </a:solidFill>
                <a:latin typeface="Be Vietnam Pro" pitchFamily="34" charset="0"/>
                <a:ea typeface="Be Vietnam Pro" pitchFamily="34" charset="-122"/>
                <a:cs typeface="Be Vietnam Pro" pitchFamily="34" charset="-120"/>
              </a:rPr>
              <a:t> hiểu</a:t>
            </a:r>
            <a:r>
              <a:rPr lang="en-US" sz="2700" dirty="0" spc="-5" kern="0">
                <a:solidFill>
                  <a:srgbClr val="9AA0B5"/>
                </a:solidFill>
                <a:latin typeface="Be Vietnam Pro" pitchFamily="34" charset="0"/>
                <a:ea typeface="Be Vietnam Pro" pitchFamily="34" charset="-122"/>
                <a:cs typeface="Be Vietnam Pro" pitchFamily="34" charset="-120"/>
              </a:rPr>
              <a:t> sâu,</a:t>
            </a:r>
            <a:endParaRPr lang="en-US" sz="2700" dirty="0"/>
          </a:p>
          <a:p>
            <a:pPr algn="l" indent="0" marL="0">
              <a:lnSpc>
                <a:spcPts val="3510"/>
              </a:lnSpc>
              <a:buNone/>
            </a:pPr>
            <a:r>
              <a:rPr lang="en-US" sz="2700" dirty="0" spc="0" kern="0">
                <a:solidFill>
                  <a:srgbClr val="9AA0B5"/>
                </a:solidFill>
                <a:latin typeface="Be Vietnam Pro" pitchFamily="34" charset="0"/>
                <a:ea typeface="Be Vietnam Pro" pitchFamily="34" charset="-122"/>
                <a:cs typeface="Be Vietnam Pro" pitchFamily="34" charset="-120"/>
              </a:rPr>
              <a:t>tìm</a:t>
            </a:r>
            <a:r>
              <a:rPr lang="en-US" sz="2700" dirty="0" spc="-3" kern="0">
                <a:solidFill>
                  <a:srgbClr val="9AA0B5"/>
                </a:solidFill>
                <a:latin typeface="Be Vietnam Pro" pitchFamily="34" charset="0"/>
                <a:ea typeface="Be Vietnam Pro" pitchFamily="34" charset="-122"/>
                <a:cs typeface="Be Vietnam Pro" pitchFamily="34" charset="-120"/>
              </a:rPr>
              <a:t> đúng</a:t>
            </a:r>
            <a:r>
              <a:rPr lang="en-US" sz="2700" dirty="0" spc="-1" kern="0">
                <a:solidFill>
                  <a:srgbClr val="9AA0B5"/>
                </a:solidFill>
                <a:latin typeface="Be Vietnam Pro" pitchFamily="34" charset="0"/>
                <a:ea typeface="Be Vietnam Pro" pitchFamily="34" charset="-122"/>
                <a:cs typeface="Be Vietnam Pro" pitchFamily="34" charset="-120"/>
              </a:rPr>
              <a:t> công cụ</a:t>
            </a:r>
            <a:r>
              <a:rPr lang="en-US" sz="2700" dirty="0" spc="-17" kern="0">
                <a:solidFill>
                  <a:srgbClr val="9AA0B5"/>
                </a:solidFill>
                <a:latin typeface="Be Vietnam Pro" pitchFamily="34" charset="0"/>
                <a:ea typeface="Be Vietnam Pro" pitchFamily="34" charset="-122"/>
                <a:cs typeface="Be Vietnam Pro" pitchFamily="34" charset="-120"/>
              </a:rPr>
              <a:t> và</a:t>
            </a:r>
            <a:r>
              <a:rPr lang="en-US" sz="2700" dirty="0" spc="-1" kern="0">
                <a:solidFill>
                  <a:srgbClr val="9AA0B5"/>
                </a:solidFill>
                <a:latin typeface="Be Vietnam Pro" pitchFamily="34" charset="0"/>
                <a:ea typeface="Be Vietnam Pro" pitchFamily="34" charset="-122"/>
                <a:cs typeface="Be Vietnam Pro" pitchFamily="34" charset="-120"/>
              </a:rPr>
              <a:t> làm</a:t>
            </a:r>
            <a:r>
              <a:rPr lang="en-US" sz="2700" dirty="0" spc="-40" kern="0">
                <a:solidFill>
                  <a:srgbClr val="9AA0B5"/>
                </a:solidFill>
                <a:latin typeface="Be Vietnam Pro" pitchFamily="34" charset="0"/>
                <a:ea typeface="Be Vietnam Pro" pitchFamily="34" charset="-122"/>
                <a:cs typeface="Be Vietnam Pro" pitchFamily="34" charset="-120"/>
              </a:rPr>
              <a:t> ra</a:t>
            </a:r>
            <a:r>
              <a:rPr lang="en-US" sz="2700" dirty="0" spc="24" kern="0">
                <a:solidFill>
                  <a:srgbClr val="9AA0B5"/>
                </a:solidFill>
                <a:latin typeface="Be Vietnam Pro" pitchFamily="34" charset="0"/>
                <a:ea typeface="Be Vietnam Pro" pitchFamily="34" charset="-122"/>
                <a:cs typeface="Be Vietnam Pro" pitchFamily="34" charset="-120"/>
              </a:rPr>
              <a:t> ứng</a:t>
            </a:r>
            <a:r>
              <a:rPr lang="en-US" sz="2700" dirty="0" spc="-3" kern="0">
                <a:solidFill>
                  <a:srgbClr val="9AA0B5"/>
                </a:solidFill>
                <a:latin typeface="Be Vietnam Pro" pitchFamily="34" charset="0"/>
                <a:ea typeface="Be Vietnam Pro" pitchFamily="34" charset="-122"/>
                <a:cs typeface="Be Vietnam Pro" pitchFamily="34" charset="-120"/>
              </a:rPr>
              <a:t> dụng?</a:t>
            </a:r>
            <a:endParaRPr lang="en-US" sz="2700" dirty="0"/>
          </a:p>
        </p:txBody>
      </p:sp>
      <p:sp>
        <p:nvSpPr>
          <p:cNvPr id="6" name="Shape 4"/>
          <p:cNvSpPr/>
          <p:nvPr/>
        </p:nvSpPr>
        <p:spPr>
          <a:xfrm>
            <a:off x="13096875" y="2000250"/>
            <a:ext cx="4333875" cy="1619250"/>
          </a:xfrm>
          <a:prstGeom prst="roundRect">
            <a:avLst>
              <a:gd name="adj" fmla="val 10588"/>
            </a:avLst>
          </a:prstGeom>
          <a:solidFill>
            <a:srgbClr val="1E212B"/>
          </a:solidFill>
          <a:ln w="9525">
            <a:solidFill>
              <a:srgbClr val="7C93FF"/>
            </a:solidFill>
            <a:prstDash val="solid"/>
          </a:ln>
        </p:spPr>
      </p:sp>
      <p:sp>
        <p:nvSpPr>
          <p:cNvPr id="7" name="Text 5"/>
          <p:cNvSpPr/>
          <p:nvPr/>
        </p:nvSpPr>
        <p:spPr>
          <a:xfrm>
            <a:off x="13382625" y="2190750"/>
            <a:ext cx="3714750" cy="428625"/>
          </a:xfrm>
          <a:prstGeom prst="rect">
            <a:avLst/>
          </a:prstGeom>
          <a:noFill/>
          <a:ln/>
        </p:spPr>
        <p:txBody>
          <a:bodyPr wrap="square" lIns="0" tIns="12144" rIns="0" bIns="-12144" rtlCol="0" anchor="t"/>
          <a:lstStyle/>
          <a:p>
            <a:pPr algn="l" indent="0" marL="0">
              <a:lnSpc>
                <a:spcPts val="2925"/>
              </a:lnSpc>
              <a:buNone/>
            </a:pPr>
            <a:r>
              <a:rPr lang="en-US" sz="2250" b="1" dirty="0" spc="-3" kern="0">
                <a:solidFill>
                  <a:srgbClr val="7C93FF"/>
                </a:solidFill>
                <a:latin typeface="Be Vietnam Pro" pitchFamily="34" charset="0"/>
                <a:ea typeface="Be Vietnam Pro" pitchFamily="34" charset="-122"/>
                <a:cs typeface="Be Vietnam Pro" pitchFamily="34" charset="-120"/>
              </a:rPr>
              <a:t>01</a:t>
            </a:r>
            <a:endParaRPr lang="en-US" sz="2250" dirty="0"/>
          </a:p>
        </p:txBody>
      </p:sp>
      <p:sp>
        <p:nvSpPr>
          <p:cNvPr id="8" name="Text 6"/>
          <p:cNvSpPr/>
          <p:nvPr/>
        </p:nvSpPr>
        <p:spPr>
          <a:xfrm>
            <a:off x="13382625" y="2743200"/>
            <a:ext cx="3762375" cy="571500"/>
          </a:xfrm>
          <a:prstGeom prst="rect">
            <a:avLst/>
          </a:prstGeom>
          <a:noFill/>
          <a:ln/>
        </p:spPr>
        <p:txBody>
          <a:bodyPr wrap="square" lIns="0" tIns="12954" rIns="0" bIns="-12954" rtlCol="0" anchor="t"/>
          <a:lstStyle/>
          <a:p>
            <a:pPr algn="l" indent="0" marL="0">
              <a:lnSpc>
                <a:spcPts val="3120"/>
              </a:lnSpc>
              <a:buNone/>
            </a:pPr>
            <a:r>
              <a:rPr lang="en-US" sz="2400" b="1" dirty="0" spc="-10" kern="0">
                <a:solidFill>
                  <a:srgbClr val="F3EEE3"/>
                </a:solidFill>
                <a:latin typeface="Be Vietnam Pro" pitchFamily="34" charset="0"/>
                <a:ea typeface="Be Vietnam Pro" pitchFamily="34" charset="-122"/>
                <a:cs typeface="Be Vietnam Pro" pitchFamily="34" charset="-120"/>
              </a:rPr>
              <a:t>build-your-own-x</a:t>
            </a:r>
            <a:endParaRPr lang="en-US" sz="2400" dirty="0"/>
          </a:p>
        </p:txBody>
      </p:sp>
      <p:sp>
        <p:nvSpPr>
          <p:cNvPr id="9" name="Shape 7"/>
          <p:cNvSpPr/>
          <p:nvPr/>
        </p:nvSpPr>
        <p:spPr>
          <a:xfrm>
            <a:off x="13096875" y="3962400"/>
            <a:ext cx="4333875" cy="1619250"/>
          </a:xfrm>
          <a:prstGeom prst="roundRect">
            <a:avLst>
              <a:gd name="adj" fmla="val 10588"/>
            </a:avLst>
          </a:prstGeom>
          <a:solidFill>
            <a:srgbClr val="1E212B"/>
          </a:solidFill>
          <a:ln w="9525">
            <a:solidFill>
              <a:srgbClr val="FFB454"/>
            </a:solidFill>
            <a:prstDash val="solid"/>
          </a:ln>
        </p:spPr>
      </p:sp>
      <p:sp>
        <p:nvSpPr>
          <p:cNvPr id="10" name="Text 8"/>
          <p:cNvSpPr/>
          <p:nvPr/>
        </p:nvSpPr>
        <p:spPr>
          <a:xfrm>
            <a:off x="13382625" y="4152900"/>
            <a:ext cx="3714750" cy="428625"/>
          </a:xfrm>
          <a:prstGeom prst="rect">
            <a:avLst/>
          </a:prstGeom>
          <a:noFill/>
          <a:ln/>
        </p:spPr>
        <p:txBody>
          <a:bodyPr wrap="square" lIns="0" tIns="12144" rIns="0" bIns="-12144" rtlCol="0" anchor="t"/>
          <a:lstStyle/>
          <a:p>
            <a:pPr algn="l" indent="0" marL="0">
              <a:lnSpc>
                <a:spcPts val="2925"/>
              </a:lnSpc>
              <a:buNone/>
            </a:pPr>
            <a:r>
              <a:rPr lang="en-US" sz="2250" b="1" dirty="0" spc="-3" kern="0">
                <a:solidFill>
                  <a:srgbClr val="FFB454"/>
                </a:solidFill>
                <a:latin typeface="Be Vietnam Pro" pitchFamily="34" charset="0"/>
                <a:ea typeface="Be Vietnam Pro" pitchFamily="34" charset="-122"/>
                <a:cs typeface="Be Vietnam Pro" pitchFamily="34" charset="-120"/>
              </a:rPr>
              <a:t>02</a:t>
            </a:r>
            <a:endParaRPr lang="en-US" sz="2250" dirty="0"/>
          </a:p>
        </p:txBody>
      </p:sp>
      <p:sp>
        <p:nvSpPr>
          <p:cNvPr id="11" name="Text 9"/>
          <p:cNvSpPr/>
          <p:nvPr/>
        </p:nvSpPr>
        <p:spPr>
          <a:xfrm>
            <a:off x="13382625" y="4705350"/>
            <a:ext cx="3762375" cy="571500"/>
          </a:xfrm>
          <a:prstGeom prst="rect">
            <a:avLst/>
          </a:prstGeom>
          <a:noFill/>
          <a:ln/>
        </p:spPr>
        <p:txBody>
          <a:bodyPr wrap="square" lIns="0" tIns="17002" rIns="0" bIns="-17002" rtlCol="0" anchor="t"/>
          <a:lstStyle/>
          <a:p>
            <a:pPr algn="l" indent="0" marL="0">
              <a:lnSpc>
                <a:spcPts val="4095"/>
              </a:lnSpc>
              <a:buNone/>
            </a:pPr>
            <a:r>
              <a:rPr lang="en-US" sz="3150" b="1" dirty="0" spc="-30" kern="0">
                <a:solidFill>
                  <a:srgbClr val="F3EEE3"/>
                </a:solidFill>
                <a:latin typeface="Be Vietnam Pro" pitchFamily="34" charset="0"/>
                <a:ea typeface="Be Vietnam Pro" pitchFamily="34" charset="-122"/>
                <a:cs typeface="Be Vietnam Pro" pitchFamily="34" charset="-120"/>
              </a:rPr>
              <a:t>awesome</a:t>
            </a:r>
            <a:endParaRPr lang="en-US" sz="3150" dirty="0"/>
          </a:p>
        </p:txBody>
      </p:sp>
      <p:sp>
        <p:nvSpPr>
          <p:cNvPr id="12" name="Shape 10"/>
          <p:cNvSpPr/>
          <p:nvPr/>
        </p:nvSpPr>
        <p:spPr>
          <a:xfrm>
            <a:off x="13096875" y="5924550"/>
            <a:ext cx="4333875" cy="1619250"/>
          </a:xfrm>
          <a:prstGeom prst="roundRect">
            <a:avLst>
              <a:gd name="adj" fmla="val 10588"/>
            </a:avLst>
          </a:prstGeom>
          <a:solidFill>
            <a:srgbClr val="1E212B"/>
          </a:solidFill>
          <a:ln w="9525">
            <a:solidFill>
              <a:srgbClr val="3DD6A0"/>
            </a:solidFill>
            <a:prstDash val="solid"/>
          </a:ln>
        </p:spPr>
      </p:sp>
      <p:sp>
        <p:nvSpPr>
          <p:cNvPr id="13" name="Text 11"/>
          <p:cNvSpPr/>
          <p:nvPr/>
        </p:nvSpPr>
        <p:spPr>
          <a:xfrm>
            <a:off x="13382625" y="6115050"/>
            <a:ext cx="3714750" cy="428625"/>
          </a:xfrm>
          <a:prstGeom prst="rect">
            <a:avLst/>
          </a:prstGeom>
          <a:noFill/>
          <a:ln/>
        </p:spPr>
        <p:txBody>
          <a:bodyPr wrap="square" lIns="0" tIns="12144" rIns="0" bIns="-12144" rtlCol="0" anchor="t"/>
          <a:lstStyle/>
          <a:p>
            <a:pPr algn="l" indent="0" marL="0">
              <a:lnSpc>
                <a:spcPts val="2925"/>
              </a:lnSpc>
              <a:buNone/>
            </a:pPr>
            <a:r>
              <a:rPr lang="en-US" sz="2250" b="1" dirty="0" spc="2" kern="0">
                <a:solidFill>
                  <a:srgbClr val="3DD6A0"/>
                </a:solidFill>
                <a:latin typeface="Be Vietnam Pro" pitchFamily="34" charset="0"/>
                <a:ea typeface="Be Vietnam Pro" pitchFamily="34" charset="-122"/>
                <a:cs typeface="Be Vietnam Pro" pitchFamily="34" charset="-120"/>
              </a:rPr>
              <a:t>03</a:t>
            </a:r>
            <a:endParaRPr lang="en-US" sz="2250" dirty="0"/>
          </a:p>
        </p:txBody>
      </p:sp>
      <p:sp>
        <p:nvSpPr>
          <p:cNvPr id="14" name="Text 12"/>
          <p:cNvSpPr/>
          <p:nvPr/>
        </p:nvSpPr>
        <p:spPr>
          <a:xfrm>
            <a:off x="13382625" y="6667500"/>
            <a:ext cx="3762375" cy="571500"/>
          </a:xfrm>
          <a:prstGeom prst="rect">
            <a:avLst/>
          </a:prstGeom>
          <a:noFill/>
          <a:ln/>
        </p:spPr>
        <p:txBody>
          <a:bodyPr wrap="square" lIns="0" tIns="17002" rIns="0" bIns="-17002" rtlCol="0" anchor="t"/>
          <a:lstStyle/>
          <a:p>
            <a:pPr algn="l" indent="0" marL="0">
              <a:lnSpc>
                <a:spcPts val="4095"/>
              </a:lnSpc>
              <a:buNone/>
            </a:pPr>
            <a:r>
              <a:rPr lang="en-US" sz="3150" b="1" dirty="0" spc="-1" kern="0">
                <a:solidFill>
                  <a:srgbClr val="F3EEE3"/>
                </a:solidFill>
                <a:latin typeface="Be Vietnam Pro" pitchFamily="34" charset="0"/>
                <a:ea typeface="Be Vietnam Pro" pitchFamily="34" charset="-122"/>
                <a:cs typeface="Be Vietnam Pro" pitchFamily="34" charset="-120"/>
              </a:rPr>
              <a:t>public-apis</a:t>
            </a:r>
            <a:endParaRPr lang="en-US" sz="3150" dirty="0"/>
          </a:p>
        </p:txBody>
      </p:sp>
      <p:sp>
        <p:nvSpPr>
          <p:cNvPr id="15" name="Text 13"/>
          <p:cNvSpPr/>
          <p:nvPr/>
        </p:nvSpPr>
        <p:spPr>
          <a:xfrm>
            <a:off x="904875" y="9239250"/>
            <a:ext cx="15049500" cy="428625"/>
          </a:xfrm>
          <a:prstGeom prst="rect">
            <a:avLst/>
          </a:prstGeom>
          <a:noFill/>
          <a:ln/>
        </p:spPr>
        <p:txBody>
          <a:bodyPr wrap="square" lIns="0" tIns="10525" rIns="0" bIns="-10525" rtlCol="0" anchor="t"/>
          <a:lstStyle/>
          <a:p>
            <a:pPr algn="l" indent="0" marL="0">
              <a:lnSpc>
                <a:spcPts val="2535"/>
              </a:lnSpc>
              <a:buNone/>
            </a:pPr>
            <a:r>
              <a:rPr lang="en-US" sz="1950" dirty="0" spc="-34" kern="0">
                <a:solidFill>
                  <a:srgbClr val="9AA0B5"/>
                </a:solidFill>
                <a:latin typeface="Be Vietnam Pro" pitchFamily="34" charset="0"/>
                <a:ea typeface="Be Vietnam Pro" pitchFamily="34" charset="-122"/>
                <a:cs typeface="Be Vietnam Pro" pitchFamily="34" charset="-120"/>
              </a:rPr>
              <a:t>24</a:t>
            </a:r>
            <a:r>
              <a:rPr lang="en-US" sz="1950" dirty="0" spc="-11" kern="0">
                <a:solidFill>
                  <a:srgbClr val="9AA0B5"/>
                </a:solidFill>
                <a:latin typeface="Be Vietnam Pro" pitchFamily="34" charset="0"/>
                <a:ea typeface="Be Vietnam Pro" pitchFamily="34" charset="-122"/>
                <a:cs typeface="Be Vietnam Pro" pitchFamily="34" charset="-120"/>
              </a:rPr>
              <a:t> trang</a:t>
            </a:r>
            <a:r>
              <a:rPr lang="en-US" sz="1950" dirty="0" spc="-3" kern="0">
                <a:solidFill>
                  <a:srgbClr val="9AA0B5"/>
                </a:solidFill>
                <a:latin typeface="Be Vietnam Pro" pitchFamily="34" charset="0"/>
                <a:ea typeface="Be Vietnam Pro" pitchFamily="34" charset="-122"/>
                <a:cs typeface="Be Vietnam Pro" pitchFamily="34" charset="-120"/>
              </a:rPr>
              <a:t>  ·</a:t>
            </a:r>
            <a:r>
              <a:rPr lang="en-US" sz="1950" dirty="0" spc="1" kern="0">
                <a:solidFill>
                  <a:srgbClr val="9AA0B5"/>
                </a:solidFill>
                <a:latin typeface="Be Vietnam Pro" pitchFamily="34" charset="0"/>
                <a:ea typeface="Be Vietnam Pro" pitchFamily="34" charset="-122"/>
                <a:cs typeface="Be Vietnam Pro" pitchFamily="34" charset="-120"/>
              </a:rPr>
              <a:t>  Phân</a:t>
            </a:r>
            <a:r>
              <a:rPr lang="en-US" sz="1950" dirty="0" spc="-2" kern="0">
                <a:solidFill>
                  <a:srgbClr val="9AA0B5"/>
                </a:solidFill>
                <a:latin typeface="Be Vietnam Pro" pitchFamily="34" charset="0"/>
                <a:ea typeface="Be Vietnam Pro" pitchFamily="34" charset="-122"/>
                <a:cs typeface="Be Vietnam Pro" pitchFamily="34" charset="-120"/>
              </a:rPr>
              <a:t> tích</a:t>
            </a:r>
            <a:r>
              <a:rPr lang="en-US" sz="1950" dirty="0" spc="-3" kern="0">
                <a:solidFill>
                  <a:srgbClr val="9AA0B5"/>
                </a:solidFill>
                <a:latin typeface="Be Vietnam Pro" pitchFamily="34" charset="0"/>
                <a:ea typeface="Be Vietnam Pro" pitchFamily="34" charset="-122"/>
                <a:cs typeface="Be Vietnam Pro" pitchFamily="34" charset="-120"/>
              </a:rPr>
              <a:t> có</a:t>
            </a:r>
            <a:r>
              <a:rPr lang="en-US" sz="1950" dirty="0" spc="2" kern="0">
                <a:solidFill>
                  <a:srgbClr val="9AA0B5"/>
                </a:solidFill>
                <a:latin typeface="Be Vietnam Pro" pitchFamily="34" charset="0"/>
                <a:ea typeface="Be Vietnam Pro" pitchFamily="34" charset="-122"/>
                <a:cs typeface="Be Vietnam Pro" pitchFamily="34" charset="-120"/>
              </a:rPr>
              <a:t> nguồn</a:t>
            </a:r>
            <a:r>
              <a:rPr lang="en-US" sz="1950" dirty="0" spc="-2" kern="0">
                <a:solidFill>
                  <a:srgbClr val="9AA0B5"/>
                </a:solidFill>
                <a:latin typeface="Be Vietnam Pro" pitchFamily="34" charset="0"/>
                <a:ea typeface="Be Vietnam Pro" pitchFamily="34" charset="-122"/>
                <a:cs typeface="Be Vietnam Pro" pitchFamily="34" charset="-120"/>
              </a:rPr>
              <a:t>  ·</a:t>
            </a:r>
            <a:r>
              <a:rPr lang="en-US" sz="1950" dirty="0" spc="0" kern="0">
                <a:solidFill>
                  <a:srgbClr val="9AA0B5"/>
                </a:solidFill>
                <a:latin typeface="Be Vietnam Pro" pitchFamily="34" charset="0"/>
                <a:ea typeface="Be Vietnam Pro" pitchFamily="34" charset="-122"/>
                <a:cs typeface="Be Vietnam Pro" pitchFamily="34" charset="-120"/>
              </a:rPr>
              <a:t>  Ví</a:t>
            </a:r>
            <a:r>
              <a:rPr lang="en-US" sz="1950" dirty="0" spc="-1" kern="0">
                <a:solidFill>
                  <a:srgbClr val="9AA0B5"/>
                </a:solidFill>
                <a:latin typeface="Be Vietnam Pro" pitchFamily="34" charset="0"/>
                <a:ea typeface="Be Vietnam Pro" pitchFamily="34" charset="-122"/>
                <a:cs typeface="Be Vietnam Pro" pitchFamily="34" charset="-120"/>
              </a:rPr>
              <a:t> dụ</a:t>
            </a:r>
            <a:r>
              <a:rPr lang="en-US" sz="1950" dirty="0" spc="4" kern="0">
                <a:solidFill>
                  <a:srgbClr val="9AA0B5"/>
                </a:solidFill>
                <a:latin typeface="Be Vietnam Pro" pitchFamily="34" charset="0"/>
                <a:ea typeface="Be Vietnam Pro" pitchFamily="34" charset="-122"/>
                <a:cs typeface="Be Vietnam Pro" pitchFamily="34" charset="-120"/>
              </a:rPr>
              <a:t> thực</a:t>
            </a:r>
            <a:r>
              <a:rPr lang="en-US" sz="1950" dirty="0" spc="0" kern="0">
                <a:solidFill>
                  <a:srgbClr val="9AA0B5"/>
                </a:solidFill>
                <a:latin typeface="Be Vietnam Pro" pitchFamily="34" charset="0"/>
                <a:ea typeface="Be Vietnam Pro" pitchFamily="34" charset="-122"/>
                <a:cs typeface="Be Vietnam Pro" pitchFamily="34" charset="-120"/>
              </a:rPr>
              <a:t> hành</a:t>
            </a:r>
            <a:r>
              <a:rPr lang="en-US" sz="1950" dirty="0" spc="-1" kern="0">
                <a:solidFill>
                  <a:srgbClr val="9AA0B5"/>
                </a:solidFill>
                <a:latin typeface="Be Vietnam Pro" pitchFamily="34" charset="0"/>
                <a:ea typeface="Be Vietnam Pro" pitchFamily="34" charset="-122"/>
                <a:cs typeface="Be Vietnam Pro" pitchFamily="34" charset="-120"/>
              </a:rPr>
              <a:t>  ·</a:t>
            </a:r>
            <a:r>
              <a:rPr lang="en-US" sz="1950" dirty="0" spc="2" kern="0">
                <a:solidFill>
                  <a:srgbClr val="9AA0B5"/>
                </a:solidFill>
                <a:latin typeface="Be Vietnam Pro" pitchFamily="34" charset="0"/>
                <a:ea typeface="Be Vietnam Pro" pitchFamily="34" charset="-122"/>
                <a:cs typeface="Be Vietnam Pro" pitchFamily="34" charset="-120"/>
              </a:rPr>
              <a:t>  Phong</a:t>
            </a:r>
            <a:r>
              <a:rPr lang="en-US" sz="1950" dirty="0" spc="-3" kern="0">
                <a:solidFill>
                  <a:srgbClr val="9AA0B5"/>
                </a:solidFill>
                <a:latin typeface="Be Vietnam Pro" pitchFamily="34" charset="0"/>
                <a:ea typeface="Be Vietnam Pro" pitchFamily="34" charset="-122"/>
                <a:cs typeface="Be Vietnam Pro" pitchFamily="34" charset="-120"/>
              </a:rPr>
              <a:t> cách</a:t>
            </a:r>
            <a:r>
              <a:rPr lang="en-US" sz="1950" dirty="0" spc="-5" kern="0">
                <a:solidFill>
                  <a:srgbClr val="9AA0B5"/>
                </a:solidFill>
                <a:latin typeface="Be Vietnam Pro" pitchFamily="34" charset="0"/>
                <a:ea typeface="Be Vietnam Pro" pitchFamily="34" charset="-122"/>
                <a:cs typeface="Be Vietnam Pro" pitchFamily="34" charset="-120"/>
              </a:rPr>
              <a:t> Multiple-report</a:t>
            </a:r>
            <a:endParaRPr lang="en-US" sz="1950" dirty="0"/>
          </a:p>
        </p:txBody>
      </p:sp>
      <p:sp>
        <p:nvSpPr>
          <p:cNvPr id="16" name="Shape 14"/>
          <p:cNvSpPr/>
          <p:nvPr/>
        </p:nvSpPr>
        <p:spPr>
          <a:xfrm>
            <a:off x="15983712" y="9076331"/>
            <a:ext cx="1645920" cy="552301"/>
          </a:xfrm>
          <a:prstGeom prst="roundRect">
            <a:avLst>
              <a:gd name="adj" fmla="val 28000"/>
            </a:avLst>
          </a:prstGeom>
          <a:solidFill>
            <a:srgbClr val="FFFFFF">
              <a:alpha val="82000"/>
            </a:srgbClr>
          </a:solidFill>
          <a:ln/>
        </p:spPr>
      </p:sp>
      <p:pic>
        <p:nvPicPr>
          <p:cNvPr id="17" name="Moda image moda-export-watermark-9b43e8bc-8309-4e0a-958b-1cdcd961755e"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838200" y="438150"/>
            <a:ext cx="16192500" cy="381000"/>
          </a:xfrm>
          <a:prstGeom prst="rect">
            <a:avLst/>
          </a:prstGeom>
          <a:noFill/>
          <a:ln/>
        </p:spPr>
        <p:txBody>
          <a:bodyPr wrap="square" lIns="0" tIns="10104" rIns="0" bIns="-10104" rtlCol="0" anchor="t"/>
          <a:lstStyle/>
          <a:p>
            <a:pPr algn="l" indent="0" marL="0">
              <a:lnSpc>
                <a:spcPts val="2438"/>
              </a:lnSpc>
              <a:buNone/>
            </a:pPr>
            <a:r>
              <a:rPr lang="en-US" sz="1875" dirty="0" spc="-22" kern="0">
                <a:solidFill>
                  <a:srgbClr val="1F3FD1"/>
                </a:solidFill>
                <a:latin typeface="Be Vietnam Pro SemiBold" pitchFamily="34" charset="0"/>
                <a:ea typeface="Be Vietnam Pro SemiBold" pitchFamily="34" charset="-122"/>
                <a:cs typeface="Be Vietnam Pro SemiBold" pitchFamily="34" charset="-120"/>
              </a:rPr>
              <a:t>TỔNG</a:t>
            </a:r>
            <a:r>
              <a:rPr lang="en-US" sz="1875" dirty="0" spc="-10" kern="0">
                <a:solidFill>
                  <a:srgbClr val="1F3FD1"/>
                </a:solidFill>
                <a:latin typeface="Be Vietnam Pro SemiBold" pitchFamily="34" charset="0"/>
                <a:ea typeface="Be Vietnam Pro SemiBold" pitchFamily="34" charset="-122"/>
                <a:cs typeface="Be Vietnam Pro SemiBold" pitchFamily="34" charset="-120"/>
              </a:rPr>
              <a:t> QUAN</a:t>
            </a:r>
            <a:endParaRPr lang="en-US" sz="1875" dirty="0"/>
          </a:p>
        </p:txBody>
      </p:sp>
      <p:sp>
        <p:nvSpPr>
          <p:cNvPr id="3" name="Text 1"/>
          <p:cNvSpPr/>
          <p:nvPr/>
        </p:nvSpPr>
        <p:spPr>
          <a:xfrm>
            <a:off x="838200" y="1066800"/>
            <a:ext cx="16573500" cy="1476375"/>
          </a:xfrm>
          <a:prstGeom prst="rect">
            <a:avLst/>
          </a:prstGeom>
          <a:noFill/>
          <a:ln/>
        </p:spPr>
        <p:txBody>
          <a:bodyPr wrap="square" lIns="0" tIns="3048" rIns="0" bIns="-3048" rtlCol="0" anchor="t"/>
          <a:lstStyle/>
          <a:p>
            <a:pPr algn="l" indent="0" marL="0">
              <a:lnSpc>
                <a:spcPts val="6240"/>
              </a:lnSpc>
              <a:buNone/>
            </a:pPr>
            <a:r>
              <a:rPr lang="en-US" sz="4800" dirty="0" spc="0" kern="0">
                <a:solidFill>
                  <a:srgbClr val="14161C"/>
                </a:solidFill>
                <a:latin typeface="Bricolage Grotesque ExtraBold" pitchFamily="34" charset="0"/>
                <a:ea typeface="Bricolage Grotesque ExtraBold" pitchFamily="34" charset="-122"/>
                <a:cs typeface="Bricolage Grotesque ExtraBold" pitchFamily="34" charset="-120"/>
              </a:rPr>
              <a:t>Ba</a:t>
            </a:r>
            <a:r>
              <a:rPr lang="en-US" sz="4800" dirty="0" spc="-16" kern="0">
                <a:solidFill>
                  <a:srgbClr val="14161C"/>
                </a:solidFill>
                <a:latin typeface="Bricolage Grotesque ExtraBold" pitchFamily="34" charset="0"/>
                <a:ea typeface="Bricolage Grotesque ExtraBold" pitchFamily="34" charset="-122"/>
                <a:cs typeface="Bricolage Grotesque ExtraBold" pitchFamily="34" charset="-120"/>
              </a:rPr>
              <a:t> kho,</a:t>
            </a:r>
            <a:r>
              <a:rPr lang="en-US" sz="4800" dirty="0" spc="-5" kern="0">
                <a:solidFill>
                  <a:srgbClr val="14161C"/>
                </a:solidFill>
                <a:latin typeface="Bricolage Grotesque ExtraBold" pitchFamily="34" charset="0"/>
                <a:ea typeface="Bricolage Grotesque ExtraBold" pitchFamily="34" charset="-122"/>
                <a:cs typeface="Bricolage Grotesque ExtraBold" pitchFamily="34" charset="-120"/>
              </a:rPr>
              <a:t> ba</a:t>
            </a:r>
            <a:r>
              <a:rPr lang="en-US" sz="4800" dirty="0" spc="-2" kern="0">
                <a:solidFill>
                  <a:srgbClr val="14161C"/>
                </a:solidFill>
                <a:latin typeface="Bricolage Grotesque ExtraBold" pitchFamily="34" charset="0"/>
                <a:ea typeface="Bricolage Grotesque ExtraBold" pitchFamily="34" charset="-122"/>
                <a:cs typeface="Bricolage Grotesque ExtraBold" pitchFamily="34" charset="-120"/>
              </a:rPr>
              <a:t> nhu cầu</a:t>
            </a:r>
            <a:r>
              <a:rPr lang="en-US" sz="4800" dirty="0" spc="-1" kern="0">
                <a:solidFill>
                  <a:srgbClr val="14161C"/>
                </a:solidFill>
                <a:latin typeface="Bricolage Grotesque ExtraBold" pitchFamily="34" charset="0"/>
                <a:ea typeface="Bricolage Grotesque ExtraBold" pitchFamily="34" charset="-122"/>
                <a:cs typeface="Bricolage Grotesque ExtraBold" pitchFamily="34" charset="-120"/>
              </a:rPr>
              <a:t> khác</a:t>
            </a:r>
            <a:r>
              <a:rPr lang="en-US" sz="4800" dirty="0" spc="-2" kern="0">
                <a:solidFill>
                  <a:srgbClr val="14161C"/>
                </a:solidFill>
                <a:latin typeface="Bricolage Grotesque ExtraBold" pitchFamily="34" charset="0"/>
                <a:ea typeface="Bricolage Grotesque ExtraBold" pitchFamily="34" charset="-122"/>
                <a:cs typeface="Bricolage Grotesque ExtraBold" pitchFamily="34" charset="-120"/>
              </a:rPr>
              <a:t> nhau</a:t>
            </a:r>
            <a:endParaRPr lang="en-US" sz="4800" dirty="0"/>
          </a:p>
        </p:txBody>
      </p:sp>
      <p:sp>
        <p:nvSpPr>
          <p:cNvPr id="4" name="Connector line-1792794852230-941352380"/>
          <p:cNvSpPr/>
          <p:nvPr/>
        </p:nvSpPr>
        <p:spPr>
          <a:xfrm>
            <a:off x="838200" y="2647950"/>
            <a:ext cx="16611600" cy="0"/>
          </a:xfrm>
          <a:prstGeom prst="line">
            <a:avLst/>
          </a:prstGeom>
          <a:noFill/>
          <a:ln w="28575">
            <a:solidFill>
              <a:srgbClr val="DDD5C1"/>
            </a:solidFill>
            <a:prstDash val="solid"/>
            <a:headEnd type="none"/>
            <a:tailEnd type="none"/>
          </a:ln>
        </p:spPr>
      </p:sp>
      <p:sp>
        <p:nvSpPr>
          <p:cNvPr id="5" name="Shape 3"/>
          <p:cNvSpPr/>
          <p:nvPr/>
        </p:nvSpPr>
        <p:spPr>
          <a:xfrm>
            <a:off x="838200" y="3048000"/>
            <a:ext cx="5334000" cy="4572000"/>
          </a:xfrm>
          <a:prstGeom prst="roundRect">
            <a:avLst>
              <a:gd name="adj" fmla="val 3750"/>
            </a:avLst>
          </a:prstGeom>
          <a:solidFill>
            <a:srgbClr val="FBF8F2"/>
          </a:solidFill>
          <a:ln w="9525">
            <a:solidFill>
              <a:srgbClr val="DDD5C1"/>
            </a:solidFill>
            <a:prstDash val="solid"/>
          </a:ln>
        </p:spPr>
      </p:sp>
      <p:sp>
        <p:nvSpPr>
          <p:cNvPr id="6" name="Text 4"/>
          <p:cNvSpPr/>
          <p:nvPr/>
        </p:nvSpPr>
        <p:spPr>
          <a:xfrm>
            <a:off x="1104900" y="3314700"/>
            <a:ext cx="4762500" cy="619125"/>
          </a:xfrm>
          <a:prstGeom prst="rect">
            <a:avLst/>
          </a:prstGeom>
          <a:noFill/>
          <a:ln/>
        </p:spPr>
        <p:txBody>
          <a:bodyPr wrap="square" lIns="0" tIns="10525" rIns="0" bIns="-10525" rtlCol="0" anchor="t"/>
          <a:lstStyle/>
          <a:p>
            <a:pPr algn="l" indent="0" marL="0">
              <a:lnSpc>
                <a:spcPts val="2535"/>
              </a:lnSpc>
              <a:buNone/>
            </a:pPr>
            <a:r>
              <a:rPr lang="en-US" sz="1950" b="1" dirty="0" spc="3" kern="0">
                <a:solidFill>
                  <a:srgbClr val="1F3FD1"/>
                </a:solidFill>
                <a:latin typeface="Be Vietnam Pro" pitchFamily="34" charset="0"/>
                <a:ea typeface="Be Vietnam Pro" pitchFamily="34" charset="-122"/>
                <a:cs typeface="Be Vietnam Pro" pitchFamily="34" charset="-120"/>
              </a:rPr>
              <a:t>01</a:t>
            </a:r>
            <a:r>
              <a:rPr lang="en-US" sz="1950" b="1" dirty="0" spc="1" kern="0">
                <a:solidFill>
                  <a:srgbClr val="1F3FD1"/>
                </a:solidFill>
                <a:latin typeface="Be Vietnam Pro" pitchFamily="34" charset="0"/>
                <a:ea typeface="Be Vietnam Pro" pitchFamily="34" charset="-122"/>
                <a:cs typeface="Be Vietnam Pro" pitchFamily="34" charset="-120"/>
              </a:rPr>
              <a:t> /</a:t>
            </a:r>
            <a:r>
              <a:rPr lang="en-US" sz="1950" b="1" dirty="0" spc="-5" kern="0">
                <a:solidFill>
                  <a:srgbClr val="1F3FD1"/>
                </a:solidFill>
                <a:latin typeface="Be Vietnam Pro" pitchFamily="34" charset="0"/>
                <a:ea typeface="Be Vietnam Pro" pitchFamily="34" charset="-122"/>
                <a:cs typeface="Be Vietnam Pro" pitchFamily="34" charset="-120"/>
              </a:rPr>
              <a:t> BUILD-YOUR-OWN-X</a:t>
            </a:r>
            <a:endParaRPr lang="en-US" sz="1950" dirty="0"/>
          </a:p>
        </p:txBody>
      </p:sp>
      <p:sp>
        <p:nvSpPr>
          <p:cNvPr id="7" name="Text 5"/>
          <p:cNvSpPr/>
          <p:nvPr/>
        </p:nvSpPr>
        <p:spPr>
          <a:xfrm>
            <a:off x="1104900" y="4238625"/>
            <a:ext cx="4762500" cy="1047750"/>
          </a:xfrm>
          <a:prstGeom prst="rect">
            <a:avLst/>
          </a:prstGeom>
          <a:noFill/>
          <a:ln/>
        </p:spPr>
        <p:txBody>
          <a:bodyPr wrap="square" lIns="0" tIns="3905" rIns="0" bIns="-3905" rtlCol="0" anchor="t"/>
          <a:lstStyle/>
          <a:p>
            <a:pPr algn="l" indent="0" marL="0">
              <a:lnSpc>
                <a:spcPts val="7995"/>
              </a:lnSpc>
              <a:buNone/>
            </a:pPr>
            <a:r>
              <a:rPr lang="en-US" sz="6150" dirty="0" spc="-30" kern="0">
                <a:solidFill>
                  <a:srgbClr val="1F3FD1"/>
                </a:solidFill>
                <a:latin typeface="Bricolage Grotesque ExtraBold" pitchFamily="34" charset="0"/>
                <a:ea typeface="Bricolage Grotesque ExtraBold" pitchFamily="34" charset="-122"/>
                <a:cs typeface="Bricolage Grotesque ExtraBold" pitchFamily="34" charset="-120"/>
              </a:rPr>
              <a:t>555.699</a:t>
            </a:r>
            <a:endParaRPr lang="en-US" sz="6150" dirty="0"/>
          </a:p>
        </p:txBody>
      </p:sp>
      <p:sp>
        <p:nvSpPr>
          <p:cNvPr id="8" name="Text 6"/>
          <p:cNvSpPr/>
          <p:nvPr/>
        </p:nvSpPr>
        <p:spPr>
          <a:xfrm>
            <a:off x="1104900" y="5591175"/>
            <a:ext cx="4762500" cy="1714500"/>
          </a:xfrm>
          <a:prstGeom prst="rect">
            <a:avLst/>
          </a:prstGeom>
          <a:noFill/>
          <a:ln/>
        </p:spPr>
        <p:txBody>
          <a:bodyPr wrap="square" lIns="0" tIns="13343" rIns="0" bIns="-13343" rtlCol="0" anchor="t"/>
          <a:lstStyle/>
          <a:p>
            <a:pPr algn="l" indent="0" marL="0">
              <a:lnSpc>
                <a:spcPts val="3218"/>
              </a:lnSpc>
              <a:buNone/>
            </a:pPr>
            <a:r>
              <a:rPr lang="en-US" sz="2475" dirty="0" spc="-9" kern="0">
                <a:solidFill>
                  <a:srgbClr val="14161C"/>
                </a:solidFill>
                <a:latin typeface="Be Vietnam Pro" pitchFamily="34" charset="0"/>
                <a:ea typeface="Be Vietnam Pro" pitchFamily="34" charset="-122"/>
                <a:cs typeface="Be Vietnam Pro" pitchFamily="34" charset="-120"/>
              </a:rPr>
              <a:t>sao</a:t>
            </a:r>
            <a:r>
              <a:rPr lang="en-US" sz="2475" dirty="0" spc="0" kern="0">
                <a:solidFill>
                  <a:srgbClr val="14161C"/>
                </a:solidFill>
                <a:latin typeface="Be Vietnam Pro" pitchFamily="34" charset="0"/>
                <a:ea typeface="Be Vietnam Pro" pitchFamily="34" charset="-122"/>
                <a:cs typeface="Be Vietnam Pro" pitchFamily="34" charset="-120"/>
              </a:rPr>
              <a:t> ·</a:t>
            </a:r>
            <a:r>
              <a:rPr lang="en-US" sz="2475" dirty="0" spc="-85" kern="0">
                <a:solidFill>
                  <a:srgbClr val="14161C"/>
                </a:solidFill>
                <a:latin typeface="Be Vietnam Pro" pitchFamily="34" charset="0"/>
                <a:ea typeface="Be Vietnam Pro" pitchFamily="34" charset="-122"/>
                <a:cs typeface="Be Vietnam Pro" pitchFamily="34" charset="-120"/>
              </a:rPr>
              <a:t> Tự</a:t>
            </a:r>
            <a:r>
              <a:rPr lang="en-US" sz="2475" dirty="0" spc="-28" kern="0">
                <a:solidFill>
                  <a:srgbClr val="14161C"/>
                </a:solidFill>
                <a:latin typeface="Be Vietnam Pro" pitchFamily="34" charset="0"/>
                <a:ea typeface="Be Vietnam Pro" pitchFamily="34" charset="-122"/>
                <a:cs typeface="Be Vietnam Pro" pitchFamily="34" charset="-120"/>
              </a:rPr>
              <a:t> xây</a:t>
            </a:r>
            <a:r>
              <a:rPr lang="en-US" sz="2475" dirty="0" spc="2" kern="0">
                <a:solidFill>
                  <a:srgbClr val="14161C"/>
                </a:solidFill>
                <a:latin typeface="Be Vietnam Pro" pitchFamily="34" charset="0"/>
                <a:ea typeface="Be Vietnam Pro" pitchFamily="34" charset="-122"/>
                <a:cs typeface="Be Vietnam Pro" pitchFamily="34" charset="-120"/>
              </a:rPr>
              <a:t> lại công</a:t>
            </a:r>
            <a:r>
              <a:rPr lang="en-US" sz="2475" dirty="0" spc="0" kern="0">
                <a:solidFill>
                  <a:srgbClr val="14161C"/>
                </a:solidFill>
                <a:latin typeface="Be Vietnam Pro" pitchFamily="34" charset="0"/>
                <a:ea typeface="Be Vietnam Pro" pitchFamily="34" charset="-122"/>
                <a:cs typeface="Be Vietnam Pro" pitchFamily="34" charset="-120"/>
              </a:rPr>
              <a:t> nghệ</a:t>
            </a:r>
            <a:endParaRPr lang="en-US" sz="2475" dirty="0"/>
          </a:p>
          <a:p>
            <a:pPr algn="l" indent="0" marL="0">
              <a:lnSpc>
                <a:spcPts val="3218"/>
              </a:lnSpc>
              <a:buNone/>
            </a:pPr>
            <a:r>
              <a:rPr lang="en-US" sz="2475" dirty="0" spc="3" kern="0">
                <a:solidFill>
                  <a:srgbClr val="14161C"/>
                </a:solidFill>
                <a:latin typeface="Be Vietnam Pro" pitchFamily="34" charset="0"/>
                <a:ea typeface="Be Vietnam Pro" pitchFamily="34" charset="-122"/>
                <a:cs typeface="Be Vietnam Pro" pitchFamily="34" charset="-120"/>
              </a:rPr>
              <a:t>Câu</a:t>
            </a:r>
            <a:r>
              <a:rPr lang="en-US" sz="2475" dirty="0" spc="0" kern="0">
                <a:solidFill>
                  <a:srgbClr val="14161C"/>
                </a:solidFill>
                <a:latin typeface="Be Vietnam Pro" pitchFamily="34" charset="0"/>
                <a:ea typeface="Be Vietnam Pro" pitchFamily="34" charset="-122"/>
                <a:cs typeface="Be Vietnam Pro" pitchFamily="34" charset="-120"/>
              </a:rPr>
              <a:t> hỏi:</a:t>
            </a:r>
            <a:r>
              <a:rPr lang="en-US" sz="2475" dirty="0" spc="1" kern="0">
                <a:solidFill>
                  <a:srgbClr val="14161C"/>
                </a:solidFill>
                <a:latin typeface="Be Vietnam Pro" pitchFamily="34" charset="0"/>
                <a:ea typeface="Be Vietnam Pro" pitchFamily="34" charset="-122"/>
                <a:cs typeface="Be Vietnam Pro" pitchFamily="34" charset="-120"/>
              </a:rPr>
              <a:t> “Bên</a:t>
            </a:r>
            <a:r>
              <a:rPr lang="en-US" sz="2475" dirty="0" spc="-17" kern="0">
                <a:solidFill>
                  <a:srgbClr val="14161C"/>
                </a:solidFill>
                <a:latin typeface="Be Vietnam Pro" pitchFamily="34" charset="0"/>
                <a:ea typeface="Be Vietnam Pro" pitchFamily="34" charset="-122"/>
                <a:cs typeface="Be Vietnam Pro" pitchFamily="34" charset="-120"/>
              </a:rPr>
              <a:t> trong</a:t>
            </a:r>
            <a:r>
              <a:rPr lang="en-US" sz="2475" dirty="0" spc="-12" kern="0">
                <a:solidFill>
                  <a:srgbClr val="14161C"/>
                </a:solidFill>
                <a:latin typeface="Be Vietnam Pro" pitchFamily="34" charset="0"/>
                <a:ea typeface="Be Vietnam Pro" pitchFamily="34" charset="-122"/>
                <a:cs typeface="Be Vietnam Pro" pitchFamily="34" charset="-120"/>
              </a:rPr>
              <a:t> hoạt</a:t>
            </a:r>
            <a:r>
              <a:rPr lang="en-US" sz="2475" dirty="0" spc="11" kern="0">
                <a:solidFill>
                  <a:srgbClr val="14161C"/>
                </a:solidFill>
                <a:latin typeface="Be Vietnam Pro" pitchFamily="34" charset="0"/>
                <a:ea typeface="Be Vietnam Pro" pitchFamily="34" charset="-122"/>
                <a:cs typeface="Be Vietnam Pro" pitchFamily="34" charset="-120"/>
              </a:rPr>
              <a:t> động</a:t>
            </a:r>
            <a:r>
              <a:rPr lang="en-US" sz="2475" dirty="0" spc="-2" kern="0">
                <a:solidFill>
                  <a:srgbClr val="14161C"/>
                </a:solidFill>
                <a:latin typeface="Be Vietnam Pro" pitchFamily="34" charset="0"/>
                <a:ea typeface="Be Vietnam Pro" pitchFamily="34" charset="-122"/>
                <a:cs typeface="Be Vietnam Pro" pitchFamily="34" charset="-120"/>
              </a:rPr>
              <a:t> thế</a:t>
            </a:r>
            <a:r>
              <a:rPr lang="en-US" sz="2475" dirty="0" spc="1" kern="0">
                <a:solidFill>
                  <a:srgbClr val="14161C"/>
                </a:solidFill>
                <a:latin typeface="Be Vietnam Pro" pitchFamily="34" charset="0"/>
                <a:ea typeface="Be Vietnam Pro" pitchFamily="34" charset="-122"/>
                <a:cs typeface="Be Vietnam Pro" pitchFamily="34" charset="-120"/>
              </a:rPr>
              <a:t> nào?”</a:t>
            </a:r>
            <a:endParaRPr lang="en-US" sz="2475" dirty="0"/>
          </a:p>
        </p:txBody>
      </p:sp>
      <p:sp>
        <p:nvSpPr>
          <p:cNvPr id="9" name="Shape 7"/>
          <p:cNvSpPr/>
          <p:nvPr/>
        </p:nvSpPr>
        <p:spPr>
          <a:xfrm>
            <a:off x="6438900" y="3048000"/>
            <a:ext cx="5334000" cy="4572000"/>
          </a:xfrm>
          <a:prstGeom prst="roundRect">
            <a:avLst>
              <a:gd name="adj" fmla="val 3750"/>
            </a:avLst>
          </a:prstGeom>
          <a:solidFill>
            <a:srgbClr val="FBF8F2"/>
          </a:solidFill>
          <a:ln w="9525">
            <a:solidFill>
              <a:srgbClr val="DDD5C1"/>
            </a:solidFill>
            <a:prstDash val="solid"/>
          </a:ln>
        </p:spPr>
      </p:sp>
      <p:sp>
        <p:nvSpPr>
          <p:cNvPr id="10" name="Text 8"/>
          <p:cNvSpPr/>
          <p:nvPr/>
        </p:nvSpPr>
        <p:spPr>
          <a:xfrm>
            <a:off x="6705600" y="3314700"/>
            <a:ext cx="4762500" cy="619125"/>
          </a:xfrm>
          <a:prstGeom prst="rect">
            <a:avLst/>
          </a:prstGeom>
          <a:noFill/>
          <a:ln/>
        </p:spPr>
        <p:txBody>
          <a:bodyPr wrap="square" lIns="0" tIns="10525" rIns="0" bIns="-10525" rtlCol="0" anchor="t"/>
          <a:lstStyle/>
          <a:p>
            <a:pPr algn="l" indent="0" marL="0">
              <a:lnSpc>
                <a:spcPts val="2535"/>
              </a:lnSpc>
              <a:buNone/>
            </a:pPr>
            <a:r>
              <a:rPr lang="en-US" sz="1950" b="1" dirty="0" spc="-1" kern="0">
                <a:solidFill>
                  <a:srgbClr val="B45309"/>
                </a:solidFill>
                <a:latin typeface="Be Vietnam Pro" pitchFamily="34" charset="0"/>
                <a:ea typeface="Be Vietnam Pro" pitchFamily="34" charset="-122"/>
                <a:cs typeface="Be Vietnam Pro" pitchFamily="34" charset="-120"/>
              </a:rPr>
              <a:t>02</a:t>
            </a:r>
            <a:r>
              <a:rPr lang="en-US" sz="1950" b="1" dirty="0" spc="1" kern="0">
                <a:solidFill>
                  <a:srgbClr val="B45309"/>
                </a:solidFill>
                <a:latin typeface="Be Vietnam Pro" pitchFamily="34" charset="0"/>
                <a:ea typeface="Be Vietnam Pro" pitchFamily="34" charset="-122"/>
                <a:cs typeface="Be Vietnam Pro" pitchFamily="34" charset="-120"/>
              </a:rPr>
              <a:t> /</a:t>
            </a:r>
            <a:r>
              <a:rPr lang="en-US" sz="1950" b="1" dirty="0" spc="-19" kern="0">
                <a:solidFill>
                  <a:srgbClr val="B45309"/>
                </a:solidFill>
                <a:latin typeface="Be Vietnam Pro" pitchFamily="34" charset="0"/>
                <a:ea typeface="Be Vietnam Pro" pitchFamily="34" charset="-122"/>
                <a:cs typeface="Be Vietnam Pro" pitchFamily="34" charset="-120"/>
              </a:rPr>
              <a:t> AWESOME</a:t>
            </a:r>
            <a:endParaRPr lang="en-US" sz="1950" dirty="0"/>
          </a:p>
        </p:txBody>
      </p:sp>
      <p:sp>
        <p:nvSpPr>
          <p:cNvPr id="11" name="Text 9"/>
          <p:cNvSpPr/>
          <p:nvPr/>
        </p:nvSpPr>
        <p:spPr>
          <a:xfrm>
            <a:off x="6705600" y="4238625"/>
            <a:ext cx="4762500" cy="1047750"/>
          </a:xfrm>
          <a:prstGeom prst="rect">
            <a:avLst/>
          </a:prstGeom>
          <a:noFill/>
          <a:ln/>
        </p:spPr>
        <p:txBody>
          <a:bodyPr wrap="square" lIns="0" tIns="3905" rIns="0" bIns="-3905" rtlCol="0" anchor="t"/>
          <a:lstStyle/>
          <a:p>
            <a:pPr algn="l" indent="0" marL="0">
              <a:lnSpc>
                <a:spcPts val="7995"/>
              </a:lnSpc>
              <a:buNone/>
            </a:pPr>
            <a:r>
              <a:rPr lang="en-US" sz="6150" dirty="0" spc="-10" kern="0">
                <a:solidFill>
                  <a:srgbClr val="B45309"/>
                </a:solidFill>
                <a:latin typeface="Bricolage Grotesque ExtraBold" pitchFamily="34" charset="0"/>
                <a:ea typeface="Bricolage Grotesque ExtraBold" pitchFamily="34" charset="-122"/>
                <a:cs typeface="Bricolage Grotesque ExtraBold" pitchFamily="34" charset="-120"/>
              </a:rPr>
              <a:t>523.630</a:t>
            </a:r>
            <a:endParaRPr lang="en-US" sz="6150" dirty="0"/>
          </a:p>
        </p:txBody>
      </p:sp>
      <p:sp>
        <p:nvSpPr>
          <p:cNvPr id="12" name="Text 10"/>
          <p:cNvSpPr/>
          <p:nvPr/>
        </p:nvSpPr>
        <p:spPr>
          <a:xfrm>
            <a:off x="6705600" y="5591175"/>
            <a:ext cx="4762500" cy="1714500"/>
          </a:xfrm>
          <a:prstGeom prst="rect">
            <a:avLst/>
          </a:prstGeom>
          <a:noFill/>
          <a:ln/>
        </p:spPr>
        <p:txBody>
          <a:bodyPr wrap="square" lIns="0" tIns="13343" rIns="0" bIns="-13343" rtlCol="0" anchor="t"/>
          <a:lstStyle/>
          <a:p>
            <a:pPr algn="l" indent="0" marL="0">
              <a:lnSpc>
                <a:spcPts val="3218"/>
              </a:lnSpc>
              <a:buNone/>
            </a:pPr>
            <a:r>
              <a:rPr lang="en-US" sz="2475" dirty="0" spc="-9" kern="0">
                <a:solidFill>
                  <a:srgbClr val="14161C"/>
                </a:solidFill>
                <a:latin typeface="Be Vietnam Pro" pitchFamily="34" charset="0"/>
                <a:ea typeface="Be Vietnam Pro" pitchFamily="34" charset="-122"/>
                <a:cs typeface="Be Vietnam Pro" pitchFamily="34" charset="-120"/>
              </a:rPr>
              <a:t>sao</a:t>
            </a:r>
            <a:r>
              <a:rPr lang="en-US" sz="2475" dirty="0" spc="0" kern="0">
                <a:solidFill>
                  <a:srgbClr val="14161C"/>
                </a:solidFill>
                <a:latin typeface="Be Vietnam Pro" pitchFamily="34" charset="0"/>
                <a:ea typeface="Be Vietnam Pro" pitchFamily="34" charset="-122"/>
                <a:cs typeface="Be Vietnam Pro" pitchFamily="34" charset="-120"/>
              </a:rPr>
              <a:t> ·</a:t>
            </a:r>
            <a:r>
              <a:rPr lang="en-US" sz="2475" dirty="0" spc="-4" kern="0">
                <a:solidFill>
                  <a:srgbClr val="14161C"/>
                </a:solidFill>
                <a:latin typeface="Be Vietnam Pro" pitchFamily="34" charset="0"/>
                <a:ea typeface="Be Vietnam Pro" pitchFamily="34" charset="-122"/>
                <a:cs typeface="Be Vietnam Pro" pitchFamily="34" charset="-120"/>
              </a:rPr>
              <a:t> Tìm</a:t>
            </a:r>
            <a:r>
              <a:rPr lang="en-US" sz="2475" dirty="0" spc="-5" kern="0">
                <a:solidFill>
                  <a:srgbClr val="14161C"/>
                </a:solidFill>
                <a:latin typeface="Be Vietnam Pro" pitchFamily="34" charset="0"/>
                <a:ea typeface="Be Vietnam Pro" pitchFamily="34" charset="-122"/>
                <a:cs typeface="Be Vietnam Pro" pitchFamily="34" charset="-120"/>
              </a:rPr>
              <a:t> bộ</a:t>
            </a:r>
            <a:r>
              <a:rPr lang="en-US" sz="2475" dirty="0" spc="-13" kern="0">
                <a:solidFill>
                  <a:srgbClr val="14161C"/>
                </a:solidFill>
                <a:latin typeface="Be Vietnam Pro" pitchFamily="34" charset="0"/>
                <a:ea typeface="Be Vietnam Pro" pitchFamily="34" charset="-122"/>
                <a:cs typeface="Be Vietnam Pro" pitchFamily="34" charset="-120"/>
              </a:rPr>
              <a:t> tài</a:t>
            </a:r>
            <a:r>
              <a:rPr lang="en-US" sz="2475" dirty="0" spc="-11" kern="0">
                <a:solidFill>
                  <a:srgbClr val="14161C"/>
                </a:solidFill>
                <a:latin typeface="Be Vietnam Pro" pitchFamily="34" charset="0"/>
                <a:ea typeface="Be Vietnam Pro" pitchFamily="34" charset="-122"/>
                <a:cs typeface="Be Vietnam Pro" pitchFamily="34" charset="-120"/>
              </a:rPr>
              <a:t> nguyên</a:t>
            </a:r>
            <a:r>
              <a:rPr lang="en-US" sz="2475" dirty="0" spc="-4" kern="0">
                <a:solidFill>
                  <a:srgbClr val="14161C"/>
                </a:solidFill>
                <a:latin typeface="Be Vietnam Pro" pitchFamily="34" charset="0"/>
                <a:ea typeface="Be Vietnam Pro" pitchFamily="34" charset="-122"/>
                <a:cs typeface="Be Vietnam Pro" pitchFamily="34" charset="-120"/>
              </a:rPr>
              <a:t> theo</a:t>
            </a:r>
            <a:r>
              <a:rPr lang="en-US" sz="2475" dirty="0" spc="2" kern="0">
                <a:solidFill>
                  <a:srgbClr val="14161C"/>
                </a:solidFill>
                <a:latin typeface="Be Vietnam Pro" pitchFamily="34" charset="0"/>
                <a:ea typeface="Be Vietnam Pro" pitchFamily="34" charset="-122"/>
                <a:cs typeface="Be Vietnam Pro" pitchFamily="34" charset="-120"/>
              </a:rPr>
              <a:t> chủ</a:t>
            </a:r>
            <a:r>
              <a:rPr lang="en-US" sz="2475" dirty="0" spc="13" kern="0">
                <a:solidFill>
                  <a:srgbClr val="14161C"/>
                </a:solidFill>
                <a:latin typeface="Be Vietnam Pro" pitchFamily="34" charset="0"/>
                <a:ea typeface="Be Vietnam Pro" pitchFamily="34" charset="-122"/>
                <a:cs typeface="Be Vietnam Pro" pitchFamily="34" charset="-120"/>
              </a:rPr>
              <a:t> đề</a:t>
            </a:r>
            <a:endParaRPr lang="en-US" sz="2475" dirty="0"/>
          </a:p>
          <a:p>
            <a:pPr algn="l" indent="0" marL="0">
              <a:lnSpc>
                <a:spcPts val="3218"/>
              </a:lnSpc>
              <a:buNone/>
            </a:pPr>
            <a:r>
              <a:rPr lang="en-US" sz="2475" dirty="0" spc="3" kern="0">
                <a:solidFill>
                  <a:srgbClr val="14161C"/>
                </a:solidFill>
                <a:latin typeface="Be Vietnam Pro" pitchFamily="34" charset="0"/>
                <a:ea typeface="Be Vietnam Pro" pitchFamily="34" charset="-122"/>
                <a:cs typeface="Be Vietnam Pro" pitchFamily="34" charset="-120"/>
              </a:rPr>
              <a:t>Câu</a:t>
            </a:r>
            <a:r>
              <a:rPr lang="en-US" sz="2475" dirty="0" spc="0" kern="0">
                <a:solidFill>
                  <a:srgbClr val="14161C"/>
                </a:solidFill>
                <a:latin typeface="Be Vietnam Pro" pitchFamily="34" charset="0"/>
                <a:ea typeface="Be Vietnam Pro" pitchFamily="34" charset="-122"/>
                <a:cs typeface="Be Vietnam Pro" pitchFamily="34" charset="-120"/>
              </a:rPr>
              <a:t> hỏi: “Nên</a:t>
            </a:r>
            <a:r>
              <a:rPr lang="en-US" sz="2475" dirty="0" spc="-4" kern="0">
                <a:solidFill>
                  <a:srgbClr val="14161C"/>
                </a:solidFill>
                <a:latin typeface="Be Vietnam Pro" pitchFamily="34" charset="0"/>
                <a:ea typeface="Be Vietnam Pro" pitchFamily="34" charset="-122"/>
                <a:cs typeface="Be Vietnam Pro" pitchFamily="34" charset="-120"/>
              </a:rPr>
              <a:t> tìm</a:t>
            </a:r>
            <a:r>
              <a:rPr lang="en-US" sz="2475" dirty="0" spc="2" kern="0">
                <a:solidFill>
                  <a:srgbClr val="14161C"/>
                </a:solidFill>
                <a:latin typeface="Be Vietnam Pro" pitchFamily="34" charset="0"/>
                <a:ea typeface="Be Vietnam Pro" pitchFamily="34" charset="-122"/>
                <a:cs typeface="Be Vietnam Pro" pitchFamily="34" charset="-120"/>
              </a:rPr>
              <a:t> công</a:t>
            </a:r>
            <a:r>
              <a:rPr lang="en-US" sz="2475" dirty="0" spc="-1" kern="0">
                <a:solidFill>
                  <a:srgbClr val="14161C"/>
                </a:solidFill>
                <a:latin typeface="Be Vietnam Pro" pitchFamily="34" charset="0"/>
                <a:ea typeface="Be Vietnam Pro" pitchFamily="34" charset="-122"/>
                <a:cs typeface="Be Vietnam Pro" pitchFamily="34" charset="-120"/>
              </a:rPr>
              <a:t> cụ</a:t>
            </a:r>
            <a:r>
              <a:rPr lang="en-US" sz="2475" dirty="0" spc="-2" kern="0">
                <a:solidFill>
                  <a:srgbClr val="14161C"/>
                </a:solidFill>
                <a:latin typeface="Be Vietnam Pro" pitchFamily="34" charset="0"/>
                <a:ea typeface="Be Vietnam Pro" pitchFamily="34" charset="-122"/>
                <a:cs typeface="Be Vietnam Pro" pitchFamily="34" charset="-120"/>
              </a:rPr>
              <a:t> ở</a:t>
            </a:r>
            <a:r>
              <a:rPr lang="en-US" sz="2475" dirty="0" spc="8" kern="0">
                <a:solidFill>
                  <a:srgbClr val="14161C"/>
                </a:solidFill>
                <a:latin typeface="Be Vietnam Pro" pitchFamily="34" charset="0"/>
                <a:ea typeface="Be Vietnam Pro" pitchFamily="34" charset="-122"/>
                <a:cs typeface="Be Vietnam Pro" pitchFamily="34" charset="-120"/>
              </a:rPr>
              <a:t> đâu?”</a:t>
            </a:r>
            <a:endParaRPr lang="en-US" sz="2475" dirty="0"/>
          </a:p>
        </p:txBody>
      </p:sp>
      <p:sp>
        <p:nvSpPr>
          <p:cNvPr id="13" name="Shape 11"/>
          <p:cNvSpPr/>
          <p:nvPr/>
        </p:nvSpPr>
        <p:spPr>
          <a:xfrm>
            <a:off x="12039600" y="3048000"/>
            <a:ext cx="5334000" cy="4572000"/>
          </a:xfrm>
          <a:prstGeom prst="roundRect">
            <a:avLst>
              <a:gd name="adj" fmla="val 3750"/>
            </a:avLst>
          </a:prstGeom>
          <a:solidFill>
            <a:srgbClr val="FBF8F2"/>
          </a:solidFill>
          <a:ln w="9525">
            <a:solidFill>
              <a:srgbClr val="DDD5C1"/>
            </a:solidFill>
            <a:prstDash val="solid"/>
          </a:ln>
        </p:spPr>
      </p:sp>
      <p:sp>
        <p:nvSpPr>
          <p:cNvPr id="14" name="Text 12"/>
          <p:cNvSpPr/>
          <p:nvPr/>
        </p:nvSpPr>
        <p:spPr>
          <a:xfrm>
            <a:off x="12306300" y="3314700"/>
            <a:ext cx="4762500" cy="619125"/>
          </a:xfrm>
          <a:prstGeom prst="rect">
            <a:avLst/>
          </a:prstGeom>
          <a:noFill/>
          <a:ln/>
        </p:spPr>
        <p:txBody>
          <a:bodyPr wrap="square" lIns="0" tIns="10525" rIns="0" bIns="-10525" rtlCol="0" anchor="t"/>
          <a:lstStyle/>
          <a:p>
            <a:pPr algn="l" indent="0" marL="0">
              <a:lnSpc>
                <a:spcPts val="2535"/>
              </a:lnSpc>
              <a:buNone/>
            </a:pPr>
            <a:r>
              <a:rPr lang="en-US" sz="1950" b="1" dirty="0" spc="2" kern="0">
                <a:solidFill>
                  <a:srgbClr val="0F766E"/>
                </a:solidFill>
                <a:latin typeface="Be Vietnam Pro" pitchFamily="34" charset="0"/>
                <a:ea typeface="Be Vietnam Pro" pitchFamily="34" charset="-122"/>
                <a:cs typeface="Be Vietnam Pro" pitchFamily="34" charset="-120"/>
              </a:rPr>
              <a:t>03</a:t>
            </a:r>
            <a:r>
              <a:rPr lang="en-US" sz="1950" b="1" dirty="0" spc="1" kern="0">
                <a:solidFill>
                  <a:srgbClr val="0F766E"/>
                </a:solidFill>
                <a:latin typeface="Be Vietnam Pro" pitchFamily="34" charset="0"/>
                <a:ea typeface="Be Vietnam Pro" pitchFamily="34" charset="-122"/>
                <a:cs typeface="Be Vietnam Pro" pitchFamily="34" charset="-120"/>
              </a:rPr>
              <a:t> /</a:t>
            </a:r>
            <a:r>
              <a:rPr lang="en-US" sz="1950" b="1" dirty="0" spc="0" kern="0">
                <a:solidFill>
                  <a:srgbClr val="0F766E"/>
                </a:solidFill>
                <a:latin typeface="Be Vietnam Pro" pitchFamily="34" charset="0"/>
                <a:ea typeface="Be Vietnam Pro" pitchFamily="34" charset="-122"/>
                <a:cs typeface="Be Vietnam Pro" pitchFamily="34" charset="-120"/>
              </a:rPr>
              <a:t> PUBLIC-APIS</a:t>
            </a:r>
            <a:endParaRPr lang="en-US" sz="1950" dirty="0"/>
          </a:p>
        </p:txBody>
      </p:sp>
      <p:sp>
        <p:nvSpPr>
          <p:cNvPr id="15" name="Text 13"/>
          <p:cNvSpPr/>
          <p:nvPr/>
        </p:nvSpPr>
        <p:spPr>
          <a:xfrm>
            <a:off x="12306300" y="4238625"/>
            <a:ext cx="4762500" cy="1047750"/>
          </a:xfrm>
          <a:prstGeom prst="rect">
            <a:avLst/>
          </a:prstGeom>
          <a:noFill/>
          <a:ln/>
        </p:spPr>
        <p:txBody>
          <a:bodyPr wrap="square" lIns="0" tIns="3905" rIns="0" bIns="-3905" rtlCol="0" anchor="t"/>
          <a:lstStyle/>
          <a:p>
            <a:pPr algn="l" indent="0" marL="0">
              <a:lnSpc>
                <a:spcPts val="7995"/>
              </a:lnSpc>
              <a:buNone/>
            </a:pPr>
            <a:r>
              <a:rPr lang="en-US" sz="6150" dirty="0" spc="-37" kern="0">
                <a:solidFill>
                  <a:srgbClr val="0F766E"/>
                </a:solidFill>
                <a:latin typeface="Bricolage Grotesque ExtraBold" pitchFamily="34" charset="0"/>
                <a:ea typeface="Bricolage Grotesque ExtraBold" pitchFamily="34" charset="-122"/>
                <a:cs typeface="Bricolage Grotesque ExtraBold" pitchFamily="34" charset="-120"/>
              </a:rPr>
              <a:t>491.660</a:t>
            </a:r>
            <a:endParaRPr lang="en-US" sz="6150" dirty="0"/>
          </a:p>
        </p:txBody>
      </p:sp>
      <p:sp>
        <p:nvSpPr>
          <p:cNvPr id="16" name="Text 14"/>
          <p:cNvSpPr/>
          <p:nvPr/>
        </p:nvSpPr>
        <p:spPr>
          <a:xfrm>
            <a:off x="12306300" y="5591175"/>
            <a:ext cx="4762500" cy="1714500"/>
          </a:xfrm>
          <a:prstGeom prst="rect">
            <a:avLst/>
          </a:prstGeom>
          <a:noFill/>
          <a:ln/>
        </p:spPr>
        <p:txBody>
          <a:bodyPr wrap="square" lIns="0" tIns="13343" rIns="0" bIns="-13343" rtlCol="0" anchor="t"/>
          <a:lstStyle/>
          <a:p>
            <a:pPr algn="l" indent="0" marL="0">
              <a:lnSpc>
                <a:spcPts val="3218"/>
              </a:lnSpc>
              <a:buNone/>
            </a:pPr>
            <a:r>
              <a:rPr lang="en-US" sz="2475" dirty="0" spc="-9" kern="0">
                <a:solidFill>
                  <a:srgbClr val="14161C"/>
                </a:solidFill>
                <a:latin typeface="Be Vietnam Pro" pitchFamily="34" charset="0"/>
                <a:ea typeface="Be Vietnam Pro" pitchFamily="34" charset="-122"/>
                <a:cs typeface="Be Vietnam Pro" pitchFamily="34" charset="-120"/>
              </a:rPr>
              <a:t>sao</a:t>
            </a:r>
            <a:r>
              <a:rPr lang="en-US" sz="2475" dirty="0" spc="0" kern="0">
                <a:solidFill>
                  <a:srgbClr val="14161C"/>
                </a:solidFill>
                <a:latin typeface="Be Vietnam Pro" pitchFamily="34" charset="0"/>
                <a:ea typeface="Be Vietnam Pro" pitchFamily="34" charset="-122"/>
                <a:cs typeface="Be Vietnam Pro" pitchFamily="34" charset="-120"/>
              </a:rPr>
              <a:t> ·</a:t>
            </a:r>
            <a:r>
              <a:rPr lang="en-US" sz="2475" dirty="0" spc="-4" kern="0">
                <a:solidFill>
                  <a:srgbClr val="14161C"/>
                </a:solidFill>
                <a:latin typeface="Be Vietnam Pro" pitchFamily="34" charset="0"/>
                <a:ea typeface="Be Vietnam Pro" pitchFamily="34" charset="-122"/>
                <a:cs typeface="Be Vietnam Pro" pitchFamily="34" charset="-120"/>
              </a:rPr>
              <a:t> Tìm API</a:t>
            </a:r>
            <a:r>
              <a:rPr lang="en-US" sz="2475" dirty="0" spc="2" kern="0">
                <a:solidFill>
                  <a:srgbClr val="14161C"/>
                </a:solidFill>
                <a:latin typeface="Be Vietnam Pro" pitchFamily="34" charset="0"/>
                <a:ea typeface="Be Vietnam Pro" pitchFamily="34" charset="-122"/>
                <a:cs typeface="Be Vietnam Pro" pitchFamily="34" charset="-120"/>
              </a:rPr>
              <a:t> cho</a:t>
            </a:r>
            <a:r>
              <a:rPr lang="en-US" sz="2475" dirty="0" spc="26" kern="0">
                <a:solidFill>
                  <a:srgbClr val="14161C"/>
                </a:solidFill>
                <a:latin typeface="Be Vietnam Pro" pitchFamily="34" charset="0"/>
                <a:ea typeface="Be Vietnam Pro" pitchFamily="34" charset="-122"/>
                <a:cs typeface="Be Vietnam Pro" pitchFamily="34" charset="-120"/>
              </a:rPr>
              <a:t> ứng</a:t>
            </a:r>
            <a:r>
              <a:rPr lang="en-US" sz="2475" dirty="0" spc="1" kern="0">
                <a:solidFill>
                  <a:srgbClr val="14161C"/>
                </a:solidFill>
                <a:latin typeface="Be Vietnam Pro" pitchFamily="34" charset="0"/>
                <a:ea typeface="Be Vietnam Pro" pitchFamily="34" charset="-122"/>
                <a:cs typeface="Be Vietnam Pro" pitchFamily="34" charset="-120"/>
              </a:rPr>
              <a:t> dụng</a:t>
            </a:r>
            <a:endParaRPr lang="en-US" sz="2475" dirty="0"/>
          </a:p>
          <a:p>
            <a:pPr algn="l" indent="0" marL="0">
              <a:lnSpc>
                <a:spcPts val="3218"/>
              </a:lnSpc>
              <a:buNone/>
            </a:pPr>
            <a:r>
              <a:rPr lang="en-US" sz="2475" dirty="0" spc="3" kern="0">
                <a:solidFill>
                  <a:srgbClr val="14161C"/>
                </a:solidFill>
                <a:latin typeface="Be Vietnam Pro" pitchFamily="34" charset="0"/>
                <a:ea typeface="Be Vietnam Pro" pitchFamily="34" charset="-122"/>
                <a:cs typeface="Be Vietnam Pro" pitchFamily="34" charset="-120"/>
              </a:rPr>
              <a:t>Câu</a:t>
            </a:r>
            <a:r>
              <a:rPr lang="en-US" sz="2475" dirty="0" spc="0" kern="0">
                <a:solidFill>
                  <a:srgbClr val="14161C"/>
                </a:solidFill>
                <a:latin typeface="Be Vietnam Pro" pitchFamily="34" charset="0"/>
                <a:ea typeface="Be Vietnam Pro" pitchFamily="34" charset="-122"/>
                <a:cs typeface="Be Vietnam Pro" pitchFamily="34" charset="-120"/>
              </a:rPr>
              <a:t> hỏi:</a:t>
            </a:r>
            <a:r>
              <a:rPr lang="en-US" sz="2475" dirty="0" spc="-27" kern="0">
                <a:solidFill>
                  <a:srgbClr val="14161C"/>
                </a:solidFill>
                <a:latin typeface="Be Vietnam Pro" pitchFamily="34" charset="0"/>
                <a:ea typeface="Be Vietnam Pro" pitchFamily="34" charset="-122"/>
                <a:cs typeface="Be Vietnam Pro" pitchFamily="34" charset="-120"/>
              </a:rPr>
              <a:t> “Lấy</a:t>
            </a:r>
            <a:r>
              <a:rPr lang="en-US" sz="2475" dirty="0" spc="-1" kern="0">
                <a:solidFill>
                  <a:srgbClr val="14161C"/>
                </a:solidFill>
                <a:latin typeface="Be Vietnam Pro" pitchFamily="34" charset="0"/>
                <a:ea typeface="Be Vietnam Pro" pitchFamily="34" charset="-122"/>
                <a:cs typeface="Be Vietnam Pro" pitchFamily="34" charset="-120"/>
              </a:rPr>
              <a:t> dữ</a:t>
            </a:r>
            <a:r>
              <a:rPr lang="en-US" sz="2475" dirty="0" spc="0" kern="0">
                <a:solidFill>
                  <a:srgbClr val="14161C"/>
                </a:solidFill>
                <a:latin typeface="Be Vietnam Pro" pitchFamily="34" charset="0"/>
                <a:ea typeface="Be Vietnam Pro" pitchFamily="34" charset="-122"/>
                <a:cs typeface="Be Vietnam Pro" pitchFamily="34" charset="-120"/>
              </a:rPr>
              <a:t> liệu</a:t>
            </a:r>
            <a:r>
              <a:rPr lang="en-US" sz="2475" dirty="0" spc="-3" kern="0">
                <a:solidFill>
                  <a:srgbClr val="14161C"/>
                </a:solidFill>
                <a:latin typeface="Be Vietnam Pro" pitchFamily="34" charset="0"/>
                <a:ea typeface="Be Vietnam Pro" pitchFamily="34" charset="-122"/>
                <a:cs typeface="Be Vietnam Pro" pitchFamily="34" charset="-120"/>
              </a:rPr>
              <a:t> từ</a:t>
            </a:r>
            <a:r>
              <a:rPr lang="en-US" sz="2475" dirty="0" spc="8" kern="0">
                <a:solidFill>
                  <a:srgbClr val="14161C"/>
                </a:solidFill>
                <a:latin typeface="Be Vietnam Pro" pitchFamily="34" charset="0"/>
                <a:ea typeface="Be Vietnam Pro" pitchFamily="34" charset="-122"/>
                <a:cs typeface="Be Vietnam Pro" pitchFamily="34" charset="-120"/>
              </a:rPr>
              <a:t> đâu?”</a:t>
            </a:r>
            <a:endParaRPr lang="en-US" sz="2475" dirty="0"/>
          </a:p>
        </p:txBody>
      </p:sp>
      <p:sp>
        <p:nvSpPr>
          <p:cNvPr id="17" name="Shape 15"/>
          <p:cNvSpPr/>
          <p:nvPr/>
        </p:nvSpPr>
        <p:spPr>
          <a:xfrm>
            <a:off x="838200" y="8515350"/>
            <a:ext cx="16611600" cy="676275"/>
          </a:xfrm>
          <a:prstGeom prst="roundRect">
            <a:avLst>
              <a:gd name="adj" fmla="val 11268"/>
            </a:avLst>
          </a:prstGeom>
          <a:solidFill>
            <a:srgbClr val="E8E0CF"/>
          </a:solidFill>
          <a:ln w="9525">
            <a:solidFill>
              <a:srgbClr val="E8E0CF"/>
            </a:solidFill>
            <a:prstDash val="solid"/>
          </a:ln>
        </p:spPr>
      </p:sp>
      <p:sp>
        <p:nvSpPr>
          <p:cNvPr id="18" name="Text 16"/>
          <p:cNvSpPr/>
          <p:nvPr/>
        </p:nvSpPr>
        <p:spPr>
          <a:xfrm>
            <a:off x="1038225" y="8677275"/>
            <a:ext cx="16240125" cy="457200"/>
          </a:xfrm>
          <a:prstGeom prst="rect">
            <a:avLst/>
          </a:prstGeom>
          <a:noFill/>
          <a:ln/>
        </p:spPr>
        <p:txBody>
          <a:bodyPr wrap="square" lIns="0" tIns="10914" rIns="0" bIns="-10914" rtlCol="0" anchor="t"/>
          <a:lstStyle/>
          <a:p>
            <a:pPr algn="l" indent="0" marL="0">
              <a:lnSpc>
                <a:spcPts val="2633"/>
              </a:lnSpc>
              <a:buNone/>
            </a:pPr>
            <a:r>
              <a:rPr lang="en-US" sz="2025" dirty="0" spc="-49" kern="0">
                <a:solidFill>
                  <a:srgbClr val="14161C"/>
                </a:solidFill>
                <a:latin typeface="Be Vietnam Pro Medium" pitchFamily="34" charset="0"/>
                <a:ea typeface="Be Vietnam Pro Medium" pitchFamily="34" charset="-122"/>
                <a:cs typeface="Be Vietnam Pro Medium" pitchFamily="34" charset="-120"/>
              </a:rPr>
              <a:t>Tổng</a:t>
            </a:r>
            <a:r>
              <a:rPr lang="en-US" sz="2025" dirty="0" spc="-4" kern="0">
                <a:solidFill>
                  <a:srgbClr val="14161C"/>
                </a:solidFill>
                <a:latin typeface="Be Vietnam Pro Medium" pitchFamily="34" charset="0"/>
                <a:ea typeface="Be Vietnam Pro Medium" pitchFamily="34" charset="-122"/>
                <a:cs typeface="Be Vietnam Pro Medium" pitchFamily="34" charset="-120"/>
              </a:rPr>
              <a:t> số sao</a:t>
            </a:r>
            <a:r>
              <a:rPr lang="en-US" sz="2025" dirty="0" spc="-1" kern="0">
                <a:solidFill>
                  <a:srgbClr val="14161C"/>
                </a:solidFill>
                <a:latin typeface="Be Vietnam Pro Medium" pitchFamily="34" charset="0"/>
                <a:ea typeface="Be Vietnam Pro Medium" pitchFamily="34" charset="-122"/>
                <a:cs typeface="Be Vietnam Pro Medium" pitchFamily="34" charset="-120"/>
              </a:rPr>
              <a:t> cho</a:t>
            </a:r>
            <a:r>
              <a:rPr lang="en-US" sz="2025" dirty="0" spc="-4" kern="0">
                <a:solidFill>
                  <a:srgbClr val="14161C"/>
                </a:solidFill>
                <a:latin typeface="Be Vietnam Pro Medium" pitchFamily="34" charset="0"/>
                <a:ea typeface="Be Vietnam Pro Medium" pitchFamily="34" charset="-122"/>
                <a:cs typeface="Be Vietnam Pro Medium" pitchFamily="34" charset="-120"/>
              </a:rPr>
              <a:t> biết</a:t>
            </a:r>
            <a:r>
              <a:rPr lang="en-US" sz="2025" dirty="0" spc="10" kern="0">
                <a:solidFill>
                  <a:srgbClr val="14161C"/>
                </a:solidFill>
                <a:latin typeface="Be Vietnam Pro Medium" pitchFamily="34" charset="0"/>
                <a:ea typeface="Be Vietnam Pro Medium" pitchFamily="34" charset="-122"/>
                <a:cs typeface="Be Vietnam Pro Medium" pitchFamily="34" charset="-120"/>
              </a:rPr>
              <a:t> mức</a:t>
            </a:r>
            <a:r>
              <a:rPr lang="en-US" sz="2025" dirty="0" spc="2" kern="0">
                <a:solidFill>
                  <a:srgbClr val="14161C"/>
                </a:solidFill>
                <a:latin typeface="Be Vietnam Pro Medium" pitchFamily="34" charset="0"/>
                <a:ea typeface="Be Vietnam Pro Medium" pitchFamily="34" charset="-122"/>
                <a:cs typeface="Be Vietnam Pro Medium" pitchFamily="34" charset="-120"/>
              </a:rPr>
              <a:t> quan</a:t>
            </a:r>
            <a:r>
              <a:rPr lang="en-US" sz="2025" dirty="0" spc="-5" kern="0">
                <a:solidFill>
                  <a:srgbClr val="14161C"/>
                </a:solidFill>
                <a:latin typeface="Be Vietnam Pro Medium" pitchFamily="34" charset="0"/>
                <a:ea typeface="Be Vietnam Pro Medium" pitchFamily="34" charset="-122"/>
                <a:cs typeface="Be Vietnam Pro Medium" pitchFamily="34" charset="-120"/>
              </a:rPr>
              <a:t> tâm;</a:t>
            </a:r>
            <a:r>
              <a:rPr lang="en-US" sz="2025" dirty="0" spc="10" kern="0">
                <a:solidFill>
                  <a:srgbClr val="14161C"/>
                </a:solidFill>
                <a:latin typeface="Be Vietnam Pro Medium" pitchFamily="34" charset="0"/>
                <a:ea typeface="Be Vietnam Pro Medium" pitchFamily="34" charset="-122"/>
                <a:cs typeface="Be Vietnam Pro Medium" pitchFamily="34" charset="-120"/>
              </a:rPr>
              <a:t> lựa</a:t>
            </a:r>
            <a:r>
              <a:rPr lang="en-US" sz="2025" dirty="0" spc="-1" kern="0">
                <a:solidFill>
                  <a:srgbClr val="14161C"/>
                </a:solidFill>
                <a:latin typeface="Be Vietnam Pro Medium" pitchFamily="34" charset="0"/>
                <a:ea typeface="Be Vietnam Pro Medium" pitchFamily="34" charset="-122"/>
                <a:cs typeface="Be Vietnam Pro Medium" pitchFamily="34" charset="-120"/>
              </a:rPr>
              <a:t> chọn</a:t>
            </a:r>
            <a:r>
              <a:rPr lang="en-US" sz="2025" dirty="0" spc="1" kern="0">
                <a:solidFill>
                  <a:srgbClr val="14161C"/>
                </a:solidFill>
                <a:latin typeface="Be Vietnam Pro Medium" pitchFamily="34" charset="0"/>
                <a:ea typeface="Be Vietnam Pro Medium" pitchFamily="34" charset="-122"/>
                <a:cs typeface="Be Vietnam Pro Medium" pitchFamily="34" charset="-120"/>
              </a:rPr>
              <a:t> sử</a:t>
            </a:r>
            <a:r>
              <a:rPr lang="en-US" sz="2025" dirty="0" spc="2" kern="0">
                <a:solidFill>
                  <a:srgbClr val="14161C"/>
                </a:solidFill>
                <a:latin typeface="Be Vietnam Pro Medium" pitchFamily="34" charset="0"/>
                <a:ea typeface="Be Vietnam Pro Medium" pitchFamily="34" charset="-122"/>
                <a:cs typeface="Be Vietnam Pro Medium" pitchFamily="34" charset="-120"/>
              </a:rPr>
              <a:t> dụng</a:t>
            </a:r>
            <a:r>
              <a:rPr lang="en-US" sz="2025" dirty="0" spc="1" kern="0">
                <a:solidFill>
                  <a:srgbClr val="14161C"/>
                </a:solidFill>
                <a:latin typeface="Be Vietnam Pro Medium" pitchFamily="34" charset="0"/>
                <a:ea typeface="Be Vietnam Pro Medium" pitchFamily="34" charset="-122"/>
                <a:cs typeface="Be Vietnam Pro Medium" pitchFamily="34" charset="-120"/>
              </a:rPr>
              <a:t> phụ</a:t>
            </a:r>
            <a:r>
              <a:rPr lang="en-US" sz="2025" dirty="0" spc="-2" kern="0">
                <a:solidFill>
                  <a:srgbClr val="14161C"/>
                </a:solidFill>
                <a:latin typeface="Be Vietnam Pro Medium" pitchFamily="34" charset="0"/>
                <a:ea typeface="Be Vietnam Pro Medium" pitchFamily="34" charset="-122"/>
                <a:cs typeface="Be Vietnam Pro Medium" pitchFamily="34" charset="-120"/>
              </a:rPr>
              <a:t> thuộc</a:t>
            </a:r>
            <a:r>
              <a:rPr lang="en-US" sz="2025" dirty="0" spc="-9" kern="0">
                <a:solidFill>
                  <a:srgbClr val="14161C"/>
                </a:solidFill>
                <a:latin typeface="Be Vietnam Pro Medium" pitchFamily="34" charset="0"/>
                <a:ea typeface="Be Vietnam Pro Medium" pitchFamily="34" charset="-122"/>
                <a:cs typeface="Be Vietnam Pro Medium" pitchFamily="34" charset="-120"/>
              </a:rPr>
              <a:t> vào</a:t>
            </a:r>
            <a:r>
              <a:rPr lang="en-US" sz="2025" dirty="0" spc="2" kern="0">
                <a:solidFill>
                  <a:srgbClr val="14161C"/>
                </a:solidFill>
                <a:latin typeface="Be Vietnam Pro Medium" pitchFamily="34" charset="0"/>
                <a:ea typeface="Be Vietnam Pro Medium" pitchFamily="34" charset="-122"/>
                <a:cs typeface="Be Vietnam Pro Medium" pitchFamily="34" charset="-120"/>
              </a:rPr>
              <a:t> mục</a:t>
            </a:r>
            <a:r>
              <a:rPr lang="en-US" sz="2025" dirty="0" spc="-1" kern="0">
                <a:solidFill>
                  <a:srgbClr val="14161C"/>
                </a:solidFill>
                <a:latin typeface="Be Vietnam Pro Medium" pitchFamily="34" charset="0"/>
                <a:ea typeface="Be Vietnam Pro Medium" pitchFamily="34" charset="-122"/>
                <a:cs typeface="Be Vietnam Pro Medium" pitchFamily="34" charset="-120"/>
              </a:rPr>
              <a:t> tiêu</a:t>
            </a:r>
            <a:r>
              <a:rPr lang="en-US" sz="2025" dirty="0" spc="1" kern="0">
                <a:solidFill>
                  <a:srgbClr val="14161C"/>
                </a:solidFill>
                <a:latin typeface="Be Vietnam Pro Medium" pitchFamily="34" charset="0"/>
                <a:ea typeface="Be Vietnam Pro Medium" pitchFamily="34" charset="-122"/>
                <a:cs typeface="Be Vietnam Pro Medium" pitchFamily="34" charset="-120"/>
              </a:rPr>
              <a:t> của bạn.</a:t>
            </a:r>
            <a:endParaRPr lang="en-US" sz="2025" dirty="0"/>
          </a:p>
        </p:txBody>
      </p:sp>
      <p:sp>
        <p:nvSpPr>
          <p:cNvPr id="19" name="Text 17"/>
          <p:cNvSpPr/>
          <p:nvPr/>
        </p:nvSpPr>
        <p:spPr>
          <a:xfrm>
            <a:off x="838200" y="9353550"/>
            <a:ext cx="16611600" cy="333375"/>
          </a:xfrm>
          <a:prstGeom prst="rect">
            <a:avLst/>
          </a:prstGeom>
          <a:noFill/>
          <a:ln/>
        </p:spPr>
        <p:txBody>
          <a:bodyPr wrap="square" lIns="0" tIns="8906" rIns="0" bIns="-8906" rtlCol="0" anchor="t"/>
          <a:lstStyle/>
          <a:p>
            <a:pPr algn="l" indent="0" marL="0">
              <a:lnSpc>
                <a:spcPts val="2145"/>
              </a:lnSpc>
              <a:buNone/>
            </a:pPr>
            <a:r>
              <a:rPr lang="en-US" sz="1650" dirty="0" spc="-3" kern="0">
                <a:solidFill>
                  <a:srgbClr val="6B6A66"/>
                </a:solidFill>
                <a:latin typeface="Be Vietnam Pro" pitchFamily="34" charset="0"/>
                <a:ea typeface="Be Vietnam Pro" pitchFamily="34" charset="-122"/>
                <a:cs typeface="Be Vietnam Pro" pitchFamily="34" charset="-120"/>
              </a:rPr>
              <a:t>Nguồn:</a:t>
            </a:r>
            <a:r>
              <a:rPr lang="en-US" sz="1650" dirty="0" spc="-2" kern="0">
                <a:solidFill>
                  <a:srgbClr val="6B6A66"/>
                </a:solidFill>
                <a:latin typeface="Be Vietnam Pro" pitchFamily="34" charset="0"/>
                <a:ea typeface="Be Vietnam Pro" pitchFamily="34" charset="-122"/>
                <a:cs typeface="Be Vietnam Pro" pitchFamily="34" charset="-120"/>
              </a:rPr>
              <a:t> [S1] [S2]</a:t>
            </a:r>
            <a:r>
              <a:rPr lang="en-US" sz="1650" dirty="0" spc="-1" kern="0">
                <a:solidFill>
                  <a:srgbClr val="6B6A66"/>
                </a:solidFill>
                <a:latin typeface="Be Vietnam Pro" pitchFamily="34" charset="0"/>
                <a:ea typeface="Be Vietnam Pro" pitchFamily="34" charset="-122"/>
                <a:cs typeface="Be Vietnam Pro" pitchFamily="34" charset="-120"/>
              </a:rPr>
              <a:t> [S3] [S5]</a:t>
            </a:r>
            <a:r>
              <a:rPr lang="en-US" sz="1650" dirty="0" spc="1" kern="0">
                <a:solidFill>
                  <a:srgbClr val="6B6A66"/>
                </a:solidFill>
                <a:latin typeface="Be Vietnam Pro" pitchFamily="34" charset="0"/>
                <a:ea typeface="Be Vietnam Pro" pitchFamily="34" charset="-122"/>
                <a:cs typeface="Be Vietnam Pro" pitchFamily="34" charset="-120"/>
              </a:rPr>
              <a:t>  ·</a:t>
            </a:r>
            <a:r>
              <a:rPr lang="en-US" sz="1650" dirty="0" spc="2" kern="0">
                <a:solidFill>
                  <a:srgbClr val="6B6A66"/>
                </a:solidFill>
                <a:latin typeface="Be Vietnam Pro" pitchFamily="34" charset="0"/>
                <a:ea typeface="Be Vietnam Pro" pitchFamily="34" charset="-122"/>
                <a:cs typeface="Be Vietnam Pro" pitchFamily="34" charset="-120"/>
              </a:rPr>
              <a:t>  Số</a:t>
            </a:r>
            <a:r>
              <a:rPr lang="en-US" sz="1650" dirty="0" spc="-1" kern="0">
                <a:solidFill>
                  <a:srgbClr val="6B6A66"/>
                </a:solidFill>
                <a:latin typeface="Be Vietnam Pro" pitchFamily="34" charset="0"/>
                <a:ea typeface="Be Vietnam Pro" pitchFamily="34" charset="-122"/>
                <a:cs typeface="Be Vietnam Pro" pitchFamily="34" charset="-120"/>
              </a:rPr>
              <a:t> liệu:</a:t>
            </a:r>
            <a:r>
              <a:rPr lang="en-US" sz="1650" dirty="0" spc="1" kern="0">
                <a:solidFill>
                  <a:srgbClr val="6B6A66"/>
                </a:solidFill>
                <a:latin typeface="Be Vietnam Pro" pitchFamily="34" charset="0"/>
                <a:ea typeface="Be Vietnam Pro" pitchFamily="34" charset="-122"/>
                <a:cs typeface="Be Vietnam Pro" pitchFamily="34" charset="-120"/>
              </a:rPr>
              <a:t> phiên</a:t>
            </a:r>
            <a:r>
              <a:rPr lang="en-US" sz="1650" dirty="0" spc="-1" kern="0">
                <a:solidFill>
                  <a:srgbClr val="6B6A66"/>
                </a:solidFill>
                <a:latin typeface="Be Vietnam Pro" pitchFamily="34" charset="0"/>
                <a:ea typeface="Be Vietnam Pro" pitchFamily="34" charset="-122"/>
                <a:cs typeface="Be Vietnam Pro" pitchFamily="34" charset="-120"/>
              </a:rPr>
              <a:t> quét</a:t>
            </a:r>
            <a:r>
              <a:rPr lang="en-US" sz="1650" dirty="0" spc="-8" kern="0">
                <a:solidFill>
                  <a:srgbClr val="6B6A66"/>
                </a:solidFill>
                <a:latin typeface="Be Vietnam Pro" pitchFamily="34" charset="0"/>
                <a:ea typeface="Be Vietnam Pro" pitchFamily="34" charset="-122"/>
                <a:cs typeface="Be Vietnam Pro" pitchFamily="34" charset="-120"/>
              </a:rPr>
              <a:t> 23/10/2026</a:t>
            </a:r>
            <a:endParaRPr lang="en-US" sz="1650" dirty="0"/>
          </a:p>
        </p:txBody>
      </p:sp>
      <p:sp>
        <p:nvSpPr>
          <p:cNvPr id="20" name="Shape 18"/>
          <p:cNvSpPr/>
          <p:nvPr/>
        </p:nvSpPr>
        <p:spPr>
          <a:xfrm>
            <a:off x="847725" y="9896475"/>
            <a:ext cx="57150" cy="57150"/>
          </a:xfrm>
          <a:prstGeom prst="ellipse">
            <a:avLst/>
          </a:prstGeom>
          <a:solidFill>
            <a:srgbClr val="DDD5C1"/>
          </a:solidFill>
          <a:ln/>
        </p:spPr>
      </p:sp>
      <p:sp>
        <p:nvSpPr>
          <p:cNvPr id="21" name="Shape 19"/>
          <p:cNvSpPr/>
          <p:nvPr/>
        </p:nvSpPr>
        <p:spPr>
          <a:xfrm>
            <a:off x="952500" y="9896475"/>
            <a:ext cx="57150" cy="57150"/>
          </a:xfrm>
          <a:prstGeom prst="ellipse">
            <a:avLst/>
          </a:prstGeom>
          <a:solidFill>
            <a:srgbClr val="E8472B"/>
          </a:solidFill>
          <a:ln/>
        </p:spPr>
      </p:sp>
      <p:sp>
        <p:nvSpPr>
          <p:cNvPr id="22" name="Shape 20"/>
          <p:cNvSpPr/>
          <p:nvPr/>
        </p:nvSpPr>
        <p:spPr>
          <a:xfrm>
            <a:off x="1057275" y="9896475"/>
            <a:ext cx="57150" cy="57150"/>
          </a:xfrm>
          <a:prstGeom prst="ellipse">
            <a:avLst/>
          </a:prstGeom>
          <a:solidFill>
            <a:srgbClr val="DDD5C1"/>
          </a:solidFill>
          <a:ln/>
        </p:spPr>
      </p:sp>
      <p:sp>
        <p:nvSpPr>
          <p:cNvPr id="23" name="Shape 21"/>
          <p:cNvSpPr/>
          <p:nvPr/>
        </p:nvSpPr>
        <p:spPr>
          <a:xfrm>
            <a:off x="1162050" y="9896475"/>
            <a:ext cx="57150" cy="57150"/>
          </a:xfrm>
          <a:prstGeom prst="ellipse">
            <a:avLst/>
          </a:prstGeom>
          <a:solidFill>
            <a:srgbClr val="DDD5C1"/>
          </a:solidFill>
          <a:ln/>
        </p:spPr>
      </p:sp>
      <p:sp>
        <p:nvSpPr>
          <p:cNvPr id="24" name="Shape 22"/>
          <p:cNvSpPr/>
          <p:nvPr/>
        </p:nvSpPr>
        <p:spPr>
          <a:xfrm>
            <a:off x="1266825" y="9896475"/>
            <a:ext cx="57150" cy="57150"/>
          </a:xfrm>
          <a:prstGeom prst="ellipse">
            <a:avLst/>
          </a:prstGeom>
          <a:solidFill>
            <a:srgbClr val="DDD5C1"/>
          </a:solidFill>
          <a:ln/>
        </p:spPr>
      </p:sp>
      <p:sp>
        <p:nvSpPr>
          <p:cNvPr id="25" name="Shape 23"/>
          <p:cNvSpPr/>
          <p:nvPr/>
        </p:nvSpPr>
        <p:spPr>
          <a:xfrm>
            <a:off x="1371600" y="9896475"/>
            <a:ext cx="57150" cy="57150"/>
          </a:xfrm>
          <a:prstGeom prst="ellipse">
            <a:avLst/>
          </a:prstGeom>
          <a:solidFill>
            <a:srgbClr val="DDD5C1"/>
          </a:solidFill>
          <a:ln/>
        </p:spPr>
      </p:sp>
      <p:sp>
        <p:nvSpPr>
          <p:cNvPr id="26" name="Shape 24"/>
          <p:cNvSpPr/>
          <p:nvPr/>
        </p:nvSpPr>
        <p:spPr>
          <a:xfrm>
            <a:off x="1476375" y="9896475"/>
            <a:ext cx="57150" cy="57150"/>
          </a:xfrm>
          <a:prstGeom prst="ellipse">
            <a:avLst/>
          </a:prstGeom>
          <a:solidFill>
            <a:srgbClr val="DDD5C1"/>
          </a:solidFill>
          <a:ln/>
        </p:spPr>
      </p:sp>
      <p:sp>
        <p:nvSpPr>
          <p:cNvPr id="27" name="Shape 25"/>
          <p:cNvSpPr/>
          <p:nvPr/>
        </p:nvSpPr>
        <p:spPr>
          <a:xfrm>
            <a:off x="1581150" y="9896475"/>
            <a:ext cx="57150" cy="57150"/>
          </a:xfrm>
          <a:prstGeom prst="ellipse">
            <a:avLst/>
          </a:prstGeom>
          <a:solidFill>
            <a:srgbClr val="DDD5C1"/>
          </a:solidFill>
          <a:ln/>
        </p:spPr>
      </p:sp>
      <p:sp>
        <p:nvSpPr>
          <p:cNvPr id="28" name="Shape 26"/>
          <p:cNvSpPr/>
          <p:nvPr/>
        </p:nvSpPr>
        <p:spPr>
          <a:xfrm>
            <a:off x="1685925" y="9896475"/>
            <a:ext cx="57150" cy="57150"/>
          </a:xfrm>
          <a:prstGeom prst="ellipse">
            <a:avLst/>
          </a:prstGeom>
          <a:solidFill>
            <a:srgbClr val="DDD5C1"/>
          </a:solidFill>
          <a:ln/>
        </p:spPr>
      </p:sp>
      <p:sp>
        <p:nvSpPr>
          <p:cNvPr id="29" name="Shape 27"/>
          <p:cNvSpPr/>
          <p:nvPr/>
        </p:nvSpPr>
        <p:spPr>
          <a:xfrm>
            <a:off x="1790700" y="9896475"/>
            <a:ext cx="57150" cy="57150"/>
          </a:xfrm>
          <a:prstGeom prst="ellipse">
            <a:avLst/>
          </a:prstGeom>
          <a:solidFill>
            <a:srgbClr val="DDD5C1"/>
          </a:solidFill>
          <a:ln/>
        </p:spPr>
      </p:sp>
      <p:sp>
        <p:nvSpPr>
          <p:cNvPr id="30" name="Shape 28"/>
          <p:cNvSpPr/>
          <p:nvPr/>
        </p:nvSpPr>
        <p:spPr>
          <a:xfrm>
            <a:off x="1895475" y="9896475"/>
            <a:ext cx="57150" cy="57150"/>
          </a:xfrm>
          <a:prstGeom prst="ellipse">
            <a:avLst/>
          </a:prstGeom>
          <a:solidFill>
            <a:srgbClr val="DDD5C1"/>
          </a:solidFill>
          <a:ln/>
        </p:spPr>
      </p:sp>
      <p:sp>
        <p:nvSpPr>
          <p:cNvPr id="31" name="Shape 29"/>
          <p:cNvSpPr/>
          <p:nvPr/>
        </p:nvSpPr>
        <p:spPr>
          <a:xfrm>
            <a:off x="2000250" y="9896475"/>
            <a:ext cx="57150" cy="57150"/>
          </a:xfrm>
          <a:prstGeom prst="ellipse">
            <a:avLst/>
          </a:prstGeom>
          <a:solidFill>
            <a:srgbClr val="DDD5C1"/>
          </a:solidFill>
          <a:ln/>
        </p:spPr>
      </p:sp>
      <p:sp>
        <p:nvSpPr>
          <p:cNvPr id="32" name="Shape 30"/>
          <p:cNvSpPr/>
          <p:nvPr/>
        </p:nvSpPr>
        <p:spPr>
          <a:xfrm>
            <a:off x="2105025" y="9896475"/>
            <a:ext cx="57150" cy="57150"/>
          </a:xfrm>
          <a:prstGeom prst="ellipse">
            <a:avLst/>
          </a:prstGeom>
          <a:solidFill>
            <a:srgbClr val="DDD5C1"/>
          </a:solidFill>
          <a:ln/>
        </p:spPr>
      </p:sp>
      <p:sp>
        <p:nvSpPr>
          <p:cNvPr id="33" name="Shape 31"/>
          <p:cNvSpPr/>
          <p:nvPr/>
        </p:nvSpPr>
        <p:spPr>
          <a:xfrm>
            <a:off x="2209800" y="9896475"/>
            <a:ext cx="57150" cy="57150"/>
          </a:xfrm>
          <a:prstGeom prst="ellipse">
            <a:avLst/>
          </a:prstGeom>
          <a:solidFill>
            <a:srgbClr val="DDD5C1"/>
          </a:solidFill>
          <a:ln/>
        </p:spPr>
      </p:sp>
      <p:sp>
        <p:nvSpPr>
          <p:cNvPr id="34" name="Shape 32"/>
          <p:cNvSpPr/>
          <p:nvPr/>
        </p:nvSpPr>
        <p:spPr>
          <a:xfrm>
            <a:off x="2314575" y="9896475"/>
            <a:ext cx="57150" cy="57150"/>
          </a:xfrm>
          <a:prstGeom prst="ellipse">
            <a:avLst/>
          </a:prstGeom>
          <a:solidFill>
            <a:srgbClr val="DDD5C1"/>
          </a:solidFill>
          <a:ln/>
        </p:spPr>
      </p:sp>
      <p:sp>
        <p:nvSpPr>
          <p:cNvPr id="35" name="Shape 33"/>
          <p:cNvSpPr/>
          <p:nvPr/>
        </p:nvSpPr>
        <p:spPr>
          <a:xfrm>
            <a:off x="2419350" y="9896475"/>
            <a:ext cx="57150" cy="57150"/>
          </a:xfrm>
          <a:prstGeom prst="ellipse">
            <a:avLst/>
          </a:prstGeom>
          <a:solidFill>
            <a:srgbClr val="DDD5C1"/>
          </a:solidFill>
          <a:ln/>
        </p:spPr>
      </p:sp>
      <p:sp>
        <p:nvSpPr>
          <p:cNvPr id="36" name="Shape 34"/>
          <p:cNvSpPr/>
          <p:nvPr/>
        </p:nvSpPr>
        <p:spPr>
          <a:xfrm>
            <a:off x="2524125" y="9896475"/>
            <a:ext cx="57150" cy="57150"/>
          </a:xfrm>
          <a:prstGeom prst="ellipse">
            <a:avLst/>
          </a:prstGeom>
          <a:solidFill>
            <a:srgbClr val="DDD5C1"/>
          </a:solidFill>
          <a:ln/>
        </p:spPr>
      </p:sp>
      <p:sp>
        <p:nvSpPr>
          <p:cNvPr id="37" name="Shape 35"/>
          <p:cNvSpPr/>
          <p:nvPr/>
        </p:nvSpPr>
        <p:spPr>
          <a:xfrm>
            <a:off x="2628900" y="9896475"/>
            <a:ext cx="57150" cy="57150"/>
          </a:xfrm>
          <a:prstGeom prst="ellipse">
            <a:avLst/>
          </a:prstGeom>
          <a:solidFill>
            <a:srgbClr val="DDD5C1"/>
          </a:solidFill>
          <a:ln/>
        </p:spPr>
      </p:sp>
      <p:sp>
        <p:nvSpPr>
          <p:cNvPr id="38" name="Shape 36"/>
          <p:cNvSpPr/>
          <p:nvPr/>
        </p:nvSpPr>
        <p:spPr>
          <a:xfrm>
            <a:off x="2733675" y="9896475"/>
            <a:ext cx="57150" cy="57150"/>
          </a:xfrm>
          <a:prstGeom prst="ellipse">
            <a:avLst/>
          </a:prstGeom>
          <a:solidFill>
            <a:srgbClr val="DDD5C1"/>
          </a:solidFill>
          <a:ln/>
        </p:spPr>
      </p:sp>
      <p:sp>
        <p:nvSpPr>
          <p:cNvPr id="39" name="Shape 37"/>
          <p:cNvSpPr/>
          <p:nvPr/>
        </p:nvSpPr>
        <p:spPr>
          <a:xfrm>
            <a:off x="2838450" y="9896475"/>
            <a:ext cx="57150" cy="57150"/>
          </a:xfrm>
          <a:prstGeom prst="ellipse">
            <a:avLst/>
          </a:prstGeom>
          <a:solidFill>
            <a:srgbClr val="DDD5C1"/>
          </a:solidFill>
          <a:ln/>
        </p:spPr>
      </p:sp>
      <p:sp>
        <p:nvSpPr>
          <p:cNvPr id="40" name="Shape 38"/>
          <p:cNvSpPr/>
          <p:nvPr/>
        </p:nvSpPr>
        <p:spPr>
          <a:xfrm>
            <a:off x="2943225" y="9896475"/>
            <a:ext cx="57150" cy="57150"/>
          </a:xfrm>
          <a:prstGeom prst="ellipse">
            <a:avLst/>
          </a:prstGeom>
          <a:solidFill>
            <a:srgbClr val="DDD5C1"/>
          </a:solidFill>
          <a:ln/>
        </p:spPr>
      </p:sp>
      <p:sp>
        <p:nvSpPr>
          <p:cNvPr id="41" name="Shape 39"/>
          <p:cNvSpPr/>
          <p:nvPr/>
        </p:nvSpPr>
        <p:spPr>
          <a:xfrm>
            <a:off x="3048000" y="9896475"/>
            <a:ext cx="57150" cy="57150"/>
          </a:xfrm>
          <a:prstGeom prst="ellipse">
            <a:avLst/>
          </a:prstGeom>
          <a:solidFill>
            <a:srgbClr val="DDD5C1"/>
          </a:solidFill>
          <a:ln/>
        </p:spPr>
      </p:sp>
      <p:sp>
        <p:nvSpPr>
          <p:cNvPr id="42" name="Shape 40"/>
          <p:cNvSpPr/>
          <p:nvPr/>
        </p:nvSpPr>
        <p:spPr>
          <a:xfrm>
            <a:off x="3152775" y="9896475"/>
            <a:ext cx="57150" cy="57150"/>
          </a:xfrm>
          <a:prstGeom prst="ellipse">
            <a:avLst/>
          </a:prstGeom>
          <a:solidFill>
            <a:srgbClr val="DDD5C1"/>
          </a:solidFill>
          <a:ln/>
        </p:spPr>
      </p:sp>
      <p:sp>
        <p:nvSpPr>
          <p:cNvPr id="43" name="Shape 41"/>
          <p:cNvSpPr/>
          <p:nvPr/>
        </p:nvSpPr>
        <p:spPr>
          <a:xfrm>
            <a:off x="3257550" y="9896475"/>
            <a:ext cx="57150" cy="57150"/>
          </a:xfrm>
          <a:prstGeom prst="ellipse">
            <a:avLst/>
          </a:prstGeom>
          <a:solidFill>
            <a:srgbClr val="DDD5C1"/>
          </a:solidFill>
          <a:ln/>
        </p:spPr>
      </p:sp>
      <p:sp>
        <p:nvSpPr>
          <p:cNvPr id="44" name="Text 42"/>
          <p:cNvSpPr/>
          <p:nvPr/>
        </p:nvSpPr>
        <p:spPr>
          <a:xfrm>
            <a:off x="3667125" y="9734550"/>
            <a:ext cx="10953750" cy="342900"/>
          </a:xfrm>
          <a:prstGeom prst="rect">
            <a:avLst/>
          </a:prstGeom>
          <a:noFill/>
          <a:ln/>
        </p:spPr>
        <p:txBody>
          <a:bodyPr wrap="square" lIns="0" tIns="8906" rIns="0" bIns="-8906" rtlCol="0" anchor="t"/>
          <a:lstStyle/>
          <a:p>
            <a:pPr algn="l" indent="0" marL="0">
              <a:lnSpc>
                <a:spcPts val="2145"/>
              </a:lnSpc>
              <a:buNone/>
            </a:pPr>
            <a:r>
              <a:rPr lang="en-US" sz="1650" dirty="0" spc="-6" kern="0">
                <a:solidFill>
                  <a:srgbClr val="6B6A66"/>
                </a:solidFill>
                <a:latin typeface="Be Vietnam Pro" pitchFamily="34" charset="0"/>
                <a:ea typeface="Be Vietnam Pro" pitchFamily="34" charset="-122"/>
                <a:cs typeface="Be Vietnam Pro" pitchFamily="34" charset="-120"/>
              </a:rPr>
              <a:t>Multiple-report</a:t>
            </a:r>
            <a:r>
              <a:rPr lang="en-US" sz="1650" dirty="0" spc="3" kern="0">
                <a:solidFill>
                  <a:srgbClr val="6B6A66"/>
                </a:solidFill>
                <a:latin typeface="Be Vietnam Pro" pitchFamily="34" charset="0"/>
                <a:ea typeface="Be Vietnam Pro" pitchFamily="34" charset="-122"/>
                <a:cs typeface="Be Vietnam Pro" pitchFamily="34" charset="-120"/>
              </a:rPr>
              <a:t> ·</a:t>
            </a:r>
            <a:r>
              <a:rPr lang="en-US" sz="1650" dirty="0" spc="1" kern="0">
                <a:solidFill>
                  <a:srgbClr val="6B6A66"/>
                </a:solidFill>
                <a:latin typeface="Be Vietnam Pro" pitchFamily="34" charset="0"/>
                <a:ea typeface="Be Vietnam Pro" pitchFamily="34" charset="-122"/>
                <a:cs typeface="Be Vietnam Pro" pitchFamily="34" charset="-120"/>
              </a:rPr>
              <a:t> GitHub</a:t>
            </a:r>
            <a:r>
              <a:rPr lang="en-US" sz="1650" dirty="0" spc="-38" kern="0">
                <a:solidFill>
                  <a:srgbClr val="6B6A66"/>
                </a:solidFill>
                <a:latin typeface="Be Vietnam Pro" pitchFamily="34" charset="0"/>
                <a:ea typeface="Be Vietnam Pro" pitchFamily="34" charset="-122"/>
                <a:cs typeface="Be Vietnam Pro" pitchFamily="34" charset="-120"/>
              </a:rPr>
              <a:t> Top</a:t>
            </a:r>
            <a:r>
              <a:rPr lang="en-US" sz="1650" dirty="0" spc="4" kern="0">
                <a:solidFill>
                  <a:srgbClr val="6B6A66"/>
                </a:solidFill>
                <a:latin typeface="Be Vietnam Pro" pitchFamily="34" charset="0"/>
                <a:ea typeface="Be Vietnam Pro" pitchFamily="34" charset="-122"/>
                <a:cs typeface="Be Vietnam Pro" pitchFamily="34" charset="-120"/>
              </a:rPr>
              <a:t> 3</a:t>
            </a:r>
            <a:r>
              <a:rPr lang="en-US" sz="1650" dirty="0" spc="0" kern="0">
                <a:solidFill>
                  <a:srgbClr val="6B6A66"/>
                </a:solidFill>
                <a:latin typeface="Be Vietnam Pro" pitchFamily="34" charset="0"/>
                <a:ea typeface="Be Vietnam Pro" pitchFamily="34" charset="-122"/>
                <a:cs typeface="Be Vietnam Pro" pitchFamily="34" charset="-120"/>
              </a:rPr>
              <a:t> ·</a:t>
            </a:r>
            <a:r>
              <a:rPr lang="en-US" sz="1650" dirty="0" spc="-21" kern="0">
                <a:solidFill>
                  <a:srgbClr val="6B6A66"/>
                </a:solidFill>
                <a:latin typeface="Be Vietnam Pro" pitchFamily="34" charset="0"/>
                <a:ea typeface="Be Vietnam Pro" pitchFamily="34" charset="-122"/>
                <a:cs typeface="Be Vietnam Pro" pitchFamily="34" charset="-120"/>
              </a:rPr>
              <a:t> 02/24</a:t>
            </a:r>
            <a:endParaRPr lang="en-US" sz="1650" dirty="0"/>
          </a:p>
        </p:txBody>
      </p:sp>
      <p:sp>
        <p:nvSpPr>
          <p:cNvPr id="45" name="Shape 43"/>
          <p:cNvSpPr/>
          <p:nvPr/>
        </p:nvSpPr>
        <p:spPr>
          <a:xfrm>
            <a:off x="15983712" y="9076331"/>
            <a:ext cx="1645920" cy="552301"/>
          </a:xfrm>
          <a:prstGeom prst="roundRect">
            <a:avLst>
              <a:gd name="adj" fmla="val 28000"/>
            </a:avLst>
          </a:prstGeom>
          <a:solidFill>
            <a:srgbClr val="FFFFFF">
              <a:alpha val="82000"/>
            </a:srgbClr>
          </a:solidFill>
          <a:ln/>
        </p:spPr>
      </p:sp>
      <p:pic>
        <p:nvPicPr>
          <p:cNvPr id="46" name="Moda image moda-export-watermark-2472fa0f-a122-44a6-8641-f8da98c92dc1"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838200" y="438150"/>
            <a:ext cx="16192500" cy="381000"/>
          </a:xfrm>
          <a:prstGeom prst="rect">
            <a:avLst/>
          </a:prstGeom>
          <a:noFill/>
          <a:ln/>
        </p:spPr>
        <p:txBody>
          <a:bodyPr wrap="square" lIns="0" tIns="10104" rIns="0" bIns="-10104" rtlCol="0" anchor="t"/>
          <a:lstStyle/>
          <a:p>
            <a:pPr algn="l" indent="0" marL="0">
              <a:lnSpc>
                <a:spcPts val="2438"/>
              </a:lnSpc>
              <a:buNone/>
            </a:pPr>
            <a:r>
              <a:rPr lang="en-US" sz="1875" dirty="0" spc="-3" kern="0">
                <a:solidFill>
                  <a:srgbClr val="1F3FD1"/>
                </a:solidFill>
                <a:latin typeface="Be Vietnam Pro SemiBold" pitchFamily="34" charset="0"/>
                <a:ea typeface="Be Vietnam Pro SemiBold" pitchFamily="34" charset="-122"/>
                <a:cs typeface="Be Vietnam Pro SemiBold" pitchFamily="34" charset="-120"/>
              </a:rPr>
              <a:t>PHẠM VI</a:t>
            </a:r>
            <a:r>
              <a:rPr lang="en-US" sz="1875" dirty="0" spc="-1" kern="0">
                <a:solidFill>
                  <a:srgbClr val="1F3FD1"/>
                </a:solidFill>
                <a:latin typeface="Be Vietnam Pro SemiBold" pitchFamily="34" charset="0"/>
                <a:ea typeface="Be Vietnam Pro SemiBold" pitchFamily="34" charset="-122"/>
                <a:cs typeface="Be Vietnam Pro SemiBold" pitchFamily="34" charset="-120"/>
              </a:rPr>
              <a:t> &amp;</a:t>
            </a:r>
            <a:r>
              <a:rPr lang="en-US" sz="1875" dirty="0" spc="-33" kern="0">
                <a:solidFill>
                  <a:srgbClr val="1F3FD1"/>
                </a:solidFill>
                <a:latin typeface="Be Vietnam Pro SemiBold" pitchFamily="34" charset="0"/>
                <a:ea typeface="Be Vietnam Pro SemiBold" pitchFamily="34" charset="-122"/>
                <a:cs typeface="Be Vietnam Pro SemiBold" pitchFamily="34" charset="-120"/>
              </a:rPr>
              <a:t> CÁCH</a:t>
            </a:r>
            <a:r>
              <a:rPr lang="en-US" sz="1875" dirty="0" spc="-2" kern="0">
                <a:solidFill>
                  <a:srgbClr val="1F3FD1"/>
                </a:solidFill>
                <a:latin typeface="Be Vietnam Pro SemiBold" pitchFamily="34" charset="0"/>
                <a:ea typeface="Be Vietnam Pro SemiBold" pitchFamily="34" charset="-122"/>
                <a:cs typeface="Be Vietnam Pro SemiBold" pitchFamily="34" charset="-120"/>
              </a:rPr>
              <a:t> ĐỌC</a:t>
            </a:r>
            <a:endParaRPr lang="en-US" sz="1875" dirty="0"/>
          </a:p>
        </p:txBody>
      </p:sp>
      <p:sp>
        <p:nvSpPr>
          <p:cNvPr id="3" name="Text 1"/>
          <p:cNvSpPr/>
          <p:nvPr/>
        </p:nvSpPr>
        <p:spPr>
          <a:xfrm>
            <a:off x="838200" y="1066800"/>
            <a:ext cx="16573500" cy="1476375"/>
          </a:xfrm>
          <a:prstGeom prst="rect">
            <a:avLst/>
          </a:prstGeom>
          <a:noFill/>
          <a:ln/>
        </p:spPr>
        <p:txBody>
          <a:bodyPr wrap="square" lIns="0" tIns="3048" rIns="0" bIns="-3048" rtlCol="0" anchor="t"/>
          <a:lstStyle/>
          <a:p>
            <a:pPr algn="l" indent="0" marL="0">
              <a:lnSpc>
                <a:spcPts val="6240"/>
              </a:lnSpc>
              <a:buNone/>
            </a:pPr>
            <a:r>
              <a:rPr lang="en-US" sz="4800" dirty="0" spc="-10" kern="0">
                <a:solidFill>
                  <a:srgbClr val="14161C"/>
                </a:solidFill>
                <a:latin typeface="Bricolage Grotesque ExtraBold" pitchFamily="34" charset="0"/>
                <a:ea typeface="Bricolage Grotesque ExtraBold" pitchFamily="34" charset="-122"/>
                <a:cs typeface="Bricolage Grotesque ExtraBold" pitchFamily="34" charset="-120"/>
              </a:rPr>
              <a:t>Report</a:t>
            </a:r>
            <a:r>
              <a:rPr lang="en-US" sz="4800" dirty="0" spc="7" kern="0">
                <a:solidFill>
                  <a:srgbClr val="14161C"/>
                </a:solidFill>
                <a:latin typeface="Bricolage Grotesque ExtraBold" pitchFamily="34" charset="0"/>
                <a:ea typeface="Bricolage Grotesque ExtraBold" pitchFamily="34" charset="-122"/>
                <a:cs typeface="Bricolage Grotesque ExtraBold" pitchFamily="34" charset="-120"/>
              </a:rPr>
              <a:t> đã</a:t>
            </a:r>
            <a:r>
              <a:rPr lang="en-US" sz="4800" dirty="0" spc="2" kern="0">
                <a:solidFill>
                  <a:srgbClr val="14161C"/>
                </a:solidFill>
                <a:latin typeface="Bricolage Grotesque ExtraBold" pitchFamily="34" charset="0"/>
                <a:ea typeface="Bricolage Grotesque ExtraBold" pitchFamily="34" charset="-122"/>
                <a:cs typeface="Bricolage Grotesque ExtraBold" pitchFamily="34" charset="-120"/>
              </a:rPr>
              <a:t> kiểm</a:t>
            </a:r>
            <a:r>
              <a:rPr lang="en-US" sz="4800" dirty="0" spc="-22" kern="0">
                <a:solidFill>
                  <a:srgbClr val="14161C"/>
                </a:solidFill>
                <a:latin typeface="Bricolage Grotesque ExtraBold" pitchFamily="34" charset="0"/>
                <a:ea typeface="Bricolage Grotesque ExtraBold" pitchFamily="34" charset="-122"/>
                <a:cs typeface="Bricolage Grotesque ExtraBold" pitchFamily="34" charset="-120"/>
              </a:rPr>
              <a:t> tra</a:t>
            </a:r>
            <a:r>
              <a:rPr lang="en-US" sz="4800" dirty="0" spc="4" kern="0">
                <a:solidFill>
                  <a:srgbClr val="14161C"/>
                </a:solidFill>
                <a:latin typeface="Bricolage Grotesque ExtraBold" pitchFamily="34" charset="0"/>
                <a:ea typeface="Bricolage Grotesque ExtraBold" pitchFamily="34" charset="-122"/>
                <a:cs typeface="Bricolage Grotesque ExtraBold" pitchFamily="34" charset="-120"/>
              </a:rPr>
              <a:t> những</a:t>
            </a:r>
            <a:r>
              <a:rPr lang="en-US" sz="4800" dirty="0" spc="-16" kern="0">
                <a:solidFill>
                  <a:srgbClr val="14161C"/>
                </a:solidFill>
                <a:latin typeface="Bricolage Grotesque ExtraBold" pitchFamily="34" charset="0"/>
                <a:ea typeface="Bricolage Grotesque ExtraBold" pitchFamily="34" charset="-122"/>
                <a:cs typeface="Bricolage Grotesque ExtraBold" pitchFamily="34" charset="-120"/>
              </a:rPr>
              <a:t> gì?</a:t>
            </a:r>
            <a:endParaRPr lang="en-US" sz="4800" dirty="0"/>
          </a:p>
        </p:txBody>
      </p:sp>
      <p:sp>
        <p:nvSpPr>
          <p:cNvPr id="4" name="Connector line-1792794855541-237546271"/>
          <p:cNvSpPr/>
          <p:nvPr/>
        </p:nvSpPr>
        <p:spPr>
          <a:xfrm>
            <a:off x="838200" y="2647950"/>
            <a:ext cx="16611600" cy="0"/>
          </a:xfrm>
          <a:prstGeom prst="line">
            <a:avLst/>
          </a:prstGeom>
          <a:noFill/>
          <a:ln w="28575">
            <a:solidFill>
              <a:srgbClr val="DDD5C1"/>
            </a:solidFill>
            <a:prstDash val="solid"/>
            <a:headEnd type="none"/>
            <a:tailEnd type="none"/>
          </a:ln>
        </p:spPr>
      </p:sp>
      <p:sp>
        <p:nvSpPr>
          <p:cNvPr id="5" name="Text 3"/>
          <p:cNvSpPr/>
          <p:nvPr/>
        </p:nvSpPr>
        <p:spPr>
          <a:xfrm>
            <a:off x="838200" y="3067050"/>
            <a:ext cx="904875" cy="762000"/>
          </a:xfrm>
          <a:prstGeom prst="rect">
            <a:avLst/>
          </a:prstGeom>
          <a:noFill/>
          <a:ln/>
        </p:spPr>
        <p:txBody>
          <a:bodyPr wrap="square" lIns="0" tIns="2667" rIns="0" bIns="-2667" rtlCol="0" anchor="t"/>
          <a:lstStyle/>
          <a:p>
            <a:pPr algn="l" indent="0" marL="0">
              <a:lnSpc>
                <a:spcPts val="5460"/>
              </a:lnSpc>
              <a:buNone/>
            </a:pPr>
            <a:r>
              <a:rPr lang="en-US" sz="4200" dirty="0" spc="-14" kern="0">
                <a:solidFill>
                  <a:srgbClr val="1F3FD1"/>
                </a:solidFill>
                <a:latin typeface="Bricolage Grotesque ExtraBold" pitchFamily="34" charset="0"/>
                <a:ea typeface="Bricolage Grotesque ExtraBold" pitchFamily="34" charset="-122"/>
                <a:cs typeface="Bricolage Grotesque ExtraBold" pitchFamily="34" charset="-120"/>
              </a:rPr>
              <a:t>01</a:t>
            </a:r>
            <a:endParaRPr lang="en-US" sz="4200" dirty="0"/>
          </a:p>
        </p:txBody>
      </p:sp>
      <p:sp>
        <p:nvSpPr>
          <p:cNvPr id="6" name="Text 4"/>
          <p:cNvSpPr/>
          <p:nvPr/>
        </p:nvSpPr>
        <p:spPr>
          <a:xfrm>
            <a:off x="2047875" y="3009900"/>
            <a:ext cx="15240000" cy="457200"/>
          </a:xfrm>
          <a:prstGeom prst="rect">
            <a:avLst/>
          </a:prstGeom>
          <a:noFill/>
          <a:ln/>
        </p:spPr>
        <p:txBody>
          <a:bodyPr wrap="square" lIns="0" tIns="13343" rIns="0" bIns="-13343" rtlCol="0" anchor="t"/>
          <a:lstStyle/>
          <a:p>
            <a:pPr algn="l" indent="0" marL="0">
              <a:lnSpc>
                <a:spcPts val="3218"/>
              </a:lnSpc>
              <a:buNone/>
            </a:pPr>
            <a:r>
              <a:rPr lang="en-US" sz="2475" b="1" dirty="0" spc="-34" kern="0">
                <a:solidFill>
                  <a:srgbClr val="14161C"/>
                </a:solidFill>
                <a:latin typeface="Be Vietnam Pro" pitchFamily="34" charset="0"/>
                <a:ea typeface="Be Vietnam Pro" pitchFamily="34" charset="-122"/>
                <a:cs typeface="Be Vietnam Pro" pitchFamily="34" charset="-120"/>
              </a:rPr>
              <a:t>Xếp</a:t>
            </a:r>
            <a:r>
              <a:rPr lang="en-US" sz="2475" b="1" dirty="0" spc="-2" kern="0">
                <a:solidFill>
                  <a:srgbClr val="14161C"/>
                </a:solidFill>
                <a:latin typeface="Be Vietnam Pro" pitchFamily="34" charset="0"/>
                <a:ea typeface="Be Vietnam Pro" pitchFamily="34" charset="-122"/>
                <a:cs typeface="Be Vietnam Pro" pitchFamily="34" charset="-120"/>
              </a:rPr>
              <a:t> hạng</a:t>
            </a:r>
            <a:r>
              <a:rPr lang="en-US" sz="2475" b="1" dirty="0" spc="-13" kern="0">
                <a:solidFill>
                  <a:srgbClr val="14161C"/>
                </a:solidFill>
                <a:latin typeface="Be Vietnam Pro" pitchFamily="34" charset="0"/>
                <a:ea typeface="Be Vietnam Pro" pitchFamily="34" charset="-122"/>
                <a:cs typeface="Be Vietnam Pro" pitchFamily="34" charset="-120"/>
              </a:rPr>
              <a:t> trong</a:t>
            </a:r>
            <a:r>
              <a:rPr lang="en-US" sz="2475" b="1" dirty="0" spc="10" kern="0">
                <a:solidFill>
                  <a:srgbClr val="14161C"/>
                </a:solidFill>
                <a:latin typeface="Be Vietnam Pro" pitchFamily="34" charset="0"/>
                <a:ea typeface="Be Vietnam Pro" pitchFamily="34" charset="-122"/>
                <a:cs typeface="Be Vietnam Pro" pitchFamily="34" charset="-120"/>
              </a:rPr>
              <a:t> lượt</a:t>
            </a:r>
            <a:r>
              <a:rPr lang="en-US" sz="2475" b="1" dirty="0" spc="-4" kern="0">
                <a:solidFill>
                  <a:srgbClr val="14161C"/>
                </a:solidFill>
                <a:latin typeface="Be Vietnam Pro" pitchFamily="34" charset="0"/>
                <a:ea typeface="Be Vietnam Pro" pitchFamily="34" charset="-122"/>
                <a:cs typeface="Be Vietnam Pro" pitchFamily="34" charset="-120"/>
              </a:rPr>
              <a:t> quét</a:t>
            </a:r>
            <a:endParaRPr lang="en-US" sz="2475" dirty="0"/>
          </a:p>
        </p:txBody>
      </p:sp>
      <p:sp>
        <p:nvSpPr>
          <p:cNvPr id="7" name="Text 5"/>
          <p:cNvSpPr/>
          <p:nvPr/>
        </p:nvSpPr>
        <p:spPr>
          <a:xfrm>
            <a:off x="2047875" y="3533775"/>
            <a:ext cx="15240000" cy="600075"/>
          </a:xfrm>
          <a:prstGeom prst="rect">
            <a:avLst/>
          </a:prstGeom>
          <a:noFill/>
          <a:ln/>
        </p:spPr>
        <p:txBody>
          <a:bodyPr wrap="square" lIns="0" tIns="12144" rIns="0" bIns="-12144" rtlCol="0" anchor="t"/>
          <a:lstStyle/>
          <a:p>
            <a:pPr algn="l" indent="0" marL="0">
              <a:lnSpc>
                <a:spcPts val="2925"/>
              </a:lnSpc>
              <a:buNone/>
            </a:pPr>
            <a:r>
              <a:rPr lang="en-US" sz="2250" dirty="0" spc="-2" kern="0">
                <a:solidFill>
                  <a:srgbClr val="14161C"/>
                </a:solidFill>
                <a:latin typeface="Be Vietnam Pro" pitchFamily="34" charset="0"/>
                <a:ea typeface="Be Vietnam Pro" pitchFamily="34" charset="-122"/>
                <a:cs typeface="Be Vietnam Pro" pitchFamily="34" charset="-120"/>
              </a:rPr>
              <a:t>Tìm</a:t>
            </a:r>
            <a:r>
              <a:rPr lang="en-US" sz="2250" dirty="0" spc="-21" kern="0">
                <a:solidFill>
                  <a:srgbClr val="14161C"/>
                </a:solidFill>
                <a:latin typeface="Be Vietnam Pro" pitchFamily="34" charset="0"/>
                <a:ea typeface="Be Vietnam Pro" pitchFamily="34" charset="-122"/>
                <a:cs typeface="Be Vietnam Pro" pitchFamily="34" charset="-120"/>
              </a:rPr>
              <a:t> repo</a:t>
            </a:r>
            <a:r>
              <a:rPr lang="en-US" sz="2250" dirty="0" spc="2" kern="0">
                <a:solidFill>
                  <a:srgbClr val="14161C"/>
                </a:solidFill>
                <a:latin typeface="Be Vietnam Pro" pitchFamily="34" charset="0"/>
                <a:ea typeface="Be Vietnam Pro" pitchFamily="34" charset="-122"/>
                <a:cs typeface="Be Vietnam Pro" pitchFamily="34" charset="-120"/>
              </a:rPr>
              <a:t> công</a:t>
            </a:r>
            <a:r>
              <a:rPr lang="en-US" sz="2250" dirty="0" spc="-2" kern="0">
                <a:solidFill>
                  <a:srgbClr val="14161C"/>
                </a:solidFill>
                <a:latin typeface="Be Vietnam Pro" pitchFamily="34" charset="0"/>
                <a:ea typeface="Be Vietnam Pro" pitchFamily="34" charset="-122"/>
                <a:cs typeface="Be Vietnam Pro" pitchFamily="34" charset="-120"/>
              </a:rPr>
              <a:t> khai theo</a:t>
            </a:r>
            <a:r>
              <a:rPr lang="en-US" sz="2250" dirty="0" spc="-8" kern="0">
                <a:solidFill>
                  <a:srgbClr val="14161C"/>
                </a:solidFill>
                <a:latin typeface="Be Vietnam Pro" pitchFamily="34" charset="0"/>
                <a:ea typeface="Be Vietnam Pro" pitchFamily="34" charset="-122"/>
                <a:cs typeface="Be Vietnam Pro" pitchFamily="34" charset="-120"/>
              </a:rPr>
              <a:t> tổng</a:t>
            </a:r>
            <a:r>
              <a:rPr lang="en-US" sz="2250" dirty="0" spc="-5" kern="0">
                <a:solidFill>
                  <a:srgbClr val="14161C"/>
                </a:solidFill>
                <a:latin typeface="Be Vietnam Pro" pitchFamily="34" charset="0"/>
                <a:ea typeface="Be Vietnam Pro" pitchFamily="34" charset="-122"/>
                <a:cs typeface="Be Vietnam Pro" pitchFamily="34" charset="-120"/>
              </a:rPr>
              <a:t> sao</a:t>
            </a:r>
            <a:r>
              <a:rPr lang="en-US" sz="2250" dirty="0" spc="-3" kern="0">
                <a:solidFill>
                  <a:srgbClr val="14161C"/>
                </a:solidFill>
                <a:latin typeface="Be Vietnam Pro" pitchFamily="34" charset="0"/>
                <a:ea typeface="Be Vietnam Pro" pitchFamily="34" charset="-122"/>
                <a:cs typeface="Be Vietnam Pro" pitchFamily="34" charset="-120"/>
              </a:rPr>
              <a:t> giảm</a:t>
            </a:r>
            <a:r>
              <a:rPr lang="en-US" sz="2250" dirty="0" spc="0" kern="0">
                <a:solidFill>
                  <a:srgbClr val="14161C"/>
                </a:solidFill>
                <a:latin typeface="Be Vietnam Pro" pitchFamily="34" charset="0"/>
                <a:ea typeface="Be Vietnam Pro" pitchFamily="34" charset="-122"/>
                <a:cs typeface="Be Vietnam Pro" pitchFamily="34" charset="-120"/>
              </a:rPr>
              <a:t> dần;</a:t>
            </a:r>
            <a:r>
              <a:rPr lang="en-US" sz="2250" dirty="0" spc="12" kern="0">
                <a:solidFill>
                  <a:srgbClr val="14161C"/>
                </a:solidFill>
                <a:latin typeface="Be Vietnam Pro" pitchFamily="34" charset="0"/>
                <a:ea typeface="Be Vietnam Pro" pitchFamily="34" charset="-122"/>
                <a:cs typeface="Be Vietnam Pro" pitchFamily="34" charset="-120"/>
              </a:rPr>
              <a:t> đọc</a:t>
            </a:r>
            <a:r>
              <a:rPr lang="en-US" sz="2250" dirty="0" spc="-19" kern="0">
                <a:solidFill>
                  <a:srgbClr val="14161C"/>
                </a:solidFill>
                <a:latin typeface="Be Vietnam Pro" pitchFamily="34" charset="0"/>
                <a:ea typeface="Be Vietnam Pro" pitchFamily="34" charset="-122"/>
                <a:cs typeface="Be Vietnam Pro" pitchFamily="34" charset="-120"/>
              </a:rPr>
              <a:t> metadata</a:t>
            </a:r>
            <a:r>
              <a:rPr lang="en-US" sz="2250" dirty="0" spc="17" kern="0">
                <a:solidFill>
                  <a:srgbClr val="14161C"/>
                </a:solidFill>
                <a:latin typeface="Be Vietnam Pro" pitchFamily="34" charset="0"/>
                <a:ea typeface="Be Vietnam Pro" pitchFamily="34" charset="-122"/>
                <a:cs typeface="Be Vietnam Pro" pitchFamily="34" charset="-120"/>
              </a:rPr>
              <a:t> để</a:t>
            </a:r>
            <a:r>
              <a:rPr lang="en-US" sz="2250" dirty="0" spc="-9" kern="0">
                <a:solidFill>
                  <a:srgbClr val="14161C"/>
                </a:solidFill>
                <a:latin typeface="Be Vietnam Pro" pitchFamily="34" charset="0"/>
                <a:ea typeface="Be Vietnam Pro" pitchFamily="34" charset="-122"/>
                <a:cs typeface="Be Vietnam Pro" pitchFamily="34" charset="-120"/>
              </a:rPr>
              <a:t> lấy</a:t>
            </a:r>
            <a:r>
              <a:rPr lang="en-US" sz="2250" dirty="0" spc="-3" kern="0">
                <a:solidFill>
                  <a:srgbClr val="14161C"/>
                </a:solidFill>
                <a:latin typeface="Be Vietnam Pro" pitchFamily="34" charset="0"/>
                <a:ea typeface="Be Vietnam Pro" pitchFamily="34" charset="-122"/>
                <a:cs typeface="Be Vietnam Pro" pitchFamily="34" charset="-120"/>
              </a:rPr>
              <a:t> số sao.</a:t>
            </a:r>
            <a:endParaRPr lang="en-US" sz="2250" dirty="0"/>
          </a:p>
        </p:txBody>
      </p:sp>
      <p:sp>
        <p:nvSpPr>
          <p:cNvPr id="8" name="Connector line-1792794855549-159106360"/>
          <p:cNvSpPr/>
          <p:nvPr/>
        </p:nvSpPr>
        <p:spPr>
          <a:xfrm>
            <a:off x="2047875" y="4171950"/>
            <a:ext cx="15401925" cy="0"/>
          </a:xfrm>
          <a:prstGeom prst="line">
            <a:avLst/>
          </a:prstGeom>
          <a:noFill/>
          <a:ln w="28575">
            <a:solidFill>
              <a:srgbClr val="DDD5C1"/>
            </a:solidFill>
            <a:prstDash val="solid"/>
            <a:headEnd type="none"/>
            <a:tailEnd type="none"/>
          </a:ln>
        </p:spPr>
      </p:sp>
      <p:sp>
        <p:nvSpPr>
          <p:cNvPr id="9" name="Text 7"/>
          <p:cNvSpPr/>
          <p:nvPr/>
        </p:nvSpPr>
        <p:spPr>
          <a:xfrm>
            <a:off x="838200" y="4305300"/>
            <a:ext cx="904875" cy="762000"/>
          </a:xfrm>
          <a:prstGeom prst="rect">
            <a:avLst/>
          </a:prstGeom>
          <a:noFill/>
          <a:ln/>
        </p:spPr>
        <p:txBody>
          <a:bodyPr wrap="square" lIns="0" tIns="2667" rIns="0" bIns="-2667" rtlCol="0" anchor="t"/>
          <a:lstStyle/>
          <a:p>
            <a:pPr algn="l" indent="0" marL="0">
              <a:lnSpc>
                <a:spcPts val="5460"/>
              </a:lnSpc>
              <a:buNone/>
            </a:pPr>
            <a:r>
              <a:rPr lang="en-US" sz="4200" dirty="0" spc="-6" kern="0">
                <a:solidFill>
                  <a:srgbClr val="1F3FD1"/>
                </a:solidFill>
                <a:latin typeface="Bricolage Grotesque ExtraBold" pitchFamily="34" charset="0"/>
                <a:ea typeface="Bricolage Grotesque ExtraBold" pitchFamily="34" charset="-122"/>
                <a:cs typeface="Bricolage Grotesque ExtraBold" pitchFamily="34" charset="-120"/>
              </a:rPr>
              <a:t>02</a:t>
            </a:r>
            <a:endParaRPr lang="en-US" sz="4200" dirty="0"/>
          </a:p>
        </p:txBody>
      </p:sp>
      <p:sp>
        <p:nvSpPr>
          <p:cNvPr id="10" name="Text 8"/>
          <p:cNvSpPr/>
          <p:nvPr/>
        </p:nvSpPr>
        <p:spPr>
          <a:xfrm>
            <a:off x="2047875" y="4248150"/>
            <a:ext cx="15240000" cy="457200"/>
          </a:xfrm>
          <a:prstGeom prst="rect">
            <a:avLst/>
          </a:prstGeom>
          <a:noFill/>
          <a:ln/>
        </p:spPr>
        <p:txBody>
          <a:bodyPr wrap="square" lIns="0" tIns="13343" rIns="0" bIns="-13343" rtlCol="0" anchor="t"/>
          <a:lstStyle/>
          <a:p>
            <a:pPr algn="l" indent="0" marL="0">
              <a:lnSpc>
                <a:spcPts val="3218"/>
              </a:lnSpc>
              <a:buNone/>
            </a:pPr>
            <a:r>
              <a:rPr lang="en-US" sz="2475" b="1" dirty="0" spc="-4" kern="0">
                <a:solidFill>
                  <a:srgbClr val="14161C"/>
                </a:solidFill>
                <a:latin typeface="Be Vietnam Pro" pitchFamily="34" charset="0"/>
                <a:ea typeface="Be Vietnam Pro" pitchFamily="34" charset="-122"/>
                <a:cs typeface="Be Vietnam Pro" pitchFamily="34" charset="-120"/>
              </a:rPr>
              <a:t>Nội</a:t>
            </a:r>
            <a:r>
              <a:rPr lang="en-US" sz="2475" b="1" dirty="0" spc="0" kern="0">
                <a:solidFill>
                  <a:srgbClr val="14161C"/>
                </a:solidFill>
                <a:latin typeface="Be Vietnam Pro" pitchFamily="34" charset="0"/>
                <a:ea typeface="Be Vietnam Pro" pitchFamily="34" charset="-122"/>
                <a:cs typeface="Be Vietnam Pro" pitchFamily="34" charset="-120"/>
              </a:rPr>
              <a:t> dung</a:t>
            </a:r>
            <a:r>
              <a:rPr lang="en-US" sz="2475" b="1" dirty="0" spc="-9" kern="0">
                <a:solidFill>
                  <a:srgbClr val="14161C"/>
                </a:solidFill>
                <a:latin typeface="Be Vietnam Pro" pitchFamily="34" charset="0"/>
                <a:ea typeface="Be Vietnam Pro" pitchFamily="34" charset="-122"/>
                <a:cs typeface="Be Vietnam Pro" pitchFamily="34" charset="-120"/>
              </a:rPr>
              <a:t> gốc</a:t>
            </a:r>
            <a:r>
              <a:rPr lang="en-US" sz="2475" b="1" dirty="0" spc="-2" kern="0">
                <a:solidFill>
                  <a:srgbClr val="14161C"/>
                </a:solidFill>
                <a:latin typeface="Be Vietnam Pro" pitchFamily="34" charset="0"/>
                <a:ea typeface="Be Vietnam Pro" pitchFamily="34" charset="-122"/>
                <a:cs typeface="Be Vietnam Pro" pitchFamily="34" charset="-120"/>
              </a:rPr>
              <a:t> của</a:t>
            </a:r>
            <a:r>
              <a:rPr lang="en-US" sz="2475" b="1" dirty="0" spc="23" kern="0">
                <a:solidFill>
                  <a:srgbClr val="14161C"/>
                </a:solidFill>
                <a:latin typeface="Be Vietnam Pro" pitchFamily="34" charset="0"/>
                <a:ea typeface="Be Vietnam Pro" pitchFamily="34" charset="-122"/>
                <a:cs typeface="Be Vietnam Pro" pitchFamily="34" charset="-120"/>
              </a:rPr>
              <a:t> từng</a:t>
            </a:r>
            <a:r>
              <a:rPr lang="en-US" sz="2475" b="1" dirty="0" spc="-15" kern="0">
                <a:solidFill>
                  <a:srgbClr val="14161C"/>
                </a:solidFill>
                <a:latin typeface="Be Vietnam Pro" pitchFamily="34" charset="0"/>
                <a:ea typeface="Be Vietnam Pro" pitchFamily="34" charset="-122"/>
                <a:cs typeface="Be Vietnam Pro" pitchFamily="34" charset="-120"/>
              </a:rPr>
              <a:t> repo</a:t>
            </a:r>
            <a:endParaRPr lang="en-US" sz="2475" dirty="0"/>
          </a:p>
        </p:txBody>
      </p:sp>
      <p:sp>
        <p:nvSpPr>
          <p:cNvPr id="11" name="Text 9"/>
          <p:cNvSpPr/>
          <p:nvPr/>
        </p:nvSpPr>
        <p:spPr>
          <a:xfrm>
            <a:off x="2047875" y="4772025"/>
            <a:ext cx="15240000" cy="600075"/>
          </a:xfrm>
          <a:prstGeom prst="rect">
            <a:avLst/>
          </a:prstGeom>
          <a:noFill/>
          <a:ln/>
        </p:spPr>
        <p:txBody>
          <a:bodyPr wrap="square" lIns="0" tIns="12144" rIns="0" bIns="-12144" rtlCol="0" anchor="t"/>
          <a:lstStyle/>
          <a:p>
            <a:pPr algn="l" indent="0" marL="0">
              <a:lnSpc>
                <a:spcPts val="2925"/>
              </a:lnSpc>
              <a:buNone/>
            </a:pPr>
            <a:r>
              <a:rPr lang="en-US" sz="2250" dirty="0" spc="-2" kern="0">
                <a:solidFill>
                  <a:srgbClr val="14161C"/>
                </a:solidFill>
                <a:latin typeface="Be Vietnam Pro" pitchFamily="34" charset="0"/>
                <a:ea typeface="Be Vietnam Pro" pitchFamily="34" charset="-122"/>
                <a:cs typeface="Be Vietnam Pro" pitchFamily="34" charset="-120"/>
              </a:rPr>
              <a:t>Đọc</a:t>
            </a:r>
            <a:r>
              <a:rPr lang="en-US" sz="2250" dirty="0" spc="-1" kern="0">
                <a:solidFill>
                  <a:srgbClr val="14161C"/>
                </a:solidFill>
                <a:latin typeface="Be Vietnam Pro" pitchFamily="34" charset="0"/>
                <a:ea typeface="Be Vietnam Pro" pitchFamily="34" charset="-122"/>
                <a:cs typeface="Be Vietnam Pro" pitchFamily="34" charset="-120"/>
              </a:rPr>
              <a:t> README,</a:t>
            </a:r>
            <a:r>
              <a:rPr lang="en-US" sz="2250" dirty="0" spc="3" kern="0">
                <a:solidFill>
                  <a:srgbClr val="14161C"/>
                </a:solidFill>
                <a:latin typeface="Be Vietnam Pro" pitchFamily="34" charset="0"/>
                <a:ea typeface="Be Vietnam Pro" pitchFamily="34" charset="-122"/>
                <a:cs typeface="Be Vietnam Pro" pitchFamily="34" charset="-120"/>
              </a:rPr>
              <a:t> các</a:t>
            </a:r>
            <a:r>
              <a:rPr lang="en-US" sz="2250" dirty="0" spc="1" kern="0">
                <a:solidFill>
                  <a:srgbClr val="14161C"/>
                </a:solidFill>
                <a:latin typeface="Be Vietnam Pro" pitchFamily="34" charset="0"/>
                <a:ea typeface="Be Vietnam Pro" pitchFamily="34" charset="-122"/>
                <a:cs typeface="Be Vietnam Pro" pitchFamily="34" charset="-120"/>
              </a:rPr>
              <a:t> nhóm nội</a:t>
            </a:r>
            <a:r>
              <a:rPr lang="en-US" sz="2250" dirty="0" spc="0" kern="0">
                <a:solidFill>
                  <a:srgbClr val="14161C"/>
                </a:solidFill>
                <a:latin typeface="Be Vietnam Pro" pitchFamily="34" charset="0"/>
                <a:ea typeface="Be Vietnam Pro" pitchFamily="34" charset="-122"/>
                <a:cs typeface="Be Vietnam Pro" pitchFamily="34" charset="-120"/>
              </a:rPr>
              <a:t> dung;</a:t>
            </a:r>
            <a:r>
              <a:rPr lang="en-US" sz="2250" dirty="0" spc="13" kern="0">
                <a:solidFill>
                  <a:srgbClr val="14161C"/>
                </a:solidFill>
                <a:latin typeface="Be Vietnam Pro" pitchFamily="34" charset="0"/>
                <a:ea typeface="Be Vietnam Pro" pitchFamily="34" charset="-122"/>
                <a:cs typeface="Be Vietnam Pro" pitchFamily="34" charset="-120"/>
              </a:rPr>
              <a:t> đọc</a:t>
            </a:r>
            <a:r>
              <a:rPr lang="en-US" sz="2250" dirty="0" spc="-1" kern="0">
                <a:solidFill>
                  <a:srgbClr val="14161C"/>
                </a:solidFill>
                <a:latin typeface="Be Vietnam Pro" pitchFamily="34" charset="0"/>
                <a:ea typeface="Be Vietnam Pro" pitchFamily="34" charset="-122"/>
                <a:cs typeface="Be Vietnam Pro" pitchFamily="34" charset="-120"/>
              </a:rPr>
              <a:t> thêm</a:t>
            </a:r>
            <a:r>
              <a:rPr lang="en-US" sz="2250" dirty="0" spc="-14" kern="0">
                <a:solidFill>
                  <a:srgbClr val="14161C"/>
                </a:solidFill>
                <a:latin typeface="Be Vietnam Pro" pitchFamily="34" charset="0"/>
                <a:ea typeface="Be Vietnam Pro" pitchFamily="34" charset="-122"/>
                <a:cs typeface="Be Vietnam Pro" pitchFamily="34" charset="-120"/>
              </a:rPr>
              <a:t> manifesto</a:t>
            </a:r>
            <a:r>
              <a:rPr lang="en-US" sz="2250" dirty="0" spc="-16" kern="0">
                <a:solidFill>
                  <a:srgbClr val="14161C"/>
                </a:solidFill>
                <a:latin typeface="Be Vietnam Pro" pitchFamily="34" charset="0"/>
                <a:ea typeface="Be Vietnam Pro" pitchFamily="34" charset="-122"/>
                <a:cs typeface="Be Vietnam Pro" pitchFamily="34" charset="-120"/>
              </a:rPr>
              <a:t> và</a:t>
            </a:r>
            <a:r>
              <a:rPr lang="en-US" sz="2250" dirty="0" spc="6" kern="0">
                <a:solidFill>
                  <a:srgbClr val="14161C"/>
                </a:solidFill>
                <a:latin typeface="Be Vietnam Pro" pitchFamily="34" charset="0"/>
                <a:ea typeface="Be Vietnam Pro" pitchFamily="34" charset="-122"/>
                <a:cs typeface="Be Vietnam Pro" pitchFamily="34" charset="-120"/>
              </a:rPr>
              <a:t> hướng</a:t>
            </a:r>
            <a:r>
              <a:rPr lang="en-US" sz="2250" dirty="0" spc="2" kern="0">
                <a:solidFill>
                  <a:srgbClr val="14161C"/>
                </a:solidFill>
                <a:latin typeface="Be Vietnam Pro" pitchFamily="34" charset="0"/>
                <a:ea typeface="Be Vietnam Pro" pitchFamily="34" charset="-122"/>
                <a:cs typeface="Be Vietnam Pro" pitchFamily="34" charset="-120"/>
              </a:rPr>
              <a:t> dẫn</a:t>
            </a:r>
            <a:r>
              <a:rPr lang="en-US" sz="2250" dirty="0" spc="11" kern="0">
                <a:solidFill>
                  <a:srgbClr val="14161C"/>
                </a:solidFill>
                <a:latin typeface="Be Vietnam Pro" pitchFamily="34" charset="0"/>
                <a:ea typeface="Be Vietnam Pro" pitchFamily="34" charset="-122"/>
                <a:cs typeface="Be Vietnam Pro" pitchFamily="34" charset="-120"/>
              </a:rPr>
              <a:t> đóng</a:t>
            </a:r>
            <a:r>
              <a:rPr lang="en-US" sz="2250" dirty="0" spc="-9" kern="0">
                <a:solidFill>
                  <a:srgbClr val="14161C"/>
                </a:solidFill>
                <a:latin typeface="Be Vietnam Pro" pitchFamily="34" charset="0"/>
                <a:ea typeface="Be Vietnam Pro" pitchFamily="34" charset="-122"/>
                <a:cs typeface="Be Vietnam Pro" pitchFamily="34" charset="-120"/>
              </a:rPr>
              <a:t> góp</a:t>
            </a:r>
            <a:r>
              <a:rPr lang="en-US" sz="2250" dirty="0" spc="-1" kern="0">
                <a:solidFill>
                  <a:srgbClr val="14161C"/>
                </a:solidFill>
                <a:latin typeface="Be Vietnam Pro" pitchFamily="34" charset="0"/>
                <a:ea typeface="Be Vietnam Pro" pitchFamily="34" charset="-122"/>
                <a:cs typeface="Be Vietnam Pro" pitchFamily="34" charset="-120"/>
              </a:rPr>
              <a:t> liên</a:t>
            </a:r>
            <a:r>
              <a:rPr lang="en-US" sz="2250" dirty="0" spc="2" kern="0">
                <a:solidFill>
                  <a:srgbClr val="14161C"/>
                </a:solidFill>
                <a:latin typeface="Be Vietnam Pro" pitchFamily="34" charset="0"/>
                <a:ea typeface="Be Vietnam Pro" pitchFamily="34" charset="-122"/>
                <a:cs typeface="Be Vietnam Pro" pitchFamily="34" charset="-120"/>
              </a:rPr>
              <a:t> quan.</a:t>
            </a:r>
            <a:endParaRPr lang="en-US" sz="2250" dirty="0"/>
          </a:p>
        </p:txBody>
      </p:sp>
      <p:sp>
        <p:nvSpPr>
          <p:cNvPr id="12" name="Connector line-1792794855559-367180768"/>
          <p:cNvSpPr/>
          <p:nvPr/>
        </p:nvSpPr>
        <p:spPr>
          <a:xfrm>
            <a:off x="2047875" y="5410200"/>
            <a:ext cx="15401925" cy="0"/>
          </a:xfrm>
          <a:prstGeom prst="line">
            <a:avLst/>
          </a:prstGeom>
          <a:noFill/>
          <a:ln w="28575">
            <a:solidFill>
              <a:srgbClr val="DDD5C1"/>
            </a:solidFill>
            <a:prstDash val="solid"/>
            <a:headEnd type="none"/>
            <a:tailEnd type="none"/>
          </a:ln>
        </p:spPr>
      </p:sp>
      <p:sp>
        <p:nvSpPr>
          <p:cNvPr id="13" name="Text 11"/>
          <p:cNvSpPr/>
          <p:nvPr/>
        </p:nvSpPr>
        <p:spPr>
          <a:xfrm>
            <a:off x="838200" y="5543550"/>
            <a:ext cx="904875" cy="762000"/>
          </a:xfrm>
          <a:prstGeom prst="rect">
            <a:avLst/>
          </a:prstGeom>
          <a:noFill/>
          <a:ln/>
        </p:spPr>
        <p:txBody>
          <a:bodyPr wrap="square" lIns="0" tIns="2667" rIns="0" bIns="-2667" rtlCol="0" anchor="t"/>
          <a:lstStyle/>
          <a:p>
            <a:pPr algn="l" indent="0" marL="0">
              <a:lnSpc>
                <a:spcPts val="5460"/>
              </a:lnSpc>
              <a:buNone/>
            </a:pPr>
            <a:r>
              <a:rPr lang="en-US" sz="4200" dirty="0" spc="-12" kern="0">
                <a:solidFill>
                  <a:srgbClr val="1F3FD1"/>
                </a:solidFill>
                <a:latin typeface="Bricolage Grotesque ExtraBold" pitchFamily="34" charset="0"/>
                <a:ea typeface="Bricolage Grotesque ExtraBold" pitchFamily="34" charset="-122"/>
                <a:cs typeface="Bricolage Grotesque ExtraBold" pitchFamily="34" charset="-120"/>
              </a:rPr>
              <a:t>03</a:t>
            </a:r>
            <a:endParaRPr lang="en-US" sz="4200" dirty="0"/>
          </a:p>
        </p:txBody>
      </p:sp>
      <p:sp>
        <p:nvSpPr>
          <p:cNvPr id="14" name="Text 12"/>
          <p:cNvSpPr/>
          <p:nvPr/>
        </p:nvSpPr>
        <p:spPr>
          <a:xfrm>
            <a:off x="2047875" y="5486400"/>
            <a:ext cx="15240000" cy="457200"/>
          </a:xfrm>
          <a:prstGeom prst="rect">
            <a:avLst/>
          </a:prstGeom>
          <a:noFill/>
          <a:ln/>
        </p:spPr>
        <p:txBody>
          <a:bodyPr wrap="square" lIns="0" tIns="13343" rIns="0" bIns="-13343" rtlCol="0" anchor="t"/>
          <a:lstStyle/>
          <a:p>
            <a:pPr algn="l" indent="0" marL="0">
              <a:lnSpc>
                <a:spcPts val="3218"/>
              </a:lnSpc>
              <a:buNone/>
            </a:pPr>
            <a:r>
              <a:rPr lang="en-US" sz="2475" b="1" dirty="0" spc="2" kern="0">
                <a:solidFill>
                  <a:srgbClr val="14161C"/>
                </a:solidFill>
                <a:latin typeface="Be Vietnam Pro" pitchFamily="34" charset="0"/>
                <a:ea typeface="Be Vietnam Pro" pitchFamily="34" charset="-122"/>
                <a:cs typeface="Be Vietnam Pro" pitchFamily="34" charset="-120"/>
              </a:rPr>
              <a:t>Giải</a:t>
            </a:r>
            <a:r>
              <a:rPr lang="en-US" sz="2475" b="1" dirty="0" spc="-2" kern="0">
                <a:solidFill>
                  <a:srgbClr val="14161C"/>
                </a:solidFill>
                <a:latin typeface="Be Vietnam Pro" pitchFamily="34" charset="0"/>
                <a:ea typeface="Be Vietnam Pro" pitchFamily="34" charset="-122"/>
                <a:cs typeface="Be Vietnam Pro" pitchFamily="34" charset="-120"/>
              </a:rPr>
              <a:t> thích</a:t>
            </a:r>
            <a:r>
              <a:rPr lang="en-US" sz="2475" b="1" dirty="0" spc="-23" kern="0">
                <a:solidFill>
                  <a:srgbClr val="14161C"/>
                </a:solidFill>
                <a:latin typeface="Be Vietnam Pro" pitchFamily="34" charset="0"/>
                <a:ea typeface="Be Vietnam Pro" pitchFamily="34" charset="-122"/>
                <a:cs typeface="Be Vietnam Pro" pitchFamily="34" charset="-120"/>
              </a:rPr>
              <a:t> và</a:t>
            </a:r>
            <a:r>
              <a:rPr lang="en-US" sz="2475" b="1" dirty="0" spc="-4" kern="0">
                <a:solidFill>
                  <a:srgbClr val="14161C"/>
                </a:solidFill>
                <a:latin typeface="Be Vietnam Pro" pitchFamily="34" charset="0"/>
                <a:ea typeface="Be Vietnam Pro" pitchFamily="34" charset="-122"/>
                <a:cs typeface="Be Vietnam Pro" pitchFamily="34" charset="-120"/>
              </a:rPr>
              <a:t> ví</a:t>
            </a:r>
            <a:r>
              <a:rPr lang="en-US" sz="2475" b="1" dirty="0" spc="-1" kern="0">
                <a:solidFill>
                  <a:srgbClr val="14161C"/>
                </a:solidFill>
                <a:latin typeface="Be Vietnam Pro" pitchFamily="34" charset="0"/>
                <a:ea typeface="Be Vietnam Pro" pitchFamily="34" charset="-122"/>
                <a:cs typeface="Be Vietnam Pro" pitchFamily="34" charset="-120"/>
              </a:rPr>
              <a:t> dụ</a:t>
            </a:r>
            <a:r>
              <a:rPr lang="en-US" sz="2475" b="1" dirty="0" spc="-8" kern="0">
                <a:solidFill>
                  <a:srgbClr val="14161C"/>
                </a:solidFill>
                <a:latin typeface="Be Vietnam Pro" pitchFamily="34" charset="0"/>
                <a:ea typeface="Be Vietnam Pro" pitchFamily="34" charset="-122"/>
                <a:cs typeface="Be Vietnam Pro" pitchFamily="34" charset="-120"/>
              </a:rPr>
              <a:t> có</a:t>
            </a:r>
            <a:r>
              <a:rPr lang="en-US" sz="2475" b="1" dirty="0" spc="1" kern="0">
                <a:solidFill>
                  <a:srgbClr val="14161C"/>
                </a:solidFill>
                <a:latin typeface="Be Vietnam Pro" pitchFamily="34" charset="0"/>
                <a:ea typeface="Be Vietnam Pro" pitchFamily="34" charset="-122"/>
                <a:cs typeface="Be Vietnam Pro" pitchFamily="34" charset="-120"/>
              </a:rPr>
              <a:t> nhãn</a:t>
            </a:r>
            <a:endParaRPr lang="en-US" sz="2475" dirty="0"/>
          </a:p>
        </p:txBody>
      </p:sp>
      <p:sp>
        <p:nvSpPr>
          <p:cNvPr id="15" name="Text 13"/>
          <p:cNvSpPr/>
          <p:nvPr/>
        </p:nvSpPr>
        <p:spPr>
          <a:xfrm>
            <a:off x="2047875" y="6010275"/>
            <a:ext cx="15240000" cy="600075"/>
          </a:xfrm>
          <a:prstGeom prst="rect">
            <a:avLst/>
          </a:prstGeom>
          <a:noFill/>
          <a:ln/>
        </p:spPr>
        <p:txBody>
          <a:bodyPr wrap="square" lIns="0" tIns="12144" rIns="0" bIns="-12144" rtlCol="0" anchor="t"/>
          <a:lstStyle/>
          <a:p>
            <a:pPr algn="l" indent="0" marL="0">
              <a:lnSpc>
                <a:spcPts val="2925"/>
              </a:lnSpc>
              <a:buNone/>
            </a:pPr>
            <a:r>
              <a:rPr lang="en-US" sz="2250" dirty="0" spc="0" kern="0">
                <a:solidFill>
                  <a:srgbClr val="14161C"/>
                </a:solidFill>
                <a:latin typeface="Be Vietnam Pro" pitchFamily="34" charset="0"/>
                <a:ea typeface="Be Vietnam Pro" pitchFamily="34" charset="-122"/>
                <a:cs typeface="Be Vietnam Pro" pitchFamily="34" charset="-120"/>
              </a:rPr>
              <a:t>Thông</a:t>
            </a:r>
            <a:r>
              <a:rPr lang="en-US" sz="2250" dirty="0" spc="1" kern="0">
                <a:solidFill>
                  <a:srgbClr val="14161C"/>
                </a:solidFill>
                <a:latin typeface="Be Vietnam Pro" pitchFamily="34" charset="0"/>
                <a:ea typeface="Be Vietnam Pro" pitchFamily="34" charset="-122"/>
                <a:cs typeface="Be Vietnam Pro" pitchFamily="34" charset="-120"/>
              </a:rPr>
              <a:t> tin</a:t>
            </a:r>
            <a:r>
              <a:rPr lang="en-US" sz="2250" dirty="0" spc="-21" kern="0">
                <a:solidFill>
                  <a:srgbClr val="14161C"/>
                </a:solidFill>
                <a:latin typeface="Be Vietnam Pro" pitchFamily="34" charset="0"/>
                <a:ea typeface="Be Vietnam Pro" pitchFamily="34" charset="-122"/>
                <a:cs typeface="Be Vietnam Pro" pitchFamily="34" charset="-120"/>
              </a:rPr>
              <a:t> repo</a:t>
            </a:r>
            <a:r>
              <a:rPr lang="en-US" sz="2250" dirty="0" spc="-12" kern="0">
                <a:solidFill>
                  <a:srgbClr val="14161C"/>
                </a:solidFill>
                <a:latin typeface="Be Vietnam Pro" pitchFamily="34" charset="0"/>
                <a:ea typeface="Be Vietnam Pro" pitchFamily="34" charset="-122"/>
                <a:cs typeface="Be Vietnam Pro" pitchFamily="34" charset="-120"/>
              </a:rPr>
              <a:t> gắn</a:t>
            </a:r>
            <a:r>
              <a:rPr lang="en-US" sz="2250" dirty="0" spc="1" kern="0">
                <a:solidFill>
                  <a:srgbClr val="14161C"/>
                </a:solidFill>
                <a:latin typeface="Be Vietnam Pro" pitchFamily="34" charset="0"/>
                <a:ea typeface="Be Vietnam Pro" pitchFamily="34" charset="-122"/>
                <a:cs typeface="Be Vietnam Pro" pitchFamily="34" charset="-120"/>
              </a:rPr>
              <a:t> [Sn].</a:t>
            </a:r>
            <a:r>
              <a:rPr lang="en-US" sz="2250" dirty="0" spc="-25" kern="0">
                <a:solidFill>
                  <a:srgbClr val="14161C"/>
                </a:solidFill>
                <a:latin typeface="Be Vietnam Pro" pitchFamily="34" charset="0"/>
                <a:ea typeface="Be Vietnam Pro" pitchFamily="34" charset="-122"/>
                <a:cs typeface="Be Vietnam Pro" pitchFamily="34" charset="-120"/>
              </a:rPr>
              <a:t> Lộ</a:t>
            </a:r>
            <a:r>
              <a:rPr lang="en-US" sz="2250" dirty="0" spc="5" kern="0">
                <a:solidFill>
                  <a:srgbClr val="14161C"/>
                </a:solidFill>
                <a:latin typeface="Be Vietnam Pro" pitchFamily="34" charset="0"/>
                <a:ea typeface="Be Vietnam Pro" pitchFamily="34" charset="-122"/>
                <a:cs typeface="Be Vietnam Pro" pitchFamily="34" charset="-120"/>
              </a:rPr>
              <a:t> trình,</a:t>
            </a:r>
            <a:r>
              <a:rPr lang="en-US" sz="2250" dirty="0" spc="-3" kern="0">
                <a:solidFill>
                  <a:srgbClr val="14161C"/>
                </a:solidFill>
                <a:latin typeface="Be Vietnam Pro" pitchFamily="34" charset="0"/>
                <a:ea typeface="Be Vietnam Pro" pitchFamily="34" charset="-122"/>
                <a:cs typeface="Be Vietnam Pro" pitchFamily="34" charset="-120"/>
              </a:rPr>
              <a:t> bài</a:t>
            </a:r>
            <a:r>
              <a:rPr lang="en-US" sz="2250" dirty="0" spc="-10" kern="0">
                <a:solidFill>
                  <a:srgbClr val="14161C"/>
                </a:solidFill>
                <a:latin typeface="Be Vietnam Pro" pitchFamily="34" charset="0"/>
                <a:ea typeface="Be Vietnam Pro" pitchFamily="34" charset="-122"/>
                <a:cs typeface="Be Vietnam Pro" pitchFamily="34" charset="-120"/>
              </a:rPr>
              <a:t> tập</a:t>
            </a:r>
            <a:r>
              <a:rPr lang="en-US" sz="2250" dirty="0" spc="-17" kern="0">
                <a:solidFill>
                  <a:srgbClr val="14161C"/>
                </a:solidFill>
                <a:latin typeface="Be Vietnam Pro" pitchFamily="34" charset="0"/>
                <a:ea typeface="Be Vietnam Pro" pitchFamily="34" charset="-122"/>
                <a:cs typeface="Be Vietnam Pro" pitchFamily="34" charset="-120"/>
              </a:rPr>
              <a:t> và</a:t>
            </a:r>
            <a:r>
              <a:rPr lang="en-US" sz="2250" dirty="0" spc="5" kern="0">
                <a:solidFill>
                  <a:srgbClr val="14161C"/>
                </a:solidFill>
                <a:latin typeface="Be Vietnam Pro" pitchFamily="34" charset="0"/>
                <a:ea typeface="Be Vietnam Pro" pitchFamily="34" charset="-122"/>
                <a:cs typeface="Be Vietnam Pro" pitchFamily="34" charset="-120"/>
              </a:rPr>
              <a:t> dự</a:t>
            </a:r>
            <a:r>
              <a:rPr lang="en-US" sz="2250" dirty="0" spc="0" kern="0">
                <a:solidFill>
                  <a:srgbClr val="14161C"/>
                </a:solidFill>
                <a:latin typeface="Be Vietnam Pro" pitchFamily="34" charset="0"/>
                <a:ea typeface="Be Vietnam Pro" pitchFamily="34" charset="-122"/>
                <a:cs typeface="Be Vietnam Pro" pitchFamily="34" charset="-120"/>
              </a:rPr>
              <a:t> án</a:t>
            </a:r>
            <a:r>
              <a:rPr lang="en-US" sz="2250" dirty="0" spc="-1" kern="0">
                <a:solidFill>
                  <a:srgbClr val="14161C"/>
                </a:solidFill>
                <a:latin typeface="Be Vietnam Pro" pitchFamily="34" charset="0"/>
                <a:ea typeface="Be Vietnam Pro" pitchFamily="34" charset="-122"/>
                <a:cs typeface="Be Vietnam Pro" pitchFamily="34" charset="-120"/>
              </a:rPr>
              <a:t> minh</a:t>
            </a:r>
            <a:r>
              <a:rPr lang="en-US" sz="2250" dirty="0" spc="-2" kern="0">
                <a:solidFill>
                  <a:srgbClr val="14161C"/>
                </a:solidFill>
                <a:latin typeface="Be Vietnam Pro" pitchFamily="34" charset="0"/>
                <a:ea typeface="Be Vietnam Pro" pitchFamily="34" charset="-122"/>
                <a:cs typeface="Be Vietnam Pro" pitchFamily="34" charset="-120"/>
              </a:rPr>
              <a:t> họa</a:t>
            </a:r>
            <a:r>
              <a:rPr lang="en-US" sz="2250" dirty="0" spc="0" kern="0">
                <a:solidFill>
                  <a:srgbClr val="14161C"/>
                </a:solidFill>
                <a:latin typeface="Be Vietnam Pro" pitchFamily="34" charset="0"/>
                <a:ea typeface="Be Vietnam Pro" pitchFamily="34" charset="-122"/>
                <a:cs typeface="Be Vietnam Pro" pitchFamily="34" charset="-120"/>
              </a:rPr>
              <a:t> là</a:t>
            </a:r>
            <a:r>
              <a:rPr lang="en-US" sz="2250" dirty="0" spc="16" kern="0">
                <a:solidFill>
                  <a:srgbClr val="14161C"/>
                </a:solidFill>
                <a:latin typeface="Be Vietnam Pro" pitchFamily="34" charset="0"/>
                <a:ea typeface="Be Vietnam Pro" pitchFamily="34" charset="-122"/>
                <a:cs typeface="Be Vietnam Pro" pitchFamily="34" charset="-120"/>
              </a:rPr>
              <a:t> đề</a:t>
            </a:r>
            <a:r>
              <a:rPr lang="en-US" sz="2250" dirty="0" spc="-10" kern="0">
                <a:solidFill>
                  <a:srgbClr val="14161C"/>
                </a:solidFill>
                <a:latin typeface="Be Vietnam Pro" pitchFamily="34" charset="0"/>
                <a:ea typeface="Be Vietnam Pro" pitchFamily="34" charset="-122"/>
                <a:cs typeface="Be Vietnam Pro" pitchFamily="34" charset="-120"/>
              </a:rPr>
              <a:t> xuất</a:t>
            </a:r>
            <a:r>
              <a:rPr lang="en-US" sz="2250" dirty="0" spc="2" kern="0">
                <a:solidFill>
                  <a:srgbClr val="14161C"/>
                </a:solidFill>
                <a:latin typeface="Be Vietnam Pro" pitchFamily="34" charset="0"/>
                <a:ea typeface="Be Vietnam Pro" pitchFamily="34" charset="-122"/>
                <a:cs typeface="Be Vietnam Pro" pitchFamily="34" charset="-120"/>
              </a:rPr>
              <a:t> của</a:t>
            </a:r>
            <a:r>
              <a:rPr lang="en-US" sz="2250" dirty="0" spc="5" kern="0">
                <a:solidFill>
                  <a:srgbClr val="14161C"/>
                </a:solidFill>
                <a:latin typeface="Be Vietnam Pro" pitchFamily="34" charset="0"/>
                <a:ea typeface="Be Vietnam Pro" pitchFamily="34" charset="-122"/>
                <a:cs typeface="Be Vietnam Pro" pitchFamily="34" charset="-120"/>
              </a:rPr>
              <a:t> người</a:t>
            </a:r>
            <a:r>
              <a:rPr lang="en-US" sz="2250" dirty="0" spc="-4" kern="0">
                <a:solidFill>
                  <a:srgbClr val="14161C"/>
                </a:solidFill>
                <a:latin typeface="Be Vietnam Pro" pitchFamily="34" charset="0"/>
                <a:ea typeface="Be Vietnam Pro" pitchFamily="34" charset="-122"/>
                <a:cs typeface="Be Vietnam Pro" pitchFamily="34" charset="-120"/>
              </a:rPr>
              <a:t> viết.</a:t>
            </a:r>
            <a:endParaRPr lang="en-US" sz="2250" dirty="0"/>
          </a:p>
        </p:txBody>
      </p:sp>
      <p:sp>
        <p:nvSpPr>
          <p:cNvPr id="16" name="Connector line-1792794855566-116141400"/>
          <p:cNvSpPr/>
          <p:nvPr/>
        </p:nvSpPr>
        <p:spPr>
          <a:xfrm>
            <a:off x="2047875" y="6648450"/>
            <a:ext cx="15401925" cy="0"/>
          </a:xfrm>
          <a:prstGeom prst="line">
            <a:avLst/>
          </a:prstGeom>
          <a:noFill/>
          <a:ln w="28575">
            <a:solidFill>
              <a:srgbClr val="DDD5C1"/>
            </a:solidFill>
            <a:prstDash val="solid"/>
            <a:headEnd type="none"/>
            <a:tailEnd type="none"/>
          </a:ln>
        </p:spPr>
      </p:sp>
      <p:sp>
        <p:nvSpPr>
          <p:cNvPr id="17" name="Text 15"/>
          <p:cNvSpPr/>
          <p:nvPr/>
        </p:nvSpPr>
        <p:spPr>
          <a:xfrm>
            <a:off x="838200" y="6781800"/>
            <a:ext cx="904875" cy="762000"/>
          </a:xfrm>
          <a:prstGeom prst="rect">
            <a:avLst/>
          </a:prstGeom>
          <a:noFill/>
          <a:ln/>
        </p:spPr>
        <p:txBody>
          <a:bodyPr wrap="square" lIns="0" tIns="2667" rIns="0" bIns="-2667" rtlCol="0" anchor="t"/>
          <a:lstStyle/>
          <a:p>
            <a:pPr algn="l" indent="0" marL="0">
              <a:lnSpc>
                <a:spcPts val="5460"/>
              </a:lnSpc>
              <a:buNone/>
            </a:pPr>
            <a:r>
              <a:rPr lang="en-US" sz="4200" dirty="0" spc="-3" kern="0">
                <a:solidFill>
                  <a:srgbClr val="1F3FD1"/>
                </a:solidFill>
                <a:latin typeface="Bricolage Grotesque ExtraBold" pitchFamily="34" charset="0"/>
                <a:ea typeface="Bricolage Grotesque ExtraBold" pitchFamily="34" charset="-122"/>
                <a:cs typeface="Bricolage Grotesque ExtraBold" pitchFamily="34" charset="-120"/>
              </a:rPr>
              <a:t>04</a:t>
            </a:r>
            <a:endParaRPr lang="en-US" sz="4200" dirty="0"/>
          </a:p>
        </p:txBody>
      </p:sp>
      <p:sp>
        <p:nvSpPr>
          <p:cNvPr id="18" name="Text 16"/>
          <p:cNvSpPr/>
          <p:nvPr/>
        </p:nvSpPr>
        <p:spPr>
          <a:xfrm>
            <a:off x="2047875" y="6724650"/>
            <a:ext cx="15240000" cy="457200"/>
          </a:xfrm>
          <a:prstGeom prst="rect">
            <a:avLst/>
          </a:prstGeom>
          <a:noFill/>
          <a:ln/>
        </p:spPr>
        <p:txBody>
          <a:bodyPr wrap="square" lIns="0" tIns="13343" rIns="0" bIns="-13343" rtlCol="0" anchor="t"/>
          <a:lstStyle/>
          <a:p>
            <a:pPr algn="l" indent="0" marL="0">
              <a:lnSpc>
                <a:spcPts val="3218"/>
              </a:lnSpc>
              <a:buNone/>
            </a:pPr>
            <a:r>
              <a:rPr lang="en-US" sz="2475" b="1" dirty="0" spc="5" kern="0">
                <a:solidFill>
                  <a:srgbClr val="14161C"/>
                </a:solidFill>
                <a:latin typeface="Be Vietnam Pro" pitchFamily="34" charset="0"/>
                <a:ea typeface="Be Vietnam Pro" pitchFamily="34" charset="-122"/>
                <a:cs typeface="Be Vietnam Pro" pitchFamily="34" charset="-120"/>
              </a:rPr>
              <a:t>Giới</a:t>
            </a:r>
            <a:r>
              <a:rPr lang="en-US" sz="2475" b="1" dirty="0" spc="0" kern="0">
                <a:solidFill>
                  <a:srgbClr val="14161C"/>
                </a:solidFill>
                <a:latin typeface="Be Vietnam Pro" pitchFamily="34" charset="0"/>
                <a:ea typeface="Be Vietnam Pro" pitchFamily="34" charset="-122"/>
                <a:cs typeface="Be Vietnam Pro" pitchFamily="34" charset="-120"/>
              </a:rPr>
              <a:t> hạn</a:t>
            </a:r>
            <a:r>
              <a:rPr lang="en-US" sz="2475" b="1" dirty="0" spc="-2" kern="0">
                <a:solidFill>
                  <a:srgbClr val="14161C"/>
                </a:solidFill>
                <a:latin typeface="Be Vietnam Pro" pitchFamily="34" charset="0"/>
                <a:ea typeface="Be Vietnam Pro" pitchFamily="34" charset="-122"/>
                <a:cs typeface="Be Vietnam Pro" pitchFamily="34" charset="-120"/>
              </a:rPr>
              <a:t> của</a:t>
            </a:r>
            <a:r>
              <a:rPr lang="en-US" sz="2475" b="1" dirty="0" spc="-6" kern="0">
                <a:solidFill>
                  <a:srgbClr val="14161C"/>
                </a:solidFill>
                <a:latin typeface="Be Vietnam Pro" pitchFamily="34" charset="0"/>
                <a:ea typeface="Be Vietnam Pro" pitchFamily="34" charset="-122"/>
                <a:cs typeface="Be Vietnam Pro" pitchFamily="34" charset="-120"/>
              </a:rPr>
              <a:t> việc</a:t>
            </a:r>
            <a:r>
              <a:rPr lang="en-US" sz="2475" b="1" dirty="0" spc="-4" kern="0">
                <a:solidFill>
                  <a:srgbClr val="14161C"/>
                </a:solidFill>
                <a:latin typeface="Be Vietnam Pro" pitchFamily="34" charset="0"/>
                <a:ea typeface="Be Vietnam Pro" pitchFamily="34" charset="-122"/>
                <a:cs typeface="Be Vietnam Pro" pitchFamily="34" charset="-120"/>
              </a:rPr>
              <a:t> quét</a:t>
            </a:r>
            <a:endParaRPr lang="en-US" sz="2475" dirty="0"/>
          </a:p>
        </p:txBody>
      </p:sp>
      <p:sp>
        <p:nvSpPr>
          <p:cNvPr id="19" name="Text 17"/>
          <p:cNvSpPr/>
          <p:nvPr/>
        </p:nvSpPr>
        <p:spPr>
          <a:xfrm>
            <a:off x="2047875" y="7248525"/>
            <a:ext cx="15240000" cy="600075"/>
          </a:xfrm>
          <a:prstGeom prst="rect">
            <a:avLst/>
          </a:prstGeom>
          <a:noFill/>
          <a:ln/>
        </p:spPr>
        <p:txBody>
          <a:bodyPr wrap="square" lIns="0" tIns="12144" rIns="0" bIns="-12144" rtlCol="0" anchor="t"/>
          <a:lstStyle/>
          <a:p>
            <a:pPr algn="l" indent="0" marL="0">
              <a:lnSpc>
                <a:spcPts val="2925"/>
              </a:lnSpc>
              <a:buNone/>
            </a:pPr>
            <a:r>
              <a:rPr lang="en-US" sz="2250" dirty="0" spc="4" kern="0">
                <a:solidFill>
                  <a:srgbClr val="14161C"/>
                </a:solidFill>
                <a:latin typeface="Be Vietnam Pro" pitchFamily="34" charset="0"/>
                <a:ea typeface="Be Vietnam Pro" pitchFamily="34" charset="-122"/>
                <a:cs typeface="Be Vietnam Pro" pitchFamily="34" charset="-120"/>
              </a:rPr>
              <a:t>Chưa</a:t>
            </a:r>
            <a:r>
              <a:rPr lang="en-US" sz="2250" dirty="0" spc="-6" kern="0">
                <a:solidFill>
                  <a:srgbClr val="14161C"/>
                </a:solidFill>
                <a:latin typeface="Be Vietnam Pro" pitchFamily="34" charset="0"/>
                <a:ea typeface="Be Vietnam Pro" pitchFamily="34" charset="-122"/>
                <a:cs typeface="Be Vietnam Pro" pitchFamily="34" charset="-120"/>
              </a:rPr>
              <a:t> chạy</a:t>
            </a:r>
            <a:r>
              <a:rPr lang="en-US" sz="2250" dirty="0" spc="2" kern="0">
                <a:solidFill>
                  <a:srgbClr val="14161C"/>
                </a:solidFill>
                <a:latin typeface="Be Vietnam Pro" pitchFamily="34" charset="0"/>
                <a:ea typeface="Be Vietnam Pro" pitchFamily="34" charset="-122"/>
                <a:cs typeface="Be Vietnam Pro" pitchFamily="34" charset="-120"/>
              </a:rPr>
              <a:t> thử</a:t>
            </a:r>
            <a:r>
              <a:rPr lang="en-US" sz="2250" dirty="0" spc="-12" kern="0">
                <a:solidFill>
                  <a:srgbClr val="14161C"/>
                </a:solidFill>
                <a:latin typeface="Be Vietnam Pro" pitchFamily="34" charset="0"/>
                <a:ea typeface="Be Vietnam Pro" pitchFamily="34" charset="-122"/>
                <a:cs typeface="Be Vietnam Pro" pitchFamily="34" charset="-120"/>
              </a:rPr>
              <a:t> toàn</a:t>
            </a:r>
            <a:r>
              <a:rPr lang="en-US" sz="2250" dirty="0" spc="1" kern="0">
                <a:solidFill>
                  <a:srgbClr val="14161C"/>
                </a:solidFill>
                <a:latin typeface="Be Vietnam Pro" pitchFamily="34" charset="0"/>
                <a:ea typeface="Be Vietnam Pro" pitchFamily="34" charset="-122"/>
                <a:cs typeface="Be Vietnam Pro" pitchFamily="34" charset="-120"/>
              </a:rPr>
              <a:t> bộ</a:t>
            </a:r>
            <a:r>
              <a:rPr lang="en-US" sz="2250" dirty="0" spc="-2" kern="0">
                <a:solidFill>
                  <a:srgbClr val="14161C"/>
                </a:solidFill>
                <a:latin typeface="Be Vietnam Pro" pitchFamily="34" charset="0"/>
                <a:ea typeface="Be Vietnam Pro" pitchFamily="34" charset="-122"/>
                <a:cs typeface="Be Vietnam Pro" pitchFamily="34" charset="-120"/>
              </a:rPr>
              <a:t> tutorial,</a:t>
            </a:r>
            <a:r>
              <a:rPr lang="en-US" sz="2250" dirty="0" spc="3" kern="0">
                <a:solidFill>
                  <a:srgbClr val="14161C"/>
                </a:solidFill>
                <a:latin typeface="Be Vietnam Pro" pitchFamily="34" charset="0"/>
                <a:ea typeface="Be Vietnam Pro" pitchFamily="34" charset="-122"/>
                <a:cs typeface="Be Vietnam Pro" pitchFamily="34" charset="-120"/>
              </a:rPr>
              <a:t> API</a:t>
            </a:r>
            <a:r>
              <a:rPr lang="en-US" sz="2250" dirty="0" spc="-3" kern="0">
                <a:solidFill>
                  <a:srgbClr val="14161C"/>
                </a:solidFill>
                <a:latin typeface="Be Vietnam Pro" pitchFamily="34" charset="0"/>
                <a:ea typeface="Be Vietnam Pro" pitchFamily="34" charset="-122"/>
                <a:cs typeface="Be Vietnam Pro" pitchFamily="34" charset="-120"/>
              </a:rPr>
              <a:t> hoặc</a:t>
            </a:r>
            <a:r>
              <a:rPr lang="en-US" sz="2250" dirty="0" spc="0" kern="0">
                <a:solidFill>
                  <a:srgbClr val="14161C"/>
                </a:solidFill>
                <a:latin typeface="Be Vietnam Pro" pitchFamily="34" charset="0"/>
                <a:ea typeface="Be Vietnam Pro" pitchFamily="34" charset="-122"/>
                <a:cs typeface="Be Vietnam Pro" pitchFamily="34" charset="-120"/>
              </a:rPr>
              <a:t> thư</a:t>
            </a:r>
            <a:r>
              <a:rPr lang="en-US" sz="2250" dirty="0" spc="-2" kern="0">
                <a:solidFill>
                  <a:srgbClr val="14161C"/>
                </a:solidFill>
                <a:latin typeface="Be Vietnam Pro" pitchFamily="34" charset="0"/>
                <a:ea typeface="Be Vietnam Pro" pitchFamily="34" charset="-122"/>
                <a:cs typeface="Be Vietnam Pro" pitchFamily="34" charset="-120"/>
              </a:rPr>
              <a:t> viện;</a:t>
            </a:r>
            <a:r>
              <a:rPr lang="en-US" sz="2250" dirty="0" spc="6" kern="0">
                <a:solidFill>
                  <a:srgbClr val="14161C"/>
                </a:solidFill>
                <a:latin typeface="Be Vietnam Pro" pitchFamily="34" charset="0"/>
                <a:ea typeface="Be Vietnam Pro" pitchFamily="34" charset="-122"/>
                <a:cs typeface="Be Vietnam Pro" pitchFamily="34" charset="-120"/>
              </a:rPr>
              <a:t> chưa</a:t>
            </a:r>
            <a:r>
              <a:rPr lang="en-US" sz="2250" dirty="0" spc="-2" kern="0">
                <a:solidFill>
                  <a:srgbClr val="14161C"/>
                </a:solidFill>
                <a:latin typeface="Be Vietnam Pro" pitchFamily="34" charset="0"/>
                <a:ea typeface="Be Vietnam Pro" pitchFamily="34" charset="-122"/>
                <a:cs typeface="Be Vietnam Pro" pitchFamily="34" charset="-120"/>
              </a:rPr>
              <a:t> kiểm</a:t>
            </a:r>
            <a:r>
              <a:rPr lang="en-US" sz="2250" dirty="0" spc="-12" kern="0">
                <a:solidFill>
                  <a:srgbClr val="14161C"/>
                </a:solidFill>
                <a:latin typeface="Be Vietnam Pro" pitchFamily="34" charset="0"/>
                <a:ea typeface="Be Vietnam Pro" pitchFamily="34" charset="-122"/>
                <a:cs typeface="Be Vietnam Pro" pitchFamily="34" charset="-120"/>
              </a:rPr>
              <a:t> toán</a:t>
            </a:r>
            <a:r>
              <a:rPr lang="en-US" sz="2250" dirty="0" spc="-3" kern="0">
                <a:solidFill>
                  <a:srgbClr val="14161C"/>
                </a:solidFill>
                <a:latin typeface="Be Vietnam Pro" pitchFamily="34" charset="0"/>
                <a:ea typeface="Be Vietnam Pro" pitchFamily="34" charset="-122"/>
                <a:cs typeface="Be Vietnam Pro" pitchFamily="34" charset="-120"/>
              </a:rPr>
              <a:t> bảo</a:t>
            </a:r>
            <a:r>
              <a:rPr lang="en-US" sz="2250" dirty="0" spc="-12" kern="0">
                <a:solidFill>
                  <a:srgbClr val="14161C"/>
                </a:solidFill>
                <a:latin typeface="Be Vietnam Pro" pitchFamily="34" charset="0"/>
                <a:ea typeface="Be Vietnam Pro" pitchFamily="34" charset="-122"/>
                <a:cs typeface="Be Vietnam Pro" pitchFamily="34" charset="-120"/>
              </a:rPr>
              <a:t> mật</a:t>
            </a:r>
            <a:r>
              <a:rPr lang="en-US" sz="2250" dirty="0" spc="-1" kern="0">
                <a:solidFill>
                  <a:srgbClr val="14161C"/>
                </a:solidFill>
                <a:latin typeface="Be Vietnam Pro" pitchFamily="34" charset="0"/>
                <a:ea typeface="Be Vietnam Pro" pitchFamily="34" charset="-122"/>
                <a:cs typeface="Be Vietnam Pro" pitchFamily="34" charset="-120"/>
              </a:rPr>
              <a:t> mã</a:t>
            </a:r>
            <a:r>
              <a:rPr lang="en-US" sz="2250" dirty="0" spc="2" kern="0">
                <a:solidFill>
                  <a:srgbClr val="14161C"/>
                </a:solidFill>
                <a:latin typeface="Be Vietnam Pro" pitchFamily="34" charset="0"/>
                <a:ea typeface="Be Vietnam Pro" pitchFamily="34" charset="-122"/>
                <a:cs typeface="Be Vietnam Pro" pitchFamily="34" charset="-120"/>
              </a:rPr>
              <a:t> nguồn.</a:t>
            </a:r>
            <a:endParaRPr lang="en-US" sz="2250" dirty="0"/>
          </a:p>
        </p:txBody>
      </p:sp>
      <p:sp>
        <p:nvSpPr>
          <p:cNvPr id="20" name="Shape 18"/>
          <p:cNvSpPr/>
          <p:nvPr/>
        </p:nvSpPr>
        <p:spPr>
          <a:xfrm>
            <a:off x="838200" y="8515350"/>
            <a:ext cx="16611600" cy="676275"/>
          </a:xfrm>
          <a:prstGeom prst="roundRect">
            <a:avLst>
              <a:gd name="adj" fmla="val 11268"/>
            </a:avLst>
          </a:prstGeom>
          <a:solidFill>
            <a:srgbClr val="E8E0CF"/>
          </a:solidFill>
          <a:ln w="9525">
            <a:solidFill>
              <a:srgbClr val="E8E0CF"/>
            </a:solidFill>
            <a:prstDash val="solid"/>
          </a:ln>
        </p:spPr>
      </p:sp>
      <p:sp>
        <p:nvSpPr>
          <p:cNvPr id="21" name="Text 19"/>
          <p:cNvSpPr/>
          <p:nvPr/>
        </p:nvSpPr>
        <p:spPr>
          <a:xfrm>
            <a:off x="1038225" y="8677275"/>
            <a:ext cx="16240125" cy="457200"/>
          </a:xfrm>
          <a:prstGeom prst="rect">
            <a:avLst/>
          </a:prstGeom>
          <a:noFill/>
          <a:ln/>
        </p:spPr>
        <p:txBody>
          <a:bodyPr wrap="square" lIns="0" tIns="10914" rIns="0" bIns="-10914" rtlCol="0" anchor="t"/>
          <a:lstStyle/>
          <a:p>
            <a:pPr algn="l" indent="0" marL="0">
              <a:lnSpc>
                <a:spcPts val="2633"/>
              </a:lnSpc>
              <a:buNone/>
            </a:pPr>
            <a:r>
              <a:rPr lang="en-US" sz="2025" dirty="0">
                <a:solidFill>
                  <a:srgbClr val="14161C"/>
                </a:solidFill>
                <a:latin typeface="Be Vietnam Pro Medium" pitchFamily="34" charset="0"/>
                <a:ea typeface="Be Vietnam Pro Medium" pitchFamily="34" charset="-122"/>
                <a:cs typeface="Be Vietnam Pro Medium" pitchFamily="34" charset="-120"/>
              </a:rPr>
              <a:t>Cách đọc: tổng quan → repo bạn cần → ví dụ chung → lộ trình bắt đầu → nguồn.</a:t>
            </a:r>
            <a:endParaRPr lang="en-US" sz="2025" dirty="0"/>
          </a:p>
        </p:txBody>
      </p:sp>
      <p:sp>
        <p:nvSpPr>
          <p:cNvPr id="22" name="Text 20"/>
          <p:cNvSpPr/>
          <p:nvPr/>
        </p:nvSpPr>
        <p:spPr>
          <a:xfrm>
            <a:off x="838200" y="9353550"/>
            <a:ext cx="16611600" cy="333375"/>
          </a:xfrm>
          <a:prstGeom prst="rect">
            <a:avLst/>
          </a:prstGeom>
          <a:noFill/>
          <a:ln/>
        </p:spPr>
        <p:txBody>
          <a:bodyPr wrap="square" lIns="0" tIns="8906" rIns="0" bIns="-8906" rtlCol="0" anchor="t"/>
          <a:lstStyle/>
          <a:p>
            <a:pPr algn="l" indent="0" marL="0">
              <a:lnSpc>
                <a:spcPts val="2145"/>
              </a:lnSpc>
              <a:buNone/>
            </a:pPr>
            <a:r>
              <a:rPr lang="en-US" sz="1650" dirty="0" spc="-3" kern="0">
                <a:solidFill>
                  <a:srgbClr val="6B6A66"/>
                </a:solidFill>
                <a:latin typeface="Be Vietnam Pro" pitchFamily="34" charset="0"/>
                <a:ea typeface="Be Vietnam Pro" pitchFamily="34" charset="-122"/>
                <a:cs typeface="Be Vietnam Pro" pitchFamily="34" charset="-120"/>
              </a:rPr>
              <a:t>Nguồn:</a:t>
            </a:r>
            <a:r>
              <a:rPr lang="en-US" sz="1650" dirty="0" spc="-2" kern="0">
                <a:solidFill>
                  <a:srgbClr val="6B6A66"/>
                </a:solidFill>
                <a:latin typeface="Be Vietnam Pro" pitchFamily="34" charset="0"/>
                <a:ea typeface="Be Vietnam Pro" pitchFamily="34" charset="-122"/>
                <a:cs typeface="Be Vietnam Pro" pitchFamily="34" charset="-120"/>
              </a:rPr>
              <a:t> [S1] [S2]</a:t>
            </a:r>
            <a:r>
              <a:rPr lang="en-US" sz="1650" dirty="0" spc="-1" kern="0">
                <a:solidFill>
                  <a:srgbClr val="6B6A66"/>
                </a:solidFill>
                <a:latin typeface="Be Vietnam Pro" pitchFamily="34" charset="0"/>
                <a:ea typeface="Be Vietnam Pro" pitchFamily="34" charset="-122"/>
                <a:cs typeface="Be Vietnam Pro" pitchFamily="34" charset="-120"/>
              </a:rPr>
              <a:t> [S3]</a:t>
            </a:r>
            <a:r>
              <a:rPr lang="en-US" sz="1650" dirty="0" spc="-2" kern="0">
                <a:solidFill>
                  <a:srgbClr val="6B6A66"/>
                </a:solidFill>
                <a:latin typeface="Be Vietnam Pro" pitchFamily="34" charset="0"/>
                <a:ea typeface="Be Vietnam Pro" pitchFamily="34" charset="-122"/>
                <a:cs typeface="Be Vietnam Pro" pitchFamily="34" charset="-120"/>
              </a:rPr>
              <a:t> [S4] [S5] [S6]</a:t>
            </a:r>
            <a:r>
              <a:rPr lang="en-US" sz="1650" dirty="0" spc="2" kern="0">
                <a:solidFill>
                  <a:srgbClr val="6B6A66"/>
                </a:solidFill>
                <a:latin typeface="Be Vietnam Pro" pitchFamily="34" charset="0"/>
                <a:ea typeface="Be Vietnam Pro" pitchFamily="34" charset="-122"/>
                <a:cs typeface="Be Vietnam Pro" pitchFamily="34" charset="-120"/>
              </a:rPr>
              <a:t>  ·  Số</a:t>
            </a:r>
            <a:r>
              <a:rPr lang="en-US" sz="1650" dirty="0" spc="-1" kern="0">
                <a:solidFill>
                  <a:srgbClr val="6B6A66"/>
                </a:solidFill>
                <a:latin typeface="Be Vietnam Pro" pitchFamily="34" charset="0"/>
                <a:ea typeface="Be Vietnam Pro" pitchFamily="34" charset="-122"/>
                <a:cs typeface="Be Vietnam Pro" pitchFamily="34" charset="-120"/>
              </a:rPr>
              <a:t> liệu:</a:t>
            </a:r>
            <a:r>
              <a:rPr lang="en-US" sz="1650" dirty="0" spc="1" kern="0">
                <a:solidFill>
                  <a:srgbClr val="6B6A66"/>
                </a:solidFill>
                <a:latin typeface="Be Vietnam Pro" pitchFamily="34" charset="0"/>
                <a:ea typeface="Be Vietnam Pro" pitchFamily="34" charset="-122"/>
                <a:cs typeface="Be Vietnam Pro" pitchFamily="34" charset="-120"/>
              </a:rPr>
              <a:t> phiên</a:t>
            </a:r>
            <a:r>
              <a:rPr lang="en-US" sz="1650" dirty="0" spc="-1" kern="0">
                <a:solidFill>
                  <a:srgbClr val="6B6A66"/>
                </a:solidFill>
                <a:latin typeface="Be Vietnam Pro" pitchFamily="34" charset="0"/>
                <a:ea typeface="Be Vietnam Pro" pitchFamily="34" charset="-122"/>
                <a:cs typeface="Be Vietnam Pro" pitchFamily="34" charset="-120"/>
              </a:rPr>
              <a:t> quét</a:t>
            </a:r>
            <a:r>
              <a:rPr lang="en-US" sz="1650" dirty="0" spc="-8" kern="0">
                <a:solidFill>
                  <a:srgbClr val="6B6A66"/>
                </a:solidFill>
                <a:latin typeface="Be Vietnam Pro" pitchFamily="34" charset="0"/>
                <a:ea typeface="Be Vietnam Pro" pitchFamily="34" charset="-122"/>
                <a:cs typeface="Be Vietnam Pro" pitchFamily="34" charset="-120"/>
              </a:rPr>
              <a:t> 23/10/2026</a:t>
            </a:r>
            <a:endParaRPr lang="en-US" sz="1650" dirty="0"/>
          </a:p>
        </p:txBody>
      </p:sp>
      <p:sp>
        <p:nvSpPr>
          <p:cNvPr id="23" name="Shape 21"/>
          <p:cNvSpPr/>
          <p:nvPr/>
        </p:nvSpPr>
        <p:spPr>
          <a:xfrm>
            <a:off x="847725" y="9896475"/>
            <a:ext cx="57150" cy="57150"/>
          </a:xfrm>
          <a:prstGeom prst="ellipse">
            <a:avLst/>
          </a:prstGeom>
          <a:solidFill>
            <a:srgbClr val="DDD5C1"/>
          </a:solidFill>
          <a:ln/>
        </p:spPr>
      </p:sp>
      <p:sp>
        <p:nvSpPr>
          <p:cNvPr id="24" name="Shape 22"/>
          <p:cNvSpPr/>
          <p:nvPr/>
        </p:nvSpPr>
        <p:spPr>
          <a:xfrm>
            <a:off x="952500" y="9896475"/>
            <a:ext cx="57150" cy="57150"/>
          </a:xfrm>
          <a:prstGeom prst="ellipse">
            <a:avLst/>
          </a:prstGeom>
          <a:solidFill>
            <a:srgbClr val="DDD5C1"/>
          </a:solidFill>
          <a:ln/>
        </p:spPr>
      </p:sp>
      <p:sp>
        <p:nvSpPr>
          <p:cNvPr id="25" name="Shape 23"/>
          <p:cNvSpPr/>
          <p:nvPr/>
        </p:nvSpPr>
        <p:spPr>
          <a:xfrm>
            <a:off x="1057275" y="9896475"/>
            <a:ext cx="57150" cy="57150"/>
          </a:xfrm>
          <a:prstGeom prst="ellipse">
            <a:avLst/>
          </a:prstGeom>
          <a:solidFill>
            <a:srgbClr val="E8472B"/>
          </a:solidFill>
          <a:ln/>
        </p:spPr>
      </p:sp>
      <p:sp>
        <p:nvSpPr>
          <p:cNvPr id="26" name="Shape 24"/>
          <p:cNvSpPr/>
          <p:nvPr/>
        </p:nvSpPr>
        <p:spPr>
          <a:xfrm>
            <a:off x="1162050" y="9896475"/>
            <a:ext cx="57150" cy="57150"/>
          </a:xfrm>
          <a:prstGeom prst="ellipse">
            <a:avLst/>
          </a:prstGeom>
          <a:solidFill>
            <a:srgbClr val="DDD5C1"/>
          </a:solidFill>
          <a:ln/>
        </p:spPr>
      </p:sp>
      <p:sp>
        <p:nvSpPr>
          <p:cNvPr id="27" name="Shape 25"/>
          <p:cNvSpPr/>
          <p:nvPr/>
        </p:nvSpPr>
        <p:spPr>
          <a:xfrm>
            <a:off x="1266825" y="9896475"/>
            <a:ext cx="57150" cy="57150"/>
          </a:xfrm>
          <a:prstGeom prst="ellipse">
            <a:avLst/>
          </a:prstGeom>
          <a:solidFill>
            <a:srgbClr val="DDD5C1"/>
          </a:solidFill>
          <a:ln/>
        </p:spPr>
      </p:sp>
      <p:sp>
        <p:nvSpPr>
          <p:cNvPr id="28" name="Shape 26"/>
          <p:cNvSpPr/>
          <p:nvPr/>
        </p:nvSpPr>
        <p:spPr>
          <a:xfrm>
            <a:off x="1371600" y="9896475"/>
            <a:ext cx="57150" cy="57150"/>
          </a:xfrm>
          <a:prstGeom prst="ellipse">
            <a:avLst/>
          </a:prstGeom>
          <a:solidFill>
            <a:srgbClr val="DDD5C1"/>
          </a:solidFill>
          <a:ln/>
        </p:spPr>
      </p:sp>
      <p:sp>
        <p:nvSpPr>
          <p:cNvPr id="29" name="Shape 27"/>
          <p:cNvSpPr/>
          <p:nvPr/>
        </p:nvSpPr>
        <p:spPr>
          <a:xfrm>
            <a:off x="1476375" y="9896475"/>
            <a:ext cx="57150" cy="57150"/>
          </a:xfrm>
          <a:prstGeom prst="ellipse">
            <a:avLst/>
          </a:prstGeom>
          <a:solidFill>
            <a:srgbClr val="DDD5C1"/>
          </a:solidFill>
          <a:ln/>
        </p:spPr>
      </p:sp>
      <p:sp>
        <p:nvSpPr>
          <p:cNvPr id="30" name="Shape 28"/>
          <p:cNvSpPr/>
          <p:nvPr/>
        </p:nvSpPr>
        <p:spPr>
          <a:xfrm>
            <a:off x="1581150" y="9896475"/>
            <a:ext cx="57150" cy="57150"/>
          </a:xfrm>
          <a:prstGeom prst="ellipse">
            <a:avLst/>
          </a:prstGeom>
          <a:solidFill>
            <a:srgbClr val="DDD5C1"/>
          </a:solidFill>
          <a:ln/>
        </p:spPr>
      </p:sp>
      <p:sp>
        <p:nvSpPr>
          <p:cNvPr id="31" name="Shape 29"/>
          <p:cNvSpPr/>
          <p:nvPr/>
        </p:nvSpPr>
        <p:spPr>
          <a:xfrm>
            <a:off x="1685925" y="9896475"/>
            <a:ext cx="57150" cy="57150"/>
          </a:xfrm>
          <a:prstGeom prst="ellipse">
            <a:avLst/>
          </a:prstGeom>
          <a:solidFill>
            <a:srgbClr val="DDD5C1"/>
          </a:solidFill>
          <a:ln/>
        </p:spPr>
      </p:sp>
      <p:sp>
        <p:nvSpPr>
          <p:cNvPr id="32" name="Shape 30"/>
          <p:cNvSpPr/>
          <p:nvPr/>
        </p:nvSpPr>
        <p:spPr>
          <a:xfrm>
            <a:off x="1790700" y="9896475"/>
            <a:ext cx="57150" cy="57150"/>
          </a:xfrm>
          <a:prstGeom prst="ellipse">
            <a:avLst/>
          </a:prstGeom>
          <a:solidFill>
            <a:srgbClr val="DDD5C1"/>
          </a:solidFill>
          <a:ln/>
        </p:spPr>
      </p:sp>
      <p:sp>
        <p:nvSpPr>
          <p:cNvPr id="33" name="Shape 31"/>
          <p:cNvSpPr/>
          <p:nvPr/>
        </p:nvSpPr>
        <p:spPr>
          <a:xfrm>
            <a:off x="1895475" y="9896475"/>
            <a:ext cx="57150" cy="57150"/>
          </a:xfrm>
          <a:prstGeom prst="ellipse">
            <a:avLst/>
          </a:prstGeom>
          <a:solidFill>
            <a:srgbClr val="DDD5C1"/>
          </a:solidFill>
          <a:ln/>
        </p:spPr>
      </p:sp>
      <p:sp>
        <p:nvSpPr>
          <p:cNvPr id="34" name="Shape 32"/>
          <p:cNvSpPr/>
          <p:nvPr/>
        </p:nvSpPr>
        <p:spPr>
          <a:xfrm>
            <a:off x="2000250" y="9896475"/>
            <a:ext cx="57150" cy="57150"/>
          </a:xfrm>
          <a:prstGeom prst="ellipse">
            <a:avLst/>
          </a:prstGeom>
          <a:solidFill>
            <a:srgbClr val="DDD5C1"/>
          </a:solidFill>
          <a:ln/>
        </p:spPr>
      </p:sp>
      <p:sp>
        <p:nvSpPr>
          <p:cNvPr id="35" name="Shape 33"/>
          <p:cNvSpPr/>
          <p:nvPr/>
        </p:nvSpPr>
        <p:spPr>
          <a:xfrm>
            <a:off x="2105025" y="9896475"/>
            <a:ext cx="57150" cy="57150"/>
          </a:xfrm>
          <a:prstGeom prst="ellipse">
            <a:avLst/>
          </a:prstGeom>
          <a:solidFill>
            <a:srgbClr val="DDD5C1"/>
          </a:solidFill>
          <a:ln/>
        </p:spPr>
      </p:sp>
      <p:sp>
        <p:nvSpPr>
          <p:cNvPr id="36" name="Shape 34"/>
          <p:cNvSpPr/>
          <p:nvPr/>
        </p:nvSpPr>
        <p:spPr>
          <a:xfrm>
            <a:off x="2209800" y="9896475"/>
            <a:ext cx="57150" cy="57150"/>
          </a:xfrm>
          <a:prstGeom prst="ellipse">
            <a:avLst/>
          </a:prstGeom>
          <a:solidFill>
            <a:srgbClr val="DDD5C1"/>
          </a:solidFill>
          <a:ln/>
        </p:spPr>
      </p:sp>
      <p:sp>
        <p:nvSpPr>
          <p:cNvPr id="37" name="Shape 35"/>
          <p:cNvSpPr/>
          <p:nvPr/>
        </p:nvSpPr>
        <p:spPr>
          <a:xfrm>
            <a:off x="2314575" y="9896475"/>
            <a:ext cx="57150" cy="57150"/>
          </a:xfrm>
          <a:prstGeom prst="ellipse">
            <a:avLst/>
          </a:prstGeom>
          <a:solidFill>
            <a:srgbClr val="DDD5C1"/>
          </a:solidFill>
          <a:ln/>
        </p:spPr>
      </p:sp>
      <p:sp>
        <p:nvSpPr>
          <p:cNvPr id="38" name="Shape 36"/>
          <p:cNvSpPr/>
          <p:nvPr/>
        </p:nvSpPr>
        <p:spPr>
          <a:xfrm>
            <a:off x="2419350" y="9896475"/>
            <a:ext cx="57150" cy="57150"/>
          </a:xfrm>
          <a:prstGeom prst="ellipse">
            <a:avLst/>
          </a:prstGeom>
          <a:solidFill>
            <a:srgbClr val="DDD5C1"/>
          </a:solidFill>
          <a:ln/>
        </p:spPr>
      </p:sp>
      <p:sp>
        <p:nvSpPr>
          <p:cNvPr id="39" name="Shape 37"/>
          <p:cNvSpPr/>
          <p:nvPr/>
        </p:nvSpPr>
        <p:spPr>
          <a:xfrm>
            <a:off x="2524125" y="9896475"/>
            <a:ext cx="57150" cy="57150"/>
          </a:xfrm>
          <a:prstGeom prst="ellipse">
            <a:avLst/>
          </a:prstGeom>
          <a:solidFill>
            <a:srgbClr val="DDD5C1"/>
          </a:solidFill>
          <a:ln/>
        </p:spPr>
      </p:sp>
      <p:sp>
        <p:nvSpPr>
          <p:cNvPr id="40" name="Shape 38"/>
          <p:cNvSpPr/>
          <p:nvPr/>
        </p:nvSpPr>
        <p:spPr>
          <a:xfrm>
            <a:off x="2628900" y="9896475"/>
            <a:ext cx="57150" cy="57150"/>
          </a:xfrm>
          <a:prstGeom prst="ellipse">
            <a:avLst/>
          </a:prstGeom>
          <a:solidFill>
            <a:srgbClr val="DDD5C1"/>
          </a:solidFill>
          <a:ln/>
        </p:spPr>
      </p:sp>
      <p:sp>
        <p:nvSpPr>
          <p:cNvPr id="41" name="Shape 39"/>
          <p:cNvSpPr/>
          <p:nvPr/>
        </p:nvSpPr>
        <p:spPr>
          <a:xfrm>
            <a:off x="2733675" y="9896475"/>
            <a:ext cx="57150" cy="57150"/>
          </a:xfrm>
          <a:prstGeom prst="ellipse">
            <a:avLst/>
          </a:prstGeom>
          <a:solidFill>
            <a:srgbClr val="DDD5C1"/>
          </a:solidFill>
          <a:ln/>
        </p:spPr>
      </p:sp>
      <p:sp>
        <p:nvSpPr>
          <p:cNvPr id="42" name="Shape 40"/>
          <p:cNvSpPr/>
          <p:nvPr/>
        </p:nvSpPr>
        <p:spPr>
          <a:xfrm>
            <a:off x="2838450" y="9896475"/>
            <a:ext cx="57150" cy="57150"/>
          </a:xfrm>
          <a:prstGeom prst="ellipse">
            <a:avLst/>
          </a:prstGeom>
          <a:solidFill>
            <a:srgbClr val="DDD5C1"/>
          </a:solidFill>
          <a:ln/>
        </p:spPr>
      </p:sp>
      <p:sp>
        <p:nvSpPr>
          <p:cNvPr id="43" name="Shape 41"/>
          <p:cNvSpPr/>
          <p:nvPr/>
        </p:nvSpPr>
        <p:spPr>
          <a:xfrm>
            <a:off x="2943225" y="9896475"/>
            <a:ext cx="57150" cy="57150"/>
          </a:xfrm>
          <a:prstGeom prst="ellipse">
            <a:avLst/>
          </a:prstGeom>
          <a:solidFill>
            <a:srgbClr val="DDD5C1"/>
          </a:solidFill>
          <a:ln/>
        </p:spPr>
      </p:sp>
      <p:sp>
        <p:nvSpPr>
          <p:cNvPr id="44" name="Shape 42"/>
          <p:cNvSpPr/>
          <p:nvPr/>
        </p:nvSpPr>
        <p:spPr>
          <a:xfrm>
            <a:off x="3048000" y="9896475"/>
            <a:ext cx="57150" cy="57150"/>
          </a:xfrm>
          <a:prstGeom prst="ellipse">
            <a:avLst/>
          </a:prstGeom>
          <a:solidFill>
            <a:srgbClr val="DDD5C1"/>
          </a:solidFill>
          <a:ln/>
        </p:spPr>
      </p:sp>
      <p:sp>
        <p:nvSpPr>
          <p:cNvPr id="45" name="Shape 43"/>
          <p:cNvSpPr/>
          <p:nvPr/>
        </p:nvSpPr>
        <p:spPr>
          <a:xfrm>
            <a:off x="3152775" y="9896475"/>
            <a:ext cx="57150" cy="57150"/>
          </a:xfrm>
          <a:prstGeom prst="ellipse">
            <a:avLst/>
          </a:prstGeom>
          <a:solidFill>
            <a:srgbClr val="DDD5C1"/>
          </a:solidFill>
          <a:ln/>
        </p:spPr>
      </p:sp>
      <p:sp>
        <p:nvSpPr>
          <p:cNvPr id="46" name="Shape 44"/>
          <p:cNvSpPr/>
          <p:nvPr/>
        </p:nvSpPr>
        <p:spPr>
          <a:xfrm>
            <a:off x="3257550" y="9896475"/>
            <a:ext cx="57150" cy="57150"/>
          </a:xfrm>
          <a:prstGeom prst="ellipse">
            <a:avLst/>
          </a:prstGeom>
          <a:solidFill>
            <a:srgbClr val="DDD5C1"/>
          </a:solidFill>
          <a:ln/>
        </p:spPr>
      </p:sp>
      <p:sp>
        <p:nvSpPr>
          <p:cNvPr id="47" name="Text 45"/>
          <p:cNvSpPr/>
          <p:nvPr/>
        </p:nvSpPr>
        <p:spPr>
          <a:xfrm>
            <a:off x="3667125" y="9734550"/>
            <a:ext cx="10953750" cy="342900"/>
          </a:xfrm>
          <a:prstGeom prst="rect">
            <a:avLst/>
          </a:prstGeom>
          <a:noFill/>
          <a:ln/>
        </p:spPr>
        <p:txBody>
          <a:bodyPr wrap="square" lIns="0" tIns="8906" rIns="0" bIns="-8906" rtlCol="0" anchor="t"/>
          <a:lstStyle/>
          <a:p>
            <a:pPr algn="l" indent="0" marL="0">
              <a:lnSpc>
                <a:spcPts val="2145"/>
              </a:lnSpc>
              <a:buNone/>
            </a:pPr>
            <a:r>
              <a:rPr lang="en-US" sz="1650" dirty="0" spc="-6" kern="0">
                <a:solidFill>
                  <a:srgbClr val="6B6A66"/>
                </a:solidFill>
                <a:latin typeface="Be Vietnam Pro" pitchFamily="34" charset="0"/>
                <a:ea typeface="Be Vietnam Pro" pitchFamily="34" charset="-122"/>
                <a:cs typeface="Be Vietnam Pro" pitchFamily="34" charset="-120"/>
              </a:rPr>
              <a:t>Multiple-report</a:t>
            </a:r>
            <a:r>
              <a:rPr lang="en-US" sz="1650" dirty="0" spc="3" kern="0">
                <a:solidFill>
                  <a:srgbClr val="6B6A66"/>
                </a:solidFill>
                <a:latin typeface="Be Vietnam Pro" pitchFamily="34" charset="0"/>
                <a:ea typeface="Be Vietnam Pro" pitchFamily="34" charset="-122"/>
                <a:cs typeface="Be Vietnam Pro" pitchFamily="34" charset="-120"/>
              </a:rPr>
              <a:t> ·</a:t>
            </a:r>
            <a:r>
              <a:rPr lang="en-US" sz="1650" dirty="0" spc="1" kern="0">
                <a:solidFill>
                  <a:srgbClr val="6B6A66"/>
                </a:solidFill>
                <a:latin typeface="Be Vietnam Pro" pitchFamily="34" charset="0"/>
                <a:ea typeface="Be Vietnam Pro" pitchFamily="34" charset="-122"/>
                <a:cs typeface="Be Vietnam Pro" pitchFamily="34" charset="-120"/>
              </a:rPr>
              <a:t> GitHub</a:t>
            </a:r>
            <a:r>
              <a:rPr lang="en-US" sz="1650" dirty="0" spc="-38" kern="0">
                <a:solidFill>
                  <a:srgbClr val="6B6A66"/>
                </a:solidFill>
                <a:latin typeface="Be Vietnam Pro" pitchFamily="34" charset="0"/>
                <a:ea typeface="Be Vietnam Pro" pitchFamily="34" charset="-122"/>
                <a:cs typeface="Be Vietnam Pro" pitchFamily="34" charset="-120"/>
              </a:rPr>
              <a:t> Top</a:t>
            </a:r>
            <a:r>
              <a:rPr lang="en-US" sz="1650" dirty="0" spc="4" kern="0">
                <a:solidFill>
                  <a:srgbClr val="6B6A66"/>
                </a:solidFill>
                <a:latin typeface="Be Vietnam Pro" pitchFamily="34" charset="0"/>
                <a:ea typeface="Be Vietnam Pro" pitchFamily="34" charset="-122"/>
                <a:cs typeface="Be Vietnam Pro" pitchFamily="34" charset="-120"/>
              </a:rPr>
              <a:t> 3</a:t>
            </a:r>
            <a:r>
              <a:rPr lang="en-US" sz="1650" dirty="0" spc="0" kern="0">
                <a:solidFill>
                  <a:srgbClr val="6B6A66"/>
                </a:solidFill>
                <a:latin typeface="Be Vietnam Pro" pitchFamily="34" charset="0"/>
                <a:ea typeface="Be Vietnam Pro" pitchFamily="34" charset="-122"/>
                <a:cs typeface="Be Vietnam Pro" pitchFamily="34" charset="-120"/>
              </a:rPr>
              <a:t> ·</a:t>
            </a:r>
            <a:r>
              <a:rPr lang="en-US" sz="1650" dirty="0" spc="-23" kern="0">
                <a:solidFill>
                  <a:srgbClr val="6B6A66"/>
                </a:solidFill>
                <a:latin typeface="Be Vietnam Pro" pitchFamily="34" charset="0"/>
                <a:ea typeface="Be Vietnam Pro" pitchFamily="34" charset="-122"/>
                <a:cs typeface="Be Vietnam Pro" pitchFamily="34" charset="-120"/>
              </a:rPr>
              <a:t> 03/24</a:t>
            </a:r>
            <a:endParaRPr lang="en-US" sz="1650" dirty="0"/>
          </a:p>
        </p:txBody>
      </p:sp>
      <p:sp>
        <p:nvSpPr>
          <p:cNvPr id="48" name="Shape 46"/>
          <p:cNvSpPr/>
          <p:nvPr/>
        </p:nvSpPr>
        <p:spPr>
          <a:xfrm>
            <a:off x="15983712" y="9076331"/>
            <a:ext cx="1645920" cy="552301"/>
          </a:xfrm>
          <a:prstGeom prst="roundRect">
            <a:avLst>
              <a:gd name="adj" fmla="val 28000"/>
            </a:avLst>
          </a:prstGeom>
          <a:solidFill>
            <a:srgbClr val="FFFFFF">
              <a:alpha val="82000"/>
            </a:srgbClr>
          </a:solidFill>
          <a:ln/>
        </p:spPr>
      </p:sp>
      <p:pic>
        <p:nvPicPr>
          <p:cNvPr id="49" name="Moda image moda-export-watermark-bf35f4bd-384d-4548-af55-6533008ed48b"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838200" y="438150"/>
            <a:ext cx="16192500" cy="381000"/>
          </a:xfrm>
          <a:prstGeom prst="rect">
            <a:avLst/>
          </a:prstGeom>
          <a:noFill/>
          <a:ln/>
        </p:spPr>
        <p:txBody>
          <a:bodyPr wrap="square" lIns="0" tIns="10104" rIns="0" bIns="-10104" rtlCol="0" anchor="t"/>
          <a:lstStyle/>
          <a:p>
            <a:pPr algn="l" indent="0" marL="0">
              <a:lnSpc>
                <a:spcPts val="2438"/>
              </a:lnSpc>
              <a:buNone/>
            </a:pPr>
            <a:r>
              <a:rPr lang="en-US" sz="1875" dirty="0" spc="0" kern="0">
                <a:solidFill>
                  <a:srgbClr val="7C93FF"/>
                </a:solidFill>
                <a:latin typeface="Be Vietnam Pro SemiBold" pitchFamily="34" charset="0"/>
                <a:ea typeface="Be Vietnam Pro SemiBold" pitchFamily="34" charset="-122"/>
                <a:cs typeface="Be Vietnam Pro SemiBold" pitchFamily="34" charset="-120"/>
              </a:rPr>
              <a:t>01</a:t>
            </a:r>
            <a:r>
              <a:rPr lang="en-US" sz="1875" dirty="0" spc="-2" kern="0">
                <a:solidFill>
                  <a:srgbClr val="7C93FF"/>
                </a:solidFill>
                <a:latin typeface="Be Vietnam Pro SemiBold" pitchFamily="34" charset="0"/>
                <a:ea typeface="Be Vietnam Pro SemiBold" pitchFamily="34" charset="-122"/>
                <a:cs typeface="Be Vietnam Pro SemiBold" pitchFamily="34" charset="-120"/>
              </a:rPr>
              <a:t> /</a:t>
            </a:r>
            <a:r>
              <a:rPr lang="en-US" sz="1875" dirty="0" spc="-6" kern="0">
                <a:solidFill>
                  <a:srgbClr val="7C93FF"/>
                </a:solidFill>
                <a:latin typeface="Be Vietnam Pro SemiBold" pitchFamily="34" charset="0"/>
                <a:ea typeface="Be Vietnam Pro SemiBold" pitchFamily="34" charset="-122"/>
                <a:cs typeface="Be Vietnam Pro SemiBold" pitchFamily="34" charset="-120"/>
              </a:rPr>
              <a:t> BUILD-YOUR-OWN-X</a:t>
            </a:r>
            <a:endParaRPr lang="en-US" sz="1875" dirty="0"/>
          </a:p>
        </p:txBody>
      </p:sp>
      <p:sp>
        <p:nvSpPr>
          <p:cNvPr id="3" name="Text 1"/>
          <p:cNvSpPr/>
          <p:nvPr/>
        </p:nvSpPr>
        <p:spPr>
          <a:xfrm>
            <a:off x="838200" y="1066800"/>
            <a:ext cx="16573500" cy="1476375"/>
          </a:xfrm>
          <a:prstGeom prst="rect">
            <a:avLst/>
          </a:prstGeom>
          <a:noFill/>
          <a:ln/>
        </p:spPr>
        <p:txBody>
          <a:bodyPr wrap="square" lIns="0" tIns="3048" rIns="0" bIns="-3048" rtlCol="0" anchor="t"/>
          <a:lstStyle/>
          <a:p>
            <a:pPr algn="l" indent="0" marL="0">
              <a:lnSpc>
                <a:spcPts val="6240"/>
              </a:lnSpc>
              <a:buNone/>
            </a:pPr>
            <a:r>
              <a:rPr lang="en-US" sz="4800" dirty="0" spc="-18" kern="0">
                <a:solidFill>
                  <a:srgbClr val="F3EEE3"/>
                </a:solidFill>
                <a:latin typeface="Bricolage Grotesque ExtraBold" pitchFamily="34" charset="0"/>
                <a:ea typeface="Bricolage Grotesque ExtraBold" pitchFamily="34" charset="-122"/>
                <a:cs typeface="Bricolage Grotesque ExtraBold" pitchFamily="34" charset="-120"/>
              </a:rPr>
              <a:t>build-your-own-x:</a:t>
            </a:r>
            <a:r>
              <a:rPr lang="en-US" sz="4800" dirty="0" spc="0" kern="0">
                <a:solidFill>
                  <a:srgbClr val="F3EEE3"/>
                </a:solidFill>
                <a:latin typeface="Bricolage Grotesque ExtraBold" pitchFamily="34" charset="0"/>
                <a:ea typeface="Bricolage Grotesque ExtraBold" pitchFamily="34" charset="-122"/>
                <a:cs typeface="Bricolage Grotesque ExtraBold" pitchFamily="34" charset="-120"/>
              </a:rPr>
              <a:t> học</a:t>
            </a:r>
            <a:r>
              <a:rPr lang="en-US" sz="4800" dirty="0" spc="-4" kern="0">
                <a:solidFill>
                  <a:srgbClr val="F3EEE3"/>
                </a:solidFill>
                <a:latin typeface="Bricolage Grotesque ExtraBold" pitchFamily="34" charset="0"/>
                <a:ea typeface="Bricolage Grotesque ExtraBold" pitchFamily="34" charset="-122"/>
                <a:cs typeface="Bricolage Grotesque ExtraBold" pitchFamily="34" charset="-120"/>
              </a:rPr>
              <a:t> bằng</a:t>
            </a:r>
            <a:r>
              <a:rPr lang="en-US" sz="4800" dirty="0" spc="-1" kern="0">
                <a:solidFill>
                  <a:srgbClr val="F3EEE3"/>
                </a:solidFill>
                <a:latin typeface="Bricolage Grotesque ExtraBold" pitchFamily="34" charset="0"/>
                <a:ea typeface="Bricolage Grotesque ExtraBold" pitchFamily="34" charset="-122"/>
                <a:cs typeface="Bricolage Grotesque ExtraBold" pitchFamily="34" charset="-120"/>
              </a:rPr>
              <a:t> cách</a:t>
            </a:r>
            <a:r>
              <a:rPr lang="en-US" sz="4800" dirty="0" spc="3" kern="0">
                <a:solidFill>
                  <a:srgbClr val="F3EEE3"/>
                </a:solidFill>
                <a:latin typeface="Bricolage Grotesque ExtraBold" pitchFamily="34" charset="0"/>
                <a:ea typeface="Bricolage Grotesque ExtraBold" pitchFamily="34" charset="-122"/>
                <a:cs typeface="Bricolage Grotesque ExtraBold" pitchFamily="34" charset="-120"/>
              </a:rPr>
              <a:t> tự</a:t>
            </a:r>
            <a:r>
              <a:rPr lang="en-US" sz="4800" dirty="0" spc="-26" kern="0">
                <a:solidFill>
                  <a:srgbClr val="F3EEE3"/>
                </a:solidFill>
                <a:latin typeface="Bricolage Grotesque ExtraBold" pitchFamily="34" charset="0"/>
                <a:ea typeface="Bricolage Grotesque ExtraBold" pitchFamily="34" charset="-122"/>
                <a:cs typeface="Bricolage Grotesque ExtraBold" pitchFamily="34" charset="-120"/>
              </a:rPr>
              <a:t> xây</a:t>
            </a:r>
            <a:endParaRPr lang="en-US" sz="4800" dirty="0"/>
          </a:p>
        </p:txBody>
      </p:sp>
      <p:sp>
        <p:nvSpPr>
          <p:cNvPr id="4" name="Connector line-1792794858932-759839745"/>
          <p:cNvSpPr/>
          <p:nvPr/>
        </p:nvSpPr>
        <p:spPr>
          <a:xfrm>
            <a:off x="838200" y="2647950"/>
            <a:ext cx="16611600" cy="0"/>
          </a:xfrm>
          <a:prstGeom prst="line">
            <a:avLst/>
          </a:prstGeom>
          <a:noFill/>
          <a:ln w="28575">
            <a:solidFill>
              <a:srgbClr val="363B4A"/>
            </a:solidFill>
            <a:prstDash val="solid"/>
            <a:headEnd type="none"/>
            <a:tailEnd type="none"/>
          </a:ln>
        </p:spPr>
      </p:sp>
      <p:sp>
        <p:nvSpPr>
          <p:cNvPr id="5" name="Shape 3"/>
          <p:cNvSpPr/>
          <p:nvPr/>
        </p:nvSpPr>
        <p:spPr>
          <a:xfrm>
            <a:off x="838200" y="3143250"/>
            <a:ext cx="76200" cy="4572000"/>
          </a:xfrm>
          <a:prstGeom prst="rect">
            <a:avLst/>
          </a:prstGeom>
          <a:solidFill>
            <a:srgbClr val="7C93FF"/>
          </a:solidFill>
          <a:ln w="9525">
            <a:solidFill>
              <a:srgbClr val="7C93FF"/>
            </a:solidFill>
            <a:prstDash val="solid"/>
          </a:ln>
        </p:spPr>
      </p:sp>
      <p:sp>
        <p:nvSpPr>
          <p:cNvPr id="6" name="Text 4"/>
          <p:cNvSpPr/>
          <p:nvPr/>
        </p:nvSpPr>
        <p:spPr>
          <a:xfrm>
            <a:off x="1181100" y="3143250"/>
            <a:ext cx="10429875" cy="4667250"/>
          </a:xfrm>
          <a:prstGeom prst="rect">
            <a:avLst/>
          </a:prstGeom>
          <a:noFill/>
          <a:ln/>
        </p:spPr>
        <p:txBody>
          <a:bodyPr wrap="square" lIns="0" tIns="14573" rIns="0" bIns="-14573" rtlCol="0" anchor="t"/>
          <a:lstStyle/>
          <a:p>
            <a:pPr algn="l" indent="0" marL="0">
              <a:lnSpc>
                <a:spcPts val="3510"/>
              </a:lnSpc>
              <a:buNone/>
            </a:pPr>
            <a:r>
              <a:rPr lang="en-US" sz="2700" dirty="0" spc="-10" kern="0">
                <a:solidFill>
                  <a:srgbClr val="F3EEE3"/>
                </a:solidFill>
                <a:latin typeface="Be Vietnam Pro" pitchFamily="34" charset="0"/>
                <a:ea typeface="Be Vietnam Pro" pitchFamily="34" charset="-122"/>
                <a:cs typeface="Be Vietnam Pro" pitchFamily="34" charset="-120"/>
              </a:rPr>
              <a:t>build-your-own-x</a:t>
            </a:r>
            <a:r>
              <a:rPr lang="en-US" sz="2700" dirty="0" spc="2" kern="0">
                <a:solidFill>
                  <a:srgbClr val="F3EEE3"/>
                </a:solidFill>
                <a:latin typeface="Be Vietnam Pro" pitchFamily="34" charset="0"/>
                <a:ea typeface="Be Vietnam Pro" pitchFamily="34" charset="-122"/>
                <a:cs typeface="Be Vietnam Pro" pitchFamily="34" charset="-120"/>
              </a:rPr>
              <a:t> là</a:t>
            </a:r>
            <a:r>
              <a:rPr lang="en-US" sz="2700" dirty="0" spc="-17" kern="0">
                <a:solidFill>
                  <a:srgbClr val="F3EEE3"/>
                </a:solidFill>
                <a:latin typeface="Be Vietnam Pro" pitchFamily="34" charset="0"/>
                <a:ea typeface="Be Vietnam Pro" pitchFamily="34" charset="-122"/>
                <a:cs typeface="Be Vietnam Pro" pitchFamily="34" charset="-120"/>
              </a:rPr>
              <a:t> tuyển</a:t>
            </a:r>
            <a:r>
              <a:rPr lang="en-US" sz="2700" dirty="0" spc="-13" kern="0">
                <a:solidFill>
                  <a:srgbClr val="F3EEE3"/>
                </a:solidFill>
                <a:latin typeface="Be Vietnam Pro" pitchFamily="34" charset="0"/>
                <a:ea typeface="Be Vietnam Pro" pitchFamily="34" charset="-122"/>
                <a:cs typeface="Be Vietnam Pro" pitchFamily="34" charset="-120"/>
              </a:rPr>
              <a:t> tập</a:t>
            </a:r>
            <a:r>
              <a:rPr lang="en-US" sz="2700" dirty="0" spc="6" kern="0">
                <a:solidFill>
                  <a:srgbClr val="F3EEE3"/>
                </a:solidFill>
                <a:latin typeface="Be Vietnam Pro" pitchFamily="34" charset="0"/>
                <a:ea typeface="Be Vietnam Pro" pitchFamily="34" charset="-122"/>
                <a:cs typeface="Be Vietnam Pro" pitchFamily="34" charset="-120"/>
              </a:rPr>
              <a:t> hướng</a:t>
            </a:r>
            <a:r>
              <a:rPr lang="en-US" sz="2700" dirty="0" spc="-3" kern="0">
                <a:solidFill>
                  <a:srgbClr val="F3EEE3"/>
                </a:solidFill>
                <a:latin typeface="Be Vietnam Pro" pitchFamily="34" charset="0"/>
                <a:ea typeface="Be Vietnam Pro" pitchFamily="34" charset="-122"/>
                <a:cs typeface="Be Vietnam Pro" pitchFamily="34" charset="-120"/>
              </a:rPr>
              <a:t> dẫn</a:t>
            </a:r>
            <a:r>
              <a:rPr lang="en-US" sz="2700" dirty="0" spc="20" kern="0">
                <a:solidFill>
                  <a:srgbClr val="F3EEE3"/>
                </a:solidFill>
                <a:latin typeface="Be Vietnam Pro" pitchFamily="34" charset="0"/>
                <a:ea typeface="Be Vietnam Pro" pitchFamily="34" charset="-122"/>
                <a:cs typeface="Be Vietnam Pro" pitchFamily="34" charset="-120"/>
              </a:rPr>
              <a:t> từng</a:t>
            </a:r>
            <a:r>
              <a:rPr lang="en-US" sz="2700" dirty="0" spc="9" kern="0">
                <a:solidFill>
                  <a:srgbClr val="F3EEE3"/>
                </a:solidFill>
                <a:latin typeface="Be Vietnam Pro" pitchFamily="34" charset="0"/>
                <a:ea typeface="Be Vietnam Pro" pitchFamily="34" charset="-122"/>
                <a:cs typeface="Be Vietnam Pro" pitchFamily="34" charset="-120"/>
              </a:rPr>
              <a:t> bước</a:t>
            </a:r>
            <a:r>
              <a:rPr lang="en-US" sz="2700" dirty="0" spc="15" kern="0">
                <a:solidFill>
                  <a:srgbClr val="F3EEE3"/>
                </a:solidFill>
                <a:latin typeface="Be Vietnam Pro" pitchFamily="34" charset="0"/>
                <a:ea typeface="Be Vietnam Pro" pitchFamily="34" charset="-122"/>
                <a:cs typeface="Be Vietnam Pro" pitchFamily="34" charset="-120"/>
              </a:rPr>
              <a:t> để</a:t>
            </a:r>
            <a:r>
              <a:rPr lang="en-US" sz="2700" dirty="0" spc="-1" kern="0">
                <a:solidFill>
                  <a:srgbClr val="F3EEE3"/>
                </a:solidFill>
                <a:latin typeface="Be Vietnam Pro" pitchFamily="34" charset="0"/>
                <a:ea typeface="Be Vietnam Pro" pitchFamily="34" charset="-122"/>
                <a:cs typeface="Be Vietnam Pro" pitchFamily="34" charset="-120"/>
              </a:rPr>
              <a:t> tự</a:t>
            </a:r>
            <a:r>
              <a:rPr lang="en-US" sz="2700" dirty="0" spc="-14" kern="0">
                <a:solidFill>
                  <a:srgbClr val="F3EEE3"/>
                </a:solidFill>
                <a:latin typeface="Be Vietnam Pro" pitchFamily="34" charset="0"/>
                <a:ea typeface="Be Vietnam Pro" pitchFamily="34" charset="-122"/>
                <a:cs typeface="Be Vietnam Pro" pitchFamily="34" charset="-120"/>
              </a:rPr>
              <a:t> tạo</a:t>
            </a:r>
            <a:r>
              <a:rPr lang="en-US" sz="2700" dirty="0" spc="-1" kern="0">
                <a:solidFill>
                  <a:srgbClr val="F3EEE3"/>
                </a:solidFill>
                <a:latin typeface="Be Vietnam Pro" pitchFamily="34" charset="0"/>
                <a:ea typeface="Be Vietnam Pro" pitchFamily="34" charset="-122"/>
                <a:cs typeface="Be Vietnam Pro" pitchFamily="34" charset="-120"/>
              </a:rPr>
              <a:t> lại</a:t>
            </a:r>
            <a:r>
              <a:rPr lang="en-US" sz="2700" dirty="0" spc="16" kern="0">
                <a:solidFill>
                  <a:srgbClr val="F3EEE3"/>
                </a:solidFill>
                <a:latin typeface="Be Vietnam Pro" pitchFamily="34" charset="0"/>
                <a:ea typeface="Be Vietnam Pro" pitchFamily="34" charset="-122"/>
                <a:cs typeface="Be Vietnam Pro" pitchFamily="34" charset="-120"/>
              </a:rPr>
              <a:t> những</a:t>
            </a:r>
            <a:r>
              <a:rPr lang="en-US" sz="2700" dirty="0" spc="-2" kern="0">
                <a:solidFill>
                  <a:srgbClr val="F3EEE3"/>
                </a:solidFill>
                <a:latin typeface="Be Vietnam Pro" pitchFamily="34" charset="0"/>
                <a:ea typeface="Be Vietnam Pro" pitchFamily="34" charset="-122"/>
                <a:cs typeface="Be Vietnam Pro" pitchFamily="34" charset="-120"/>
              </a:rPr>
              <a:t> công</a:t>
            </a:r>
            <a:r>
              <a:rPr lang="en-US" sz="2700" dirty="0" spc="-3" kern="0">
                <a:solidFill>
                  <a:srgbClr val="F3EEE3"/>
                </a:solidFill>
                <a:latin typeface="Be Vietnam Pro" pitchFamily="34" charset="0"/>
                <a:ea typeface="Be Vietnam Pro" pitchFamily="34" charset="-122"/>
                <a:cs typeface="Be Vietnam Pro" pitchFamily="34" charset="-120"/>
              </a:rPr>
              <a:t> nghệ</a:t>
            </a:r>
            <a:r>
              <a:rPr lang="en-US" sz="2700" dirty="0" spc="0" kern="0">
                <a:solidFill>
                  <a:srgbClr val="F3EEE3"/>
                </a:solidFill>
                <a:latin typeface="Be Vietnam Pro" pitchFamily="34" charset="0"/>
                <a:ea typeface="Be Vietnam Pro" pitchFamily="34" charset="-122"/>
                <a:cs typeface="Be Vietnam Pro" pitchFamily="34" charset="-120"/>
              </a:rPr>
              <a:t> quen thuộc,</a:t>
            </a:r>
            <a:r>
              <a:rPr lang="en-US" sz="2700" dirty="0" spc="-1" kern="0">
                <a:solidFill>
                  <a:srgbClr val="F3EEE3"/>
                </a:solidFill>
                <a:latin typeface="Be Vietnam Pro" pitchFamily="34" charset="0"/>
                <a:ea typeface="Be Vietnam Pro" pitchFamily="34" charset="-122"/>
                <a:cs typeface="Be Vietnam Pro" pitchFamily="34" charset="-120"/>
              </a:rPr>
              <a:t> từ cơ</a:t>
            </a:r>
            <a:r>
              <a:rPr lang="en-US" sz="2700" dirty="0" spc="-12" kern="0">
                <a:solidFill>
                  <a:srgbClr val="F3EEE3"/>
                </a:solidFill>
                <a:latin typeface="Be Vietnam Pro" pitchFamily="34" charset="0"/>
                <a:ea typeface="Be Vietnam Pro" pitchFamily="34" charset="-122"/>
                <a:cs typeface="Be Vietnam Pro" pitchFamily="34" charset="-120"/>
              </a:rPr>
              <a:t> sở</a:t>
            </a:r>
            <a:r>
              <a:rPr lang="en-US" sz="2700" dirty="0" spc="-4" kern="0">
                <a:solidFill>
                  <a:srgbClr val="F3EEE3"/>
                </a:solidFill>
                <a:latin typeface="Be Vietnam Pro" pitchFamily="34" charset="0"/>
                <a:ea typeface="Be Vietnam Pro" pitchFamily="34" charset="-122"/>
                <a:cs typeface="Be Vietnam Pro" pitchFamily="34" charset="-120"/>
              </a:rPr>
              <a:t> dữ</a:t>
            </a:r>
            <a:r>
              <a:rPr lang="en-US" sz="2700" dirty="0" spc="-1" kern="0">
                <a:solidFill>
                  <a:srgbClr val="F3EEE3"/>
                </a:solidFill>
                <a:latin typeface="Be Vietnam Pro" pitchFamily="34" charset="0"/>
                <a:ea typeface="Be Vietnam Pro" pitchFamily="34" charset="-122"/>
                <a:cs typeface="Be Vietnam Pro" pitchFamily="34" charset="-120"/>
              </a:rPr>
              <a:t> liệu</a:t>
            </a:r>
            <a:r>
              <a:rPr lang="en-US" sz="2700" dirty="0" spc="11" kern="0">
                <a:solidFill>
                  <a:srgbClr val="F3EEE3"/>
                </a:solidFill>
                <a:latin typeface="Be Vietnam Pro" pitchFamily="34" charset="0"/>
                <a:ea typeface="Be Vietnam Pro" pitchFamily="34" charset="-122"/>
                <a:cs typeface="Be Vietnam Pro" pitchFamily="34" charset="-120"/>
              </a:rPr>
              <a:t> đến</a:t>
            </a:r>
            <a:r>
              <a:rPr lang="en-US" sz="2700" dirty="0" spc="7" kern="0">
                <a:solidFill>
                  <a:srgbClr val="F3EEE3"/>
                </a:solidFill>
                <a:latin typeface="Be Vietnam Pro" pitchFamily="34" charset="0"/>
                <a:ea typeface="Be Vietnam Pro" pitchFamily="34" charset="-122"/>
                <a:cs typeface="Be Vietnam Pro" pitchFamily="34" charset="-120"/>
              </a:rPr>
              <a:t> trình</a:t>
            </a:r>
            <a:r>
              <a:rPr lang="en-US" sz="2700" dirty="0" spc="-21" kern="0">
                <a:solidFill>
                  <a:srgbClr val="F3EEE3"/>
                </a:solidFill>
                <a:latin typeface="Be Vietnam Pro" pitchFamily="34" charset="0"/>
                <a:ea typeface="Be Vietnam Pro" pitchFamily="34" charset="-122"/>
                <a:cs typeface="Be Vietnam Pro" pitchFamily="34" charset="-120"/>
              </a:rPr>
              <a:t> duyệt</a:t>
            </a:r>
            <a:r>
              <a:rPr lang="en-US" sz="2700" dirty="0" spc="-17" kern="0">
                <a:solidFill>
                  <a:srgbClr val="F3EEE3"/>
                </a:solidFill>
                <a:latin typeface="Be Vietnam Pro" pitchFamily="34" charset="0"/>
                <a:ea typeface="Be Vietnam Pro" pitchFamily="34" charset="-122"/>
                <a:cs typeface="Be Vietnam Pro" pitchFamily="34" charset="-120"/>
              </a:rPr>
              <a:t> và</a:t>
            </a:r>
            <a:r>
              <a:rPr lang="en-US" sz="2700" dirty="0" spc="-3" kern="0">
                <a:solidFill>
                  <a:srgbClr val="F3EEE3"/>
                </a:solidFill>
                <a:latin typeface="Be Vietnam Pro" pitchFamily="34" charset="0"/>
                <a:ea typeface="Be Vietnam Pro" pitchFamily="34" charset="-122"/>
                <a:cs typeface="Be Vietnam Pro" pitchFamily="34" charset="-120"/>
              </a:rPr>
              <a:t> mô hình</a:t>
            </a:r>
            <a:r>
              <a:rPr lang="en-US" sz="2700" dirty="0" spc="-2" kern="0">
                <a:solidFill>
                  <a:srgbClr val="F3EEE3"/>
                </a:solidFill>
                <a:latin typeface="Be Vietnam Pro" pitchFamily="34" charset="0"/>
                <a:ea typeface="Be Vietnam Pro" pitchFamily="34" charset="-122"/>
                <a:cs typeface="Be Vietnam Pro" pitchFamily="34" charset="-120"/>
              </a:rPr>
              <a:t> AI.</a:t>
            </a:r>
            <a:r>
              <a:rPr lang="en-US" sz="2700" dirty="0" spc="-3" kern="0">
                <a:solidFill>
                  <a:srgbClr val="F3EEE3"/>
                </a:solidFill>
                <a:latin typeface="Be Vietnam Pro" pitchFamily="34" charset="0"/>
                <a:ea typeface="Be Vietnam Pro" pitchFamily="34" charset="-122"/>
                <a:cs typeface="Be Vietnam Pro" pitchFamily="34" charset="-120"/>
              </a:rPr>
              <a:t> Bạn</a:t>
            </a:r>
            <a:r>
              <a:rPr lang="en-US" sz="2700" dirty="0" spc="-1" kern="0">
                <a:solidFill>
                  <a:srgbClr val="F3EEE3"/>
                </a:solidFill>
                <a:latin typeface="Be Vietnam Pro" pitchFamily="34" charset="0"/>
                <a:ea typeface="Be Vietnam Pro" pitchFamily="34" charset="-122"/>
                <a:cs typeface="Be Vietnam Pro" pitchFamily="34" charset="-120"/>
              </a:rPr>
              <a:t> chọn thứ muốn hiểu,</a:t>
            </a:r>
            <a:r>
              <a:rPr lang="en-US" sz="2700" dirty="0" spc="0" kern="0">
                <a:solidFill>
                  <a:srgbClr val="F3EEE3"/>
                </a:solidFill>
                <a:latin typeface="Be Vietnam Pro" pitchFamily="34" charset="0"/>
                <a:ea typeface="Be Vietnam Pro" pitchFamily="34" charset="-122"/>
                <a:cs typeface="Be Vietnam Pro" pitchFamily="34" charset="-120"/>
              </a:rPr>
              <a:t> chọn</a:t>
            </a:r>
            <a:r>
              <a:rPr lang="en-US" sz="2700" dirty="0" spc="-14" kern="0">
                <a:solidFill>
                  <a:srgbClr val="F3EEE3"/>
                </a:solidFill>
                <a:latin typeface="Be Vietnam Pro" pitchFamily="34" charset="0"/>
                <a:ea typeface="Be Vietnam Pro" pitchFamily="34" charset="-122"/>
                <a:cs typeface="Be Vietnam Pro" pitchFamily="34" charset="-120"/>
              </a:rPr>
              <a:t> ngôn</a:t>
            </a:r>
            <a:r>
              <a:rPr lang="en-US" sz="2700" dirty="0" spc="-3" kern="0">
                <a:solidFill>
                  <a:srgbClr val="F3EEE3"/>
                </a:solidFill>
                <a:latin typeface="Be Vietnam Pro" pitchFamily="34" charset="0"/>
                <a:ea typeface="Be Vietnam Pro" pitchFamily="34" charset="-122"/>
                <a:cs typeface="Be Vietnam Pro" pitchFamily="34" charset="-120"/>
              </a:rPr>
              <a:t> ngữ phù</a:t>
            </a:r>
            <a:r>
              <a:rPr lang="en-US" sz="2700" dirty="0" spc="-2" kern="0">
                <a:solidFill>
                  <a:srgbClr val="F3EEE3"/>
                </a:solidFill>
                <a:latin typeface="Be Vietnam Pro" pitchFamily="34" charset="0"/>
                <a:ea typeface="Be Vietnam Pro" pitchFamily="34" charset="-122"/>
                <a:cs typeface="Be Vietnam Pro" pitchFamily="34" charset="-120"/>
              </a:rPr>
              <a:t> hợp</a:t>
            </a:r>
            <a:r>
              <a:rPr lang="en-US" sz="2700" dirty="0" spc="-30" kern="0">
                <a:solidFill>
                  <a:srgbClr val="F3EEE3"/>
                </a:solidFill>
                <a:latin typeface="Be Vietnam Pro" pitchFamily="34" charset="0"/>
                <a:ea typeface="Be Vietnam Pro" pitchFamily="34" charset="-122"/>
                <a:cs typeface="Be Vietnam Pro" pitchFamily="34" charset="-120"/>
              </a:rPr>
              <a:t> rồi</a:t>
            </a:r>
            <a:r>
              <a:rPr lang="en-US" sz="2700" dirty="0" spc="-1" kern="0">
                <a:solidFill>
                  <a:srgbClr val="F3EEE3"/>
                </a:solidFill>
                <a:latin typeface="Be Vietnam Pro" pitchFamily="34" charset="0"/>
                <a:ea typeface="Be Vietnam Pro" pitchFamily="34" charset="-122"/>
                <a:cs typeface="Be Vietnam Pro" pitchFamily="34" charset="-120"/>
              </a:rPr>
              <a:t> làm</a:t>
            </a:r>
            <a:r>
              <a:rPr lang="en-US" sz="2700" dirty="0" spc="-2" kern="0">
                <a:solidFill>
                  <a:srgbClr val="F3EEE3"/>
                </a:solidFill>
                <a:latin typeface="Be Vietnam Pro" pitchFamily="34" charset="0"/>
                <a:ea typeface="Be Vietnam Pro" pitchFamily="34" charset="-122"/>
                <a:cs typeface="Be Vietnam Pro" pitchFamily="34" charset="-120"/>
              </a:rPr>
              <a:t> theo</a:t>
            </a:r>
            <a:r>
              <a:rPr lang="en-US" sz="2700" dirty="0" spc="-7" kern="0">
                <a:solidFill>
                  <a:srgbClr val="F3EEE3"/>
                </a:solidFill>
                <a:latin typeface="Be Vietnam Pro" pitchFamily="34" charset="0"/>
                <a:ea typeface="Be Vietnam Pro" pitchFamily="34" charset="-122"/>
                <a:cs typeface="Be Vietnam Pro" pitchFamily="34" charset="-120"/>
              </a:rPr>
              <a:t> một</a:t>
            </a:r>
            <a:r>
              <a:rPr lang="en-US" sz="2700" dirty="0" spc="-13" kern="0">
                <a:solidFill>
                  <a:srgbClr val="F3EEE3"/>
                </a:solidFill>
                <a:latin typeface="Be Vietnam Pro" pitchFamily="34" charset="0"/>
                <a:ea typeface="Be Vietnam Pro" pitchFamily="34" charset="-122"/>
                <a:cs typeface="Be Vietnam Pro" pitchFamily="34" charset="-120"/>
              </a:rPr>
              <a:t> tài</a:t>
            </a:r>
            <a:r>
              <a:rPr lang="en-US" sz="2700" dirty="0" spc="-1" kern="0">
                <a:solidFill>
                  <a:srgbClr val="F3EEE3"/>
                </a:solidFill>
                <a:latin typeface="Be Vietnam Pro" pitchFamily="34" charset="0"/>
                <a:ea typeface="Be Vietnam Pro" pitchFamily="34" charset="-122"/>
                <a:cs typeface="Be Vietnam Pro" pitchFamily="34" charset="-120"/>
              </a:rPr>
              <a:t> liệu</a:t>
            </a:r>
            <a:r>
              <a:rPr lang="en-US" sz="2700" dirty="0" spc="9" kern="0">
                <a:solidFill>
                  <a:srgbClr val="F3EEE3"/>
                </a:solidFill>
                <a:latin typeface="Be Vietnam Pro" pitchFamily="34" charset="0"/>
                <a:ea typeface="Be Vietnam Pro" pitchFamily="34" charset="-122"/>
                <a:cs typeface="Be Vietnam Pro" pitchFamily="34" charset="-120"/>
              </a:rPr>
              <a:t> được</a:t>
            </a:r>
            <a:r>
              <a:rPr lang="en-US" sz="2700" dirty="0" spc="-3" kern="0">
                <a:solidFill>
                  <a:srgbClr val="F3EEE3"/>
                </a:solidFill>
                <a:latin typeface="Be Vietnam Pro" pitchFamily="34" charset="0"/>
                <a:ea typeface="Be Vietnam Pro" pitchFamily="34" charset="-122"/>
                <a:cs typeface="Be Vietnam Pro" pitchFamily="34" charset="-120"/>
              </a:rPr>
              <a:t> liên</a:t>
            </a:r>
            <a:r>
              <a:rPr lang="en-US" sz="2700" dirty="0" spc="-31" kern="0">
                <a:solidFill>
                  <a:srgbClr val="F3EEE3"/>
                </a:solidFill>
                <a:latin typeface="Be Vietnam Pro" pitchFamily="34" charset="0"/>
                <a:ea typeface="Be Vietnam Pro" pitchFamily="34" charset="-122"/>
                <a:cs typeface="Be Vietnam Pro" pitchFamily="34" charset="-120"/>
              </a:rPr>
              <a:t> kết.</a:t>
            </a:r>
            <a:r>
              <a:rPr lang="en-US" sz="2700" dirty="0" spc="-27" kern="0">
                <a:solidFill>
                  <a:srgbClr val="F3EEE3"/>
                </a:solidFill>
                <a:latin typeface="Be Vietnam Pro" pitchFamily="34" charset="0"/>
                <a:ea typeface="Be Vietnam Pro" pitchFamily="34" charset="-122"/>
                <a:cs typeface="Be Vietnam Pro" pitchFamily="34" charset="-120"/>
              </a:rPr>
              <a:t> Triết</a:t>
            </a:r>
            <a:r>
              <a:rPr lang="en-US" sz="2700" dirty="0" spc="-2" kern="0">
                <a:solidFill>
                  <a:srgbClr val="F3EEE3"/>
                </a:solidFill>
                <a:latin typeface="Be Vietnam Pro" pitchFamily="34" charset="0"/>
                <a:ea typeface="Be Vietnam Pro" pitchFamily="34" charset="-122"/>
                <a:cs typeface="Be Vietnam Pro" pitchFamily="34" charset="-120"/>
              </a:rPr>
              <a:t> lý của</a:t>
            </a:r>
            <a:r>
              <a:rPr lang="en-US" sz="2700" dirty="0" spc="-26" kern="0">
                <a:solidFill>
                  <a:srgbClr val="F3EEE3"/>
                </a:solidFill>
                <a:latin typeface="Be Vietnam Pro" pitchFamily="34" charset="0"/>
                <a:ea typeface="Be Vietnam Pro" pitchFamily="34" charset="-122"/>
                <a:cs typeface="Be Vietnam Pro" pitchFamily="34" charset="-120"/>
              </a:rPr>
              <a:t> repo</a:t>
            </a:r>
            <a:r>
              <a:rPr lang="en-US" sz="2700" dirty="0" spc="-1" kern="0">
                <a:solidFill>
                  <a:srgbClr val="F3EEE3"/>
                </a:solidFill>
                <a:latin typeface="Be Vietnam Pro" pitchFamily="34" charset="0"/>
                <a:ea typeface="Be Vietnam Pro" pitchFamily="34" charset="-122"/>
                <a:cs typeface="Be Vietnam Pro" pitchFamily="34" charset="-120"/>
              </a:rPr>
              <a:t> là</a:t>
            </a:r>
            <a:r>
              <a:rPr lang="en-US" sz="2700" dirty="0" spc="-4" kern="0">
                <a:solidFill>
                  <a:srgbClr val="F3EEE3"/>
                </a:solidFill>
                <a:latin typeface="Be Vietnam Pro" pitchFamily="34" charset="0"/>
                <a:ea typeface="Be Vietnam Pro" pitchFamily="34" charset="-122"/>
                <a:cs typeface="Be Vietnam Pro" pitchFamily="34" charset="-120"/>
              </a:rPr>
              <a:t> học</a:t>
            </a:r>
            <a:r>
              <a:rPr lang="en-US" sz="2700" dirty="0" spc="-1" kern="0">
                <a:solidFill>
                  <a:srgbClr val="F3EEE3"/>
                </a:solidFill>
                <a:latin typeface="Be Vietnam Pro" pitchFamily="34" charset="0"/>
                <a:ea typeface="Be Vietnam Pro" pitchFamily="34" charset="-122"/>
                <a:cs typeface="Be Vietnam Pro" pitchFamily="34" charset="-120"/>
              </a:rPr>
              <a:t> cơ chế</a:t>
            </a:r>
            <a:r>
              <a:rPr lang="en-US" sz="2700" dirty="0" spc="-5" kern="0">
                <a:solidFill>
                  <a:srgbClr val="F3EEE3"/>
                </a:solidFill>
                <a:latin typeface="Be Vietnam Pro" pitchFamily="34" charset="0"/>
                <a:ea typeface="Be Vietnam Pro" pitchFamily="34" charset="-122"/>
                <a:cs typeface="Be Vietnam Pro" pitchFamily="34" charset="-120"/>
              </a:rPr>
              <a:t> bằng</a:t>
            </a:r>
            <a:r>
              <a:rPr lang="en-US" sz="2700" dirty="0" spc="-2" kern="0">
                <a:solidFill>
                  <a:srgbClr val="F3EEE3"/>
                </a:solidFill>
                <a:latin typeface="Be Vietnam Pro" pitchFamily="34" charset="0"/>
                <a:ea typeface="Be Vietnam Pro" pitchFamily="34" charset="-122"/>
                <a:cs typeface="Be Vietnam Pro" pitchFamily="34" charset="-120"/>
              </a:rPr>
              <a:t> việc</a:t>
            </a:r>
            <a:r>
              <a:rPr lang="en-US" sz="2700" dirty="0" spc="7" kern="0">
                <a:solidFill>
                  <a:srgbClr val="F3EEE3"/>
                </a:solidFill>
                <a:latin typeface="Be Vietnam Pro" pitchFamily="34" charset="0"/>
                <a:ea typeface="Be Vietnam Pro" pitchFamily="34" charset="-122"/>
                <a:cs typeface="Be Vietnam Pro" pitchFamily="34" charset="-120"/>
              </a:rPr>
              <a:t> triển</a:t>
            </a:r>
            <a:r>
              <a:rPr lang="en-US" sz="2700" dirty="0" spc="-2" kern="0">
                <a:solidFill>
                  <a:srgbClr val="F3EEE3"/>
                </a:solidFill>
                <a:latin typeface="Be Vietnam Pro" pitchFamily="34" charset="0"/>
                <a:ea typeface="Be Vietnam Pro" pitchFamily="34" charset="-122"/>
                <a:cs typeface="Be Vietnam Pro" pitchFamily="34" charset="-120"/>
              </a:rPr>
              <a:t> khai.</a:t>
            </a:r>
            <a:r>
              <a:rPr lang="en-US" sz="2700" dirty="0" spc="0" kern="0">
                <a:solidFill>
                  <a:srgbClr val="F3EEE3"/>
                </a:solidFill>
                <a:latin typeface="Be Vietnam Pro" pitchFamily="34" charset="0"/>
                <a:ea typeface="Be Vietnam Pro" pitchFamily="34" charset="-122"/>
                <a:cs typeface="Be Vietnam Pro" pitchFamily="34" charset="-120"/>
              </a:rPr>
              <a:t> README</a:t>
            </a:r>
            <a:r>
              <a:rPr lang="en-US" sz="2700" dirty="0" spc="9" kern="0">
                <a:solidFill>
                  <a:srgbClr val="F3EEE3"/>
                </a:solidFill>
                <a:latin typeface="Be Vietnam Pro" pitchFamily="34" charset="0"/>
                <a:ea typeface="Be Vietnam Pro" pitchFamily="34" charset="-122"/>
                <a:cs typeface="Be Vietnam Pro" pitchFamily="34" charset="-120"/>
              </a:rPr>
              <a:t> đóng</a:t>
            </a:r>
            <a:r>
              <a:rPr lang="en-US" sz="2700" dirty="0" spc="-14" kern="0">
                <a:solidFill>
                  <a:srgbClr val="F3EEE3"/>
                </a:solidFill>
                <a:latin typeface="Be Vietnam Pro" pitchFamily="34" charset="0"/>
                <a:ea typeface="Be Vietnam Pro" pitchFamily="34" charset="-122"/>
                <a:cs typeface="Be Vietnam Pro" pitchFamily="34" charset="-120"/>
              </a:rPr>
              <a:t> vai</a:t>
            </a:r>
            <a:r>
              <a:rPr lang="en-US" sz="2700" dirty="0" spc="-28" kern="0">
                <a:solidFill>
                  <a:srgbClr val="F3EEE3"/>
                </a:solidFill>
                <a:latin typeface="Be Vietnam Pro" pitchFamily="34" charset="0"/>
                <a:ea typeface="Be Vietnam Pro" pitchFamily="34" charset="-122"/>
                <a:cs typeface="Be Vietnam Pro" pitchFamily="34" charset="-120"/>
              </a:rPr>
              <a:t> trò</a:t>
            </a:r>
            <a:r>
              <a:rPr lang="en-US" sz="2700" dirty="0" spc="-1" kern="0">
                <a:solidFill>
                  <a:srgbClr val="F3EEE3"/>
                </a:solidFill>
                <a:latin typeface="Be Vietnam Pro" pitchFamily="34" charset="0"/>
                <a:ea typeface="Be Vietnam Pro" pitchFamily="34" charset="-122"/>
                <a:cs typeface="Be Vietnam Pro" pitchFamily="34" charset="-120"/>
              </a:rPr>
              <a:t> mục</a:t>
            </a:r>
            <a:r>
              <a:rPr lang="en-US" sz="2700" dirty="0" spc="0" kern="0">
                <a:solidFill>
                  <a:srgbClr val="F3EEE3"/>
                </a:solidFill>
                <a:latin typeface="Be Vietnam Pro" pitchFamily="34" charset="0"/>
                <a:ea typeface="Be Vietnam Pro" pitchFamily="34" charset="-122"/>
                <a:cs typeface="Be Vietnam Pro" pitchFamily="34" charset="-120"/>
              </a:rPr>
              <a:t> lục;</a:t>
            </a:r>
            <a:r>
              <a:rPr lang="en-US" sz="2700" dirty="0" spc="-2" kern="0">
                <a:solidFill>
                  <a:srgbClr val="F3EEE3"/>
                </a:solidFill>
                <a:latin typeface="Be Vietnam Pro" pitchFamily="34" charset="0"/>
                <a:ea typeface="Be Vietnam Pro" pitchFamily="34" charset="-122"/>
                <a:cs typeface="Be Vietnam Pro" pitchFamily="34" charset="-120"/>
              </a:rPr>
              <a:t> nội</a:t>
            </a:r>
            <a:r>
              <a:rPr lang="en-US" sz="2700" dirty="0" spc="-1" kern="0">
                <a:solidFill>
                  <a:srgbClr val="F3EEE3"/>
                </a:solidFill>
                <a:latin typeface="Be Vietnam Pro" pitchFamily="34" charset="0"/>
                <a:ea typeface="Be Vietnam Pro" pitchFamily="34" charset="-122"/>
                <a:cs typeface="Be Vietnam Pro" pitchFamily="34" charset="-120"/>
              </a:rPr>
              <a:t> dung</a:t>
            </a:r>
            <a:r>
              <a:rPr lang="en-US" sz="2700" dirty="0" spc="-2" kern="0">
                <a:solidFill>
                  <a:srgbClr val="F3EEE3"/>
                </a:solidFill>
                <a:latin typeface="Be Vietnam Pro" pitchFamily="34" charset="0"/>
                <a:ea typeface="Be Vietnam Pro" pitchFamily="34" charset="-122"/>
                <a:cs typeface="Be Vietnam Pro" pitchFamily="34" charset="-120"/>
              </a:rPr>
              <a:t> giảng</a:t>
            </a:r>
            <a:r>
              <a:rPr lang="en-US" sz="2700" dirty="0" spc="-11" kern="0">
                <a:solidFill>
                  <a:srgbClr val="F3EEE3"/>
                </a:solidFill>
                <a:latin typeface="Be Vietnam Pro" pitchFamily="34" charset="0"/>
                <a:ea typeface="Be Vietnam Pro" pitchFamily="34" charset="-122"/>
                <a:cs typeface="Be Vietnam Pro" pitchFamily="34" charset="-120"/>
              </a:rPr>
              <a:t> dạy</a:t>
            </a:r>
            <a:r>
              <a:rPr lang="en-US" sz="2700" dirty="0" spc="-1" kern="0">
                <a:solidFill>
                  <a:srgbClr val="F3EEE3"/>
                </a:solidFill>
                <a:latin typeface="Be Vietnam Pro" pitchFamily="34" charset="0"/>
                <a:ea typeface="Be Vietnam Pro" pitchFamily="34" charset="-122"/>
                <a:cs typeface="Be Vietnam Pro" pitchFamily="34" charset="-120"/>
              </a:rPr>
              <a:t> chủ</a:t>
            </a:r>
            <a:r>
              <a:rPr lang="en-US" sz="2700" dirty="0" spc="-26" kern="0">
                <a:solidFill>
                  <a:srgbClr val="F3EEE3"/>
                </a:solidFill>
                <a:latin typeface="Be Vietnam Pro" pitchFamily="34" charset="0"/>
                <a:ea typeface="Be Vietnam Pro" pitchFamily="34" charset="-122"/>
                <a:cs typeface="Be Vietnam Pro" pitchFamily="34" charset="-120"/>
              </a:rPr>
              <a:t> yếu</a:t>
            </a:r>
            <a:r>
              <a:rPr lang="en-US" sz="2700" dirty="0" spc="-2" kern="0">
                <a:solidFill>
                  <a:srgbClr val="F3EEE3"/>
                </a:solidFill>
                <a:latin typeface="Be Vietnam Pro" pitchFamily="34" charset="0"/>
                <a:ea typeface="Be Vietnam Pro" pitchFamily="34" charset="-122"/>
                <a:cs typeface="Be Vietnam Pro" pitchFamily="34" charset="-120"/>
              </a:rPr>
              <a:t> nằm ở</a:t>
            </a:r>
            <a:r>
              <a:rPr lang="en-US" sz="2700" dirty="0" spc="2" kern="0">
                <a:solidFill>
                  <a:srgbClr val="F3EEE3"/>
                </a:solidFill>
                <a:latin typeface="Be Vietnam Pro" pitchFamily="34" charset="0"/>
                <a:ea typeface="Be Vietnam Pro" pitchFamily="34" charset="-122"/>
                <a:cs typeface="Be Vietnam Pro" pitchFamily="34" charset="-120"/>
              </a:rPr>
              <a:t> các</a:t>
            </a:r>
            <a:r>
              <a:rPr lang="en-US" sz="2700" dirty="0" spc="-5" kern="0">
                <a:solidFill>
                  <a:srgbClr val="F3EEE3"/>
                </a:solidFill>
                <a:latin typeface="Be Vietnam Pro" pitchFamily="34" charset="0"/>
                <a:ea typeface="Be Vietnam Pro" pitchFamily="34" charset="-122"/>
                <a:cs typeface="Be Vietnam Pro" pitchFamily="34" charset="-120"/>
              </a:rPr>
              <a:t> bài</a:t>
            </a:r>
            <a:r>
              <a:rPr lang="en-US" sz="2700" dirty="0" spc="-3" kern="0">
                <a:solidFill>
                  <a:srgbClr val="F3EEE3"/>
                </a:solidFill>
                <a:latin typeface="Be Vietnam Pro" pitchFamily="34" charset="0"/>
                <a:ea typeface="Be Vietnam Pro" pitchFamily="34" charset="-122"/>
                <a:cs typeface="Be Vietnam Pro" pitchFamily="34" charset="-120"/>
              </a:rPr>
              <a:t> viết,</a:t>
            </a:r>
            <a:r>
              <a:rPr lang="en-US" sz="2700" dirty="0" spc="-4" kern="0">
                <a:solidFill>
                  <a:srgbClr val="F3EEE3"/>
                </a:solidFill>
                <a:latin typeface="Be Vietnam Pro" pitchFamily="34" charset="0"/>
                <a:ea typeface="Be Vietnam Pro" pitchFamily="34" charset="-122"/>
                <a:cs typeface="Be Vietnam Pro" pitchFamily="34" charset="-120"/>
              </a:rPr>
              <a:t> sách,</a:t>
            </a:r>
            <a:r>
              <a:rPr lang="en-US" sz="2700" dirty="0" spc="-3" kern="0">
                <a:solidFill>
                  <a:srgbClr val="F3EEE3"/>
                </a:solidFill>
                <a:latin typeface="Be Vietnam Pro" pitchFamily="34" charset="0"/>
                <a:ea typeface="Be Vietnam Pro" pitchFamily="34" charset="-122"/>
                <a:cs typeface="Be Vietnam Pro" pitchFamily="34" charset="-120"/>
              </a:rPr>
              <a:t> video</a:t>
            </a:r>
            <a:r>
              <a:rPr lang="en-US" sz="2700" dirty="0" spc="-17" kern="0">
                <a:solidFill>
                  <a:srgbClr val="F3EEE3"/>
                </a:solidFill>
                <a:latin typeface="Be Vietnam Pro" pitchFamily="34" charset="0"/>
                <a:ea typeface="Be Vietnam Pro" pitchFamily="34" charset="-122"/>
                <a:cs typeface="Be Vietnam Pro" pitchFamily="34" charset="-120"/>
              </a:rPr>
              <a:t> và</a:t>
            </a:r>
            <a:r>
              <a:rPr lang="en-US" sz="2700" dirty="0" spc="-3" kern="0">
                <a:solidFill>
                  <a:srgbClr val="F3EEE3"/>
                </a:solidFill>
                <a:latin typeface="Be Vietnam Pro" pitchFamily="34" charset="0"/>
                <a:ea typeface="Be Vietnam Pro" pitchFamily="34" charset="-122"/>
                <a:cs typeface="Be Vietnam Pro" pitchFamily="34" charset="-120"/>
              </a:rPr>
              <a:t> dự</a:t>
            </a:r>
            <a:r>
              <a:rPr lang="en-US" sz="2700" dirty="0" spc="-2" kern="0">
                <a:solidFill>
                  <a:srgbClr val="F3EEE3"/>
                </a:solidFill>
                <a:latin typeface="Be Vietnam Pro" pitchFamily="34" charset="0"/>
                <a:ea typeface="Be Vietnam Pro" pitchFamily="34" charset="-122"/>
                <a:cs typeface="Be Vietnam Pro" pitchFamily="34" charset="-120"/>
              </a:rPr>
              <a:t> án</a:t>
            </a:r>
            <a:r>
              <a:rPr lang="en-US" sz="2700" dirty="0" spc="17" kern="0">
                <a:solidFill>
                  <a:srgbClr val="F3EEE3"/>
                </a:solidFill>
                <a:latin typeface="Be Vietnam Pro" pitchFamily="34" charset="0"/>
                <a:ea typeface="Be Vietnam Pro" pitchFamily="34" charset="-122"/>
                <a:cs typeface="Be Vietnam Pro" pitchFamily="34" charset="-120"/>
              </a:rPr>
              <a:t> đích.</a:t>
            </a:r>
            <a:r>
              <a:rPr lang="en-US" sz="2700" dirty="0" spc="-1" kern="0">
                <a:solidFill>
                  <a:srgbClr val="F3EEE3"/>
                </a:solidFill>
                <a:latin typeface="Be Vietnam Pro" pitchFamily="34" charset="0"/>
                <a:ea typeface="Be Vietnam Pro" pitchFamily="34" charset="-122"/>
                <a:cs typeface="Be Vietnam Pro" pitchFamily="34" charset="-120"/>
              </a:rPr>
              <a:t> [S2]</a:t>
            </a:r>
            <a:endParaRPr lang="en-US" sz="2700" dirty="0"/>
          </a:p>
        </p:txBody>
      </p:sp>
      <p:sp>
        <p:nvSpPr>
          <p:cNvPr id="7" name="Shape 5"/>
          <p:cNvSpPr/>
          <p:nvPr/>
        </p:nvSpPr>
        <p:spPr>
          <a:xfrm>
            <a:off x="12192000" y="3095625"/>
            <a:ext cx="5257800" cy="1476375"/>
          </a:xfrm>
          <a:prstGeom prst="roundRect">
            <a:avLst>
              <a:gd name="adj" fmla="val 11613"/>
            </a:avLst>
          </a:prstGeom>
          <a:solidFill>
            <a:srgbClr val="1E212B"/>
          </a:solidFill>
          <a:ln w="9525">
            <a:solidFill>
              <a:srgbClr val="363B4A"/>
            </a:solidFill>
            <a:prstDash val="solid"/>
          </a:ln>
        </p:spPr>
      </p:sp>
      <p:sp>
        <p:nvSpPr>
          <p:cNvPr id="8" name="Text 6"/>
          <p:cNvSpPr/>
          <p:nvPr/>
        </p:nvSpPr>
        <p:spPr>
          <a:xfrm>
            <a:off x="12439650" y="3238500"/>
            <a:ext cx="4762500" cy="419100"/>
          </a:xfrm>
          <a:prstGeom prst="rect">
            <a:avLst/>
          </a:prstGeom>
          <a:noFill/>
          <a:ln/>
        </p:spPr>
        <p:txBody>
          <a:bodyPr wrap="square" lIns="0" tIns="10525" rIns="0" bIns="-10525" rtlCol="0" anchor="t"/>
          <a:lstStyle/>
          <a:p>
            <a:pPr algn="l" indent="0" marL="0">
              <a:lnSpc>
                <a:spcPts val="2535"/>
              </a:lnSpc>
              <a:buNone/>
            </a:pPr>
            <a:r>
              <a:rPr lang="en-US" sz="1950" b="1" dirty="0" spc="-24" kern="0">
                <a:solidFill>
                  <a:srgbClr val="7C93FF"/>
                </a:solidFill>
                <a:latin typeface="Be Vietnam Pro" pitchFamily="34" charset="0"/>
                <a:ea typeface="Be Vietnam Pro" pitchFamily="34" charset="-122"/>
                <a:cs typeface="Be Vietnam Pro" pitchFamily="34" charset="-120"/>
              </a:rPr>
              <a:t>ĐẦU</a:t>
            </a:r>
            <a:r>
              <a:rPr lang="en-US" sz="1950" b="1" dirty="0" spc="-54" kern="0">
                <a:solidFill>
                  <a:srgbClr val="7C93FF"/>
                </a:solidFill>
                <a:latin typeface="Be Vietnam Pro" pitchFamily="34" charset="0"/>
                <a:ea typeface="Be Vietnam Pro" pitchFamily="34" charset="-122"/>
                <a:cs typeface="Be Vietnam Pro" pitchFamily="34" charset="-120"/>
              </a:rPr>
              <a:t> VÀO</a:t>
            </a:r>
            <a:endParaRPr lang="en-US" sz="1950" dirty="0"/>
          </a:p>
        </p:txBody>
      </p:sp>
      <p:sp>
        <p:nvSpPr>
          <p:cNvPr id="9" name="Text 7"/>
          <p:cNvSpPr/>
          <p:nvPr/>
        </p:nvSpPr>
        <p:spPr>
          <a:xfrm>
            <a:off x="12439650" y="3695700"/>
            <a:ext cx="4762500" cy="762000"/>
          </a:xfrm>
          <a:prstGeom prst="rect">
            <a:avLst/>
          </a:prstGeom>
          <a:noFill/>
          <a:ln/>
        </p:spPr>
        <p:txBody>
          <a:bodyPr wrap="square" lIns="0" tIns="12144" rIns="0" bIns="-12144" rtlCol="0" anchor="t"/>
          <a:lstStyle/>
          <a:p>
            <a:pPr algn="l" indent="0" marL="0">
              <a:lnSpc>
                <a:spcPts val="2925"/>
              </a:lnSpc>
              <a:buNone/>
            </a:pPr>
            <a:r>
              <a:rPr lang="en-US" sz="2250" dirty="0" spc="-8" kern="0">
                <a:solidFill>
                  <a:srgbClr val="F3EEE3"/>
                </a:solidFill>
                <a:latin typeface="Be Vietnam Pro" pitchFamily="34" charset="0"/>
                <a:ea typeface="Be Vietnam Pro" pitchFamily="34" charset="-122"/>
                <a:cs typeface="Be Vietnam Pro" pitchFamily="34" charset="-120"/>
              </a:rPr>
              <a:t>Một</a:t>
            </a:r>
            <a:r>
              <a:rPr lang="en-US" sz="2250" dirty="0" spc="3" kern="0">
                <a:solidFill>
                  <a:srgbClr val="F3EEE3"/>
                </a:solidFill>
                <a:latin typeface="Be Vietnam Pro" pitchFamily="34" charset="0"/>
                <a:ea typeface="Be Vietnam Pro" pitchFamily="34" charset="-122"/>
                <a:cs typeface="Be Vietnam Pro" pitchFamily="34" charset="-120"/>
              </a:rPr>
              <a:t> công</a:t>
            </a:r>
            <a:r>
              <a:rPr lang="en-US" sz="2250" dirty="0" spc="-1" kern="0">
                <a:solidFill>
                  <a:srgbClr val="F3EEE3"/>
                </a:solidFill>
                <a:latin typeface="Be Vietnam Pro" pitchFamily="34" charset="0"/>
                <a:ea typeface="Be Vietnam Pro" pitchFamily="34" charset="-122"/>
                <a:cs typeface="Be Vietnam Pro" pitchFamily="34" charset="-120"/>
              </a:rPr>
              <a:t> nghệ bạn</a:t>
            </a:r>
            <a:r>
              <a:rPr lang="en-US" sz="2250" dirty="0" spc="1" kern="0">
                <a:solidFill>
                  <a:srgbClr val="F3EEE3"/>
                </a:solidFill>
                <a:latin typeface="Be Vietnam Pro" pitchFamily="34" charset="0"/>
                <a:ea typeface="Be Vietnam Pro" pitchFamily="34" charset="-122"/>
                <a:cs typeface="Be Vietnam Pro" pitchFamily="34" charset="-120"/>
              </a:rPr>
              <a:t> muốn</a:t>
            </a:r>
            <a:r>
              <a:rPr lang="en-US" sz="2250" dirty="0" spc="-1" kern="0">
                <a:solidFill>
                  <a:srgbClr val="F3EEE3"/>
                </a:solidFill>
                <a:latin typeface="Be Vietnam Pro" pitchFamily="34" charset="0"/>
                <a:ea typeface="Be Vietnam Pro" pitchFamily="34" charset="-122"/>
                <a:cs typeface="Be Vietnam Pro" pitchFamily="34" charset="-120"/>
              </a:rPr>
              <a:t> hiểu</a:t>
            </a:r>
            <a:r>
              <a:rPr lang="en-US" sz="2250" dirty="0" spc="-3" kern="0">
                <a:solidFill>
                  <a:srgbClr val="F3EEE3"/>
                </a:solidFill>
                <a:latin typeface="Be Vietnam Pro" pitchFamily="34" charset="0"/>
                <a:ea typeface="Be Vietnam Pro" pitchFamily="34" charset="-122"/>
                <a:cs typeface="Be Vietnam Pro" pitchFamily="34" charset="-120"/>
              </a:rPr>
              <a:t> sâu.</a:t>
            </a:r>
            <a:endParaRPr lang="en-US" sz="2250" dirty="0"/>
          </a:p>
        </p:txBody>
      </p:sp>
      <p:sp>
        <p:nvSpPr>
          <p:cNvPr id="10" name="Shape 8"/>
          <p:cNvSpPr/>
          <p:nvPr/>
        </p:nvSpPr>
        <p:spPr>
          <a:xfrm>
            <a:off x="12192000" y="4781550"/>
            <a:ext cx="5257800" cy="1476375"/>
          </a:xfrm>
          <a:prstGeom prst="roundRect">
            <a:avLst>
              <a:gd name="adj" fmla="val 11613"/>
            </a:avLst>
          </a:prstGeom>
          <a:solidFill>
            <a:srgbClr val="1E212B"/>
          </a:solidFill>
          <a:ln w="9525">
            <a:solidFill>
              <a:srgbClr val="363B4A"/>
            </a:solidFill>
            <a:prstDash val="solid"/>
          </a:ln>
        </p:spPr>
      </p:sp>
      <p:sp>
        <p:nvSpPr>
          <p:cNvPr id="11" name="Text 9"/>
          <p:cNvSpPr/>
          <p:nvPr/>
        </p:nvSpPr>
        <p:spPr>
          <a:xfrm>
            <a:off x="12439650" y="4924425"/>
            <a:ext cx="4762500" cy="419100"/>
          </a:xfrm>
          <a:prstGeom prst="rect">
            <a:avLst/>
          </a:prstGeom>
          <a:noFill/>
          <a:ln/>
        </p:spPr>
        <p:txBody>
          <a:bodyPr wrap="square" lIns="0" tIns="10525" rIns="0" bIns="-10525" rtlCol="0" anchor="t"/>
          <a:lstStyle/>
          <a:p>
            <a:pPr algn="l" indent="0" marL="0">
              <a:lnSpc>
                <a:spcPts val="2535"/>
              </a:lnSpc>
              <a:buNone/>
            </a:pPr>
            <a:r>
              <a:rPr lang="en-US" sz="1950" b="1" dirty="0" spc="-6" kern="0">
                <a:solidFill>
                  <a:srgbClr val="7C93FF"/>
                </a:solidFill>
                <a:latin typeface="Be Vietnam Pro" pitchFamily="34" charset="0"/>
                <a:ea typeface="Be Vietnam Pro" pitchFamily="34" charset="-122"/>
                <a:cs typeface="Be Vietnam Pro" pitchFamily="34" charset="-120"/>
              </a:rPr>
              <a:t>VIỆC</a:t>
            </a:r>
            <a:r>
              <a:rPr lang="en-US" sz="1950" b="1" dirty="0" spc="-7" kern="0">
                <a:solidFill>
                  <a:srgbClr val="7C93FF"/>
                </a:solidFill>
                <a:latin typeface="Be Vietnam Pro" pitchFamily="34" charset="0"/>
                <a:ea typeface="Be Vietnam Pro" pitchFamily="34" charset="-122"/>
                <a:cs typeface="Be Vietnam Pro" pitchFamily="34" charset="-120"/>
              </a:rPr>
              <a:t> BẠN</a:t>
            </a:r>
            <a:r>
              <a:rPr lang="en-US" sz="1950" b="1" dirty="0" spc="-1" kern="0">
                <a:solidFill>
                  <a:srgbClr val="7C93FF"/>
                </a:solidFill>
                <a:latin typeface="Be Vietnam Pro" pitchFamily="34" charset="0"/>
                <a:ea typeface="Be Vietnam Pro" pitchFamily="34" charset="-122"/>
                <a:cs typeface="Be Vietnam Pro" pitchFamily="34" charset="-120"/>
              </a:rPr>
              <a:t> LÀM</a:t>
            </a:r>
            <a:endParaRPr lang="en-US" sz="1950" dirty="0"/>
          </a:p>
        </p:txBody>
      </p:sp>
      <p:sp>
        <p:nvSpPr>
          <p:cNvPr id="12" name="Text 10"/>
          <p:cNvSpPr/>
          <p:nvPr/>
        </p:nvSpPr>
        <p:spPr>
          <a:xfrm>
            <a:off x="12439650" y="5381625"/>
            <a:ext cx="4762500" cy="762000"/>
          </a:xfrm>
          <a:prstGeom prst="rect">
            <a:avLst/>
          </a:prstGeom>
          <a:noFill/>
          <a:ln/>
        </p:spPr>
        <p:txBody>
          <a:bodyPr wrap="square" lIns="0" tIns="12144" rIns="0" bIns="-12144" rtlCol="0" anchor="t"/>
          <a:lstStyle/>
          <a:p>
            <a:pPr algn="l" indent="0" marL="0">
              <a:lnSpc>
                <a:spcPts val="2925"/>
              </a:lnSpc>
              <a:buNone/>
            </a:pPr>
            <a:r>
              <a:rPr lang="en-US" sz="2250" dirty="0" spc="-110" kern="0">
                <a:solidFill>
                  <a:srgbClr val="F3EEE3"/>
                </a:solidFill>
                <a:latin typeface="Be Vietnam Pro" pitchFamily="34" charset="0"/>
                <a:ea typeface="Be Vietnam Pro" pitchFamily="34" charset="-122"/>
                <a:cs typeface="Be Vietnam Pro" pitchFamily="34" charset="-120"/>
              </a:rPr>
              <a:t>Tự</a:t>
            </a:r>
            <a:r>
              <a:rPr lang="en-US" sz="2250" dirty="0" spc="-6" kern="0">
                <a:solidFill>
                  <a:srgbClr val="F3EEE3"/>
                </a:solidFill>
                <a:latin typeface="Be Vietnam Pro" pitchFamily="34" charset="0"/>
                <a:ea typeface="Be Vietnam Pro" pitchFamily="34" charset="-122"/>
                <a:cs typeface="Be Vietnam Pro" pitchFamily="34" charset="-120"/>
              </a:rPr>
              <a:t> viết</a:t>
            </a:r>
            <a:r>
              <a:rPr lang="en-US" sz="2250" dirty="0" spc="0" kern="0">
                <a:solidFill>
                  <a:srgbClr val="F3EEE3"/>
                </a:solidFill>
                <a:latin typeface="Be Vietnam Pro" pitchFamily="34" charset="0"/>
                <a:ea typeface="Be Vietnam Pro" pitchFamily="34" charset="-122"/>
                <a:cs typeface="Be Vietnam Pro" pitchFamily="34" charset="-120"/>
              </a:rPr>
              <a:t> phiên</a:t>
            </a:r>
            <a:r>
              <a:rPr lang="en-US" sz="2250" dirty="0" spc="-2" kern="0">
                <a:solidFill>
                  <a:srgbClr val="F3EEE3"/>
                </a:solidFill>
                <a:latin typeface="Be Vietnam Pro" pitchFamily="34" charset="0"/>
                <a:ea typeface="Be Vietnam Pro" pitchFamily="34" charset="-122"/>
                <a:cs typeface="Be Vietnam Pro" pitchFamily="34" charset="-120"/>
              </a:rPr>
              <a:t> bản</a:t>
            </a:r>
            <a:r>
              <a:rPr lang="en-US" sz="2250" dirty="0" spc="1" kern="0">
                <a:solidFill>
                  <a:srgbClr val="F3EEE3"/>
                </a:solidFill>
                <a:latin typeface="Be Vietnam Pro" pitchFamily="34" charset="0"/>
                <a:ea typeface="Be Vietnam Pro" pitchFamily="34" charset="-122"/>
                <a:cs typeface="Be Vietnam Pro" pitchFamily="34" charset="-120"/>
              </a:rPr>
              <a:t> nhỏ,</a:t>
            </a:r>
            <a:r>
              <a:rPr lang="en-US" sz="2250" dirty="0" spc="20" kern="0">
                <a:solidFill>
                  <a:srgbClr val="F3EEE3"/>
                </a:solidFill>
                <a:latin typeface="Be Vietnam Pro" pitchFamily="34" charset="0"/>
                <a:ea typeface="Be Vietnam Pro" pitchFamily="34" charset="-122"/>
                <a:cs typeface="Be Vietnam Pro" pitchFamily="34" charset="-120"/>
              </a:rPr>
              <a:t> từng</a:t>
            </a:r>
            <a:r>
              <a:rPr lang="en-US" sz="2250" dirty="0" spc="9" kern="0">
                <a:solidFill>
                  <a:srgbClr val="F3EEE3"/>
                </a:solidFill>
                <a:latin typeface="Be Vietnam Pro" pitchFamily="34" charset="0"/>
                <a:ea typeface="Be Vietnam Pro" pitchFamily="34" charset="-122"/>
                <a:cs typeface="Be Vietnam Pro" pitchFamily="34" charset="-120"/>
              </a:rPr>
              <a:t> bước.</a:t>
            </a:r>
            <a:endParaRPr lang="en-US" sz="2250" dirty="0"/>
          </a:p>
        </p:txBody>
      </p:sp>
      <p:sp>
        <p:nvSpPr>
          <p:cNvPr id="13" name="Shape 11"/>
          <p:cNvSpPr/>
          <p:nvPr/>
        </p:nvSpPr>
        <p:spPr>
          <a:xfrm>
            <a:off x="12192000" y="6467475"/>
            <a:ext cx="5257800" cy="1476375"/>
          </a:xfrm>
          <a:prstGeom prst="roundRect">
            <a:avLst>
              <a:gd name="adj" fmla="val 11613"/>
            </a:avLst>
          </a:prstGeom>
          <a:solidFill>
            <a:srgbClr val="1E212B"/>
          </a:solidFill>
          <a:ln w="9525">
            <a:solidFill>
              <a:srgbClr val="363B4A"/>
            </a:solidFill>
            <a:prstDash val="solid"/>
          </a:ln>
        </p:spPr>
      </p:sp>
      <p:sp>
        <p:nvSpPr>
          <p:cNvPr id="14" name="Text 12"/>
          <p:cNvSpPr/>
          <p:nvPr/>
        </p:nvSpPr>
        <p:spPr>
          <a:xfrm>
            <a:off x="12439650" y="6610350"/>
            <a:ext cx="4762500" cy="419100"/>
          </a:xfrm>
          <a:prstGeom prst="rect">
            <a:avLst/>
          </a:prstGeom>
          <a:noFill/>
          <a:ln/>
        </p:spPr>
        <p:txBody>
          <a:bodyPr wrap="square" lIns="0" tIns="10525" rIns="0" bIns="-10525" rtlCol="0" anchor="t"/>
          <a:lstStyle/>
          <a:p>
            <a:pPr algn="l" indent="0" marL="0">
              <a:lnSpc>
                <a:spcPts val="2535"/>
              </a:lnSpc>
              <a:buNone/>
            </a:pPr>
            <a:r>
              <a:rPr lang="en-US" sz="1950" b="1" dirty="0" spc="-24" kern="0">
                <a:solidFill>
                  <a:srgbClr val="7C93FF"/>
                </a:solidFill>
                <a:latin typeface="Be Vietnam Pro" pitchFamily="34" charset="0"/>
                <a:ea typeface="Be Vietnam Pro" pitchFamily="34" charset="-122"/>
                <a:cs typeface="Be Vietnam Pro" pitchFamily="34" charset="-120"/>
              </a:rPr>
              <a:t>ĐẦU</a:t>
            </a:r>
            <a:r>
              <a:rPr lang="en-US" sz="1950" b="1" dirty="0" spc="-1" kern="0">
                <a:solidFill>
                  <a:srgbClr val="7C93FF"/>
                </a:solidFill>
                <a:latin typeface="Be Vietnam Pro" pitchFamily="34" charset="0"/>
                <a:ea typeface="Be Vietnam Pro" pitchFamily="34" charset="-122"/>
                <a:cs typeface="Be Vietnam Pro" pitchFamily="34" charset="-120"/>
              </a:rPr>
              <a:t> RA</a:t>
            </a:r>
            <a:endParaRPr lang="en-US" sz="1950" dirty="0"/>
          </a:p>
        </p:txBody>
      </p:sp>
      <p:sp>
        <p:nvSpPr>
          <p:cNvPr id="15" name="Text 13"/>
          <p:cNvSpPr/>
          <p:nvPr/>
        </p:nvSpPr>
        <p:spPr>
          <a:xfrm>
            <a:off x="12439650" y="7067550"/>
            <a:ext cx="4762500" cy="762000"/>
          </a:xfrm>
          <a:prstGeom prst="rect">
            <a:avLst/>
          </a:prstGeom>
          <a:noFill/>
          <a:ln/>
        </p:spPr>
        <p:txBody>
          <a:bodyPr wrap="square" lIns="0" tIns="12144" rIns="0" bIns="-12144" rtlCol="0" anchor="t"/>
          <a:lstStyle/>
          <a:p>
            <a:pPr algn="l" indent="0" marL="0">
              <a:lnSpc>
                <a:spcPts val="2925"/>
              </a:lnSpc>
              <a:buNone/>
            </a:pPr>
            <a:r>
              <a:rPr lang="en-US" sz="2250" dirty="0" spc="-6" kern="0">
                <a:solidFill>
                  <a:srgbClr val="F3EEE3"/>
                </a:solidFill>
                <a:latin typeface="Be Vietnam Pro" pitchFamily="34" charset="0"/>
                <a:ea typeface="Be Vietnam Pro" pitchFamily="34" charset="-122"/>
                <a:cs typeface="Be Vietnam Pro" pitchFamily="34" charset="-120"/>
              </a:rPr>
              <a:t>Mã chạy</a:t>
            </a:r>
            <a:r>
              <a:rPr lang="en-US" sz="2250" dirty="0" spc="9" kern="0">
                <a:solidFill>
                  <a:srgbClr val="F3EEE3"/>
                </a:solidFill>
                <a:latin typeface="Be Vietnam Pro" pitchFamily="34" charset="0"/>
                <a:ea typeface="Be Vietnam Pro" pitchFamily="34" charset="-122"/>
                <a:cs typeface="Be Vietnam Pro" pitchFamily="34" charset="-120"/>
              </a:rPr>
              <a:t> được</a:t>
            </a:r>
            <a:r>
              <a:rPr lang="en-US" sz="2250" dirty="0" spc="-17" kern="0">
                <a:solidFill>
                  <a:srgbClr val="F3EEE3"/>
                </a:solidFill>
                <a:latin typeface="Be Vietnam Pro" pitchFamily="34" charset="0"/>
                <a:ea typeface="Be Vietnam Pro" pitchFamily="34" charset="-122"/>
                <a:cs typeface="Be Vietnam Pro" pitchFamily="34" charset="-120"/>
              </a:rPr>
              <a:t> và</a:t>
            </a:r>
            <a:r>
              <a:rPr lang="en-US" sz="2250" dirty="0" spc="2" kern="0">
                <a:solidFill>
                  <a:srgbClr val="F3EEE3"/>
                </a:solidFill>
                <a:latin typeface="Be Vietnam Pro" pitchFamily="34" charset="0"/>
                <a:ea typeface="Be Vietnam Pro" pitchFamily="34" charset="-122"/>
                <a:cs typeface="Be Vietnam Pro" pitchFamily="34" charset="-120"/>
              </a:rPr>
              <a:t> mô</a:t>
            </a:r>
            <a:r>
              <a:rPr lang="en-US" sz="2250" dirty="0" spc="0" kern="0">
                <a:solidFill>
                  <a:srgbClr val="F3EEE3"/>
                </a:solidFill>
                <a:latin typeface="Be Vietnam Pro" pitchFamily="34" charset="0"/>
                <a:ea typeface="Be Vietnam Pro" pitchFamily="34" charset="-122"/>
                <a:cs typeface="Be Vietnam Pro" pitchFamily="34" charset="-120"/>
              </a:rPr>
              <a:t> hình</a:t>
            </a:r>
            <a:r>
              <a:rPr lang="en-US" sz="2250" dirty="0" spc="1" kern="0">
                <a:solidFill>
                  <a:srgbClr val="F3EEE3"/>
                </a:solidFill>
                <a:latin typeface="Be Vietnam Pro" pitchFamily="34" charset="0"/>
                <a:ea typeface="Be Vietnam Pro" pitchFamily="34" charset="-122"/>
                <a:cs typeface="Be Vietnam Pro" pitchFamily="34" charset="-120"/>
              </a:rPr>
              <a:t> tư</a:t>
            </a:r>
            <a:r>
              <a:rPr lang="en-US" sz="2250" dirty="0" spc="2" kern="0">
                <a:solidFill>
                  <a:srgbClr val="F3EEE3"/>
                </a:solidFill>
                <a:latin typeface="Be Vietnam Pro" pitchFamily="34" charset="0"/>
                <a:ea typeface="Be Vietnam Pro" pitchFamily="34" charset="-122"/>
                <a:cs typeface="Be Vietnam Pro" pitchFamily="34" charset="-120"/>
              </a:rPr>
              <a:t> duy</a:t>
            </a:r>
            <a:r>
              <a:rPr lang="en-US" sz="2250" dirty="0" spc="-29" kern="0">
                <a:solidFill>
                  <a:srgbClr val="F3EEE3"/>
                </a:solidFill>
                <a:latin typeface="Be Vietnam Pro" pitchFamily="34" charset="0"/>
                <a:ea typeface="Be Vietnam Pro" pitchFamily="34" charset="-122"/>
                <a:cs typeface="Be Vietnam Pro" pitchFamily="34" charset="-120"/>
              </a:rPr>
              <a:t> rõ</a:t>
            </a:r>
            <a:r>
              <a:rPr lang="en-US" sz="2250" dirty="0" spc="1" kern="0">
                <a:solidFill>
                  <a:srgbClr val="F3EEE3"/>
                </a:solidFill>
                <a:latin typeface="Be Vietnam Pro" pitchFamily="34" charset="0"/>
                <a:ea typeface="Be Vietnam Pro" pitchFamily="34" charset="-122"/>
                <a:cs typeface="Be Vietnam Pro" pitchFamily="34" charset="-120"/>
              </a:rPr>
              <a:t> hơn.</a:t>
            </a:r>
            <a:endParaRPr lang="en-US" sz="2250" dirty="0"/>
          </a:p>
        </p:txBody>
      </p:sp>
      <p:sp>
        <p:nvSpPr>
          <p:cNvPr id="16" name="Text 14"/>
          <p:cNvSpPr/>
          <p:nvPr/>
        </p:nvSpPr>
        <p:spPr>
          <a:xfrm>
            <a:off x="838200" y="9353550"/>
            <a:ext cx="16611600" cy="333375"/>
          </a:xfrm>
          <a:prstGeom prst="rect">
            <a:avLst/>
          </a:prstGeom>
          <a:noFill/>
          <a:ln/>
        </p:spPr>
        <p:txBody>
          <a:bodyPr wrap="square" lIns="0" tIns="8906" rIns="0" bIns="-8906" rtlCol="0" anchor="t"/>
          <a:lstStyle/>
          <a:p>
            <a:pPr algn="l" indent="0" marL="0">
              <a:lnSpc>
                <a:spcPts val="2145"/>
              </a:lnSpc>
              <a:buNone/>
            </a:pPr>
            <a:r>
              <a:rPr lang="en-US" sz="1650" dirty="0" spc="-3" kern="0">
                <a:solidFill>
                  <a:srgbClr val="9AA0B5"/>
                </a:solidFill>
                <a:latin typeface="Be Vietnam Pro" pitchFamily="34" charset="0"/>
                <a:ea typeface="Be Vietnam Pro" pitchFamily="34" charset="-122"/>
                <a:cs typeface="Be Vietnam Pro" pitchFamily="34" charset="-120"/>
              </a:rPr>
              <a:t>Nguồn:</a:t>
            </a:r>
            <a:r>
              <a:rPr lang="en-US" sz="1650" dirty="0" spc="-2" kern="0">
                <a:solidFill>
                  <a:srgbClr val="9AA0B5"/>
                </a:solidFill>
                <a:latin typeface="Be Vietnam Pro" pitchFamily="34" charset="0"/>
                <a:ea typeface="Be Vietnam Pro" pitchFamily="34" charset="-122"/>
                <a:cs typeface="Be Vietnam Pro" pitchFamily="34" charset="-120"/>
              </a:rPr>
              <a:t> [S2]</a:t>
            </a:r>
            <a:r>
              <a:rPr lang="en-US" sz="1650" dirty="0" spc="2" kern="0">
                <a:solidFill>
                  <a:srgbClr val="9AA0B5"/>
                </a:solidFill>
                <a:latin typeface="Be Vietnam Pro" pitchFamily="34" charset="0"/>
                <a:ea typeface="Be Vietnam Pro" pitchFamily="34" charset="-122"/>
                <a:cs typeface="Be Vietnam Pro" pitchFamily="34" charset="-120"/>
              </a:rPr>
              <a:t>  ·  Số</a:t>
            </a:r>
            <a:r>
              <a:rPr lang="en-US" sz="1650" dirty="0" spc="0" kern="0">
                <a:solidFill>
                  <a:srgbClr val="9AA0B5"/>
                </a:solidFill>
                <a:latin typeface="Be Vietnam Pro" pitchFamily="34" charset="0"/>
                <a:ea typeface="Be Vietnam Pro" pitchFamily="34" charset="-122"/>
                <a:cs typeface="Be Vietnam Pro" pitchFamily="34" charset="-120"/>
              </a:rPr>
              <a:t> liệu: phiên</a:t>
            </a:r>
            <a:r>
              <a:rPr lang="en-US" sz="1650" dirty="0" spc="-1" kern="0">
                <a:solidFill>
                  <a:srgbClr val="9AA0B5"/>
                </a:solidFill>
                <a:latin typeface="Be Vietnam Pro" pitchFamily="34" charset="0"/>
                <a:ea typeface="Be Vietnam Pro" pitchFamily="34" charset="-122"/>
                <a:cs typeface="Be Vietnam Pro" pitchFamily="34" charset="-120"/>
              </a:rPr>
              <a:t> quét</a:t>
            </a:r>
            <a:r>
              <a:rPr lang="en-US" sz="1650" dirty="0" spc="-8" kern="0">
                <a:solidFill>
                  <a:srgbClr val="9AA0B5"/>
                </a:solidFill>
                <a:latin typeface="Be Vietnam Pro" pitchFamily="34" charset="0"/>
                <a:ea typeface="Be Vietnam Pro" pitchFamily="34" charset="-122"/>
                <a:cs typeface="Be Vietnam Pro" pitchFamily="34" charset="-120"/>
              </a:rPr>
              <a:t> 23/10/2026</a:t>
            </a:r>
            <a:endParaRPr lang="en-US" sz="1650" dirty="0"/>
          </a:p>
        </p:txBody>
      </p:sp>
      <p:sp>
        <p:nvSpPr>
          <p:cNvPr id="17" name="Shape 15"/>
          <p:cNvSpPr/>
          <p:nvPr/>
        </p:nvSpPr>
        <p:spPr>
          <a:xfrm>
            <a:off x="847725" y="9896475"/>
            <a:ext cx="57150" cy="57150"/>
          </a:xfrm>
          <a:prstGeom prst="ellipse">
            <a:avLst/>
          </a:prstGeom>
          <a:solidFill>
            <a:srgbClr val="363B4A"/>
          </a:solidFill>
          <a:ln/>
        </p:spPr>
      </p:sp>
      <p:sp>
        <p:nvSpPr>
          <p:cNvPr id="18" name="Shape 16"/>
          <p:cNvSpPr/>
          <p:nvPr/>
        </p:nvSpPr>
        <p:spPr>
          <a:xfrm>
            <a:off x="952500" y="9896475"/>
            <a:ext cx="57150" cy="57150"/>
          </a:xfrm>
          <a:prstGeom prst="ellipse">
            <a:avLst/>
          </a:prstGeom>
          <a:solidFill>
            <a:srgbClr val="363B4A"/>
          </a:solidFill>
          <a:ln/>
        </p:spPr>
      </p:sp>
      <p:sp>
        <p:nvSpPr>
          <p:cNvPr id="19" name="Shape 17"/>
          <p:cNvSpPr/>
          <p:nvPr/>
        </p:nvSpPr>
        <p:spPr>
          <a:xfrm>
            <a:off x="1057275" y="9896475"/>
            <a:ext cx="57150" cy="57150"/>
          </a:xfrm>
          <a:prstGeom prst="ellipse">
            <a:avLst/>
          </a:prstGeom>
          <a:solidFill>
            <a:srgbClr val="363B4A"/>
          </a:solidFill>
          <a:ln/>
        </p:spPr>
      </p:sp>
      <p:sp>
        <p:nvSpPr>
          <p:cNvPr id="20" name="Shape 18"/>
          <p:cNvSpPr/>
          <p:nvPr/>
        </p:nvSpPr>
        <p:spPr>
          <a:xfrm>
            <a:off x="1162050" y="9896475"/>
            <a:ext cx="57150" cy="57150"/>
          </a:xfrm>
          <a:prstGeom prst="ellipse">
            <a:avLst/>
          </a:prstGeom>
          <a:solidFill>
            <a:srgbClr val="E8472B"/>
          </a:solidFill>
          <a:ln/>
        </p:spPr>
      </p:sp>
      <p:sp>
        <p:nvSpPr>
          <p:cNvPr id="21" name="Shape 19"/>
          <p:cNvSpPr/>
          <p:nvPr/>
        </p:nvSpPr>
        <p:spPr>
          <a:xfrm>
            <a:off x="1266825" y="9896475"/>
            <a:ext cx="57150" cy="57150"/>
          </a:xfrm>
          <a:prstGeom prst="ellipse">
            <a:avLst/>
          </a:prstGeom>
          <a:solidFill>
            <a:srgbClr val="363B4A"/>
          </a:solidFill>
          <a:ln/>
        </p:spPr>
      </p:sp>
      <p:sp>
        <p:nvSpPr>
          <p:cNvPr id="22" name="Shape 20"/>
          <p:cNvSpPr/>
          <p:nvPr/>
        </p:nvSpPr>
        <p:spPr>
          <a:xfrm>
            <a:off x="1371600" y="9896475"/>
            <a:ext cx="57150" cy="57150"/>
          </a:xfrm>
          <a:prstGeom prst="ellipse">
            <a:avLst/>
          </a:prstGeom>
          <a:solidFill>
            <a:srgbClr val="363B4A"/>
          </a:solidFill>
          <a:ln/>
        </p:spPr>
      </p:sp>
      <p:sp>
        <p:nvSpPr>
          <p:cNvPr id="23" name="Shape 21"/>
          <p:cNvSpPr/>
          <p:nvPr/>
        </p:nvSpPr>
        <p:spPr>
          <a:xfrm>
            <a:off x="1476375" y="9896475"/>
            <a:ext cx="57150" cy="57150"/>
          </a:xfrm>
          <a:prstGeom prst="ellipse">
            <a:avLst/>
          </a:prstGeom>
          <a:solidFill>
            <a:srgbClr val="363B4A"/>
          </a:solidFill>
          <a:ln/>
        </p:spPr>
      </p:sp>
      <p:sp>
        <p:nvSpPr>
          <p:cNvPr id="24" name="Shape 22"/>
          <p:cNvSpPr/>
          <p:nvPr/>
        </p:nvSpPr>
        <p:spPr>
          <a:xfrm>
            <a:off x="1581150" y="9896475"/>
            <a:ext cx="57150" cy="57150"/>
          </a:xfrm>
          <a:prstGeom prst="ellipse">
            <a:avLst/>
          </a:prstGeom>
          <a:solidFill>
            <a:srgbClr val="363B4A"/>
          </a:solidFill>
          <a:ln/>
        </p:spPr>
      </p:sp>
      <p:sp>
        <p:nvSpPr>
          <p:cNvPr id="25" name="Shape 23"/>
          <p:cNvSpPr/>
          <p:nvPr/>
        </p:nvSpPr>
        <p:spPr>
          <a:xfrm>
            <a:off x="1685925" y="9896475"/>
            <a:ext cx="57150" cy="57150"/>
          </a:xfrm>
          <a:prstGeom prst="ellipse">
            <a:avLst/>
          </a:prstGeom>
          <a:solidFill>
            <a:srgbClr val="363B4A"/>
          </a:solidFill>
          <a:ln/>
        </p:spPr>
      </p:sp>
      <p:sp>
        <p:nvSpPr>
          <p:cNvPr id="26" name="Shape 24"/>
          <p:cNvSpPr/>
          <p:nvPr/>
        </p:nvSpPr>
        <p:spPr>
          <a:xfrm>
            <a:off x="1790700" y="9896475"/>
            <a:ext cx="57150" cy="57150"/>
          </a:xfrm>
          <a:prstGeom prst="ellipse">
            <a:avLst/>
          </a:prstGeom>
          <a:solidFill>
            <a:srgbClr val="363B4A"/>
          </a:solidFill>
          <a:ln/>
        </p:spPr>
      </p:sp>
      <p:sp>
        <p:nvSpPr>
          <p:cNvPr id="27" name="Shape 25"/>
          <p:cNvSpPr/>
          <p:nvPr/>
        </p:nvSpPr>
        <p:spPr>
          <a:xfrm>
            <a:off x="1895475" y="9896475"/>
            <a:ext cx="57150" cy="57150"/>
          </a:xfrm>
          <a:prstGeom prst="ellipse">
            <a:avLst/>
          </a:prstGeom>
          <a:solidFill>
            <a:srgbClr val="363B4A"/>
          </a:solidFill>
          <a:ln/>
        </p:spPr>
      </p:sp>
      <p:sp>
        <p:nvSpPr>
          <p:cNvPr id="28" name="Shape 26"/>
          <p:cNvSpPr/>
          <p:nvPr/>
        </p:nvSpPr>
        <p:spPr>
          <a:xfrm>
            <a:off x="2000250" y="9896475"/>
            <a:ext cx="57150" cy="57150"/>
          </a:xfrm>
          <a:prstGeom prst="ellipse">
            <a:avLst/>
          </a:prstGeom>
          <a:solidFill>
            <a:srgbClr val="363B4A"/>
          </a:solidFill>
          <a:ln/>
        </p:spPr>
      </p:sp>
      <p:sp>
        <p:nvSpPr>
          <p:cNvPr id="29" name="Shape 27"/>
          <p:cNvSpPr/>
          <p:nvPr/>
        </p:nvSpPr>
        <p:spPr>
          <a:xfrm>
            <a:off x="2105025" y="9896475"/>
            <a:ext cx="57150" cy="57150"/>
          </a:xfrm>
          <a:prstGeom prst="ellipse">
            <a:avLst/>
          </a:prstGeom>
          <a:solidFill>
            <a:srgbClr val="363B4A"/>
          </a:solidFill>
          <a:ln/>
        </p:spPr>
      </p:sp>
      <p:sp>
        <p:nvSpPr>
          <p:cNvPr id="30" name="Shape 28"/>
          <p:cNvSpPr/>
          <p:nvPr/>
        </p:nvSpPr>
        <p:spPr>
          <a:xfrm>
            <a:off x="2209800" y="9896475"/>
            <a:ext cx="57150" cy="57150"/>
          </a:xfrm>
          <a:prstGeom prst="ellipse">
            <a:avLst/>
          </a:prstGeom>
          <a:solidFill>
            <a:srgbClr val="363B4A"/>
          </a:solidFill>
          <a:ln/>
        </p:spPr>
      </p:sp>
      <p:sp>
        <p:nvSpPr>
          <p:cNvPr id="31" name="Shape 29"/>
          <p:cNvSpPr/>
          <p:nvPr/>
        </p:nvSpPr>
        <p:spPr>
          <a:xfrm>
            <a:off x="2314575" y="9896475"/>
            <a:ext cx="57150" cy="57150"/>
          </a:xfrm>
          <a:prstGeom prst="ellipse">
            <a:avLst/>
          </a:prstGeom>
          <a:solidFill>
            <a:srgbClr val="363B4A"/>
          </a:solidFill>
          <a:ln/>
        </p:spPr>
      </p:sp>
      <p:sp>
        <p:nvSpPr>
          <p:cNvPr id="32" name="Shape 30"/>
          <p:cNvSpPr/>
          <p:nvPr/>
        </p:nvSpPr>
        <p:spPr>
          <a:xfrm>
            <a:off x="2419350" y="9896475"/>
            <a:ext cx="57150" cy="57150"/>
          </a:xfrm>
          <a:prstGeom prst="ellipse">
            <a:avLst/>
          </a:prstGeom>
          <a:solidFill>
            <a:srgbClr val="363B4A"/>
          </a:solidFill>
          <a:ln/>
        </p:spPr>
      </p:sp>
      <p:sp>
        <p:nvSpPr>
          <p:cNvPr id="33" name="Shape 31"/>
          <p:cNvSpPr/>
          <p:nvPr/>
        </p:nvSpPr>
        <p:spPr>
          <a:xfrm>
            <a:off x="2524125" y="9896475"/>
            <a:ext cx="57150" cy="57150"/>
          </a:xfrm>
          <a:prstGeom prst="ellipse">
            <a:avLst/>
          </a:prstGeom>
          <a:solidFill>
            <a:srgbClr val="363B4A"/>
          </a:solidFill>
          <a:ln/>
        </p:spPr>
      </p:sp>
      <p:sp>
        <p:nvSpPr>
          <p:cNvPr id="34" name="Shape 32"/>
          <p:cNvSpPr/>
          <p:nvPr/>
        </p:nvSpPr>
        <p:spPr>
          <a:xfrm>
            <a:off x="2628900" y="9896475"/>
            <a:ext cx="57150" cy="57150"/>
          </a:xfrm>
          <a:prstGeom prst="ellipse">
            <a:avLst/>
          </a:prstGeom>
          <a:solidFill>
            <a:srgbClr val="363B4A"/>
          </a:solidFill>
          <a:ln/>
        </p:spPr>
      </p:sp>
      <p:sp>
        <p:nvSpPr>
          <p:cNvPr id="35" name="Shape 33"/>
          <p:cNvSpPr/>
          <p:nvPr/>
        </p:nvSpPr>
        <p:spPr>
          <a:xfrm>
            <a:off x="2733675" y="9896475"/>
            <a:ext cx="57150" cy="57150"/>
          </a:xfrm>
          <a:prstGeom prst="ellipse">
            <a:avLst/>
          </a:prstGeom>
          <a:solidFill>
            <a:srgbClr val="363B4A"/>
          </a:solidFill>
          <a:ln/>
        </p:spPr>
      </p:sp>
      <p:sp>
        <p:nvSpPr>
          <p:cNvPr id="36" name="Shape 34"/>
          <p:cNvSpPr/>
          <p:nvPr/>
        </p:nvSpPr>
        <p:spPr>
          <a:xfrm>
            <a:off x="2838450" y="9896475"/>
            <a:ext cx="57150" cy="57150"/>
          </a:xfrm>
          <a:prstGeom prst="ellipse">
            <a:avLst/>
          </a:prstGeom>
          <a:solidFill>
            <a:srgbClr val="363B4A"/>
          </a:solidFill>
          <a:ln/>
        </p:spPr>
      </p:sp>
      <p:sp>
        <p:nvSpPr>
          <p:cNvPr id="37" name="Shape 35"/>
          <p:cNvSpPr/>
          <p:nvPr/>
        </p:nvSpPr>
        <p:spPr>
          <a:xfrm>
            <a:off x="2943225" y="9896475"/>
            <a:ext cx="57150" cy="57150"/>
          </a:xfrm>
          <a:prstGeom prst="ellipse">
            <a:avLst/>
          </a:prstGeom>
          <a:solidFill>
            <a:srgbClr val="363B4A"/>
          </a:solidFill>
          <a:ln/>
        </p:spPr>
      </p:sp>
      <p:sp>
        <p:nvSpPr>
          <p:cNvPr id="38" name="Shape 36"/>
          <p:cNvSpPr/>
          <p:nvPr/>
        </p:nvSpPr>
        <p:spPr>
          <a:xfrm>
            <a:off x="3048000" y="9896475"/>
            <a:ext cx="57150" cy="57150"/>
          </a:xfrm>
          <a:prstGeom prst="ellipse">
            <a:avLst/>
          </a:prstGeom>
          <a:solidFill>
            <a:srgbClr val="363B4A"/>
          </a:solidFill>
          <a:ln/>
        </p:spPr>
      </p:sp>
      <p:sp>
        <p:nvSpPr>
          <p:cNvPr id="39" name="Shape 37"/>
          <p:cNvSpPr/>
          <p:nvPr/>
        </p:nvSpPr>
        <p:spPr>
          <a:xfrm>
            <a:off x="3152775" y="9896475"/>
            <a:ext cx="57150" cy="57150"/>
          </a:xfrm>
          <a:prstGeom prst="ellipse">
            <a:avLst/>
          </a:prstGeom>
          <a:solidFill>
            <a:srgbClr val="363B4A"/>
          </a:solidFill>
          <a:ln/>
        </p:spPr>
      </p:sp>
      <p:sp>
        <p:nvSpPr>
          <p:cNvPr id="40" name="Shape 38"/>
          <p:cNvSpPr/>
          <p:nvPr/>
        </p:nvSpPr>
        <p:spPr>
          <a:xfrm>
            <a:off x="3257550" y="9896475"/>
            <a:ext cx="57150" cy="57150"/>
          </a:xfrm>
          <a:prstGeom prst="ellipse">
            <a:avLst/>
          </a:prstGeom>
          <a:solidFill>
            <a:srgbClr val="363B4A"/>
          </a:solidFill>
          <a:ln/>
        </p:spPr>
      </p:sp>
      <p:sp>
        <p:nvSpPr>
          <p:cNvPr id="41" name="Text 39"/>
          <p:cNvSpPr/>
          <p:nvPr/>
        </p:nvSpPr>
        <p:spPr>
          <a:xfrm>
            <a:off x="3667125" y="9734550"/>
            <a:ext cx="10953750" cy="342900"/>
          </a:xfrm>
          <a:prstGeom prst="rect">
            <a:avLst/>
          </a:prstGeom>
          <a:noFill/>
          <a:ln/>
        </p:spPr>
        <p:txBody>
          <a:bodyPr wrap="square" lIns="0" tIns="8906" rIns="0" bIns="-8906" rtlCol="0" anchor="t"/>
          <a:lstStyle/>
          <a:p>
            <a:pPr algn="l" indent="0" marL="0">
              <a:lnSpc>
                <a:spcPts val="2145"/>
              </a:lnSpc>
              <a:buNone/>
            </a:pPr>
            <a:r>
              <a:rPr lang="en-US" sz="1650" dirty="0" spc="-6" kern="0">
                <a:solidFill>
                  <a:srgbClr val="9AA0B5"/>
                </a:solidFill>
                <a:latin typeface="Be Vietnam Pro" pitchFamily="34" charset="0"/>
                <a:ea typeface="Be Vietnam Pro" pitchFamily="34" charset="-122"/>
                <a:cs typeface="Be Vietnam Pro" pitchFamily="34" charset="-120"/>
              </a:rPr>
              <a:t>Multiple-report</a:t>
            </a:r>
            <a:r>
              <a:rPr lang="en-US" sz="1650" dirty="0" spc="3" kern="0">
                <a:solidFill>
                  <a:srgbClr val="9AA0B5"/>
                </a:solidFill>
                <a:latin typeface="Be Vietnam Pro" pitchFamily="34" charset="0"/>
                <a:ea typeface="Be Vietnam Pro" pitchFamily="34" charset="-122"/>
                <a:cs typeface="Be Vietnam Pro" pitchFamily="34" charset="-120"/>
              </a:rPr>
              <a:t> ·</a:t>
            </a:r>
            <a:r>
              <a:rPr lang="en-US" sz="1650" dirty="0" spc="1" kern="0">
                <a:solidFill>
                  <a:srgbClr val="9AA0B5"/>
                </a:solidFill>
                <a:latin typeface="Be Vietnam Pro" pitchFamily="34" charset="0"/>
                <a:ea typeface="Be Vietnam Pro" pitchFamily="34" charset="-122"/>
                <a:cs typeface="Be Vietnam Pro" pitchFamily="34" charset="-120"/>
              </a:rPr>
              <a:t> GitHub</a:t>
            </a:r>
            <a:r>
              <a:rPr lang="en-US" sz="1650" dirty="0" spc="-38" kern="0">
                <a:solidFill>
                  <a:srgbClr val="9AA0B5"/>
                </a:solidFill>
                <a:latin typeface="Be Vietnam Pro" pitchFamily="34" charset="0"/>
                <a:ea typeface="Be Vietnam Pro" pitchFamily="34" charset="-122"/>
                <a:cs typeface="Be Vietnam Pro" pitchFamily="34" charset="-120"/>
              </a:rPr>
              <a:t> Top</a:t>
            </a:r>
            <a:r>
              <a:rPr lang="en-US" sz="1650" dirty="0" spc="4" kern="0">
                <a:solidFill>
                  <a:srgbClr val="9AA0B5"/>
                </a:solidFill>
                <a:latin typeface="Be Vietnam Pro" pitchFamily="34" charset="0"/>
                <a:ea typeface="Be Vietnam Pro" pitchFamily="34" charset="-122"/>
                <a:cs typeface="Be Vietnam Pro" pitchFamily="34" charset="-120"/>
              </a:rPr>
              <a:t> 3</a:t>
            </a:r>
            <a:r>
              <a:rPr lang="en-US" sz="1650" dirty="0" spc="0" kern="0">
                <a:solidFill>
                  <a:srgbClr val="9AA0B5"/>
                </a:solidFill>
                <a:latin typeface="Be Vietnam Pro" pitchFamily="34" charset="0"/>
                <a:ea typeface="Be Vietnam Pro" pitchFamily="34" charset="-122"/>
                <a:cs typeface="Be Vietnam Pro" pitchFamily="34" charset="-120"/>
              </a:rPr>
              <a:t> ·</a:t>
            </a:r>
            <a:r>
              <a:rPr lang="en-US" sz="1650" dirty="0" spc="-21" kern="0">
                <a:solidFill>
                  <a:srgbClr val="9AA0B5"/>
                </a:solidFill>
                <a:latin typeface="Be Vietnam Pro" pitchFamily="34" charset="0"/>
                <a:ea typeface="Be Vietnam Pro" pitchFamily="34" charset="-122"/>
                <a:cs typeface="Be Vietnam Pro" pitchFamily="34" charset="-120"/>
              </a:rPr>
              <a:t> 04/24</a:t>
            </a:r>
            <a:endParaRPr lang="en-US" sz="1650" dirty="0"/>
          </a:p>
        </p:txBody>
      </p:sp>
      <p:sp>
        <p:nvSpPr>
          <p:cNvPr id="42" name="Shape 40"/>
          <p:cNvSpPr/>
          <p:nvPr/>
        </p:nvSpPr>
        <p:spPr>
          <a:xfrm>
            <a:off x="15983712" y="9076331"/>
            <a:ext cx="1645920" cy="552301"/>
          </a:xfrm>
          <a:prstGeom prst="roundRect">
            <a:avLst>
              <a:gd name="adj" fmla="val 28000"/>
            </a:avLst>
          </a:prstGeom>
          <a:solidFill>
            <a:srgbClr val="FFFFFF">
              <a:alpha val="82000"/>
            </a:srgbClr>
          </a:solidFill>
          <a:ln/>
        </p:spPr>
      </p:sp>
      <p:pic>
        <p:nvPicPr>
          <p:cNvPr id="43" name="Moda image moda-export-watermark-8fb7d22d-71ac-4732-8d91-b8a654300c66"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838200" y="438150"/>
            <a:ext cx="16192500" cy="381000"/>
          </a:xfrm>
          <a:prstGeom prst="rect">
            <a:avLst/>
          </a:prstGeom>
          <a:noFill/>
          <a:ln/>
        </p:spPr>
        <p:txBody>
          <a:bodyPr wrap="square" lIns="0" tIns="10104" rIns="0" bIns="-10104" rtlCol="0" anchor="t"/>
          <a:lstStyle/>
          <a:p>
            <a:pPr algn="l" indent="0" marL="0">
              <a:lnSpc>
                <a:spcPts val="2438"/>
              </a:lnSpc>
              <a:buNone/>
            </a:pPr>
            <a:r>
              <a:rPr lang="en-US" sz="1875" dirty="0" spc="0" kern="0">
                <a:solidFill>
                  <a:srgbClr val="1F3FD1"/>
                </a:solidFill>
                <a:latin typeface="Be Vietnam Pro SemiBold" pitchFamily="34" charset="0"/>
                <a:ea typeface="Be Vietnam Pro SemiBold" pitchFamily="34" charset="-122"/>
                <a:cs typeface="Be Vietnam Pro SemiBold" pitchFamily="34" charset="-120"/>
              </a:rPr>
              <a:t>01</a:t>
            </a:r>
            <a:r>
              <a:rPr lang="en-US" sz="1875" dirty="0" spc="-2" kern="0">
                <a:solidFill>
                  <a:srgbClr val="1F3FD1"/>
                </a:solidFill>
                <a:latin typeface="Be Vietnam Pro SemiBold" pitchFamily="34" charset="0"/>
                <a:ea typeface="Be Vietnam Pro SemiBold" pitchFamily="34" charset="-122"/>
                <a:cs typeface="Be Vietnam Pro SemiBold" pitchFamily="34" charset="-120"/>
              </a:rPr>
              <a:t> /</a:t>
            </a:r>
            <a:r>
              <a:rPr lang="en-US" sz="1875" dirty="0" spc="-5" kern="0">
                <a:solidFill>
                  <a:srgbClr val="1F3FD1"/>
                </a:solidFill>
                <a:latin typeface="Be Vietnam Pro SemiBold" pitchFamily="34" charset="0"/>
                <a:ea typeface="Be Vietnam Pro SemiBold" pitchFamily="34" charset="-122"/>
                <a:cs typeface="Be Vietnam Pro SemiBold" pitchFamily="34" charset="-120"/>
              </a:rPr>
              <a:t> BẢN</a:t>
            </a:r>
            <a:r>
              <a:rPr lang="en-US" sz="1875" dirty="0" spc="-1" kern="0">
                <a:solidFill>
                  <a:srgbClr val="1F3FD1"/>
                </a:solidFill>
                <a:latin typeface="Be Vietnam Pro SemiBold" pitchFamily="34" charset="0"/>
                <a:ea typeface="Be Vietnam Pro SemiBold" pitchFamily="34" charset="-122"/>
                <a:cs typeface="Be Vietnam Pro SemiBold" pitchFamily="34" charset="-120"/>
              </a:rPr>
              <a:t> ĐỒ</a:t>
            </a:r>
            <a:r>
              <a:rPr lang="en-US" sz="1875" dirty="0" spc="0" kern="0">
                <a:solidFill>
                  <a:srgbClr val="1F3FD1"/>
                </a:solidFill>
                <a:latin typeface="Be Vietnam Pro SemiBold" pitchFamily="34" charset="0"/>
                <a:ea typeface="Be Vietnam Pro SemiBold" pitchFamily="34" charset="-122"/>
                <a:cs typeface="Be Vietnam Pro SemiBold" pitchFamily="34" charset="-120"/>
              </a:rPr>
              <a:t> NỘI</a:t>
            </a:r>
            <a:r>
              <a:rPr lang="en-US" sz="1875" dirty="0" spc="2" kern="0">
                <a:solidFill>
                  <a:srgbClr val="1F3FD1"/>
                </a:solidFill>
                <a:latin typeface="Be Vietnam Pro SemiBold" pitchFamily="34" charset="0"/>
                <a:ea typeface="Be Vietnam Pro SemiBold" pitchFamily="34" charset="-122"/>
                <a:cs typeface="Be Vietnam Pro SemiBold" pitchFamily="34" charset="-120"/>
              </a:rPr>
              <a:t> DUNG</a:t>
            </a:r>
            <a:endParaRPr lang="en-US" sz="1875" dirty="0"/>
          </a:p>
        </p:txBody>
      </p:sp>
      <p:sp>
        <p:nvSpPr>
          <p:cNvPr id="3" name="Text 1"/>
          <p:cNvSpPr/>
          <p:nvPr/>
        </p:nvSpPr>
        <p:spPr>
          <a:xfrm>
            <a:off x="838200" y="1066800"/>
            <a:ext cx="16573500" cy="1476375"/>
          </a:xfrm>
          <a:prstGeom prst="rect">
            <a:avLst/>
          </a:prstGeom>
          <a:noFill/>
          <a:ln/>
        </p:spPr>
        <p:txBody>
          <a:bodyPr wrap="square" lIns="0" tIns="3048" rIns="0" bIns="-3048" rtlCol="0" anchor="t"/>
          <a:lstStyle/>
          <a:p>
            <a:pPr algn="l" indent="0" marL="0">
              <a:lnSpc>
                <a:spcPts val="6240"/>
              </a:lnSpc>
              <a:buNone/>
            </a:pPr>
            <a:r>
              <a:rPr lang="en-US" sz="4800" dirty="0" spc="-1" kern="0">
                <a:solidFill>
                  <a:srgbClr val="14161C"/>
                </a:solidFill>
                <a:latin typeface="Bricolage Grotesque ExtraBold" pitchFamily="34" charset="0"/>
                <a:ea typeface="Bricolage Grotesque ExtraBold" pitchFamily="34" charset="-122"/>
                <a:cs typeface="Bricolage Grotesque ExtraBold" pitchFamily="34" charset="-120"/>
              </a:rPr>
              <a:t>Bạn có</a:t>
            </a:r>
            <a:r>
              <a:rPr lang="en-US" sz="4800" dirty="0" spc="1" kern="0">
                <a:solidFill>
                  <a:srgbClr val="14161C"/>
                </a:solidFill>
                <a:latin typeface="Bricolage Grotesque ExtraBold" pitchFamily="34" charset="0"/>
                <a:ea typeface="Bricolage Grotesque ExtraBold" pitchFamily="34" charset="-122"/>
                <a:cs typeface="Bricolage Grotesque ExtraBold" pitchFamily="34" charset="-120"/>
              </a:rPr>
              <a:t> thể</a:t>
            </a:r>
            <a:r>
              <a:rPr lang="en-US" sz="4800" dirty="0" spc="3" kern="0">
                <a:solidFill>
                  <a:srgbClr val="14161C"/>
                </a:solidFill>
                <a:latin typeface="Bricolage Grotesque ExtraBold" pitchFamily="34" charset="0"/>
                <a:ea typeface="Bricolage Grotesque ExtraBold" pitchFamily="34" charset="-122"/>
                <a:cs typeface="Bricolage Grotesque ExtraBold" pitchFamily="34" charset="-120"/>
              </a:rPr>
              <a:t> tự</a:t>
            </a:r>
            <a:r>
              <a:rPr lang="en-US" sz="4800" dirty="0" spc="-26" kern="0">
                <a:solidFill>
                  <a:srgbClr val="14161C"/>
                </a:solidFill>
                <a:latin typeface="Bricolage Grotesque ExtraBold" pitchFamily="34" charset="0"/>
                <a:ea typeface="Bricolage Grotesque ExtraBold" pitchFamily="34" charset="-122"/>
                <a:cs typeface="Bricolage Grotesque ExtraBold" pitchFamily="34" charset="-120"/>
              </a:rPr>
              <a:t> xây</a:t>
            </a:r>
            <a:r>
              <a:rPr lang="en-US" sz="4800" dirty="0" spc="4" kern="0">
                <a:solidFill>
                  <a:srgbClr val="14161C"/>
                </a:solidFill>
                <a:latin typeface="Bricolage Grotesque ExtraBold" pitchFamily="34" charset="0"/>
                <a:ea typeface="Bricolage Grotesque ExtraBold" pitchFamily="34" charset="-122"/>
                <a:cs typeface="Bricolage Grotesque ExtraBold" pitchFamily="34" charset="-120"/>
              </a:rPr>
              <a:t> những</a:t>
            </a:r>
            <a:r>
              <a:rPr lang="en-US" sz="4800" dirty="0" spc="-1" kern="0">
                <a:solidFill>
                  <a:srgbClr val="14161C"/>
                </a:solidFill>
                <a:latin typeface="Bricolage Grotesque ExtraBold" pitchFamily="34" charset="0"/>
                <a:ea typeface="Bricolage Grotesque ExtraBold" pitchFamily="34" charset="-122"/>
                <a:cs typeface="Bricolage Grotesque ExtraBold" pitchFamily="34" charset="-120"/>
              </a:rPr>
              <a:t> nhóm</a:t>
            </a:r>
            <a:r>
              <a:rPr lang="en-US" sz="4800" dirty="0" spc="-30" kern="0">
                <a:solidFill>
                  <a:srgbClr val="14161C"/>
                </a:solidFill>
                <a:latin typeface="Bricolage Grotesque ExtraBold" pitchFamily="34" charset="0"/>
                <a:ea typeface="Bricolage Grotesque ExtraBold" pitchFamily="34" charset="-122"/>
                <a:cs typeface="Bricolage Grotesque ExtraBold" pitchFamily="34" charset="-120"/>
              </a:rPr>
              <a:t> nào?</a:t>
            </a:r>
            <a:endParaRPr lang="en-US" sz="4800" dirty="0"/>
          </a:p>
        </p:txBody>
      </p:sp>
      <p:sp>
        <p:nvSpPr>
          <p:cNvPr id="4" name="Connector line-1792794862917-512484618"/>
          <p:cNvSpPr/>
          <p:nvPr/>
        </p:nvSpPr>
        <p:spPr>
          <a:xfrm>
            <a:off x="838200" y="2647950"/>
            <a:ext cx="16611600" cy="0"/>
          </a:xfrm>
          <a:prstGeom prst="line">
            <a:avLst/>
          </a:prstGeom>
          <a:noFill/>
          <a:ln w="28575">
            <a:solidFill>
              <a:srgbClr val="DDD5C1"/>
            </a:solidFill>
            <a:prstDash val="solid"/>
            <a:headEnd type="none"/>
            <a:tailEnd type="none"/>
          </a:ln>
        </p:spPr>
      </p:sp>
      <p:sp>
        <p:nvSpPr>
          <p:cNvPr id="5" name="Shape 3"/>
          <p:cNvSpPr/>
          <p:nvPr/>
        </p:nvSpPr>
        <p:spPr>
          <a:xfrm>
            <a:off x="838200" y="3048000"/>
            <a:ext cx="8153400" cy="2266950"/>
          </a:xfrm>
          <a:prstGeom prst="roundRect">
            <a:avLst>
              <a:gd name="adj" fmla="val 7563"/>
            </a:avLst>
          </a:prstGeom>
          <a:solidFill>
            <a:srgbClr val="FBF8F2"/>
          </a:solidFill>
          <a:ln w="9525">
            <a:solidFill>
              <a:srgbClr val="DDD5C1"/>
            </a:solidFill>
            <a:prstDash val="solid"/>
          </a:ln>
        </p:spPr>
      </p:sp>
      <p:sp>
        <p:nvSpPr>
          <p:cNvPr id="6" name="Text 4"/>
          <p:cNvSpPr/>
          <p:nvPr/>
        </p:nvSpPr>
        <p:spPr>
          <a:xfrm>
            <a:off x="1104900" y="3257550"/>
            <a:ext cx="7620000" cy="514350"/>
          </a:xfrm>
          <a:prstGeom prst="rect">
            <a:avLst/>
          </a:prstGeom>
          <a:noFill/>
          <a:ln/>
        </p:spPr>
        <p:txBody>
          <a:bodyPr wrap="square" lIns="0" tIns="11724" rIns="0" bIns="-11724" rtlCol="0" anchor="t"/>
          <a:lstStyle/>
          <a:p>
            <a:pPr algn="l" indent="0" marL="0">
              <a:lnSpc>
                <a:spcPts val="2828"/>
              </a:lnSpc>
              <a:buNone/>
            </a:pPr>
            <a:r>
              <a:rPr lang="en-US" sz="2175" b="1" dirty="0" spc="5" kern="0">
                <a:solidFill>
                  <a:srgbClr val="1F3FD1"/>
                </a:solidFill>
                <a:latin typeface="Be Vietnam Pro" pitchFamily="34" charset="0"/>
                <a:ea typeface="Be Vietnam Pro" pitchFamily="34" charset="-122"/>
                <a:cs typeface="Be Vietnam Pro" pitchFamily="34" charset="-120"/>
              </a:rPr>
              <a:t>HỆ</a:t>
            </a:r>
            <a:r>
              <a:rPr lang="en-US" sz="2175" b="1" dirty="0" spc="3" kern="0">
                <a:solidFill>
                  <a:srgbClr val="1F3FD1"/>
                </a:solidFill>
                <a:latin typeface="Be Vietnam Pro" pitchFamily="34" charset="0"/>
                <a:ea typeface="Be Vietnam Pro" pitchFamily="34" charset="-122"/>
                <a:cs typeface="Be Vietnam Pro" pitchFamily="34" charset="-120"/>
              </a:rPr>
              <a:t> THỐNG</a:t>
            </a:r>
            <a:r>
              <a:rPr lang="en-US" sz="2175" b="1" dirty="0" spc="0" kern="0">
                <a:solidFill>
                  <a:srgbClr val="1F3FD1"/>
                </a:solidFill>
                <a:latin typeface="Be Vietnam Pro" pitchFamily="34" charset="0"/>
                <a:ea typeface="Be Vietnam Pro" pitchFamily="34" charset="-122"/>
                <a:cs typeface="Be Vietnam Pro" pitchFamily="34" charset="-120"/>
              </a:rPr>
              <a:t> &amp;</a:t>
            </a:r>
            <a:r>
              <a:rPr lang="en-US" sz="2175" b="1" dirty="0" spc="-2" kern="0">
                <a:solidFill>
                  <a:srgbClr val="1F3FD1"/>
                </a:solidFill>
                <a:latin typeface="Be Vietnam Pro" pitchFamily="34" charset="0"/>
                <a:ea typeface="Be Vietnam Pro" pitchFamily="34" charset="-122"/>
                <a:cs typeface="Be Vietnam Pro" pitchFamily="34" charset="-120"/>
              </a:rPr>
              <a:t> DỮ</a:t>
            </a:r>
            <a:r>
              <a:rPr lang="en-US" sz="2175" b="1" dirty="0" spc="3" kern="0">
                <a:solidFill>
                  <a:srgbClr val="1F3FD1"/>
                </a:solidFill>
                <a:latin typeface="Be Vietnam Pro" pitchFamily="34" charset="0"/>
                <a:ea typeface="Be Vietnam Pro" pitchFamily="34" charset="-122"/>
                <a:cs typeface="Be Vietnam Pro" pitchFamily="34" charset="-120"/>
              </a:rPr>
              <a:t> LIỆU</a:t>
            </a:r>
            <a:endParaRPr lang="en-US" sz="2175" dirty="0"/>
          </a:p>
        </p:txBody>
      </p:sp>
      <p:sp>
        <p:nvSpPr>
          <p:cNvPr id="7" name="Text 5"/>
          <p:cNvSpPr/>
          <p:nvPr/>
        </p:nvSpPr>
        <p:spPr>
          <a:xfrm>
            <a:off x="1104900" y="3886200"/>
            <a:ext cx="7620000" cy="1333500"/>
          </a:xfrm>
          <a:prstGeom prst="rect">
            <a:avLst/>
          </a:prstGeom>
          <a:noFill/>
          <a:ln/>
        </p:spPr>
        <p:txBody>
          <a:bodyPr wrap="square" lIns="0" tIns="13343" rIns="0" bIns="-13343" rtlCol="0" anchor="t"/>
          <a:lstStyle/>
          <a:p>
            <a:pPr algn="l" indent="0" marL="0">
              <a:lnSpc>
                <a:spcPts val="3218"/>
              </a:lnSpc>
              <a:buNone/>
            </a:pPr>
            <a:r>
              <a:rPr lang="en-US" sz="2475" dirty="0" spc="-18" kern="0">
                <a:solidFill>
                  <a:srgbClr val="14161C"/>
                </a:solidFill>
                <a:latin typeface="Be Vietnam Pro" pitchFamily="34" charset="0"/>
                <a:ea typeface="Be Vietnam Pro" pitchFamily="34" charset="-122"/>
                <a:cs typeface="Be Vietnam Pro" pitchFamily="34" charset="-120"/>
              </a:rPr>
              <a:t>Database</a:t>
            </a:r>
            <a:r>
              <a:rPr lang="en-US" sz="2475" dirty="0" spc="1" kern="0">
                <a:solidFill>
                  <a:srgbClr val="14161C"/>
                </a:solidFill>
                <a:latin typeface="Be Vietnam Pro" pitchFamily="34" charset="0"/>
                <a:ea typeface="Be Vietnam Pro" pitchFamily="34" charset="-122"/>
                <a:cs typeface="Be Vietnam Pro" pitchFamily="34" charset="-120"/>
              </a:rPr>
              <a:t> ·</a:t>
            </a:r>
            <a:r>
              <a:rPr lang="en-US" sz="2475" dirty="0" spc="-1" kern="0">
                <a:solidFill>
                  <a:srgbClr val="14161C"/>
                </a:solidFill>
                <a:latin typeface="Be Vietnam Pro" pitchFamily="34" charset="0"/>
                <a:ea typeface="Be Vietnam Pro" pitchFamily="34" charset="-122"/>
                <a:cs typeface="Be Vietnam Pro" pitchFamily="34" charset="-120"/>
              </a:rPr>
              <a:t> Git</a:t>
            </a:r>
            <a:r>
              <a:rPr lang="en-US" sz="2475" dirty="0" spc="0" kern="0">
                <a:solidFill>
                  <a:srgbClr val="14161C"/>
                </a:solidFill>
                <a:latin typeface="Be Vietnam Pro" pitchFamily="34" charset="0"/>
                <a:ea typeface="Be Vietnam Pro" pitchFamily="34" charset="-122"/>
                <a:cs typeface="Be Vietnam Pro" pitchFamily="34" charset="-120"/>
              </a:rPr>
              <a:t> ·</a:t>
            </a:r>
            <a:r>
              <a:rPr lang="en-US" sz="2475" dirty="0" spc="-19" kern="0">
                <a:solidFill>
                  <a:srgbClr val="14161C"/>
                </a:solidFill>
                <a:latin typeface="Be Vietnam Pro" pitchFamily="34" charset="0"/>
                <a:ea typeface="Be Vietnam Pro" pitchFamily="34" charset="-122"/>
                <a:cs typeface="Be Vietnam Pro" pitchFamily="34" charset="-120"/>
              </a:rPr>
              <a:t> Docker</a:t>
            </a:r>
            <a:endParaRPr lang="en-US" sz="2475" dirty="0"/>
          </a:p>
          <a:p>
            <a:pPr algn="l" indent="0" marL="0">
              <a:lnSpc>
                <a:spcPts val="3218"/>
              </a:lnSpc>
              <a:buNone/>
            </a:pPr>
            <a:r>
              <a:rPr lang="en-US" sz="2475" dirty="0" spc="0" kern="0">
                <a:solidFill>
                  <a:srgbClr val="14161C"/>
                </a:solidFill>
                <a:latin typeface="Be Vietnam Pro" pitchFamily="34" charset="0"/>
                <a:ea typeface="Be Vietnam Pro" pitchFamily="34" charset="-122"/>
                <a:cs typeface="Be Vietnam Pro" pitchFamily="34" charset="-120"/>
              </a:rPr>
              <a:t>Hệ</a:t>
            </a:r>
            <a:r>
              <a:rPr lang="en-US" sz="2475" dirty="0" spc="19" kern="0">
                <a:solidFill>
                  <a:srgbClr val="14161C"/>
                </a:solidFill>
                <a:latin typeface="Be Vietnam Pro" pitchFamily="34" charset="0"/>
                <a:ea typeface="Be Vietnam Pro" pitchFamily="34" charset="-122"/>
                <a:cs typeface="Be Vietnam Pro" pitchFamily="34" charset="-120"/>
              </a:rPr>
              <a:t> điều</a:t>
            </a:r>
            <a:r>
              <a:rPr lang="en-US" sz="2475" dirty="0" spc="2" kern="0">
                <a:solidFill>
                  <a:srgbClr val="14161C"/>
                </a:solidFill>
                <a:latin typeface="Be Vietnam Pro" pitchFamily="34" charset="0"/>
                <a:ea typeface="Be Vietnam Pro" pitchFamily="34" charset="-122"/>
                <a:cs typeface="Be Vietnam Pro" pitchFamily="34" charset="-120"/>
              </a:rPr>
              <a:t> hành</a:t>
            </a:r>
            <a:r>
              <a:rPr lang="en-US" sz="2475" dirty="0" spc="1" kern="0">
                <a:solidFill>
                  <a:srgbClr val="14161C"/>
                </a:solidFill>
                <a:latin typeface="Be Vietnam Pro" pitchFamily="34" charset="0"/>
                <a:ea typeface="Be Vietnam Pro" pitchFamily="34" charset="-122"/>
                <a:cs typeface="Be Vietnam Pro" pitchFamily="34" charset="-120"/>
              </a:rPr>
              <a:t> ·</a:t>
            </a:r>
            <a:r>
              <a:rPr lang="en-US" sz="2475" dirty="0" spc="-11" kern="0">
                <a:solidFill>
                  <a:srgbClr val="14161C"/>
                </a:solidFill>
                <a:latin typeface="Be Vietnam Pro" pitchFamily="34" charset="0"/>
                <a:ea typeface="Be Vietnam Pro" pitchFamily="34" charset="-122"/>
                <a:cs typeface="Be Vietnam Pro" pitchFamily="34" charset="-120"/>
              </a:rPr>
              <a:t> Network</a:t>
            </a:r>
            <a:r>
              <a:rPr lang="en-US" sz="2475" dirty="0" spc="-14" kern="0">
                <a:solidFill>
                  <a:srgbClr val="14161C"/>
                </a:solidFill>
                <a:latin typeface="Be Vietnam Pro" pitchFamily="34" charset="0"/>
                <a:ea typeface="Be Vietnam Pro" pitchFamily="34" charset="-122"/>
                <a:cs typeface="Be Vietnam Pro" pitchFamily="34" charset="-120"/>
              </a:rPr>
              <a:t> stack</a:t>
            </a:r>
            <a:endParaRPr lang="en-US" sz="2475" dirty="0"/>
          </a:p>
          <a:p>
            <a:pPr algn="l" indent="0" marL="0">
              <a:lnSpc>
                <a:spcPts val="3218"/>
              </a:lnSpc>
              <a:buNone/>
            </a:pPr>
            <a:r>
              <a:rPr lang="en-US" sz="2475" dirty="0" spc="-1" kern="0">
                <a:solidFill>
                  <a:srgbClr val="14161C"/>
                </a:solidFill>
                <a:latin typeface="Be Vietnam Pro" pitchFamily="34" charset="0"/>
                <a:ea typeface="Be Vietnam Pro" pitchFamily="34" charset="-122"/>
                <a:cs typeface="Be Vietnam Pro" pitchFamily="34" charset="-120"/>
              </a:rPr>
              <a:t>Học</a:t>
            </a:r>
            <a:r>
              <a:rPr lang="en-US" sz="2475" dirty="0" spc="3" kern="0">
                <a:solidFill>
                  <a:srgbClr val="14161C"/>
                </a:solidFill>
                <a:latin typeface="Be Vietnam Pro" pitchFamily="34" charset="0"/>
                <a:ea typeface="Be Vietnam Pro" pitchFamily="34" charset="-122"/>
                <a:cs typeface="Be Vietnam Pro" pitchFamily="34" charset="-120"/>
              </a:rPr>
              <a:t> cách</a:t>
            </a:r>
            <a:r>
              <a:rPr lang="en-US" sz="2475" dirty="0" spc="19" kern="0">
                <a:solidFill>
                  <a:srgbClr val="14161C"/>
                </a:solidFill>
                <a:latin typeface="Be Vietnam Pro" pitchFamily="34" charset="0"/>
                <a:ea typeface="Be Vietnam Pro" pitchFamily="34" charset="-122"/>
                <a:cs typeface="Be Vietnam Pro" pitchFamily="34" charset="-120"/>
              </a:rPr>
              <a:t> lưu</a:t>
            </a:r>
            <a:r>
              <a:rPr lang="en-US" sz="2475" dirty="0" spc="-4" kern="0">
                <a:solidFill>
                  <a:srgbClr val="14161C"/>
                </a:solidFill>
                <a:latin typeface="Be Vietnam Pro" pitchFamily="34" charset="0"/>
                <a:ea typeface="Be Vietnam Pro" pitchFamily="34" charset="-122"/>
                <a:cs typeface="Be Vietnam Pro" pitchFamily="34" charset="-120"/>
              </a:rPr>
              <a:t> trữ</a:t>
            </a:r>
            <a:r>
              <a:rPr lang="en-US" sz="2475" dirty="0" spc="-16" kern="0">
                <a:solidFill>
                  <a:srgbClr val="14161C"/>
                </a:solidFill>
                <a:latin typeface="Be Vietnam Pro" pitchFamily="34" charset="0"/>
                <a:ea typeface="Be Vietnam Pro" pitchFamily="34" charset="-122"/>
                <a:cs typeface="Be Vietnam Pro" pitchFamily="34" charset="-120"/>
              </a:rPr>
              <a:t> và</a:t>
            </a:r>
            <a:r>
              <a:rPr lang="en-US" sz="2475" dirty="0" spc="-12" kern="0">
                <a:solidFill>
                  <a:srgbClr val="14161C"/>
                </a:solidFill>
                <a:latin typeface="Be Vietnam Pro" pitchFamily="34" charset="0"/>
                <a:ea typeface="Be Vietnam Pro" pitchFamily="34" charset="-122"/>
                <a:cs typeface="Be Vietnam Pro" pitchFamily="34" charset="-120"/>
              </a:rPr>
              <a:t> vận</a:t>
            </a:r>
            <a:r>
              <a:rPr lang="en-US" sz="2475" dirty="0" spc="2" kern="0">
                <a:solidFill>
                  <a:srgbClr val="14161C"/>
                </a:solidFill>
                <a:latin typeface="Be Vietnam Pro" pitchFamily="34" charset="0"/>
                <a:ea typeface="Be Vietnam Pro" pitchFamily="34" charset="-122"/>
                <a:cs typeface="Be Vietnam Pro" pitchFamily="34" charset="-120"/>
              </a:rPr>
              <a:t> hành.</a:t>
            </a:r>
            <a:endParaRPr lang="en-US" sz="2475" dirty="0"/>
          </a:p>
        </p:txBody>
      </p:sp>
      <p:sp>
        <p:nvSpPr>
          <p:cNvPr id="8" name="Shape 6"/>
          <p:cNvSpPr/>
          <p:nvPr/>
        </p:nvSpPr>
        <p:spPr>
          <a:xfrm>
            <a:off x="9296400" y="3048000"/>
            <a:ext cx="8153400" cy="2266950"/>
          </a:xfrm>
          <a:prstGeom prst="roundRect">
            <a:avLst>
              <a:gd name="adj" fmla="val 7563"/>
            </a:avLst>
          </a:prstGeom>
          <a:solidFill>
            <a:srgbClr val="FBF8F2"/>
          </a:solidFill>
          <a:ln w="9525">
            <a:solidFill>
              <a:srgbClr val="DDD5C1"/>
            </a:solidFill>
            <a:prstDash val="solid"/>
          </a:ln>
        </p:spPr>
      </p:sp>
      <p:sp>
        <p:nvSpPr>
          <p:cNvPr id="9" name="Text 7"/>
          <p:cNvSpPr/>
          <p:nvPr/>
        </p:nvSpPr>
        <p:spPr>
          <a:xfrm>
            <a:off x="9563100" y="3257550"/>
            <a:ext cx="7620000" cy="514350"/>
          </a:xfrm>
          <a:prstGeom prst="rect">
            <a:avLst/>
          </a:prstGeom>
          <a:noFill/>
          <a:ln/>
        </p:spPr>
        <p:txBody>
          <a:bodyPr wrap="square" lIns="0" tIns="11724" rIns="0" bIns="-11724" rtlCol="0" anchor="t"/>
          <a:lstStyle/>
          <a:p>
            <a:pPr algn="l" indent="0" marL="0">
              <a:lnSpc>
                <a:spcPts val="2828"/>
              </a:lnSpc>
              <a:buNone/>
            </a:pPr>
            <a:r>
              <a:rPr lang="en-US" sz="2175" b="1" dirty="0" spc="4" kern="0">
                <a:solidFill>
                  <a:srgbClr val="1F3FD1"/>
                </a:solidFill>
                <a:latin typeface="Be Vietnam Pro" pitchFamily="34" charset="0"/>
                <a:ea typeface="Be Vietnam Pro" pitchFamily="34" charset="-122"/>
                <a:cs typeface="Be Vietnam Pro" pitchFamily="34" charset="-120"/>
              </a:rPr>
              <a:t>NGÔN</a:t>
            </a:r>
            <a:r>
              <a:rPr lang="en-US" sz="2175" b="1" dirty="0" spc="2" kern="0">
                <a:solidFill>
                  <a:srgbClr val="1F3FD1"/>
                </a:solidFill>
                <a:latin typeface="Be Vietnam Pro" pitchFamily="34" charset="0"/>
                <a:ea typeface="Be Vietnam Pro" pitchFamily="34" charset="-122"/>
                <a:cs typeface="Be Vietnam Pro" pitchFamily="34" charset="-120"/>
              </a:rPr>
              <a:t> NGỮ</a:t>
            </a:r>
            <a:r>
              <a:rPr lang="en-US" sz="2175" b="1" dirty="0" spc="-2" kern="0">
                <a:solidFill>
                  <a:srgbClr val="1F3FD1"/>
                </a:solidFill>
                <a:latin typeface="Be Vietnam Pro" pitchFamily="34" charset="0"/>
                <a:ea typeface="Be Vietnam Pro" pitchFamily="34" charset="-122"/>
                <a:cs typeface="Be Vietnam Pro" pitchFamily="34" charset="-120"/>
              </a:rPr>
              <a:t> &amp;</a:t>
            </a:r>
            <a:r>
              <a:rPr lang="en-US" sz="2175" b="1" dirty="0" spc="1" kern="0">
                <a:solidFill>
                  <a:srgbClr val="1F3FD1"/>
                </a:solidFill>
                <a:latin typeface="Be Vietnam Pro" pitchFamily="34" charset="0"/>
                <a:ea typeface="Be Vietnam Pro" pitchFamily="34" charset="-122"/>
                <a:cs typeface="Be Vietnam Pro" pitchFamily="34" charset="-120"/>
              </a:rPr>
              <a:t> CÔNG</a:t>
            </a:r>
            <a:r>
              <a:rPr lang="en-US" sz="2175" b="1" dirty="0" spc="-1" kern="0">
                <a:solidFill>
                  <a:srgbClr val="1F3FD1"/>
                </a:solidFill>
                <a:latin typeface="Be Vietnam Pro" pitchFamily="34" charset="0"/>
                <a:ea typeface="Be Vietnam Pro" pitchFamily="34" charset="-122"/>
                <a:cs typeface="Be Vietnam Pro" pitchFamily="34" charset="-120"/>
              </a:rPr>
              <a:t> CỤ</a:t>
            </a:r>
            <a:endParaRPr lang="en-US" sz="2175" dirty="0"/>
          </a:p>
        </p:txBody>
      </p:sp>
      <p:sp>
        <p:nvSpPr>
          <p:cNvPr id="10" name="Text 8"/>
          <p:cNvSpPr/>
          <p:nvPr/>
        </p:nvSpPr>
        <p:spPr>
          <a:xfrm>
            <a:off x="9563100" y="3886200"/>
            <a:ext cx="7620000" cy="1333500"/>
          </a:xfrm>
          <a:prstGeom prst="rect">
            <a:avLst/>
          </a:prstGeom>
          <a:noFill/>
          <a:ln/>
        </p:spPr>
        <p:txBody>
          <a:bodyPr wrap="square" lIns="0" tIns="13343" rIns="0" bIns="-13343" rtlCol="0" anchor="t"/>
          <a:lstStyle/>
          <a:p>
            <a:pPr algn="l" indent="0" marL="0">
              <a:lnSpc>
                <a:spcPts val="3218"/>
              </a:lnSpc>
              <a:buNone/>
            </a:pPr>
            <a:r>
              <a:rPr lang="en-US" sz="2475" dirty="0" spc="1" kern="0">
                <a:solidFill>
                  <a:srgbClr val="14161C"/>
                </a:solidFill>
                <a:latin typeface="Be Vietnam Pro" pitchFamily="34" charset="0"/>
                <a:ea typeface="Be Vietnam Pro" pitchFamily="34" charset="-122"/>
                <a:cs typeface="Be Vietnam Pro" pitchFamily="34" charset="-120"/>
              </a:rPr>
              <a:t>Compiler</a:t>
            </a:r>
            <a:r>
              <a:rPr lang="en-US" sz="2475" dirty="0" spc="-1" kern="0">
                <a:solidFill>
                  <a:srgbClr val="14161C"/>
                </a:solidFill>
                <a:latin typeface="Be Vietnam Pro" pitchFamily="34" charset="0"/>
                <a:ea typeface="Be Vietnam Pro" pitchFamily="34" charset="-122"/>
                <a:cs typeface="Be Vietnam Pro" pitchFamily="34" charset="-120"/>
              </a:rPr>
              <a:t> ·</a:t>
            </a:r>
            <a:r>
              <a:rPr lang="en-US" sz="2475" dirty="0" spc="-25" kern="0">
                <a:solidFill>
                  <a:srgbClr val="14161C"/>
                </a:solidFill>
                <a:latin typeface="Be Vietnam Pro" pitchFamily="34" charset="0"/>
                <a:ea typeface="Be Vietnam Pro" pitchFamily="34" charset="-122"/>
                <a:cs typeface="Be Vietnam Pro" pitchFamily="34" charset="-120"/>
              </a:rPr>
              <a:t> Interpreter</a:t>
            </a:r>
            <a:r>
              <a:rPr lang="en-US" sz="2475" dirty="0" spc="-3" kern="0">
                <a:solidFill>
                  <a:srgbClr val="14161C"/>
                </a:solidFill>
                <a:latin typeface="Be Vietnam Pro" pitchFamily="34" charset="0"/>
                <a:ea typeface="Be Vietnam Pro" pitchFamily="34" charset="-122"/>
                <a:cs typeface="Be Vietnam Pro" pitchFamily="34" charset="-120"/>
              </a:rPr>
              <a:t> ·</a:t>
            </a:r>
            <a:r>
              <a:rPr lang="en-US" sz="2475" dirty="0" spc="1" kern="0">
                <a:solidFill>
                  <a:srgbClr val="14161C"/>
                </a:solidFill>
                <a:latin typeface="Be Vietnam Pro" pitchFamily="34" charset="0"/>
                <a:ea typeface="Be Vietnam Pro" pitchFamily="34" charset="-122"/>
                <a:cs typeface="Be Vietnam Pro" pitchFamily="34" charset="-120"/>
              </a:rPr>
              <a:t> Shell</a:t>
            </a:r>
            <a:endParaRPr lang="en-US" sz="2475" dirty="0"/>
          </a:p>
          <a:p>
            <a:pPr algn="l" indent="0" marL="0">
              <a:lnSpc>
                <a:spcPts val="3218"/>
              </a:lnSpc>
              <a:buNone/>
            </a:pPr>
            <a:r>
              <a:rPr lang="en-US" sz="2475" dirty="0" spc="-53" kern="0">
                <a:solidFill>
                  <a:srgbClr val="14161C"/>
                </a:solidFill>
                <a:latin typeface="Be Vietnam Pro" pitchFamily="34" charset="0"/>
                <a:ea typeface="Be Vietnam Pro" pitchFamily="34" charset="-122"/>
                <a:cs typeface="Be Vietnam Pro" pitchFamily="34" charset="-120"/>
              </a:rPr>
              <a:t>Regex</a:t>
            </a:r>
            <a:r>
              <a:rPr lang="en-US" sz="2475" dirty="0" spc="0" kern="0">
                <a:solidFill>
                  <a:srgbClr val="14161C"/>
                </a:solidFill>
                <a:latin typeface="Be Vietnam Pro" pitchFamily="34" charset="0"/>
                <a:ea typeface="Be Vietnam Pro" pitchFamily="34" charset="-122"/>
                <a:cs typeface="Be Vietnam Pro" pitchFamily="34" charset="-120"/>
              </a:rPr>
              <a:t> engine</a:t>
            </a:r>
            <a:r>
              <a:rPr lang="en-US" sz="2475" dirty="0" spc="1" kern="0">
                <a:solidFill>
                  <a:srgbClr val="14161C"/>
                </a:solidFill>
                <a:latin typeface="Be Vietnam Pro" pitchFamily="34" charset="0"/>
                <a:ea typeface="Be Vietnam Pro" pitchFamily="34" charset="-122"/>
                <a:cs typeface="Be Vietnam Pro" pitchFamily="34" charset="-120"/>
              </a:rPr>
              <a:t> ·</a:t>
            </a:r>
            <a:r>
              <a:rPr lang="en-US" sz="2475" dirty="0" spc="-64" kern="0">
                <a:solidFill>
                  <a:srgbClr val="14161C"/>
                </a:solidFill>
                <a:latin typeface="Be Vietnam Pro" pitchFamily="34" charset="0"/>
                <a:ea typeface="Be Vietnam Pro" pitchFamily="34" charset="-122"/>
                <a:cs typeface="Be Vietnam Pro" pitchFamily="34" charset="-120"/>
              </a:rPr>
              <a:t> Text</a:t>
            </a:r>
            <a:r>
              <a:rPr lang="en-US" sz="2475" dirty="0" spc="-10" kern="0">
                <a:solidFill>
                  <a:srgbClr val="14161C"/>
                </a:solidFill>
                <a:latin typeface="Be Vietnam Pro" pitchFamily="34" charset="0"/>
                <a:ea typeface="Be Vietnam Pro" pitchFamily="34" charset="-122"/>
                <a:cs typeface="Be Vietnam Pro" pitchFamily="34" charset="-120"/>
              </a:rPr>
              <a:t> editor</a:t>
            </a:r>
            <a:endParaRPr lang="en-US" sz="2475" dirty="0"/>
          </a:p>
          <a:p>
            <a:pPr algn="l" indent="0" marL="0">
              <a:lnSpc>
                <a:spcPts val="3218"/>
              </a:lnSpc>
              <a:buNone/>
            </a:pPr>
            <a:r>
              <a:rPr lang="en-US" sz="2475" dirty="0" spc="-1" kern="0">
                <a:solidFill>
                  <a:srgbClr val="14161C"/>
                </a:solidFill>
                <a:latin typeface="Be Vietnam Pro" pitchFamily="34" charset="0"/>
                <a:ea typeface="Be Vietnam Pro" pitchFamily="34" charset="-122"/>
                <a:cs typeface="Be Vietnam Pro" pitchFamily="34" charset="-120"/>
              </a:rPr>
              <a:t>Học</a:t>
            </a:r>
            <a:r>
              <a:rPr lang="en-US" sz="2475" dirty="0" spc="3" kern="0">
                <a:solidFill>
                  <a:srgbClr val="14161C"/>
                </a:solidFill>
                <a:latin typeface="Be Vietnam Pro" pitchFamily="34" charset="0"/>
                <a:ea typeface="Be Vietnam Pro" pitchFamily="34" charset="-122"/>
                <a:cs typeface="Be Vietnam Pro" pitchFamily="34" charset="-120"/>
              </a:rPr>
              <a:t> cách</a:t>
            </a:r>
            <a:r>
              <a:rPr lang="en-US" sz="2475" dirty="0" spc="-4" kern="0">
                <a:solidFill>
                  <a:srgbClr val="14161C"/>
                </a:solidFill>
                <a:latin typeface="Be Vietnam Pro" pitchFamily="34" charset="0"/>
                <a:ea typeface="Be Vietnam Pro" pitchFamily="34" charset="-122"/>
                <a:cs typeface="Be Vietnam Pro" pitchFamily="34" charset="-120"/>
              </a:rPr>
              <a:t> xử</a:t>
            </a:r>
            <a:r>
              <a:rPr lang="en-US" sz="2475" dirty="0" spc="2" kern="0">
                <a:solidFill>
                  <a:srgbClr val="14161C"/>
                </a:solidFill>
                <a:latin typeface="Be Vietnam Pro" pitchFamily="34" charset="0"/>
                <a:ea typeface="Be Vietnam Pro" pitchFamily="34" charset="-122"/>
                <a:cs typeface="Be Vietnam Pro" pitchFamily="34" charset="-120"/>
              </a:rPr>
              <a:t> lý</a:t>
            </a:r>
            <a:r>
              <a:rPr lang="en-US" sz="2475" dirty="0" spc="-17" kern="0">
                <a:solidFill>
                  <a:srgbClr val="14161C"/>
                </a:solidFill>
                <a:latin typeface="Be Vietnam Pro" pitchFamily="34" charset="0"/>
                <a:ea typeface="Be Vietnam Pro" pitchFamily="34" charset="-122"/>
                <a:cs typeface="Be Vietnam Pro" pitchFamily="34" charset="-120"/>
              </a:rPr>
              <a:t> và</a:t>
            </a:r>
            <a:r>
              <a:rPr lang="en-US" sz="2475" dirty="0" spc="8" kern="0">
                <a:solidFill>
                  <a:srgbClr val="14161C"/>
                </a:solidFill>
                <a:latin typeface="Be Vietnam Pro" pitchFamily="34" charset="0"/>
                <a:ea typeface="Be Vietnam Pro" pitchFamily="34" charset="-122"/>
                <a:cs typeface="Be Vietnam Pro" pitchFamily="34" charset="-120"/>
              </a:rPr>
              <a:t> thực</a:t>
            </a:r>
            <a:r>
              <a:rPr lang="en-US" sz="2475" dirty="0" spc="0" kern="0">
                <a:solidFill>
                  <a:srgbClr val="14161C"/>
                </a:solidFill>
                <a:latin typeface="Be Vietnam Pro" pitchFamily="34" charset="0"/>
                <a:ea typeface="Be Vietnam Pro" pitchFamily="34" charset="-122"/>
                <a:cs typeface="Be Vietnam Pro" pitchFamily="34" charset="-120"/>
              </a:rPr>
              <a:t> thi lệnh.</a:t>
            </a:r>
            <a:endParaRPr lang="en-US" sz="2475" dirty="0"/>
          </a:p>
        </p:txBody>
      </p:sp>
      <p:sp>
        <p:nvSpPr>
          <p:cNvPr id="11" name="Shape 9"/>
          <p:cNvSpPr/>
          <p:nvPr/>
        </p:nvSpPr>
        <p:spPr>
          <a:xfrm>
            <a:off x="838200" y="5543550"/>
            <a:ext cx="8153400" cy="2266950"/>
          </a:xfrm>
          <a:prstGeom prst="roundRect">
            <a:avLst>
              <a:gd name="adj" fmla="val 7563"/>
            </a:avLst>
          </a:prstGeom>
          <a:solidFill>
            <a:srgbClr val="FBF8F2"/>
          </a:solidFill>
          <a:ln w="9525">
            <a:solidFill>
              <a:srgbClr val="DDD5C1"/>
            </a:solidFill>
            <a:prstDash val="solid"/>
          </a:ln>
        </p:spPr>
      </p:sp>
      <p:sp>
        <p:nvSpPr>
          <p:cNvPr id="12" name="Text 10"/>
          <p:cNvSpPr/>
          <p:nvPr/>
        </p:nvSpPr>
        <p:spPr>
          <a:xfrm>
            <a:off x="1104900" y="5753100"/>
            <a:ext cx="7620000" cy="514350"/>
          </a:xfrm>
          <a:prstGeom prst="rect">
            <a:avLst/>
          </a:prstGeom>
          <a:noFill/>
          <a:ln/>
        </p:spPr>
        <p:txBody>
          <a:bodyPr wrap="square" lIns="0" tIns="11724" rIns="0" bIns="-11724" rtlCol="0" anchor="t"/>
          <a:lstStyle/>
          <a:p>
            <a:pPr algn="l" indent="0" marL="0">
              <a:lnSpc>
                <a:spcPts val="2828"/>
              </a:lnSpc>
              <a:buNone/>
            </a:pPr>
            <a:r>
              <a:rPr lang="en-US" sz="2175" b="1" dirty="0" spc="0" kern="0">
                <a:solidFill>
                  <a:srgbClr val="1F3FD1"/>
                </a:solidFill>
                <a:latin typeface="Be Vietnam Pro" pitchFamily="34" charset="0"/>
                <a:ea typeface="Be Vietnam Pro" pitchFamily="34" charset="-122"/>
                <a:cs typeface="Be Vietnam Pro" pitchFamily="34" charset="-120"/>
              </a:rPr>
              <a:t>WEB</a:t>
            </a:r>
            <a:r>
              <a:rPr lang="en-US" sz="2175" b="1" dirty="0" spc="-1" kern="0">
                <a:solidFill>
                  <a:srgbClr val="1F3FD1"/>
                </a:solidFill>
                <a:latin typeface="Be Vietnam Pro" pitchFamily="34" charset="0"/>
                <a:ea typeface="Be Vietnam Pro" pitchFamily="34" charset="-122"/>
                <a:cs typeface="Be Vietnam Pro" pitchFamily="34" charset="-120"/>
              </a:rPr>
              <a:t> &amp;</a:t>
            </a:r>
            <a:r>
              <a:rPr lang="en-US" sz="2175" b="1" dirty="0" spc="30" kern="0">
                <a:solidFill>
                  <a:srgbClr val="1F3FD1"/>
                </a:solidFill>
                <a:latin typeface="Be Vietnam Pro" pitchFamily="34" charset="0"/>
                <a:ea typeface="Be Vietnam Pro" pitchFamily="34" charset="-122"/>
                <a:cs typeface="Be Vietnam Pro" pitchFamily="34" charset="-120"/>
              </a:rPr>
              <a:t> ỨNG</a:t>
            </a:r>
            <a:r>
              <a:rPr lang="en-US" sz="2175" b="1" dirty="0" spc="1" kern="0">
                <a:solidFill>
                  <a:srgbClr val="1F3FD1"/>
                </a:solidFill>
                <a:latin typeface="Be Vietnam Pro" pitchFamily="34" charset="0"/>
                <a:ea typeface="Be Vietnam Pro" pitchFamily="34" charset="-122"/>
                <a:cs typeface="Be Vietnam Pro" pitchFamily="34" charset="-120"/>
              </a:rPr>
              <a:t> DỤNG</a:t>
            </a:r>
            <a:endParaRPr lang="en-US" sz="2175" dirty="0"/>
          </a:p>
        </p:txBody>
      </p:sp>
      <p:sp>
        <p:nvSpPr>
          <p:cNvPr id="13" name="Text 11"/>
          <p:cNvSpPr/>
          <p:nvPr/>
        </p:nvSpPr>
        <p:spPr>
          <a:xfrm>
            <a:off x="1104900" y="6381750"/>
            <a:ext cx="7620000" cy="1333500"/>
          </a:xfrm>
          <a:prstGeom prst="rect">
            <a:avLst/>
          </a:prstGeom>
          <a:noFill/>
          <a:ln/>
        </p:spPr>
        <p:txBody>
          <a:bodyPr wrap="square" lIns="0" tIns="13343" rIns="0" bIns="-13343" rtlCol="0" anchor="t"/>
          <a:lstStyle/>
          <a:p>
            <a:pPr algn="l" indent="0" marL="0">
              <a:lnSpc>
                <a:spcPts val="3218"/>
              </a:lnSpc>
              <a:buNone/>
            </a:pPr>
            <a:r>
              <a:rPr lang="en-US" sz="2475" dirty="0" spc="-38" kern="0">
                <a:solidFill>
                  <a:srgbClr val="14161C"/>
                </a:solidFill>
                <a:latin typeface="Be Vietnam Pro" pitchFamily="34" charset="0"/>
                <a:ea typeface="Be Vietnam Pro" pitchFamily="34" charset="-122"/>
                <a:cs typeface="Be Vietnam Pro" pitchFamily="34" charset="-120"/>
              </a:rPr>
              <a:t>Web</a:t>
            </a:r>
            <a:r>
              <a:rPr lang="en-US" sz="2475" dirty="0" spc="-15" kern="0">
                <a:solidFill>
                  <a:srgbClr val="14161C"/>
                </a:solidFill>
                <a:latin typeface="Be Vietnam Pro" pitchFamily="34" charset="0"/>
                <a:ea typeface="Be Vietnam Pro" pitchFamily="34" charset="-122"/>
                <a:cs typeface="Be Vietnam Pro" pitchFamily="34" charset="-120"/>
              </a:rPr>
              <a:t> server</a:t>
            </a:r>
            <a:r>
              <a:rPr lang="en-US" sz="2475" dirty="0" spc="0" kern="0">
                <a:solidFill>
                  <a:srgbClr val="14161C"/>
                </a:solidFill>
                <a:latin typeface="Be Vietnam Pro" pitchFamily="34" charset="0"/>
                <a:ea typeface="Be Vietnam Pro" pitchFamily="34" charset="-122"/>
                <a:cs typeface="Be Vietnam Pro" pitchFamily="34" charset="-120"/>
              </a:rPr>
              <a:t> ·</a:t>
            </a:r>
            <a:r>
              <a:rPr lang="en-US" sz="2475" dirty="0" spc="-30" kern="0">
                <a:solidFill>
                  <a:srgbClr val="14161C"/>
                </a:solidFill>
                <a:latin typeface="Be Vietnam Pro" pitchFamily="34" charset="0"/>
                <a:ea typeface="Be Vietnam Pro" pitchFamily="34" charset="-122"/>
                <a:cs typeface="Be Vietnam Pro" pitchFamily="34" charset="-120"/>
              </a:rPr>
              <a:t> Web</a:t>
            </a:r>
            <a:r>
              <a:rPr lang="en-US" sz="2475" dirty="0" spc="-27" kern="0">
                <a:solidFill>
                  <a:srgbClr val="14161C"/>
                </a:solidFill>
                <a:latin typeface="Be Vietnam Pro" pitchFamily="34" charset="0"/>
                <a:ea typeface="Be Vietnam Pro" pitchFamily="34" charset="-122"/>
                <a:cs typeface="Be Vietnam Pro" pitchFamily="34" charset="-120"/>
              </a:rPr>
              <a:t> browser</a:t>
            </a:r>
            <a:endParaRPr lang="en-US" sz="2475" dirty="0"/>
          </a:p>
          <a:p>
            <a:pPr algn="l" indent="0" marL="0">
              <a:lnSpc>
                <a:spcPts val="3218"/>
              </a:lnSpc>
              <a:buNone/>
            </a:pPr>
            <a:r>
              <a:rPr lang="en-US" sz="2475" dirty="0" spc="-29" kern="0">
                <a:solidFill>
                  <a:srgbClr val="14161C"/>
                </a:solidFill>
                <a:latin typeface="Be Vietnam Pro" pitchFamily="34" charset="0"/>
                <a:ea typeface="Be Vietnam Pro" pitchFamily="34" charset="-122"/>
                <a:cs typeface="Be Vietnam Pro" pitchFamily="34" charset="-120"/>
              </a:rPr>
              <a:t>Front-end</a:t>
            </a:r>
            <a:r>
              <a:rPr lang="en-US" sz="2475" dirty="0" spc="-21" kern="0">
                <a:solidFill>
                  <a:srgbClr val="14161C"/>
                </a:solidFill>
                <a:latin typeface="Be Vietnam Pro" pitchFamily="34" charset="0"/>
                <a:ea typeface="Be Vietnam Pro" pitchFamily="34" charset="-122"/>
                <a:cs typeface="Be Vietnam Pro" pitchFamily="34" charset="-120"/>
              </a:rPr>
              <a:t> framework</a:t>
            </a:r>
            <a:r>
              <a:rPr lang="en-US" sz="2475" dirty="0" spc="-1" kern="0">
                <a:solidFill>
                  <a:srgbClr val="14161C"/>
                </a:solidFill>
                <a:latin typeface="Be Vietnam Pro" pitchFamily="34" charset="0"/>
                <a:ea typeface="Be Vietnam Pro" pitchFamily="34" charset="-122"/>
                <a:cs typeface="Be Vietnam Pro" pitchFamily="34" charset="-120"/>
              </a:rPr>
              <a:t> ·</a:t>
            </a:r>
            <a:r>
              <a:rPr lang="en-US" sz="2475" dirty="0" spc="-6" kern="0">
                <a:solidFill>
                  <a:srgbClr val="14161C"/>
                </a:solidFill>
                <a:latin typeface="Be Vietnam Pro" pitchFamily="34" charset="0"/>
                <a:ea typeface="Be Vietnam Pro" pitchFamily="34" charset="-122"/>
                <a:cs typeface="Be Vietnam Pro" pitchFamily="34" charset="-120"/>
              </a:rPr>
              <a:t> Bot</a:t>
            </a:r>
            <a:endParaRPr lang="en-US" sz="2475" dirty="0"/>
          </a:p>
          <a:p>
            <a:pPr algn="l" indent="0" marL="0">
              <a:lnSpc>
                <a:spcPts val="3218"/>
              </a:lnSpc>
              <a:buNone/>
            </a:pPr>
            <a:r>
              <a:rPr lang="en-US" sz="2475" dirty="0" spc="-1" kern="0">
                <a:solidFill>
                  <a:srgbClr val="14161C"/>
                </a:solidFill>
                <a:latin typeface="Be Vietnam Pro" pitchFamily="34" charset="0"/>
                <a:ea typeface="Be Vietnam Pro" pitchFamily="34" charset="-122"/>
                <a:cs typeface="Be Vietnam Pro" pitchFamily="34" charset="-120"/>
              </a:rPr>
              <a:t>Học</a:t>
            </a:r>
            <a:r>
              <a:rPr lang="en-US" sz="2475" dirty="0" spc="7" kern="0">
                <a:solidFill>
                  <a:srgbClr val="14161C"/>
                </a:solidFill>
                <a:latin typeface="Be Vietnam Pro" pitchFamily="34" charset="0"/>
                <a:ea typeface="Be Vietnam Pro" pitchFamily="34" charset="-122"/>
                <a:cs typeface="Be Vietnam Pro" pitchFamily="34" charset="-120"/>
              </a:rPr>
              <a:t> đường</a:t>
            </a:r>
            <a:r>
              <a:rPr lang="en-US" sz="2475" dirty="0" spc="34" kern="0">
                <a:solidFill>
                  <a:srgbClr val="14161C"/>
                </a:solidFill>
                <a:latin typeface="Be Vietnam Pro" pitchFamily="34" charset="0"/>
                <a:ea typeface="Be Vietnam Pro" pitchFamily="34" charset="-122"/>
                <a:cs typeface="Be Vietnam Pro" pitchFamily="34" charset="-120"/>
              </a:rPr>
              <a:t> đi</a:t>
            </a:r>
            <a:r>
              <a:rPr lang="en-US" sz="2475" dirty="0" spc="0" kern="0">
                <a:solidFill>
                  <a:srgbClr val="14161C"/>
                </a:solidFill>
                <a:latin typeface="Be Vietnam Pro" pitchFamily="34" charset="0"/>
                <a:ea typeface="Be Vietnam Pro" pitchFamily="34" charset="-122"/>
                <a:cs typeface="Be Vietnam Pro" pitchFamily="34" charset="-120"/>
              </a:rPr>
              <a:t> của</a:t>
            </a:r>
            <a:r>
              <a:rPr lang="en-US" sz="2475" dirty="0" spc="7" kern="0">
                <a:solidFill>
                  <a:srgbClr val="14161C"/>
                </a:solidFill>
                <a:latin typeface="Be Vietnam Pro" pitchFamily="34" charset="0"/>
                <a:ea typeface="Be Vietnam Pro" pitchFamily="34" charset="-122"/>
                <a:cs typeface="Be Vietnam Pro" pitchFamily="34" charset="-120"/>
              </a:rPr>
              <a:t> tương</a:t>
            </a:r>
            <a:r>
              <a:rPr lang="en-US" sz="2475" dirty="0" spc="-12" kern="0">
                <a:solidFill>
                  <a:srgbClr val="14161C"/>
                </a:solidFill>
                <a:latin typeface="Be Vietnam Pro" pitchFamily="34" charset="0"/>
                <a:ea typeface="Be Vietnam Pro" pitchFamily="34" charset="-122"/>
                <a:cs typeface="Be Vietnam Pro" pitchFamily="34" charset="-120"/>
              </a:rPr>
              <a:t> tác.</a:t>
            </a:r>
            <a:endParaRPr lang="en-US" sz="2475" dirty="0"/>
          </a:p>
        </p:txBody>
      </p:sp>
      <p:sp>
        <p:nvSpPr>
          <p:cNvPr id="14" name="Shape 12"/>
          <p:cNvSpPr/>
          <p:nvPr/>
        </p:nvSpPr>
        <p:spPr>
          <a:xfrm>
            <a:off x="9296400" y="5543550"/>
            <a:ext cx="8153400" cy="2266950"/>
          </a:xfrm>
          <a:prstGeom prst="roundRect">
            <a:avLst>
              <a:gd name="adj" fmla="val 7563"/>
            </a:avLst>
          </a:prstGeom>
          <a:solidFill>
            <a:srgbClr val="FBF8F2"/>
          </a:solidFill>
          <a:ln w="9525">
            <a:solidFill>
              <a:srgbClr val="DDD5C1"/>
            </a:solidFill>
            <a:prstDash val="solid"/>
          </a:ln>
        </p:spPr>
      </p:sp>
      <p:sp>
        <p:nvSpPr>
          <p:cNvPr id="15" name="Text 13"/>
          <p:cNvSpPr/>
          <p:nvPr/>
        </p:nvSpPr>
        <p:spPr>
          <a:xfrm>
            <a:off x="9563100" y="5753100"/>
            <a:ext cx="7620000" cy="514350"/>
          </a:xfrm>
          <a:prstGeom prst="rect">
            <a:avLst/>
          </a:prstGeom>
          <a:noFill/>
          <a:ln/>
        </p:spPr>
        <p:txBody>
          <a:bodyPr wrap="square" lIns="0" tIns="11724" rIns="0" bIns="-11724" rtlCol="0" anchor="t"/>
          <a:lstStyle/>
          <a:p>
            <a:pPr algn="l" indent="0" marL="0">
              <a:lnSpc>
                <a:spcPts val="2828"/>
              </a:lnSpc>
              <a:buNone/>
            </a:pPr>
            <a:r>
              <a:rPr lang="en-US" sz="2175" b="1" dirty="0" spc="2" kern="0">
                <a:solidFill>
                  <a:srgbClr val="1F3FD1"/>
                </a:solidFill>
                <a:latin typeface="Be Vietnam Pro" pitchFamily="34" charset="0"/>
                <a:ea typeface="Be Vietnam Pro" pitchFamily="34" charset="-122"/>
                <a:cs typeface="Be Vietnam Pro" pitchFamily="34" charset="-120"/>
              </a:rPr>
              <a:t>AI</a:t>
            </a:r>
            <a:r>
              <a:rPr lang="en-US" sz="2175" b="1" dirty="0" spc="-2" kern="0">
                <a:solidFill>
                  <a:srgbClr val="1F3FD1"/>
                </a:solidFill>
                <a:latin typeface="Be Vietnam Pro" pitchFamily="34" charset="0"/>
                <a:ea typeface="Be Vietnam Pro" pitchFamily="34" charset="-122"/>
                <a:cs typeface="Be Vietnam Pro" pitchFamily="34" charset="-120"/>
              </a:rPr>
              <a:t> &amp;</a:t>
            </a:r>
            <a:r>
              <a:rPr lang="en-US" sz="2175" b="1" dirty="0" spc="2" kern="0">
                <a:solidFill>
                  <a:srgbClr val="1F3FD1"/>
                </a:solidFill>
                <a:latin typeface="Be Vietnam Pro" pitchFamily="34" charset="0"/>
                <a:ea typeface="Be Vietnam Pro" pitchFamily="34" charset="-122"/>
                <a:cs typeface="Be Vietnam Pro" pitchFamily="34" charset="-120"/>
              </a:rPr>
              <a:t> ĐỒ</a:t>
            </a:r>
            <a:r>
              <a:rPr lang="en-US" sz="2175" b="1" dirty="0" spc="-21" kern="0">
                <a:solidFill>
                  <a:srgbClr val="1F3FD1"/>
                </a:solidFill>
                <a:latin typeface="Be Vietnam Pro" pitchFamily="34" charset="0"/>
                <a:ea typeface="Be Vietnam Pro" pitchFamily="34" charset="-122"/>
                <a:cs typeface="Be Vietnam Pro" pitchFamily="34" charset="-120"/>
              </a:rPr>
              <a:t> HỌA</a:t>
            </a:r>
            <a:endParaRPr lang="en-US" sz="2175" dirty="0"/>
          </a:p>
        </p:txBody>
      </p:sp>
      <p:sp>
        <p:nvSpPr>
          <p:cNvPr id="16" name="Text 14"/>
          <p:cNvSpPr/>
          <p:nvPr/>
        </p:nvSpPr>
        <p:spPr>
          <a:xfrm>
            <a:off x="9563100" y="6381750"/>
            <a:ext cx="7620000" cy="1333500"/>
          </a:xfrm>
          <a:prstGeom prst="rect">
            <a:avLst/>
          </a:prstGeom>
          <a:noFill/>
          <a:ln/>
        </p:spPr>
        <p:txBody>
          <a:bodyPr wrap="square" lIns="0" tIns="13343" rIns="0" bIns="-13343" rtlCol="0" anchor="t"/>
          <a:lstStyle/>
          <a:p>
            <a:pPr algn="l" indent="0" marL="0">
              <a:lnSpc>
                <a:spcPts val="3218"/>
              </a:lnSpc>
              <a:buNone/>
            </a:pPr>
            <a:r>
              <a:rPr lang="en-US" sz="2475" dirty="0" spc="-1" kern="0">
                <a:solidFill>
                  <a:srgbClr val="14161C"/>
                </a:solidFill>
                <a:latin typeface="Be Vietnam Pro" pitchFamily="34" charset="0"/>
                <a:ea typeface="Be Vietnam Pro" pitchFamily="34" charset="-122"/>
                <a:cs typeface="Be Vietnam Pro" pitchFamily="34" charset="-120"/>
              </a:rPr>
              <a:t>AI</a:t>
            </a:r>
            <a:r>
              <a:rPr lang="en-US" sz="2475" dirty="0" spc="-3" kern="0">
                <a:solidFill>
                  <a:srgbClr val="14161C"/>
                </a:solidFill>
                <a:latin typeface="Be Vietnam Pro" pitchFamily="34" charset="0"/>
                <a:ea typeface="Be Vietnam Pro" pitchFamily="34" charset="-122"/>
                <a:cs typeface="Be Vietnam Pro" pitchFamily="34" charset="-120"/>
              </a:rPr>
              <a:t> model</a:t>
            </a:r>
            <a:r>
              <a:rPr lang="en-US" sz="2475" dirty="0" spc="1" kern="0">
                <a:solidFill>
                  <a:srgbClr val="14161C"/>
                </a:solidFill>
                <a:latin typeface="Be Vietnam Pro" pitchFamily="34" charset="0"/>
                <a:ea typeface="Be Vietnam Pro" pitchFamily="34" charset="-122"/>
                <a:cs typeface="Be Vietnam Pro" pitchFamily="34" charset="-120"/>
              </a:rPr>
              <a:t> ·</a:t>
            </a:r>
            <a:r>
              <a:rPr lang="en-US" sz="2475" dirty="0" spc="-15" kern="0">
                <a:solidFill>
                  <a:srgbClr val="14161C"/>
                </a:solidFill>
                <a:latin typeface="Be Vietnam Pro" pitchFamily="34" charset="0"/>
                <a:ea typeface="Be Vietnam Pro" pitchFamily="34" charset="-122"/>
                <a:cs typeface="Be Vietnam Pro" pitchFamily="34" charset="-120"/>
              </a:rPr>
              <a:t> Neural</a:t>
            </a:r>
            <a:r>
              <a:rPr lang="en-US" sz="2475" dirty="0" spc="-11" kern="0">
                <a:solidFill>
                  <a:srgbClr val="14161C"/>
                </a:solidFill>
                <a:latin typeface="Be Vietnam Pro" pitchFamily="34" charset="0"/>
                <a:ea typeface="Be Vietnam Pro" pitchFamily="34" charset="-122"/>
                <a:cs typeface="Be Vietnam Pro" pitchFamily="34" charset="-120"/>
              </a:rPr>
              <a:t> network</a:t>
            </a:r>
            <a:endParaRPr lang="en-US" sz="2475" dirty="0"/>
          </a:p>
          <a:p>
            <a:pPr algn="l" indent="0" marL="0">
              <a:lnSpc>
                <a:spcPts val="3218"/>
              </a:lnSpc>
              <a:buNone/>
            </a:pPr>
            <a:r>
              <a:rPr lang="en-US" sz="2475" dirty="0" spc="-1" kern="0">
                <a:solidFill>
                  <a:srgbClr val="14161C"/>
                </a:solidFill>
                <a:latin typeface="Be Vietnam Pro" pitchFamily="34" charset="0"/>
                <a:ea typeface="Be Vietnam Pro" pitchFamily="34" charset="-122"/>
                <a:cs typeface="Be Vietnam Pro" pitchFamily="34" charset="-120"/>
              </a:rPr>
              <a:t>3D</a:t>
            </a:r>
            <a:r>
              <a:rPr lang="en-US" sz="2475" dirty="0" spc="-25" kern="0">
                <a:solidFill>
                  <a:srgbClr val="14161C"/>
                </a:solidFill>
                <a:latin typeface="Be Vietnam Pro" pitchFamily="34" charset="0"/>
                <a:ea typeface="Be Vietnam Pro" pitchFamily="34" charset="-122"/>
                <a:cs typeface="Be Vietnam Pro" pitchFamily="34" charset="-120"/>
              </a:rPr>
              <a:t> renderer</a:t>
            </a:r>
            <a:r>
              <a:rPr lang="en-US" sz="2475" dirty="0" spc="-1" kern="0">
                <a:solidFill>
                  <a:srgbClr val="14161C"/>
                </a:solidFill>
                <a:latin typeface="Be Vietnam Pro" pitchFamily="34" charset="0"/>
                <a:ea typeface="Be Vietnam Pro" pitchFamily="34" charset="-122"/>
                <a:cs typeface="Be Vietnam Pro" pitchFamily="34" charset="-120"/>
              </a:rPr>
              <a:t> ·</a:t>
            </a:r>
            <a:r>
              <a:rPr lang="en-US" sz="2475" dirty="0" spc="-2" kern="0">
                <a:solidFill>
                  <a:srgbClr val="14161C"/>
                </a:solidFill>
                <a:latin typeface="Be Vietnam Pro" pitchFamily="34" charset="0"/>
                <a:ea typeface="Be Vietnam Pro" pitchFamily="34" charset="-122"/>
                <a:cs typeface="Be Vietnam Pro" pitchFamily="34" charset="-120"/>
              </a:rPr>
              <a:t> Game</a:t>
            </a:r>
            <a:r>
              <a:rPr lang="en-US" sz="2475" dirty="0" spc="0" kern="0">
                <a:solidFill>
                  <a:srgbClr val="14161C"/>
                </a:solidFill>
                <a:latin typeface="Be Vietnam Pro" pitchFamily="34" charset="0"/>
                <a:ea typeface="Be Vietnam Pro" pitchFamily="34" charset="-122"/>
                <a:cs typeface="Be Vietnam Pro" pitchFamily="34" charset="-120"/>
              </a:rPr>
              <a:t> ·</a:t>
            </a:r>
            <a:r>
              <a:rPr lang="en-US" sz="2475" dirty="0" spc="-13" kern="0">
                <a:solidFill>
                  <a:srgbClr val="14161C"/>
                </a:solidFill>
                <a:latin typeface="Be Vietnam Pro" pitchFamily="34" charset="0"/>
                <a:ea typeface="Be Vietnam Pro" pitchFamily="34" charset="-122"/>
                <a:cs typeface="Be Vietnam Pro" pitchFamily="34" charset="-120"/>
              </a:rPr>
              <a:t> Physics</a:t>
            </a:r>
            <a:r>
              <a:rPr lang="en-US" sz="2475" dirty="0" spc="1" kern="0">
                <a:solidFill>
                  <a:srgbClr val="14161C"/>
                </a:solidFill>
                <a:latin typeface="Be Vietnam Pro" pitchFamily="34" charset="0"/>
                <a:ea typeface="Be Vietnam Pro" pitchFamily="34" charset="-122"/>
                <a:cs typeface="Be Vietnam Pro" pitchFamily="34" charset="-120"/>
              </a:rPr>
              <a:t> engine</a:t>
            </a:r>
            <a:endParaRPr lang="en-US" sz="2475" dirty="0"/>
          </a:p>
          <a:p>
            <a:pPr algn="l" indent="0" marL="0">
              <a:lnSpc>
                <a:spcPts val="3218"/>
              </a:lnSpc>
              <a:buNone/>
            </a:pPr>
            <a:r>
              <a:rPr lang="en-US" sz="2475" dirty="0" spc="-1" kern="0">
                <a:solidFill>
                  <a:srgbClr val="14161C"/>
                </a:solidFill>
                <a:latin typeface="Be Vietnam Pro" pitchFamily="34" charset="0"/>
                <a:ea typeface="Be Vietnam Pro" pitchFamily="34" charset="-122"/>
                <a:cs typeface="Be Vietnam Pro" pitchFamily="34" charset="-120"/>
              </a:rPr>
              <a:t>Học</a:t>
            </a:r>
            <a:r>
              <a:rPr lang="en-US" sz="2475" dirty="0" spc="-8" kern="0">
                <a:solidFill>
                  <a:srgbClr val="14161C"/>
                </a:solidFill>
                <a:latin typeface="Be Vietnam Pro" pitchFamily="34" charset="0"/>
                <a:ea typeface="Be Vietnam Pro" pitchFamily="34" charset="-122"/>
                <a:cs typeface="Be Vietnam Pro" pitchFamily="34" charset="-120"/>
              </a:rPr>
              <a:t> thuật</a:t>
            </a:r>
            <a:r>
              <a:rPr lang="en-US" sz="2475" dirty="0" spc="-12" kern="0">
                <a:solidFill>
                  <a:srgbClr val="14161C"/>
                </a:solidFill>
                <a:latin typeface="Be Vietnam Pro" pitchFamily="34" charset="0"/>
                <a:ea typeface="Be Vietnam Pro" pitchFamily="34" charset="-122"/>
                <a:cs typeface="Be Vietnam Pro" pitchFamily="34" charset="-120"/>
              </a:rPr>
              <a:t> toán</a:t>
            </a:r>
            <a:r>
              <a:rPr lang="en-US" sz="2475" dirty="0" spc="-1" kern="0">
                <a:solidFill>
                  <a:srgbClr val="14161C"/>
                </a:solidFill>
                <a:latin typeface="Be Vietnam Pro" pitchFamily="34" charset="0"/>
                <a:ea typeface="Be Vietnam Pro" pitchFamily="34" charset="-122"/>
                <a:cs typeface="Be Vietnam Pro" pitchFamily="34" charset="-120"/>
              </a:rPr>
              <a:t> qua</a:t>
            </a:r>
            <a:r>
              <a:rPr lang="en-US" sz="2475" dirty="0" spc="-7" kern="0">
                <a:solidFill>
                  <a:srgbClr val="14161C"/>
                </a:solidFill>
                <a:latin typeface="Be Vietnam Pro" pitchFamily="34" charset="0"/>
                <a:ea typeface="Be Vietnam Pro" pitchFamily="34" charset="-122"/>
                <a:cs typeface="Be Vietnam Pro" pitchFamily="34" charset="-120"/>
              </a:rPr>
              <a:t> sản</a:t>
            </a:r>
            <a:r>
              <a:rPr lang="en-US" sz="2475" dirty="0" spc="0" kern="0">
                <a:solidFill>
                  <a:srgbClr val="14161C"/>
                </a:solidFill>
                <a:latin typeface="Be Vietnam Pro" pitchFamily="34" charset="0"/>
                <a:ea typeface="Be Vietnam Pro" pitchFamily="34" charset="-122"/>
                <a:cs typeface="Be Vietnam Pro" pitchFamily="34" charset="-120"/>
              </a:rPr>
              <a:t> phẩm.</a:t>
            </a:r>
            <a:endParaRPr lang="en-US" sz="2475" dirty="0"/>
          </a:p>
        </p:txBody>
      </p:sp>
      <p:sp>
        <p:nvSpPr>
          <p:cNvPr id="17" name="Shape 15"/>
          <p:cNvSpPr/>
          <p:nvPr/>
        </p:nvSpPr>
        <p:spPr>
          <a:xfrm>
            <a:off x="838200" y="8515350"/>
            <a:ext cx="16611600" cy="676275"/>
          </a:xfrm>
          <a:prstGeom prst="roundRect">
            <a:avLst>
              <a:gd name="adj" fmla="val 11268"/>
            </a:avLst>
          </a:prstGeom>
          <a:solidFill>
            <a:srgbClr val="E8E0CF"/>
          </a:solidFill>
          <a:ln w="9525">
            <a:solidFill>
              <a:srgbClr val="E8E0CF"/>
            </a:solidFill>
            <a:prstDash val="solid"/>
          </a:ln>
        </p:spPr>
      </p:sp>
      <p:sp>
        <p:nvSpPr>
          <p:cNvPr id="18" name="Text 16"/>
          <p:cNvSpPr/>
          <p:nvPr/>
        </p:nvSpPr>
        <p:spPr>
          <a:xfrm>
            <a:off x="1038225" y="8677275"/>
            <a:ext cx="16240125" cy="457200"/>
          </a:xfrm>
          <a:prstGeom prst="rect">
            <a:avLst/>
          </a:prstGeom>
          <a:noFill/>
          <a:ln/>
        </p:spPr>
        <p:txBody>
          <a:bodyPr wrap="square" lIns="0" tIns="10914" rIns="0" bIns="-10914" rtlCol="0" anchor="t"/>
          <a:lstStyle/>
          <a:p>
            <a:pPr algn="l" indent="0" marL="0">
              <a:lnSpc>
                <a:spcPts val="2633"/>
              </a:lnSpc>
              <a:buNone/>
            </a:pPr>
            <a:r>
              <a:rPr lang="en-US" sz="2025" dirty="0" spc="-2" kern="0">
                <a:solidFill>
                  <a:srgbClr val="14161C"/>
                </a:solidFill>
                <a:latin typeface="Be Vietnam Pro Medium" pitchFamily="34" charset="0"/>
                <a:ea typeface="Be Vietnam Pro Medium" pitchFamily="34" charset="-122"/>
                <a:cs typeface="Be Vietnam Pro Medium" pitchFamily="34" charset="-120"/>
              </a:rPr>
              <a:t>README</a:t>
            </a:r>
            <a:r>
              <a:rPr lang="en-US" sz="2025" dirty="0" spc="1" kern="0">
                <a:solidFill>
                  <a:srgbClr val="14161C"/>
                </a:solidFill>
                <a:latin typeface="Be Vietnam Pro Medium" pitchFamily="34" charset="0"/>
                <a:ea typeface="Be Vietnam Pro Medium" pitchFamily="34" charset="-122"/>
                <a:cs typeface="Be Vietnam Pro Medium" pitchFamily="34" charset="-120"/>
              </a:rPr>
              <a:t> phân</a:t>
            </a:r>
            <a:r>
              <a:rPr lang="en-US" sz="2025" dirty="0" spc="-2" kern="0">
                <a:solidFill>
                  <a:srgbClr val="14161C"/>
                </a:solidFill>
                <a:latin typeface="Be Vietnam Pro Medium" pitchFamily="34" charset="0"/>
                <a:ea typeface="Be Vietnam Pro Medium" pitchFamily="34" charset="-122"/>
                <a:cs typeface="Be Vietnam Pro Medium" pitchFamily="34" charset="-120"/>
              </a:rPr>
              <a:t> loại</a:t>
            </a:r>
            <a:r>
              <a:rPr lang="en-US" sz="2025" dirty="0" spc="-4" kern="0">
                <a:solidFill>
                  <a:srgbClr val="14161C"/>
                </a:solidFill>
                <a:latin typeface="Be Vietnam Pro Medium" pitchFamily="34" charset="0"/>
                <a:ea typeface="Be Vietnam Pro Medium" pitchFamily="34" charset="-122"/>
                <a:cs typeface="Be Vietnam Pro Medium" pitchFamily="34" charset="-120"/>
              </a:rPr>
              <a:t> theo</a:t>
            </a:r>
            <a:r>
              <a:rPr lang="en-US" sz="2025" dirty="0" spc="0" kern="0">
                <a:solidFill>
                  <a:srgbClr val="14161C"/>
                </a:solidFill>
                <a:latin typeface="Be Vietnam Pro Medium" pitchFamily="34" charset="0"/>
                <a:ea typeface="Be Vietnam Pro Medium" pitchFamily="34" charset="-122"/>
                <a:cs typeface="Be Vietnam Pro Medium" pitchFamily="34" charset="-120"/>
              </a:rPr>
              <a:t> thứ</a:t>
            </a:r>
            <a:r>
              <a:rPr lang="en-US" sz="2025" dirty="0" spc="-1" kern="0">
                <a:solidFill>
                  <a:srgbClr val="14161C"/>
                </a:solidFill>
                <a:latin typeface="Be Vietnam Pro Medium" pitchFamily="34" charset="0"/>
                <a:ea typeface="Be Vietnam Pro Medium" pitchFamily="34" charset="-122"/>
                <a:cs typeface="Be Vietnam Pro Medium" pitchFamily="34" charset="-120"/>
              </a:rPr>
              <a:t> muốn</a:t>
            </a:r>
            <a:r>
              <a:rPr lang="en-US" sz="2025" dirty="0" spc="-15" kern="0">
                <a:solidFill>
                  <a:srgbClr val="14161C"/>
                </a:solidFill>
                <a:latin typeface="Be Vietnam Pro Medium" pitchFamily="34" charset="0"/>
                <a:ea typeface="Be Vietnam Pro Medium" pitchFamily="34" charset="-122"/>
                <a:cs typeface="Be Vietnam Pro Medium" pitchFamily="34" charset="-120"/>
              </a:rPr>
              <a:t> xây;</a:t>
            </a:r>
            <a:r>
              <a:rPr lang="en-US" sz="2025" dirty="0" spc="-12" kern="0">
                <a:solidFill>
                  <a:srgbClr val="14161C"/>
                </a:solidFill>
                <a:latin typeface="Be Vietnam Pro Medium" pitchFamily="34" charset="0"/>
                <a:ea typeface="Be Vietnam Pro Medium" pitchFamily="34" charset="-122"/>
                <a:cs typeface="Be Vietnam Pro Medium" pitchFamily="34" charset="-120"/>
              </a:rPr>
              <a:t> trong</a:t>
            </a:r>
            <a:r>
              <a:rPr lang="en-US" sz="2025" dirty="0" spc="-2" kern="0">
                <a:solidFill>
                  <a:srgbClr val="14161C"/>
                </a:solidFill>
                <a:latin typeface="Be Vietnam Pro Medium" pitchFamily="34" charset="0"/>
                <a:ea typeface="Be Vietnam Pro Medium" pitchFamily="34" charset="-122"/>
                <a:cs typeface="Be Vietnam Pro Medium" pitchFamily="34" charset="-120"/>
              </a:rPr>
              <a:t> mỗi nhóm</a:t>
            </a:r>
            <a:r>
              <a:rPr lang="en-US" sz="2025" dirty="0" spc="0" kern="0">
                <a:solidFill>
                  <a:srgbClr val="14161C"/>
                </a:solidFill>
                <a:latin typeface="Be Vietnam Pro Medium" pitchFamily="34" charset="0"/>
                <a:ea typeface="Be Vietnam Pro Medium" pitchFamily="34" charset="-122"/>
                <a:cs typeface="Be Vietnam Pro Medium" pitchFamily="34" charset="-120"/>
              </a:rPr>
              <a:t> có</a:t>
            </a:r>
            <a:r>
              <a:rPr lang="en-US" sz="2025" dirty="0" spc="-8" kern="0">
                <a:solidFill>
                  <a:srgbClr val="14161C"/>
                </a:solidFill>
                <a:latin typeface="Be Vietnam Pro Medium" pitchFamily="34" charset="0"/>
                <a:ea typeface="Be Vietnam Pro Medium" pitchFamily="34" charset="-122"/>
                <a:cs typeface="Be Vietnam Pro Medium" pitchFamily="34" charset="-120"/>
              </a:rPr>
              <a:t> tài</a:t>
            </a:r>
            <a:r>
              <a:rPr lang="en-US" sz="2025" dirty="0" spc="0" kern="0">
                <a:solidFill>
                  <a:srgbClr val="14161C"/>
                </a:solidFill>
                <a:latin typeface="Be Vietnam Pro Medium" pitchFamily="34" charset="0"/>
                <a:ea typeface="Be Vietnam Pro Medium" pitchFamily="34" charset="-122"/>
                <a:cs typeface="Be Vietnam Pro Medium" pitchFamily="34" charset="-120"/>
              </a:rPr>
              <a:t> liệu bằng</a:t>
            </a:r>
            <a:r>
              <a:rPr lang="en-US" sz="2025" dirty="0" spc="-1" kern="0">
                <a:solidFill>
                  <a:srgbClr val="14161C"/>
                </a:solidFill>
                <a:latin typeface="Be Vietnam Pro Medium" pitchFamily="34" charset="0"/>
                <a:ea typeface="Be Vietnam Pro Medium" pitchFamily="34" charset="-122"/>
                <a:cs typeface="Be Vietnam Pro Medium" pitchFamily="34" charset="-120"/>
              </a:rPr>
              <a:t> nhiều</a:t>
            </a:r>
            <a:r>
              <a:rPr lang="en-US" sz="2025" dirty="0" spc="-7" kern="0">
                <a:solidFill>
                  <a:srgbClr val="14161C"/>
                </a:solidFill>
                <a:latin typeface="Be Vietnam Pro Medium" pitchFamily="34" charset="0"/>
                <a:ea typeface="Be Vietnam Pro Medium" pitchFamily="34" charset="-122"/>
                <a:cs typeface="Be Vietnam Pro Medium" pitchFamily="34" charset="-120"/>
              </a:rPr>
              <a:t> ngôn</a:t>
            </a:r>
            <a:r>
              <a:rPr lang="en-US" sz="2025" dirty="0" spc="1" kern="0">
                <a:solidFill>
                  <a:srgbClr val="14161C"/>
                </a:solidFill>
                <a:latin typeface="Be Vietnam Pro Medium" pitchFamily="34" charset="0"/>
                <a:ea typeface="Be Vietnam Pro Medium" pitchFamily="34" charset="-122"/>
                <a:cs typeface="Be Vietnam Pro Medium" pitchFamily="34" charset="-120"/>
              </a:rPr>
              <a:t> ngữ.</a:t>
            </a:r>
            <a:endParaRPr lang="en-US" sz="2025" dirty="0"/>
          </a:p>
        </p:txBody>
      </p:sp>
      <p:sp>
        <p:nvSpPr>
          <p:cNvPr id="19" name="Text 17"/>
          <p:cNvSpPr/>
          <p:nvPr/>
        </p:nvSpPr>
        <p:spPr>
          <a:xfrm>
            <a:off x="838200" y="9353550"/>
            <a:ext cx="16611600" cy="333375"/>
          </a:xfrm>
          <a:prstGeom prst="rect">
            <a:avLst/>
          </a:prstGeom>
          <a:noFill/>
          <a:ln/>
        </p:spPr>
        <p:txBody>
          <a:bodyPr wrap="square" lIns="0" tIns="8906" rIns="0" bIns="-8906" rtlCol="0" anchor="t"/>
          <a:lstStyle/>
          <a:p>
            <a:pPr algn="l" indent="0" marL="0">
              <a:lnSpc>
                <a:spcPts val="2145"/>
              </a:lnSpc>
              <a:buNone/>
            </a:pPr>
            <a:r>
              <a:rPr lang="en-US" sz="1650" dirty="0" spc="-3" kern="0">
                <a:solidFill>
                  <a:srgbClr val="6B6A66"/>
                </a:solidFill>
                <a:latin typeface="Be Vietnam Pro" pitchFamily="34" charset="0"/>
                <a:ea typeface="Be Vietnam Pro" pitchFamily="34" charset="-122"/>
                <a:cs typeface="Be Vietnam Pro" pitchFamily="34" charset="-120"/>
              </a:rPr>
              <a:t>Nguồn:</a:t>
            </a:r>
            <a:r>
              <a:rPr lang="en-US" sz="1650" dirty="0" spc="-2" kern="0">
                <a:solidFill>
                  <a:srgbClr val="6B6A66"/>
                </a:solidFill>
                <a:latin typeface="Be Vietnam Pro" pitchFamily="34" charset="0"/>
                <a:ea typeface="Be Vietnam Pro" pitchFamily="34" charset="-122"/>
                <a:cs typeface="Be Vietnam Pro" pitchFamily="34" charset="-120"/>
              </a:rPr>
              <a:t> [S2]</a:t>
            </a:r>
            <a:r>
              <a:rPr lang="en-US" sz="1650" dirty="0" spc="2" kern="0">
                <a:solidFill>
                  <a:srgbClr val="6B6A66"/>
                </a:solidFill>
                <a:latin typeface="Be Vietnam Pro" pitchFamily="34" charset="0"/>
                <a:ea typeface="Be Vietnam Pro" pitchFamily="34" charset="-122"/>
                <a:cs typeface="Be Vietnam Pro" pitchFamily="34" charset="-120"/>
              </a:rPr>
              <a:t>  ·  Số</a:t>
            </a:r>
            <a:r>
              <a:rPr lang="en-US" sz="1650" dirty="0" spc="0" kern="0">
                <a:solidFill>
                  <a:srgbClr val="6B6A66"/>
                </a:solidFill>
                <a:latin typeface="Be Vietnam Pro" pitchFamily="34" charset="0"/>
                <a:ea typeface="Be Vietnam Pro" pitchFamily="34" charset="-122"/>
                <a:cs typeface="Be Vietnam Pro" pitchFamily="34" charset="-120"/>
              </a:rPr>
              <a:t> liệu: phiên</a:t>
            </a:r>
            <a:r>
              <a:rPr lang="en-US" sz="1650" dirty="0" spc="-1" kern="0">
                <a:solidFill>
                  <a:srgbClr val="6B6A66"/>
                </a:solidFill>
                <a:latin typeface="Be Vietnam Pro" pitchFamily="34" charset="0"/>
                <a:ea typeface="Be Vietnam Pro" pitchFamily="34" charset="-122"/>
                <a:cs typeface="Be Vietnam Pro" pitchFamily="34" charset="-120"/>
              </a:rPr>
              <a:t> quét</a:t>
            </a:r>
            <a:r>
              <a:rPr lang="en-US" sz="1650" dirty="0" spc="-8" kern="0">
                <a:solidFill>
                  <a:srgbClr val="6B6A66"/>
                </a:solidFill>
                <a:latin typeface="Be Vietnam Pro" pitchFamily="34" charset="0"/>
                <a:ea typeface="Be Vietnam Pro" pitchFamily="34" charset="-122"/>
                <a:cs typeface="Be Vietnam Pro" pitchFamily="34" charset="-120"/>
              </a:rPr>
              <a:t> 23/10/2026</a:t>
            </a:r>
            <a:endParaRPr lang="en-US" sz="1650" dirty="0"/>
          </a:p>
        </p:txBody>
      </p:sp>
      <p:sp>
        <p:nvSpPr>
          <p:cNvPr id="20" name="Shape 18"/>
          <p:cNvSpPr/>
          <p:nvPr/>
        </p:nvSpPr>
        <p:spPr>
          <a:xfrm>
            <a:off x="847725" y="9896475"/>
            <a:ext cx="57150" cy="57150"/>
          </a:xfrm>
          <a:prstGeom prst="ellipse">
            <a:avLst/>
          </a:prstGeom>
          <a:solidFill>
            <a:srgbClr val="DDD5C1"/>
          </a:solidFill>
          <a:ln/>
        </p:spPr>
      </p:sp>
      <p:sp>
        <p:nvSpPr>
          <p:cNvPr id="21" name="Shape 19"/>
          <p:cNvSpPr/>
          <p:nvPr/>
        </p:nvSpPr>
        <p:spPr>
          <a:xfrm>
            <a:off x="952500" y="9896475"/>
            <a:ext cx="57150" cy="57150"/>
          </a:xfrm>
          <a:prstGeom prst="ellipse">
            <a:avLst/>
          </a:prstGeom>
          <a:solidFill>
            <a:srgbClr val="DDD5C1"/>
          </a:solidFill>
          <a:ln/>
        </p:spPr>
      </p:sp>
      <p:sp>
        <p:nvSpPr>
          <p:cNvPr id="22" name="Shape 20"/>
          <p:cNvSpPr/>
          <p:nvPr/>
        </p:nvSpPr>
        <p:spPr>
          <a:xfrm>
            <a:off x="1057275" y="9896475"/>
            <a:ext cx="57150" cy="57150"/>
          </a:xfrm>
          <a:prstGeom prst="ellipse">
            <a:avLst/>
          </a:prstGeom>
          <a:solidFill>
            <a:srgbClr val="DDD5C1"/>
          </a:solidFill>
          <a:ln/>
        </p:spPr>
      </p:sp>
      <p:sp>
        <p:nvSpPr>
          <p:cNvPr id="23" name="Shape 21"/>
          <p:cNvSpPr/>
          <p:nvPr/>
        </p:nvSpPr>
        <p:spPr>
          <a:xfrm>
            <a:off x="1162050" y="9896475"/>
            <a:ext cx="57150" cy="57150"/>
          </a:xfrm>
          <a:prstGeom prst="ellipse">
            <a:avLst/>
          </a:prstGeom>
          <a:solidFill>
            <a:srgbClr val="DDD5C1"/>
          </a:solidFill>
          <a:ln/>
        </p:spPr>
      </p:sp>
      <p:sp>
        <p:nvSpPr>
          <p:cNvPr id="24" name="Shape 22"/>
          <p:cNvSpPr/>
          <p:nvPr/>
        </p:nvSpPr>
        <p:spPr>
          <a:xfrm>
            <a:off x="1266825" y="9896475"/>
            <a:ext cx="57150" cy="57150"/>
          </a:xfrm>
          <a:prstGeom prst="ellipse">
            <a:avLst/>
          </a:prstGeom>
          <a:solidFill>
            <a:srgbClr val="E8472B"/>
          </a:solidFill>
          <a:ln/>
        </p:spPr>
      </p:sp>
      <p:sp>
        <p:nvSpPr>
          <p:cNvPr id="25" name="Shape 23"/>
          <p:cNvSpPr/>
          <p:nvPr/>
        </p:nvSpPr>
        <p:spPr>
          <a:xfrm>
            <a:off x="1371600" y="9896475"/>
            <a:ext cx="57150" cy="57150"/>
          </a:xfrm>
          <a:prstGeom prst="ellipse">
            <a:avLst/>
          </a:prstGeom>
          <a:solidFill>
            <a:srgbClr val="DDD5C1"/>
          </a:solidFill>
          <a:ln/>
        </p:spPr>
      </p:sp>
      <p:sp>
        <p:nvSpPr>
          <p:cNvPr id="26" name="Shape 24"/>
          <p:cNvSpPr/>
          <p:nvPr/>
        </p:nvSpPr>
        <p:spPr>
          <a:xfrm>
            <a:off x="1476375" y="9896475"/>
            <a:ext cx="57150" cy="57150"/>
          </a:xfrm>
          <a:prstGeom prst="ellipse">
            <a:avLst/>
          </a:prstGeom>
          <a:solidFill>
            <a:srgbClr val="DDD5C1"/>
          </a:solidFill>
          <a:ln/>
        </p:spPr>
      </p:sp>
      <p:sp>
        <p:nvSpPr>
          <p:cNvPr id="27" name="Shape 25"/>
          <p:cNvSpPr/>
          <p:nvPr/>
        </p:nvSpPr>
        <p:spPr>
          <a:xfrm>
            <a:off x="1581150" y="9896475"/>
            <a:ext cx="57150" cy="57150"/>
          </a:xfrm>
          <a:prstGeom prst="ellipse">
            <a:avLst/>
          </a:prstGeom>
          <a:solidFill>
            <a:srgbClr val="DDD5C1"/>
          </a:solidFill>
          <a:ln/>
        </p:spPr>
      </p:sp>
      <p:sp>
        <p:nvSpPr>
          <p:cNvPr id="28" name="Shape 26"/>
          <p:cNvSpPr/>
          <p:nvPr/>
        </p:nvSpPr>
        <p:spPr>
          <a:xfrm>
            <a:off x="1685925" y="9896475"/>
            <a:ext cx="57150" cy="57150"/>
          </a:xfrm>
          <a:prstGeom prst="ellipse">
            <a:avLst/>
          </a:prstGeom>
          <a:solidFill>
            <a:srgbClr val="DDD5C1"/>
          </a:solidFill>
          <a:ln/>
        </p:spPr>
      </p:sp>
      <p:sp>
        <p:nvSpPr>
          <p:cNvPr id="29" name="Shape 27"/>
          <p:cNvSpPr/>
          <p:nvPr/>
        </p:nvSpPr>
        <p:spPr>
          <a:xfrm>
            <a:off x="1790700" y="9896475"/>
            <a:ext cx="57150" cy="57150"/>
          </a:xfrm>
          <a:prstGeom prst="ellipse">
            <a:avLst/>
          </a:prstGeom>
          <a:solidFill>
            <a:srgbClr val="DDD5C1"/>
          </a:solidFill>
          <a:ln/>
        </p:spPr>
      </p:sp>
      <p:sp>
        <p:nvSpPr>
          <p:cNvPr id="30" name="Shape 28"/>
          <p:cNvSpPr/>
          <p:nvPr/>
        </p:nvSpPr>
        <p:spPr>
          <a:xfrm>
            <a:off x="1895475" y="9896475"/>
            <a:ext cx="57150" cy="57150"/>
          </a:xfrm>
          <a:prstGeom prst="ellipse">
            <a:avLst/>
          </a:prstGeom>
          <a:solidFill>
            <a:srgbClr val="DDD5C1"/>
          </a:solidFill>
          <a:ln/>
        </p:spPr>
      </p:sp>
      <p:sp>
        <p:nvSpPr>
          <p:cNvPr id="31" name="Shape 29"/>
          <p:cNvSpPr/>
          <p:nvPr/>
        </p:nvSpPr>
        <p:spPr>
          <a:xfrm>
            <a:off x="2000250" y="9896475"/>
            <a:ext cx="57150" cy="57150"/>
          </a:xfrm>
          <a:prstGeom prst="ellipse">
            <a:avLst/>
          </a:prstGeom>
          <a:solidFill>
            <a:srgbClr val="DDD5C1"/>
          </a:solidFill>
          <a:ln/>
        </p:spPr>
      </p:sp>
      <p:sp>
        <p:nvSpPr>
          <p:cNvPr id="32" name="Shape 30"/>
          <p:cNvSpPr/>
          <p:nvPr/>
        </p:nvSpPr>
        <p:spPr>
          <a:xfrm>
            <a:off x="2105025" y="9896475"/>
            <a:ext cx="57150" cy="57150"/>
          </a:xfrm>
          <a:prstGeom prst="ellipse">
            <a:avLst/>
          </a:prstGeom>
          <a:solidFill>
            <a:srgbClr val="DDD5C1"/>
          </a:solidFill>
          <a:ln/>
        </p:spPr>
      </p:sp>
      <p:sp>
        <p:nvSpPr>
          <p:cNvPr id="33" name="Shape 31"/>
          <p:cNvSpPr/>
          <p:nvPr/>
        </p:nvSpPr>
        <p:spPr>
          <a:xfrm>
            <a:off x="2209800" y="9896475"/>
            <a:ext cx="57150" cy="57150"/>
          </a:xfrm>
          <a:prstGeom prst="ellipse">
            <a:avLst/>
          </a:prstGeom>
          <a:solidFill>
            <a:srgbClr val="DDD5C1"/>
          </a:solidFill>
          <a:ln/>
        </p:spPr>
      </p:sp>
      <p:sp>
        <p:nvSpPr>
          <p:cNvPr id="34" name="Shape 32"/>
          <p:cNvSpPr/>
          <p:nvPr/>
        </p:nvSpPr>
        <p:spPr>
          <a:xfrm>
            <a:off x="2314575" y="9896475"/>
            <a:ext cx="57150" cy="57150"/>
          </a:xfrm>
          <a:prstGeom prst="ellipse">
            <a:avLst/>
          </a:prstGeom>
          <a:solidFill>
            <a:srgbClr val="DDD5C1"/>
          </a:solidFill>
          <a:ln/>
        </p:spPr>
      </p:sp>
      <p:sp>
        <p:nvSpPr>
          <p:cNvPr id="35" name="Shape 33"/>
          <p:cNvSpPr/>
          <p:nvPr/>
        </p:nvSpPr>
        <p:spPr>
          <a:xfrm>
            <a:off x="2419350" y="9896475"/>
            <a:ext cx="57150" cy="57150"/>
          </a:xfrm>
          <a:prstGeom prst="ellipse">
            <a:avLst/>
          </a:prstGeom>
          <a:solidFill>
            <a:srgbClr val="DDD5C1"/>
          </a:solidFill>
          <a:ln/>
        </p:spPr>
      </p:sp>
      <p:sp>
        <p:nvSpPr>
          <p:cNvPr id="36" name="Shape 34"/>
          <p:cNvSpPr/>
          <p:nvPr/>
        </p:nvSpPr>
        <p:spPr>
          <a:xfrm>
            <a:off x="2524125" y="9896475"/>
            <a:ext cx="57150" cy="57150"/>
          </a:xfrm>
          <a:prstGeom prst="ellipse">
            <a:avLst/>
          </a:prstGeom>
          <a:solidFill>
            <a:srgbClr val="DDD5C1"/>
          </a:solidFill>
          <a:ln/>
        </p:spPr>
      </p:sp>
      <p:sp>
        <p:nvSpPr>
          <p:cNvPr id="37" name="Shape 35"/>
          <p:cNvSpPr/>
          <p:nvPr/>
        </p:nvSpPr>
        <p:spPr>
          <a:xfrm>
            <a:off x="2628900" y="9896475"/>
            <a:ext cx="57150" cy="57150"/>
          </a:xfrm>
          <a:prstGeom prst="ellipse">
            <a:avLst/>
          </a:prstGeom>
          <a:solidFill>
            <a:srgbClr val="DDD5C1"/>
          </a:solidFill>
          <a:ln/>
        </p:spPr>
      </p:sp>
      <p:sp>
        <p:nvSpPr>
          <p:cNvPr id="38" name="Shape 36"/>
          <p:cNvSpPr/>
          <p:nvPr/>
        </p:nvSpPr>
        <p:spPr>
          <a:xfrm>
            <a:off x="2733675" y="9896475"/>
            <a:ext cx="57150" cy="57150"/>
          </a:xfrm>
          <a:prstGeom prst="ellipse">
            <a:avLst/>
          </a:prstGeom>
          <a:solidFill>
            <a:srgbClr val="DDD5C1"/>
          </a:solidFill>
          <a:ln/>
        </p:spPr>
      </p:sp>
      <p:sp>
        <p:nvSpPr>
          <p:cNvPr id="39" name="Shape 37"/>
          <p:cNvSpPr/>
          <p:nvPr/>
        </p:nvSpPr>
        <p:spPr>
          <a:xfrm>
            <a:off x="2838450" y="9896475"/>
            <a:ext cx="57150" cy="57150"/>
          </a:xfrm>
          <a:prstGeom prst="ellipse">
            <a:avLst/>
          </a:prstGeom>
          <a:solidFill>
            <a:srgbClr val="DDD5C1"/>
          </a:solidFill>
          <a:ln/>
        </p:spPr>
      </p:sp>
      <p:sp>
        <p:nvSpPr>
          <p:cNvPr id="40" name="Shape 38"/>
          <p:cNvSpPr/>
          <p:nvPr/>
        </p:nvSpPr>
        <p:spPr>
          <a:xfrm>
            <a:off x="2943225" y="9896475"/>
            <a:ext cx="57150" cy="57150"/>
          </a:xfrm>
          <a:prstGeom prst="ellipse">
            <a:avLst/>
          </a:prstGeom>
          <a:solidFill>
            <a:srgbClr val="DDD5C1"/>
          </a:solidFill>
          <a:ln/>
        </p:spPr>
      </p:sp>
      <p:sp>
        <p:nvSpPr>
          <p:cNvPr id="41" name="Shape 39"/>
          <p:cNvSpPr/>
          <p:nvPr/>
        </p:nvSpPr>
        <p:spPr>
          <a:xfrm>
            <a:off x="3048000" y="9896475"/>
            <a:ext cx="57150" cy="57150"/>
          </a:xfrm>
          <a:prstGeom prst="ellipse">
            <a:avLst/>
          </a:prstGeom>
          <a:solidFill>
            <a:srgbClr val="DDD5C1"/>
          </a:solidFill>
          <a:ln/>
        </p:spPr>
      </p:sp>
      <p:sp>
        <p:nvSpPr>
          <p:cNvPr id="42" name="Shape 40"/>
          <p:cNvSpPr/>
          <p:nvPr/>
        </p:nvSpPr>
        <p:spPr>
          <a:xfrm>
            <a:off x="3152775" y="9896475"/>
            <a:ext cx="57150" cy="57150"/>
          </a:xfrm>
          <a:prstGeom prst="ellipse">
            <a:avLst/>
          </a:prstGeom>
          <a:solidFill>
            <a:srgbClr val="DDD5C1"/>
          </a:solidFill>
          <a:ln/>
        </p:spPr>
      </p:sp>
      <p:sp>
        <p:nvSpPr>
          <p:cNvPr id="43" name="Shape 41"/>
          <p:cNvSpPr/>
          <p:nvPr/>
        </p:nvSpPr>
        <p:spPr>
          <a:xfrm>
            <a:off x="3257550" y="9896475"/>
            <a:ext cx="57150" cy="57150"/>
          </a:xfrm>
          <a:prstGeom prst="ellipse">
            <a:avLst/>
          </a:prstGeom>
          <a:solidFill>
            <a:srgbClr val="DDD5C1"/>
          </a:solidFill>
          <a:ln/>
        </p:spPr>
      </p:sp>
      <p:sp>
        <p:nvSpPr>
          <p:cNvPr id="44" name="Text 42"/>
          <p:cNvSpPr/>
          <p:nvPr/>
        </p:nvSpPr>
        <p:spPr>
          <a:xfrm>
            <a:off x="3667125" y="9734550"/>
            <a:ext cx="10953750" cy="342900"/>
          </a:xfrm>
          <a:prstGeom prst="rect">
            <a:avLst/>
          </a:prstGeom>
          <a:noFill/>
          <a:ln/>
        </p:spPr>
        <p:txBody>
          <a:bodyPr wrap="square" lIns="0" tIns="8906" rIns="0" bIns="-8906" rtlCol="0" anchor="t"/>
          <a:lstStyle/>
          <a:p>
            <a:pPr algn="l" indent="0" marL="0">
              <a:lnSpc>
                <a:spcPts val="2145"/>
              </a:lnSpc>
              <a:buNone/>
            </a:pPr>
            <a:r>
              <a:rPr lang="en-US" sz="1650" dirty="0" spc="-6" kern="0">
                <a:solidFill>
                  <a:srgbClr val="6B6A66"/>
                </a:solidFill>
                <a:latin typeface="Be Vietnam Pro" pitchFamily="34" charset="0"/>
                <a:ea typeface="Be Vietnam Pro" pitchFamily="34" charset="-122"/>
                <a:cs typeface="Be Vietnam Pro" pitchFamily="34" charset="-120"/>
              </a:rPr>
              <a:t>Multiple-report</a:t>
            </a:r>
            <a:r>
              <a:rPr lang="en-US" sz="1650" dirty="0" spc="3" kern="0">
                <a:solidFill>
                  <a:srgbClr val="6B6A66"/>
                </a:solidFill>
                <a:latin typeface="Be Vietnam Pro" pitchFamily="34" charset="0"/>
                <a:ea typeface="Be Vietnam Pro" pitchFamily="34" charset="-122"/>
                <a:cs typeface="Be Vietnam Pro" pitchFamily="34" charset="-120"/>
              </a:rPr>
              <a:t> ·</a:t>
            </a:r>
            <a:r>
              <a:rPr lang="en-US" sz="1650" dirty="0" spc="1" kern="0">
                <a:solidFill>
                  <a:srgbClr val="6B6A66"/>
                </a:solidFill>
                <a:latin typeface="Be Vietnam Pro" pitchFamily="34" charset="0"/>
                <a:ea typeface="Be Vietnam Pro" pitchFamily="34" charset="-122"/>
                <a:cs typeface="Be Vietnam Pro" pitchFamily="34" charset="-120"/>
              </a:rPr>
              <a:t> GitHub</a:t>
            </a:r>
            <a:r>
              <a:rPr lang="en-US" sz="1650" dirty="0" spc="-38" kern="0">
                <a:solidFill>
                  <a:srgbClr val="6B6A66"/>
                </a:solidFill>
                <a:latin typeface="Be Vietnam Pro" pitchFamily="34" charset="0"/>
                <a:ea typeface="Be Vietnam Pro" pitchFamily="34" charset="-122"/>
                <a:cs typeface="Be Vietnam Pro" pitchFamily="34" charset="-120"/>
              </a:rPr>
              <a:t> Top</a:t>
            </a:r>
            <a:r>
              <a:rPr lang="en-US" sz="1650" dirty="0" spc="4" kern="0">
                <a:solidFill>
                  <a:srgbClr val="6B6A66"/>
                </a:solidFill>
                <a:latin typeface="Be Vietnam Pro" pitchFamily="34" charset="0"/>
                <a:ea typeface="Be Vietnam Pro" pitchFamily="34" charset="-122"/>
                <a:cs typeface="Be Vietnam Pro" pitchFamily="34" charset="-120"/>
              </a:rPr>
              <a:t> 3</a:t>
            </a:r>
            <a:r>
              <a:rPr lang="en-US" sz="1650" dirty="0" spc="0" kern="0">
                <a:solidFill>
                  <a:srgbClr val="6B6A66"/>
                </a:solidFill>
                <a:latin typeface="Be Vietnam Pro" pitchFamily="34" charset="0"/>
                <a:ea typeface="Be Vietnam Pro" pitchFamily="34" charset="-122"/>
                <a:cs typeface="Be Vietnam Pro" pitchFamily="34" charset="-120"/>
              </a:rPr>
              <a:t> ·</a:t>
            </a:r>
            <a:r>
              <a:rPr lang="en-US" sz="1650" dirty="0" spc="-20" kern="0">
                <a:solidFill>
                  <a:srgbClr val="6B6A66"/>
                </a:solidFill>
                <a:latin typeface="Be Vietnam Pro" pitchFamily="34" charset="0"/>
                <a:ea typeface="Be Vietnam Pro" pitchFamily="34" charset="-122"/>
                <a:cs typeface="Be Vietnam Pro" pitchFamily="34" charset="-120"/>
              </a:rPr>
              <a:t> 05/24</a:t>
            </a:r>
            <a:endParaRPr lang="en-US" sz="1650" dirty="0"/>
          </a:p>
        </p:txBody>
      </p:sp>
      <p:sp>
        <p:nvSpPr>
          <p:cNvPr id="45" name="Shape 43"/>
          <p:cNvSpPr/>
          <p:nvPr/>
        </p:nvSpPr>
        <p:spPr>
          <a:xfrm>
            <a:off x="15983712" y="9076331"/>
            <a:ext cx="1645920" cy="552301"/>
          </a:xfrm>
          <a:prstGeom prst="roundRect">
            <a:avLst>
              <a:gd name="adj" fmla="val 28000"/>
            </a:avLst>
          </a:prstGeom>
          <a:solidFill>
            <a:srgbClr val="FFFFFF">
              <a:alpha val="82000"/>
            </a:srgbClr>
          </a:solidFill>
          <a:ln/>
        </p:spPr>
      </p:sp>
      <p:pic>
        <p:nvPicPr>
          <p:cNvPr id="46" name="Moda image moda-export-watermark-2e615964-e529-412d-87c5-fd17450fbbe3"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838200" y="438150"/>
            <a:ext cx="16192500" cy="381000"/>
          </a:xfrm>
          <a:prstGeom prst="rect">
            <a:avLst/>
          </a:prstGeom>
          <a:noFill/>
          <a:ln/>
        </p:spPr>
        <p:txBody>
          <a:bodyPr wrap="square" lIns="0" tIns="10104" rIns="0" bIns="-10104" rtlCol="0" anchor="t"/>
          <a:lstStyle/>
          <a:p>
            <a:pPr algn="l" indent="0" marL="0">
              <a:lnSpc>
                <a:spcPts val="2438"/>
              </a:lnSpc>
              <a:buNone/>
            </a:pPr>
            <a:r>
              <a:rPr lang="en-US" sz="1875" dirty="0" spc="0" kern="0">
                <a:solidFill>
                  <a:srgbClr val="1F3FD1"/>
                </a:solidFill>
                <a:latin typeface="Be Vietnam Pro SemiBold" pitchFamily="34" charset="0"/>
                <a:ea typeface="Be Vietnam Pro SemiBold" pitchFamily="34" charset="-122"/>
                <a:cs typeface="Be Vietnam Pro SemiBold" pitchFamily="34" charset="-120"/>
              </a:rPr>
              <a:t>01</a:t>
            </a:r>
            <a:r>
              <a:rPr lang="en-US" sz="1875" dirty="0" spc="-2" kern="0">
                <a:solidFill>
                  <a:srgbClr val="1F3FD1"/>
                </a:solidFill>
                <a:latin typeface="Be Vietnam Pro SemiBold" pitchFamily="34" charset="0"/>
                <a:ea typeface="Be Vietnam Pro SemiBold" pitchFamily="34" charset="-122"/>
                <a:cs typeface="Be Vietnam Pro SemiBold" pitchFamily="34" charset="-120"/>
              </a:rPr>
              <a:t> / CƠ</a:t>
            </a:r>
            <a:r>
              <a:rPr lang="en-US" sz="1875" dirty="0" spc="-3" kern="0">
                <a:solidFill>
                  <a:srgbClr val="1F3FD1"/>
                </a:solidFill>
                <a:latin typeface="Be Vietnam Pro SemiBold" pitchFamily="34" charset="0"/>
                <a:ea typeface="Be Vietnam Pro SemiBold" pitchFamily="34" charset="-122"/>
                <a:cs typeface="Be Vietnam Pro SemiBold" pitchFamily="34" charset="-120"/>
              </a:rPr>
              <a:t> CHẾ</a:t>
            </a:r>
            <a:r>
              <a:rPr lang="en-US" sz="1875" dirty="0" spc="-2" kern="0">
                <a:solidFill>
                  <a:srgbClr val="1F3FD1"/>
                </a:solidFill>
                <a:latin typeface="Be Vietnam Pro SemiBold" pitchFamily="34" charset="0"/>
                <a:ea typeface="Be Vietnam Pro SemiBold" pitchFamily="34" charset="-122"/>
                <a:cs typeface="Be Vietnam Pro SemiBold" pitchFamily="34" charset="-120"/>
              </a:rPr>
              <a:t> SỬ</a:t>
            </a:r>
            <a:r>
              <a:rPr lang="en-US" sz="1875" dirty="0" spc="1" kern="0">
                <a:solidFill>
                  <a:srgbClr val="1F3FD1"/>
                </a:solidFill>
                <a:latin typeface="Be Vietnam Pro SemiBold" pitchFamily="34" charset="0"/>
                <a:ea typeface="Be Vietnam Pro SemiBold" pitchFamily="34" charset="-122"/>
                <a:cs typeface="Be Vietnam Pro SemiBold" pitchFamily="34" charset="-120"/>
              </a:rPr>
              <a:t> DỤNG</a:t>
            </a:r>
            <a:endParaRPr lang="en-US" sz="1875" dirty="0"/>
          </a:p>
        </p:txBody>
      </p:sp>
      <p:sp>
        <p:nvSpPr>
          <p:cNvPr id="3" name="Text 1"/>
          <p:cNvSpPr/>
          <p:nvPr/>
        </p:nvSpPr>
        <p:spPr>
          <a:xfrm>
            <a:off x="838200" y="1066800"/>
            <a:ext cx="16573500" cy="1476375"/>
          </a:xfrm>
          <a:prstGeom prst="rect">
            <a:avLst/>
          </a:prstGeom>
          <a:noFill/>
          <a:ln/>
        </p:spPr>
        <p:txBody>
          <a:bodyPr wrap="square" lIns="0" tIns="3048" rIns="0" bIns="-3048" rtlCol="0" anchor="t"/>
          <a:lstStyle/>
          <a:p>
            <a:pPr algn="l" indent="0" marL="0">
              <a:lnSpc>
                <a:spcPts val="6240"/>
              </a:lnSpc>
              <a:buNone/>
            </a:pPr>
            <a:r>
              <a:rPr lang="en-US" sz="4800" dirty="0" spc="-11" kern="0">
                <a:solidFill>
                  <a:srgbClr val="14161C"/>
                </a:solidFill>
                <a:latin typeface="Bricolage Grotesque ExtraBold" pitchFamily="34" charset="0"/>
                <a:ea typeface="Bricolage Grotesque ExtraBold" pitchFamily="34" charset="-122"/>
                <a:cs typeface="Bricolage Grotesque ExtraBold" pitchFamily="34" charset="-120"/>
              </a:rPr>
              <a:t>Một</a:t>
            </a:r>
            <a:r>
              <a:rPr lang="en-US" sz="4800" dirty="0" spc="-32" kern="0">
                <a:solidFill>
                  <a:srgbClr val="14161C"/>
                </a:solidFill>
                <a:latin typeface="Bricolage Grotesque ExtraBold" pitchFamily="34" charset="0"/>
                <a:ea typeface="Bricolage Grotesque ExtraBold" pitchFamily="34" charset="-122"/>
                <a:cs typeface="Bricolage Grotesque ExtraBold" pitchFamily="34" charset="-120"/>
              </a:rPr>
              <a:t> vòng</a:t>
            </a:r>
            <a:r>
              <a:rPr lang="en-US" sz="4800" dirty="0" spc="-1" kern="0">
                <a:solidFill>
                  <a:srgbClr val="14161C"/>
                </a:solidFill>
                <a:latin typeface="Bricolage Grotesque ExtraBold" pitchFamily="34" charset="0"/>
                <a:ea typeface="Bricolage Grotesque ExtraBold" pitchFamily="34" charset="-122"/>
                <a:cs typeface="Bricolage Grotesque ExtraBold" pitchFamily="34" charset="-120"/>
              </a:rPr>
              <a:t> học</a:t>
            </a:r>
            <a:r>
              <a:rPr lang="en-US" sz="4800" dirty="0" spc="-5" kern="0">
                <a:solidFill>
                  <a:srgbClr val="14161C"/>
                </a:solidFill>
                <a:latin typeface="Bricolage Grotesque ExtraBold" pitchFamily="34" charset="0"/>
                <a:ea typeface="Bricolage Grotesque ExtraBold" pitchFamily="34" charset="-122"/>
                <a:cs typeface="Bricolage Grotesque ExtraBold" pitchFamily="34" charset="-120"/>
              </a:rPr>
              <a:t> tạo</a:t>
            </a:r>
            <a:r>
              <a:rPr lang="en-US" sz="4800" dirty="0" spc="-32" kern="0">
                <a:solidFill>
                  <a:srgbClr val="14161C"/>
                </a:solidFill>
                <a:latin typeface="Bricolage Grotesque ExtraBold" pitchFamily="34" charset="0"/>
                <a:ea typeface="Bricolage Grotesque ExtraBold" pitchFamily="34" charset="-122"/>
                <a:cs typeface="Bricolage Grotesque ExtraBold" pitchFamily="34" charset="-120"/>
              </a:rPr>
              <a:t> ra</a:t>
            </a:r>
            <a:r>
              <a:rPr lang="en-US" sz="4800" dirty="0" spc="2" kern="0">
                <a:solidFill>
                  <a:srgbClr val="14161C"/>
                </a:solidFill>
                <a:latin typeface="Bricolage Grotesque ExtraBold" pitchFamily="34" charset="0"/>
                <a:ea typeface="Bricolage Grotesque ExtraBold" pitchFamily="34" charset="-122"/>
                <a:cs typeface="Bricolage Grotesque ExtraBold" pitchFamily="34" charset="-120"/>
              </a:rPr>
              <a:t> hiểu biết</a:t>
            </a:r>
            <a:endParaRPr lang="en-US" sz="4800" dirty="0"/>
          </a:p>
        </p:txBody>
      </p:sp>
      <p:sp>
        <p:nvSpPr>
          <p:cNvPr id="4" name="Connector line-1792794865812-93289169"/>
          <p:cNvSpPr/>
          <p:nvPr/>
        </p:nvSpPr>
        <p:spPr>
          <a:xfrm>
            <a:off x="838200" y="2647950"/>
            <a:ext cx="16611600" cy="0"/>
          </a:xfrm>
          <a:prstGeom prst="line">
            <a:avLst/>
          </a:prstGeom>
          <a:noFill/>
          <a:ln w="28575">
            <a:solidFill>
              <a:srgbClr val="DDD5C1"/>
            </a:solidFill>
            <a:prstDash val="solid"/>
            <a:headEnd type="none"/>
            <a:tailEnd type="none"/>
          </a:ln>
        </p:spPr>
      </p:sp>
      <p:sp>
        <p:nvSpPr>
          <p:cNvPr id="5" name="Shape 3"/>
          <p:cNvSpPr/>
          <p:nvPr/>
        </p:nvSpPr>
        <p:spPr>
          <a:xfrm>
            <a:off x="838200" y="4038600"/>
            <a:ext cx="3905250" cy="3238500"/>
          </a:xfrm>
          <a:prstGeom prst="roundRect">
            <a:avLst>
              <a:gd name="adj" fmla="val 5294"/>
            </a:avLst>
          </a:prstGeom>
          <a:solidFill>
            <a:srgbClr val="FBF8F2"/>
          </a:solidFill>
          <a:ln w="9525">
            <a:solidFill>
              <a:srgbClr val="1F3FD1"/>
            </a:solidFill>
            <a:prstDash val="solid"/>
          </a:ln>
        </p:spPr>
      </p:sp>
      <p:sp>
        <p:nvSpPr>
          <p:cNvPr id="6" name="Text 4"/>
          <p:cNvSpPr/>
          <p:nvPr/>
        </p:nvSpPr>
        <p:spPr>
          <a:xfrm>
            <a:off x="1085850" y="4286250"/>
            <a:ext cx="3333750" cy="476250"/>
          </a:xfrm>
          <a:prstGeom prst="rect">
            <a:avLst/>
          </a:prstGeom>
          <a:noFill/>
          <a:ln/>
        </p:spPr>
        <p:txBody>
          <a:bodyPr wrap="square" lIns="0" tIns="11335" rIns="0" bIns="-11335" rtlCol="0" anchor="t"/>
          <a:lstStyle/>
          <a:p>
            <a:pPr algn="l" indent="0" marL="0">
              <a:lnSpc>
                <a:spcPts val="2730"/>
              </a:lnSpc>
              <a:buNone/>
            </a:pPr>
            <a:r>
              <a:rPr lang="en-US" sz="2100" b="1" dirty="0" kern="0">
                <a:solidFill>
                  <a:srgbClr val="1F3FD1"/>
                </a:solidFill>
                <a:latin typeface="Be Vietnam Pro" pitchFamily="34" charset="0"/>
                <a:ea typeface="Be Vietnam Pro" pitchFamily="34" charset="-122"/>
                <a:cs typeface="Be Vietnam Pro" pitchFamily="34" charset="-120"/>
              </a:rPr>
              <a:t>01</a:t>
            </a:r>
            <a:endParaRPr lang="en-US" sz="2100" dirty="0"/>
          </a:p>
        </p:txBody>
      </p:sp>
      <p:sp>
        <p:nvSpPr>
          <p:cNvPr id="7" name="Text 5"/>
          <p:cNvSpPr/>
          <p:nvPr/>
        </p:nvSpPr>
        <p:spPr>
          <a:xfrm>
            <a:off x="1085850" y="5000625"/>
            <a:ext cx="3333750" cy="666750"/>
          </a:xfrm>
          <a:prstGeom prst="rect">
            <a:avLst/>
          </a:prstGeom>
          <a:noFill/>
          <a:ln/>
        </p:spPr>
        <p:txBody>
          <a:bodyPr wrap="square" lIns="0" tIns="16192" rIns="0" bIns="-16192" rtlCol="0" anchor="t"/>
          <a:lstStyle/>
          <a:p>
            <a:pPr algn="l" indent="0" marL="0">
              <a:lnSpc>
                <a:spcPts val="3900"/>
              </a:lnSpc>
              <a:buNone/>
            </a:pPr>
            <a:r>
              <a:rPr lang="en-US" sz="3000" b="1" dirty="0" spc="-10" kern="0">
                <a:solidFill>
                  <a:srgbClr val="14161C"/>
                </a:solidFill>
                <a:latin typeface="Be Vietnam Pro" pitchFamily="34" charset="0"/>
                <a:ea typeface="Be Vietnam Pro" pitchFamily="34" charset="-122"/>
                <a:cs typeface="Be Vietnam Pro" pitchFamily="34" charset="-120"/>
              </a:rPr>
              <a:t>Chọn</a:t>
            </a:r>
            <a:endParaRPr lang="en-US" sz="3000" dirty="0"/>
          </a:p>
        </p:txBody>
      </p:sp>
      <p:sp>
        <p:nvSpPr>
          <p:cNvPr id="8" name="Text 6"/>
          <p:cNvSpPr/>
          <p:nvPr/>
        </p:nvSpPr>
        <p:spPr>
          <a:xfrm>
            <a:off x="1085850" y="5953125"/>
            <a:ext cx="3333750" cy="1181100"/>
          </a:xfrm>
          <a:prstGeom prst="rect">
            <a:avLst/>
          </a:prstGeom>
          <a:noFill/>
          <a:ln/>
        </p:spPr>
        <p:txBody>
          <a:bodyPr wrap="square" lIns="0" tIns="12533" rIns="0" bIns="-12533" rtlCol="0" anchor="t"/>
          <a:lstStyle/>
          <a:p>
            <a:pPr algn="l" indent="0" marL="0">
              <a:lnSpc>
                <a:spcPts val="3023"/>
              </a:lnSpc>
              <a:buNone/>
            </a:pPr>
            <a:r>
              <a:rPr lang="en-US" sz="2325" dirty="0" spc="-10" kern="0">
                <a:solidFill>
                  <a:srgbClr val="14161C"/>
                </a:solidFill>
                <a:latin typeface="Be Vietnam Pro" pitchFamily="34" charset="0"/>
                <a:ea typeface="Be Vietnam Pro" pitchFamily="34" charset="-122"/>
                <a:cs typeface="Be Vietnam Pro" pitchFamily="34" charset="-120"/>
              </a:rPr>
              <a:t>Một</a:t>
            </a:r>
            <a:r>
              <a:rPr lang="en-US" sz="2325" dirty="0" spc="2" kern="0">
                <a:solidFill>
                  <a:srgbClr val="14161C"/>
                </a:solidFill>
                <a:latin typeface="Be Vietnam Pro" pitchFamily="34" charset="0"/>
                <a:ea typeface="Be Vietnam Pro" pitchFamily="34" charset="-122"/>
                <a:cs typeface="Be Vietnam Pro" pitchFamily="34" charset="-120"/>
              </a:rPr>
              <a:t> câu hỏi</a:t>
            </a:r>
            <a:r>
              <a:rPr lang="en-US" sz="2325" dirty="0" spc="-1" kern="0">
                <a:solidFill>
                  <a:srgbClr val="14161C"/>
                </a:solidFill>
                <a:latin typeface="Be Vietnam Pro" pitchFamily="34" charset="0"/>
                <a:ea typeface="Be Vietnam Pro" pitchFamily="34" charset="-122"/>
                <a:cs typeface="Be Vietnam Pro" pitchFamily="34" charset="-120"/>
              </a:rPr>
              <a:t> cụ</a:t>
            </a:r>
            <a:r>
              <a:rPr lang="en-US" sz="2325" dirty="0" spc="0" kern="0">
                <a:solidFill>
                  <a:srgbClr val="14161C"/>
                </a:solidFill>
                <a:latin typeface="Be Vietnam Pro" pitchFamily="34" charset="0"/>
                <a:ea typeface="Be Vietnam Pro" pitchFamily="34" charset="-122"/>
                <a:cs typeface="Be Vietnam Pro" pitchFamily="34" charset="-120"/>
              </a:rPr>
              <a:t> thể</a:t>
            </a:r>
            <a:endParaRPr lang="en-US" sz="2325" dirty="0"/>
          </a:p>
          <a:p>
            <a:pPr algn="l" indent="0" marL="0">
              <a:lnSpc>
                <a:spcPts val="3023"/>
              </a:lnSpc>
              <a:buNone/>
            </a:pPr>
            <a:r>
              <a:rPr lang="en-US" sz="2325" dirty="0" spc="4" kern="0">
                <a:solidFill>
                  <a:srgbClr val="14161C"/>
                </a:solidFill>
                <a:latin typeface="Be Vietnam Pro" pitchFamily="34" charset="0"/>
                <a:ea typeface="Be Vietnam Pro" pitchFamily="34" charset="-122"/>
                <a:cs typeface="Be Vietnam Pro" pitchFamily="34" charset="-120"/>
              </a:rPr>
              <a:t>Ví</a:t>
            </a:r>
            <a:r>
              <a:rPr lang="en-US" sz="2325" dirty="0" spc="1" kern="0">
                <a:solidFill>
                  <a:srgbClr val="14161C"/>
                </a:solidFill>
                <a:latin typeface="Be Vietnam Pro" pitchFamily="34" charset="0"/>
                <a:ea typeface="Be Vietnam Pro" pitchFamily="34" charset="-122"/>
                <a:cs typeface="Be Vietnam Pro" pitchFamily="34" charset="-120"/>
              </a:rPr>
              <a:t> dụ:</a:t>
            </a:r>
            <a:r>
              <a:rPr lang="en-US" sz="2325" dirty="0" spc="-8" kern="0">
                <a:solidFill>
                  <a:srgbClr val="14161C"/>
                </a:solidFill>
                <a:latin typeface="Be Vietnam Pro" pitchFamily="34" charset="0"/>
                <a:ea typeface="Be Vietnam Pro" pitchFamily="34" charset="-122"/>
                <a:cs typeface="Be Vietnam Pro" pitchFamily="34" charset="-120"/>
              </a:rPr>
              <a:t> server</a:t>
            </a:r>
            <a:r>
              <a:rPr lang="en-US" sz="2325" dirty="0" spc="-25" kern="0">
                <a:solidFill>
                  <a:srgbClr val="14161C"/>
                </a:solidFill>
                <a:latin typeface="Be Vietnam Pro" pitchFamily="34" charset="0"/>
                <a:ea typeface="Be Vietnam Pro" pitchFamily="34" charset="-122"/>
                <a:cs typeface="Be Vietnam Pro" pitchFamily="34" charset="-120"/>
              </a:rPr>
              <a:t> trả</a:t>
            </a:r>
            <a:r>
              <a:rPr lang="en-US" sz="2325" dirty="0" spc="2" kern="0">
                <a:solidFill>
                  <a:srgbClr val="14161C"/>
                </a:solidFill>
                <a:latin typeface="Be Vietnam Pro" pitchFamily="34" charset="0"/>
                <a:ea typeface="Be Vietnam Pro" pitchFamily="34" charset="-122"/>
                <a:cs typeface="Be Vietnam Pro" pitchFamily="34" charset="-120"/>
              </a:rPr>
              <a:t> lời</a:t>
            </a:r>
            <a:r>
              <a:rPr lang="en-US" sz="2325" dirty="0" spc="-30" kern="0">
                <a:solidFill>
                  <a:srgbClr val="14161C"/>
                </a:solidFill>
                <a:latin typeface="Be Vietnam Pro" pitchFamily="34" charset="0"/>
                <a:ea typeface="Be Vietnam Pro" pitchFamily="34" charset="-122"/>
                <a:cs typeface="Be Vietnam Pro" pitchFamily="34" charset="-120"/>
              </a:rPr>
              <a:t> ra</a:t>
            </a:r>
            <a:r>
              <a:rPr lang="en-US" sz="2325" dirty="0" spc="-3" kern="0">
                <a:solidFill>
                  <a:srgbClr val="14161C"/>
                </a:solidFill>
                <a:latin typeface="Be Vietnam Pro" pitchFamily="34" charset="0"/>
                <a:ea typeface="Be Vietnam Pro" pitchFamily="34" charset="-122"/>
                <a:cs typeface="Be Vietnam Pro" pitchFamily="34" charset="-120"/>
              </a:rPr>
              <a:t> sao?</a:t>
            </a:r>
            <a:endParaRPr lang="en-US" sz="2325" dirty="0"/>
          </a:p>
        </p:txBody>
      </p:sp>
      <p:sp>
        <p:nvSpPr>
          <p:cNvPr id="9" name="Connector line-1792794865819-772876980"/>
          <p:cNvSpPr/>
          <p:nvPr/>
        </p:nvSpPr>
        <p:spPr>
          <a:xfrm>
            <a:off x="4752975" y="5619750"/>
            <a:ext cx="285750" cy="0"/>
          </a:xfrm>
          <a:prstGeom prst="line">
            <a:avLst/>
          </a:prstGeom>
          <a:noFill/>
          <a:ln w="28575">
            <a:solidFill>
              <a:srgbClr val="1F3FD1"/>
            </a:solidFill>
            <a:prstDash val="solid"/>
            <a:headEnd type="none"/>
            <a:tailEnd type="triangle" w="lg" len="lg"/>
          </a:ln>
        </p:spPr>
      </p:sp>
      <p:sp>
        <p:nvSpPr>
          <p:cNvPr id="10" name="Shape 8"/>
          <p:cNvSpPr/>
          <p:nvPr/>
        </p:nvSpPr>
        <p:spPr>
          <a:xfrm>
            <a:off x="5067300" y="4038600"/>
            <a:ext cx="3905250" cy="3238500"/>
          </a:xfrm>
          <a:prstGeom prst="roundRect">
            <a:avLst>
              <a:gd name="adj" fmla="val 5294"/>
            </a:avLst>
          </a:prstGeom>
          <a:solidFill>
            <a:srgbClr val="FBF8F2"/>
          </a:solidFill>
          <a:ln w="9525">
            <a:solidFill>
              <a:srgbClr val="1F3FD1"/>
            </a:solidFill>
            <a:prstDash val="solid"/>
          </a:ln>
        </p:spPr>
      </p:sp>
      <p:sp>
        <p:nvSpPr>
          <p:cNvPr id="11" name="Text 9"/>
          <p:cNvSpPr/>
          <p:nvPr/>
        </p:nvSpPr>
        <p:spPr>
          <a:xfrm>
            <a:off x="5314950" y="4286250"/>
            <a:ext cx="3333750" cy="476250"/>
          </a:xfrm>
          <a:prstGeom prst="rect">
            <a:avLst/>
          </a:prstGeom>
          <a:noFill/>
          <a:ln/>
        </p:spPr>
        <p:txBody>
          <a:bodyPr wrap="square" lIns="0" tIns="11335" rIns="0" bIns="-11335" rtlCol="0" anchor="t"/>
          <a:lstStyle/>
          <a:p>
            <a:pPr algn="l" indent="0" marL="0">
              <a:lnSpc>
                <a:spcPts val="2730"/>
              </a:lnSpc>
              <a:buNone/>
            </a:pPr>
            <a:r>
              <a:rPr lang="en-US" sz="2100" b="1" dirty="0" spc="-5" kern="0">
                <a:solidFill>
                  <a:srgbClr val="1F3FD1"/>
                </a:solidFill>
                <a:latin typeface="Be Vietnam Pro" pitchFamily="34" charset="0"/>
                <a:ea typeface="Be Vietnam Pro" pitchFamily="34" charset="-122"/>
                <a:cs typeface="Be Vietnam Pro" pitchFamily="34" charset="-120"/>
              </a:rPr>
              <a:t>02</a:t>
            </a:r>
            <a:endParaRPr lang="en-US" sz="2100" dirty="0"/>
          </a:p>
        </p:txBody>
      </p:sp>
      <p:sp>
        <p:nvSpPr>
          <p:cNvPr id="12" name="Text 10"/>
          <p:cNvSpPr/>
          <p:nvPr/>
        </p:nvSpPr>
        <p:spPr>
          <a:xfrm>
            <a:off x="5314950" y="5000625"/>
            <a:ext cx="3333750" cy="666750"/>
          </a:xfrm>
          <a:prstGeom prst="rect">
            <a:avLst/>
          </a:prstGeom>
          <a:noFill/>
          <a:ln/>
        </p:spPr>
        <p:txBody>
          <a:bodyPr wrap="square" lIns="0" tIns="16192" rIns="0" bIns="-16192" rtlCol="0" anchor="t"/>
          <a:lstStyle/>
          <a:p>
            <a:pPr algn="l" indent="0" marL="0">
              <a:lnSpc>
                <a:spcPts val="3900"/>
              </a:lnSpc>
              <a:buNone/>
            </a:pPr>
            <a:r>
              <a:rPr lang="en-US" sz="3000" b="1" dirty="0" spc="-5" kern="0">
                <a:solidFill>
                  <a:srgbClr val="14161C"/>
                </a:solidFill>
                <a:latin typeface="Be Vietnam Pro" pitchFamily="34" charset="0"/>
                <a:ea typeface="Be Vietnam Pro" pitchFamily="34" charset="-122"/>
                <a:cs typeface="Be Vietnam Pro" pitchFamily="34" charset="-120"/>
              </a:rPr>
              <a:t>Đọc</a:t>
            </a:r>
            <a:endParaRPr lang="en-US" sz="3000" dirty="0"/>
          </a:p>
        </p:txBody>
      </p:sp>
      <p:sp>
        <p:nvSpPr>
          <p:cNvPr id="13" name="Text 11"/>
          <p:cNvSpPr/>
          <p:nvPr/>
        </p:nvSpPr>
        <p:spPr>
          <a:xfrm>
            <a:off x="5314950" y="5953125"/>
            <a:ext cx="3333750" cy="1181100"/>
          </a:xfrm>
          <a:prstGeom prst="rect">
            <a:avLst/>
          </a:prstGeom>
          <a:noFill/>
          <a:ln/>
        </p:spPr>
        <p:txBody>
          <a:bodyPr wrap="square" lIns="0" tIns="12533" rIns="0" bIns="-12533" rtlCol="0" anchor="t"/>
          <a:lstStyle/>
          <a:p>
            <a:pPr algn="l" indent="0" marL="0">
              <a:lnSpc>
                <a:spcPts val="3023"/>
              </a:lnSpc>
              <a:buNone/>
            </a:pPr>
            <a:r>
              <a:rPr lang="en-US" sz="2325" dirty="0" spc="1" kern="0">
                <a:solidFill>
                  <a:srgbClr val="14161C"/>
                </a:solidFill>
                <a:latin typeface="Be Vietnam Pro" pitchFamily="34" charset="0"/>
                <a:ea typeface="Be Vietnam Pro" pitchFamily="34" charset="-122"/>
                <a:cs typeface="Be Vietnam Pro" pitchFamily="34" charset="-120"/>
              </a:rPr>
              <a:t>Chọn tutorial</a:t>
            </a:r>
            <a:r>
              <a:rPr lang="en-US" sz="2325" dirty="0" spc="-1" kern="0">
                <a:solidFill>
                  <a:srgbClr val="14161C"/>
                </a:solidFill>
                <a:latin typeface="Be Vietnam Pro" pitchFamily="34" charset="0"/>
                <a:ea typeface="Be Vietnam Pro" pitchFamily="34" charset="-122"/>
                <a:cs typeface="Be Vietnam Pro" pitchFamily="34" charset="-120"/>
              </a:rPr>
              <a:t> theo</a:t>
            </a:r>
            <a:endParaRPr lang="en-US" sz="2325" dirty="0"/>
          </a:p>
          <a:p>
            <a:pPr algn="l" indent="0" marL="0">
              <a:lnSpc>
                <a:spcPts val="3023"/>
              </a:lnSpc>
              <a:buNone/>
            </a:pPr>
            <a:r>
              <a:rPr lang="en-US" sz="2325" dirty="0" spc="-15" kern="0">
                <a:solidFill>
                  <a:srgbClr val="14161C"/>
                </a:solidFill>
                <a:latin typeface="Be Vietnam Pro" pitchFamily="34" charset="0"/>
                <a:ea typeface="Be Vietnam Pro" pitchFamily="34" charset="-122"/>
                <a:cs typeface="Be Vietnam Pro" pitchFamily="34" charset="-120"/>
              </a:rPr>
              <a:t>ngôn</a:t>
            </a:r>
            <a:r>
              <a:rPr lang="en-US" sz="2325" dirty="0" spc="-3" kern="0">
                <a:solidFill>
                  <a:srgbClr val="14161C"/>
                </a:solidFill>
                <a:latin typeface="Be Vietnam Pro" pitchFamily="34" charset="0"/>
                <a:ea typeface="Be Vietnam Pro" pitchFamily="34" charset="-122"/>
                <a:cs typeface="Be Vietnam Pro" pitchFamily="34" charset="-120"/>
              </a:rPr>
              <a:t> ngữ</a:t>
            </a:r>
            <a:r>
              <a:rPr lang="en-US" sz="2325" dirty="0" spc="-14" kern="0">
                <a:solidFill>
                  <a:srgbClr val="14161C"/>
                </a:solidFill>
                <a:latin typeface="Be Vietnam Pro" pitchFamily="34" charset="0"/>
                <a:ea typeface="Be Vietnam Pro" pitchFamily="34" charset="-122"/>
                <a:cs typeface="Be Vietnam Pro" pitchFamily="34" charset="-120"/>
              </a:rPr>
              <a:t> và</a:t>
            </a:r>
            <a:r>
              <a:rPr lang="en-US" sz="2325" dirty="0" spc="0" kern="0">
                <a:solidFill>
                  <a:srgbClr val="14161C"/>
                </a:solidFill>
                <a:latin typeface="Be Vietnam Pro" pitchFamily="34" charset="0"/>
                <a:ea typeface="Be Vietnam Pro" pitchFamily="34" charset="-122"/>
                <a:cs typeface="Be Vietnam Pro" pitchFamily="34" charset="-120"/>
              </a:rPr>
              <a:t> kiến</a:t>
            </a:r>
            <a:r>
              <a:rPr lang="en-US" sz="2325" dirty="0" spc="6" kern="0">
                <a:solidFill>
                  <a:srgbClr val="14161C"/>
                </a:solidFill>
                <a:latin typeface="Be Vietnam Pro" pitchFamily="34" charset="0"/>
                <a:ea typeface="Be Vietnam Pro" pitchFamily="34" charset="-122"/>
                <a:cs typeface="Be Vietnam Pro" pitchFamily="34" charset="-120"/>
              </a:rPr>
              <a:t> thức</a:t>
            </a:r>
            <a:r>
              <a:rPr lang="en-US" sz="2325" dirty="0" spc="-1" kern="0">
                <a:solidFill>
                  <a:srgbClr val="14161C"/>
                </a:solidFill>
                <a:latin typeface="Be Vietnam Pro" pitchFamily="34" charset="0"/>
                <a:ea typeface="Be Vietnam Pro" pitchFamily="34" charset="-122"/>
                <a:cs typeface="Be Vietnam Pro" pitchFamily="34" charset="-120"/>
              </a:rPr>
              <a:t> nền.</a:t>
            </a:r>
            <a:endParaRPr lang="en-US" sz="2325" dirty="0"/>
          </a:p>
        </p:txBody>
      </p:sp>
      <p:sp>
        <p:nvSpPr>
          <p:cNvPr id="14" name="Connector line-1792794865825-459415409"/>
          <p:cNvSpPr/>
          <p:nvPr/>
        </p:nvSpPr>
        <p:spPr>
          <a:xfrm>
            <a:off x="8982075" y="5619750"/>
            <a:ext cx="285750" cy="0"/>
          </a:xfrm>
          <a:prstGeom prst="line">
            <a:avLst/>
          </a:prstGeom>
          <a:noFill/>
          <a:ln w="28575">
            <a:solidFill>
              <a:srgbClr val="1F3FD1"/>
            </a:solidFill>
            <a:prstDash val="solid"/>
            <a:headEnd type="none"/>
            <a:tailEnd type="triangle" w="lg" len="lg"/>
          </a:ln>
        </p:spPr>
      </p:sp>
      <p:sp>
        <p:nvSpPr>
          <p:cNvPr id="15" name="Shape 13"/>
          <p:cNvSpPr/>
          <p:nvPr/>
        </p:nvSpPr>
        <p:spPr>
          <a:xfrm>
            <a:off x="9296400" y="4038600"/>
            <a:ext cx="3905250" cy="3238500"/>
          </a:xfrm>
          <a:prstGeom prst="roundRect">
            <a:avLst>
              <a:gd name="adj" fmla="val 5294"/>
            </a:avLst>
          </a:prstGeom>
          <a:solidFill>
            <a:srgbClr val="FBF8F2"/>
          </a:solidFill>
          <a:ln w="9525">
            <a:solidFill>
              <a:srgbClr val="1F3FD1"/>
            </a:solidFill>
            <a:prstDash val="solid"/>
          </a:ln>
        </p:spPr>
      </p:sp>
      <p:sp>
        <p:nvSpPr>
          <p:cNvPr id="16" name="Text 14"/>
          <p:cNvSpPr/>
          <p:nvPr/>
        </p:nvSpPr>
        <p:spPr>
          <a:xfrm>
            <a:off x="9544050" y="4286250"/>
            <a:ext cx="3333750" cy="476250"/>
          </a:xfrm>
          <a:prstGeom prst="rect">
            <a:avLst/>
          </a:prstGeom>
          <a:noFill/>
          <a:ln/>
        </p:spPr>
        <p:txBody>
          <a:bodyPr wrap="square" lIns="0" tIns="11335" rIns="0" bIns="-11335" rtlCol="0" anchor="t"/>
          <a:lstStyle/>
          <a:p>
            <a:pPr algn="l" indent="0" marL="0">
              <a:lnSpc>
                <a:spcPts val="2730"/>
              </a:lnSpc>
              <a:buNone/>
            </a:pPr>
            <a:r>
              <a:rPr lang="en-US" sz="2100" b="1" dirty="0" spc="-1" kern="0">
                <a:solidFill>
                  <a:srgbClr val="1F3FD1"/>
                </a:solidFill>
                <a:latin typeface="Be Vietnam Pro" pitchFamily="34" charset="0"/>
                <a:ea typeface="Be Vietnam Pro" pitchFamily="34" charset="-122"/>
                <a:cs typeface="Be Vietnam Pro" pitchFamily="34" charset="-120"/>
              </a:rPr>
              <a:t>03</a:t>
            </a:r>
            <a:endParaRPr lang="en-US" sz="2100" dirty="0"/>
          </a:p>
        </p:txBody>
      </p:sp>
      <p:sp>
        <p:nvSpPr>
          <p:cNvPr id="17" name="Text 15"/>
          <p:cNvSpPr/>
          <p:nvPr/>
        </p:nvSpPr>
        <p:spPr>
          <a:xfrm>
            <a:off x="9544050" y="5000625"/>
            <a:ext cx="3333750" cy="666750"/>
          </a:xfrm>
          <a:prstGeom prst="rect">
            <a:avLst/>
          </a:prstGeom>
          <a:noFill/>
          <a:ln/>
        </p:spPr>
        <p:txBody>
          <a:bodyPr wrap="square" lIns="0" tIns="16192" rIns="0" bIns="-16192" rtlCol="0" anchor="t"/>
          <a:lstStyle/>
          <a:p>
            <a:pPr algn="l" indent="0" marL="0">
              <a:lnSpc>
                <a:spcPts val="3900"/>
              </a:lnSpc>
              <a:buNone/>
            </a:pPr>
            <a:r>
              <a:rPr lang="en-US" sz="3000" b="1" dirty="0" spc="-52" kern="0">
                <a:solidFill>
                  <a:srgbClr val="14161C"/>
                </a:solidFill>
                <a:latin typeface="Be Vietnam Pro" pitchFamily="34" charset="0"/>
                <a:ea typeface="Be Vietnam Pro" pitchFamily="34" charset="-122"/>
                <a:cs typeface="Be Vietnam Pro" pitchFamily="34" charset="-120"/>
              </a:rPr>
              <a:t>Xây</a:t>
            </a:r>
            <a:endParaRPr lang="en-US" sz="3000" dirty="0"/>
          </a:p>
        </p:txBody>
      </p:sp>
      <p:sp>
        <p:nvSpPr>
          <p:cNvPr id="18" name="Text 16"/>
          <p:cNvSpPr/>
          <p:nvPr/>
        </p:nvSpPr>
        <p:spPr>
          <a:xfrm>
            <a:off x="9544050" y="5953125"/>
            <a:ext cx="3333750" cy="1143000"/>
          </a:xfrm>
          <a:prstGeom prst="rect">
            <a:avLst/>
          </a:prstGeom>
          <a:noFill/>
          <a:ln/>
        </p:spPr>
        <p:txBody>
          <a:bodyPr wrap="square" lIns="0" tIns="12533" rIns="0" bIns="-12533" rtlCol="0" anchor="t"/>
          <a:lstStyle/>
          <a:p>
            <a:pPr algn="l" indent="0" marL="0">
              <a:lnSpc>
                <a:spcPts val="3023"/>
              </a:lnSpc>
              <a:buNone/>
            </a:pPr>
            <a:r>
              <a:rPr lang="en-US" sz="2325" dirty="0" spc="-28" kern="0">
                <a:solidFill>
                  <a:srgbClr val="14161C"/>
                </a:solidFill>
                <a:latin typeface="Be Vietnam Pro" pitchFamily="34" charset="0"/>
                <a:ea typeface="Be Vietnam Pro" pitchFamily="34" charset="-122"/>
                <a:cs typeface="Be Vietnam Pro" pitchFamily="34" charset="-120"/>
              </a:rPr>
              <a:t>Làm</a:t>
            </a:r>
            <a:r>
              <a:rPr lang="en-US" sz="2325" dirty="0" spc="-7" kern="0">
                <a:solidFill>
                  <a:srgbClr val="14161C"/>
                </a:solidFill>
                <a:latin typeface="Be Vietnam Pro" pitchFamily="34" charset="0"/>
                <a:ea typeface="Be Vietnam Pro" pitchFamily="34" charset="-122"/>
                <a:cs typeface="Be Vietnam Pro" pitchFamily="34" charset="-120"/>
              </a:rPr>
              <a:t> một</a:t>
            </a:r>
            <a:r>
              <a:rPr lang="en-US" sz="2325" dirty="0" spc="1" kern="0">
                <a:solidFill>
                  <a:srgbClr val="14161C"/>
                </a:solidFill>
                <a:latin typeface="Be Vietnam Pro" pitchFamily="34" charset="0"/>
                <a:ea typeface="Be Vietnam Pro" pitchFamily="34" charset="-122"/>
                <a:cs typeface="Be Vietnam Pro" pitchFamily="34" charset="-120"/>
              </a:rPr>
              <a:t> phần nhỏ</a:t>
            </a:r>
            <a:endParaRPr lang="en-US" sz="2325" dirty="0"/>
          </a:p>
          <a:p>
            <a:pPr algn="l" indent="0" marL="0">
              <a:lnSpc>
                <a:spcPts val="3023"/>
              </a:lnSpc>
              <a:buNone/>
            </a:pPr>
            <a:r>
              <a:rPr lang="en-US" sz="2325" dirty="0" spc="-20" kern="0">
                <a:solidFill>
                  <a:srgbClr val="14161C"/>
                </a:solidFill>
                <a:latin typeface="Be Vietnam Pro" pitchFamily="34" charset="0"/>
                <a:ea typeface="Be Vietnam Pro" pitchFamily="34" charset="-122"/>
                <a:cs typeface="Be Vietnam Pro" pitchFamily="34" charset="-120"/>
              </a:rPr>
              <a:t>và</a:t>
            </a:r>
            <a:r>
              <a:rPr lang="en-US" sz="2325" dirty="0" spc="-4" kern="0">
                <a:solidFill>
                  <a:srgbClr val="14161C"/>
                </a:solidFill>
                <a:latin typeface="Be Vietnam Pro" pitchFamily="34" charset="0"/>
                <a:ea typeface="Be Vietnam Pro" pitchFamily="34" charset="-122"/>
                <a:cs typeface="Be Vietnam Pro" pitchFamily="34" charset="-120"/>
              </a:rPr>
              <a:t> chạy</a:t>
            </a:r>
            <a:r>
              <a:rPr lang="en-US" sz="2325" dirty="0" spc="1" kern="0">
                <a:solidFill>
                  <a:srgbClr val="14161C"/>
                </a:solidFill>
                <a:latin typeface="Be Vietnam Pro" pitchFamily="34" charset="0"/>
                <a:ea typeface="Be Vietnam Pro" pitchFamily="34" charset="-122"/>
                <a:cs typeface="Be Vietnam Pro" pitchFamily="34" charset="-120"/>
              </a:rPr>
              <a:t> kiểm</a:t>
            </a:r>
            <a:r>
              <a:rPr lang="en-US" sz="2325" dirty="0" spc="-24" kern="0">
                <a:solidFill>
                  <a:srgbClr val="14161C"/>
                </a:solidFill>
                <a:latin typeface="Be Vietnam Pro" pitchFamily="34" charset="0"/>
                <a:ea typeface="Be Vietnam Pro" pitchFamily="34" charset="-122"/>
                <a:cs typeface="Be Vietnam Pro" pitchFamily="34" charset="-120"/>
              </a:rPr>
              <a:t> tra</a:t>
            </a:r>
            <a:r>
              <a:rPr lang="en-US" sz="2325" dirty="0" spc="-13" kern="0">
                <a:solidFill>
                  <a:srgbClr val="14161C"/>
                </a:solidFill>
                <a:latin typeface="Be Vietnam Pro" pitchFamily="34" charset="0"/>
                <a:ea typeface="Be Vietnam Pro" pitchFamily="34" charset="-122"/>
                <a:cs typeface="Be Vietnam Pro" pitchFamily="34" charset="-120"/>
              </a:rPr>
              <a:t> ngay.</a:t>
            </a:r>
            <a:endParaRPr lang="en-US" sz="2325" dirty="0"/>
          </a:p>
        </p:txBody>
      </p:sp>
      <p:sp>
        <p:nvSpPr>
          <p:cNvPr id="19" name="Connector line-1792794865829-894955525"/>
          <p:cNvSpPr/>
          <p:nvPr/>
        </p:nvSpPr>
        <p:spPr>
          <a:xfrm>
            <a:off x="13211175" y="5619750"/>
            <a:ext cx="285750" cy="0"/>
          </a:xfrm>
          <a:prstGeom prst="line">
            <a:avLst/>
          </a:prstGeom>
          <a:noFill/>
          <a:ln w="28575">
            <a:solidFill>
              <a:srgbClr val="1F3FD1"/>
            </a:solidFill>
            <a:prstDash val="solid"/>
            <a:headEnd type="none"/>
            <a:tailEnd type="triangle" w="lg" len="lg"/>
          </a:ln>
        </p:spPr>
      </p:sp>
      <p:sp>
        <p:nvSpPr>
          <p:cNvPr id="20" name="Shape 18"/>
          <p:cNvSpPr/>
          <p:nvPr/>
        </p:nvSpPr>
        <p:spPr>
          <a:xfrm>
            <a:off x="13525500" y="4038600"/>
            <a:ext cx="3905250" cy="3238500"/>
          </a:xfrm>
          <a:prstGeom prst="roundRect">
            <a:avLst>
              <a:gd name="adj" fmla="val 5294"/>
            </a:avLst>
          </a:prstGeom>
          <a:solidFill>
            <a:srgbClr val="FBF8F2"/>
          </a:solidFill>
          <a:ln w="9525">
            <a:solidFill>
              <a:srgbClr val="1F3FD1"/>
            </a:solidFill>
            <a:prstDash val="solid"/>
          </a:ln>
        </p:spPr>
      </p:sp>
      <p:sp>
        <p:nvSpPr>
          <p:cNvPr id="21" name="Text 19"/>
          <p:cNvSpPr/>
          <p:nvPr/>
        </p:nvSpPr>
        <p:spPr>
          <a:xfrm>
            <a:off x="13773150" y="4286250"/>
            <a:ext cx="3333750" cy="476250"/>
          </a:xfrm>
          <a:prstGeom prst="rect">
            <a:avLst/>
          </a:prstGeom>
          <a:noFill/>
          <a:ln/>
        </p:spPr>
        <p:txBody>
          <a:bodyPr wrap="square" lIns="0" tIns="11335" rIns="0" bIns="-11335" rtlCol="0" anchor="t"/>
          <a:lstStyle/>
          <a:p>
            <a:pPr algn="l" indent="0" marL="0">
              <a:lnSpc>
                <a:spcPts val="2730"/>
              </a:lnSpc>
              <a:buNone/>
            </a:pPr>
            <a:r>
              <a:rPr lang="en-US" sz="2100" b="1" dirty="0" spc="-3" kern="0">
                <a:solidFill>
                  <a:srgbClr val="1F3FD1"/>
                </a:solidFill>
                <a:latin typeface="Be Vietnam Pro" pitchFamily="34" charset="0"/>
                <a:ea typeface="Be Vietnam Pro" pitchFamily="34" charset="-122"/>
                <a:cs typeface="Be Vietnam Pro" pitchFamily="34" charset="-120"/>
              </a:rPr>
              <a:t>04</a:t>
            </a:r>
            <a:endParaRPr lang="en-US" sz="2100" dirty="0"/>
          </a:p>
        </p:txBody>
      </p:sp>
      <p:sp>
        <p:nvSpPr>
          <p:cNvPr id="22" name="Text 20"/>
          <p:cNvSpPr/>
          <p:nvPr/>
        </p:nvSpPr>
        <p:spPr>
          <a:xfrm>
            <a:off x="13773150" y="5000625"/>
            <a:ext cx="3333750" cy="666750"/>
          </a:xfrm>
          <a:prstGeom prst="rect">
            <a:avLst/>
          </a:prstGeom>
          <a:noFill/>
          <a:ln/>
        </p:spPr>
        <p:txBody>
          <a:bodyPr wrap="square" lIns="0" tIns="16192" rIns="0" bIns="-16192" rtlCol="0" anchor="t"/>
          <a:lstStyle/>
          <a:p>
            <a:pPr algn="l" indent="0" marL="0">
              <a:lnSpc>
                <a:spcPts val="3900"/>
              </a:lnSpc>
              <a:buNone/>
            </a:pPr>
            <a:r>
              <a:rPr lang="en-US" sz="3000" b="1" dirty="0" spc="-14" kern="0">
                <a:solidFill>
                  <a:srgbClr val="14161C"/>
                </a:solidFill>
                <a:latin typeface="Be Vietnam Pro" pitchFamily="34" charset="0"/>
                <a:ea typeface="Be Vietnam Pro" pitchFamily="34" charset="-122"/>
                <a:cs typeface="Be Vietnam Pro" pitchFamily="34" charset="-120"/>
              </a:rPr>
              <a:t>Thay</a:t>
            </a:r>
            <a:r>
              <a:rPr lang="en-US" sz="3000" b="1" dirty="0" spc="7" kern="0">
                <a:solidFill>
                  <a:srgbClr val="14161C"/>
                </a:solidFill>
                <a:latin typeface="Be Vietnam Pro" pitchFamily="34" charset="0"/>
                <a:ea typeface="Be Vietnam Pro" pitchFamily="34" charset="-122"/>
                <a:cs typeface="Be Vietnam Pro" pitchFamily="34" charset="-120"/>
              </a:rPr>
              <a:t> đổi</a:t>
            </a:r>
            <a:endParaRPr lang="en-US" sz="3000" dirty="0"/>
          </a:p>
        </p:txBody>
      </p:sp>
      <p:sp>
        <p:nvSpPr>
          <p:cNvPr id="23" name="Text 21"/>
          <p:cNvSpPr/>
          <p:nvPr/>
        </p:nvSpPr>
        <p:spPr>
          <a:xfrm>
            <a:off x="13773150" y="5953125"/>
            <a:ext cx="3333750" cy="1143000"/>
          </a:xfrm>
          <a:prstGeom prst="rect">
            <a:avLst/>
          </a:prstGeom>
          <a:noFill/>
          <a:ln/>
        </p:spPr>
        <p:txBody>
          <a:bodyPr wrap="square" lIns="0" tIns="12533" rIns="0" bIns="-12533" rtlCol="0" anchor="t"/>
          <a:lstStyle/>
          <a:p>
            <a:pPr algn="l" indent="0" marL="0">
              <a:lnSpc>
                <a:spcPts val="3023"/>
              </a:lnSpc>
              <a:buNone/>
            </a:pPr>
            <a:r>
              <a:rPr lang="en-US" sz="2325" dirty="0" spc="-117" kern="0">
                <a:solidFill>
                  <a:srgbClr val="14161C"/>
                </a:solidFill>
                <a:latin typeface="Be Vietnam Pro" pitchFamily="34" charset="0"/>
                <a:ea typeface="Be Vietnam Pro" pitchFamily="34" charset="-122"/>
                <a:cs typeface="Be Vietnam Pro" pitchFamily="34" charset="-120"/>
              </a:rPr>
              <a:t>Tự</a:t>
            </a:r>
            <a:r>
              <a:rPr lang="en-US" sz="2325" dirty="0" spc="0" kern="0">
                <a:solidFill>
                  <a:srgbClr val="14161C"/>
                </a:solidFill>
                <a:latin typeface="Be Vietnam Pro" pitchFamily="34" charset="0"/>
                <a:ea typeface="Be Vietnam Pro" pitchFamily="34" charset="-122"/>
                <a:cs typeface="Be Vietnam Pro" pitchFamily="34" charset="-120"/>
              </a:rPr>
              <a:t> thêm tính</a:t>
            </a:r>
            <a:r>
              <a:rPr lang="en-US" sz="2325" dirty="0" spc="-3" kern="0">
                <a:solidFill>
                  <a:srgbClr val="14161C"/>
                </a:solidFill>
                <a:latin typeface="Be Vietnam Pro" pitchFamily="34" charset="0"/>
                <a:ea typeface="Be Vietnam Pro" pitchFamily="34" charset="-122"/>
                <a:cs typeface="Be Vietnam Pro" pitchFamily="34" charset="-120"/>
              </a:rPr>
              <a:t> năng</a:t>
            </a:r>
            <a:endParaRPr lang="en-US" sz="2325" dirty="0"/>
          </a:p>
          <a:p>
            <a:pPr algn="l" indent="0" marL="0">
              <a:lnSpc>
                <a:spcPts val="3023"/>
              </a:lnSpc>
              <a:buNone/>
            </a:pPr>
            <a:r>
              <a:rPr lang="en-US" sz="2325" dirty="0" spc="26" kern="0">
                <a:solidFill>
                  <a:srgbClr val="14161C"/>
                </a:solidFill>
                <a:latin typeface="Be Vietnam Pro" pitchFamily="34" charset="0"/>
                <a:ea typeface="Be Vietnam Pro" pitchFamily="34" charset="-122"/>
                <a:cs typeface="Be Vietnam Pro" pitchFamily="34" charset="-120"/>
              </a:rPr>
              <a:t>để</a:t>
            </a:r>
            <a:r>
              <a:rPr lang="en-US" sz="2325" dirty="0" spc="-1" kern="0">
                <a:solidFill>
                  <a:srgbClr val="14161C"/>
                </a:solidFill>
                <a:latin typeface="Be Vietnam Pro" pitchFamily="34" charset="0"/>
                <a:ea typeface="Be Vietnam Pro" pitchFamily="34" charset="-122"/>
                <a:cs typeface="Be Vietnam Pro" pitchFamily="34" charset="-120"/>
              </a:rPr>
              <a:t> thử</a:t>
            </a:r>
            <a:r>
              <a:rPr lang="en-US" sz="2325" dirty="0" spc="20" kern="0">
                <a:solidFill>
                  <a:srgbClr val="14161C"/>
                </a:solidFill>
                <a:latin typeface="Be Vietnam Pro" pitchFamily="34" charset="0"/>
                <a:ea typeface="Be Vietnam Pro" pitchFamily="34" charset="-122"/>
                <a:cs typeface="Be Vietnam Pro" pitchFamily="34" charset="-120"/>
              </a:rPr>
              <a:t> điều</a:t>
            </a:r>
            <a:r>
              <a:rPr lang="en-US" sz="2325" dirty="0" spc="17" kern="0">
                <a:solidFill>
                  <a:srgbClr val="14161C"/>
                </a:solidFill>
                <a:latin typeface="Be Vietnam Pro" pitchFamily="34" charset="0"/>
                <a:ea typeface="Be Vietnam Pro" pitchFamily="34" charset="-122"/>
                <a:cs typeface="Be Vietnam Pro" pitchFamily="34" charset="-120"/>
              </a:rPr>
              <a:t> đã</a:t>
            </a:r>
            <a:r>
              <a:rPr lang="en-US" sz="2325" dirty="0" spc="2" kern="0">
                <a:solidFill>
                  <a:srgbClr val="14161C"/>
                </a:solidFill>
                <a:latin typeface="Be Vietnam Pro" pitchFamily="34" charset="0"/>
                <a:ea typeface="Be Vietnam Pro" pitchFamily="34" charset="-122"/>
                <a:cs typeface="Be Vietnam Pro" pitchFamily="34" charset="-120"/>
              </a:rPr>
              <a:t> hiểu.</a:t>
            </a:r>
            <a:endParaRPr lang="en-US" sz="2325" dirty="0"/>
          </a:p>
        </p:txBody>
      </p:sp>
      <p:sp>
        <p:nvSpPr>
          <p:cNvPr id="24" name="Shape 22"/>
          <p:cNvSpPr/>
          <p:nvPr/>
        </p:nvSpPr>
        <p:spPr>
          <a:xfrm>
            <a:off x="838200" y="8515350"/>
            <a:ext cx="16611600" cy="676275"/>
          </a:xfrm>
          <a:prstGeom prst="roundRect">
            <a:avLst>
              <a:gd name="adj" fmla="val 11268"/>
            </a:avLst>
          </a:prstGeom>
          <a:solidFill>
            <a:srgbClr val="E8E0CF"/>
          </a:solidFill>
          <a:ln w="9525">
            <a:solidFill>
              <a:srgbClr val="E8E0CF"/>
            </a:solidFill>
            <a:prstDash val="solid"/>
          </a:ln>
        </p:spPr>
      </p:sp>
      <p:sp>
        <p:nvSpPr>
          <p:cNvPr id="25" name="Text 23"/>
          <p:cNvSpPr/>
          <p:nvPr/>
        </p:nvSpPr>
        <p:spPr>
          <a:xfrm>
            <a:off x="1038225" y="8677275"/>
            <a:ext cx="16240125" cy="457200"/>
          </a:xfrm>
          <a:prstGeom prst="rect">
            <a:avLst/>
          </a:prstGeom>
          <a:noFill/>
          <a:ln/>
        </p:spPr>
        <p:txBody>
          <a:bodyPr wrap="square" lIns="0" tIns="10914" rIns="0" bIns="-10914" rtlCol="0" anchor="t"/>
          <a:lstStyle/>
          <a:p>
            <a:pPr algn="l" indent="0" marL="0">
              <a:lnSpc>
                <a:spcPts val="2633"/>
              </a:lnSpc>
              <a:buNone/>
            </a:pPr>
            <a:r>
              <a:rPr lang="en-US" sz="2025" dirty="0" spc="4" kern="0">
                <a:solidFill>
                  <a:srgbClr val="14161C"/>
                </a:solidFill>
                <a:latin typeface="Be Vietnam Pro Medium" pitchFamily="34" charset="0"/>
                <a:ea typeface="Be Vietnam Pro Medium" pitchFamily="34" charset="-122"/>
                <a:cs typeface="Be Vietnam Pro Medium" pitchFamily="34" charset="-120"/>
              </a:rPr>
              <a:t>Ví dụ</a:t>
            </a:r>
            <a:r>
              <a:rPr lang="en-US" sz="2025" dirty="0" spc="1" kern="0">
                <a:solidFill>
                  <a:srgbClr val="14161C"/>
                </a:solidFill>
                <a:latin typeface="Be Vietnam Pro Medium" pitchFamily="34" charset="0"/>
                <a:ea typeface="Be Vietnam Pro Medium" pitchFamily="34" charset="-122"/>
                <a:cs typeface="Be Vietnam Pro Medium" pitchFamily="34" charset="-120"/>
              </a:rPr>
              <a:t> của</a:t>
            </a:r>
            <a:r>
              <a:rPr lang="en-US" sz="2025" dirty="0" spc="6" kern="0">
                <a:solidFill>
                  <a:srgbClr val="14161C"/>
                </a:solidFill>
                <a:latin typeface="Be Vietnam Pro Medium" pitchFamily="34" charset="0"/>
                <a:ea typeface="Be Vietnam Pro Medium" pitchFamily="34" charset="-122"/>
                <a:cs typeface="Be Vietnam Pro Medium" pitchFamily="34" charset="-120"/>
              </a:rPr>
              <a:t> người</a:t>
            </a:r>
            <a:r>
              <a:rPr lang="en-US" sz="2025" dirty="0" spc="-3" kern="0">
                <a:solidFill>
                  <a:srgbClr val="14161C"/>
                </a:solidFill>
                <a:latin typeface="Be Vietnam Pro Medium" pitchFamily="34" charset="0"/>
                <a:ea typeface="Be Vietnam Pro Medium" pitchFamily="34" charset="-122"/>
                <a:cs typeface="Be Vietnam Pro Medium" pitchFamily="34" charset="-120"/>
              </a:rPr>
              <a:t> viết:</a:t>
            </a:r>
            <a:r>
              <a:rPr lang="en-US" sz="2025" dirty="0" spc="-4" kern="0">
                <a:solidFill>
                  <a:srgbClr val="14161C"/>
                </a:solidFill>
                <a:latin typeface="Be Vietnam Pro Medium" pitchFamily="34" charset="0"/>
                <a:ea typeface="Be Vietnam Pro Medium" pitchFamily="34" charset="-122"/>
                <a:cs typeface="Be Vietnam Pro Medium" pitchFamily="34" charset="-120"/>
              </a:rPr>
              <a:t> sau</a:t>
            </a:r>
            <a:r>
              <a:rPr lang="en-US" sz="2025" dirty="0" spc="-11" kern="0">
                <a:solidFill>
                  <a:srgbClr val="14161C"/>
                </a:solidFill>
                <a:latin typeface="Be Vietnam Pro Medium" pitchFamily="34" charset="0"/>
                <a:ea typeface="Be Vietnam Pro Medium" pitchFamily="34" charset="-122"/>
                <a:cs typeface="Be Vietnam Pro Medium" pitchFamily="34" charset="-120"/>
              </a:rPr>
              <a:t> web</a:t>
            </a:r>
            <a:r>
              <a:rPr lang="en-US" sz="2025" dirty="0" spc="-5" kern="0">
                <a:solidFill>
                  <a:srgbClr val="14161C"/>
                </a:solidFill>
                <a:latin typeface="Be Vietnam Pro Medium" pitchFamily="34" charset="0"/>
                <a:ea typeface="Be Vietnam Pro Medium" pitchFamily="34" charset="-122"/>
                <a:cs typeface="Be Vietnam Pro Medium" pitchFamily="34" charset="-120"/>
              </a:rPr>
              <a:t> server</a:t>
            </a:r>
            <a:r>
              <a:rPr lang="en-US" sz="2025" dirty="0" spc="-10" kern="0">
                <a:solidFill>
                  <a:srgbClr val="14161C"/>
                </a:solidFill>
                <a:latin typeface="Be Vietnam Pro Medium" pitchFamily="34" charset="0"/>
                <a:ea typeface="Be Vietnam Pro Medium" pitchFamily="34" charset="-122"/>
                <a:cs typeface="Be Vietnam Pro Medium" pitchFamily="34" charset="-120"/>
              </a:rPr>
              <a:t> tối</a:t>
            </a:r>
            <a:r>
              <a:rPr lang="en-US" sz="2025" dirty="0" spc="1" kern="0">
                <a:solidFill>
                  <a:srgbClr val="14161C"/>
                </a:solidFill>
                <a:latin typeface="Be Vietnam Pro Medium" pitchFamily="34" charset="0"/>
                <a:ea typeface="Be Vietnam Pro Medium" pitchFamily="34" charset="-122"/>
                <a:cs typeface="Be Vietnam Pro Medium" pitchFamily="34" charset="-120"/>
              </a:rPr>
              <a:t> giản,</a:t>
            </a:r>
            <a:r>
              <a:rPr lang="en-US" sz="2025" dirty="0" spc="-2" kern="0">
                <a:solidFill>
                  <a:srgbClr val="14161C"/>
                </a:solidFill>
                <a:latin typeface="Be Vietnam Pro Medium" pitchFamily="34" charset="0"/>
                <a:ea typeface="Be Vietnam Pro Medium" pitchFamily="34" charset="-122"/>
                <a:cs typeface="Be Vietnam Pro Medium" pitchFamily="34" charset="-120"/>
              </a:rPr>
              <a:t> thêm</a:t>
            </a:r>
            <a:r>
              <a:rPr lang="en-US" sz="2025" dirty="0" spc="-6" kern="0">
                <a:solidFill>
                  <a:srgbClr val="14161C"/>
                </a:solidFill>
                <a:latin typeface="Be Vietnam Pro Medium" pitchFamily="34" charset="0"/>
                <a:ea typeface="Be Vietnam Pro Medium" pitchFamily="34" charset="-122"/>
                <a:cs typeface="Be Vietnam Pro Medium" pitchFamily="34" charset="-120"/>
              </a:rPr>
              <a:t> một</a:t>
            </a:r>
            <a:r>
              <a:rPr lang="en-US" sz="2025" dirty="0" spc="7" kern="0">
                <a:solidFill>
                  <a:srgbClr val="14161C"/>
                </a:solidFill>
                <a:latin typeface="Be Vietnam Pro Medium" pitchFamily="34" charset="0"/>
                <a:ea typeface="Be Vietnam Pro Medium" pitchFamily="34" charset="-122"/>
                <a:cs typeface="Be Vietnam Pro Medium" pitchFamily="34" charset="-120"/>
              </a:rPr>
              <a:t> đường</a:t>
            </a:r>
            <a:r>
              <a:rPr lang="en-US" sz="2025" dirty="0" spc="2" kern="0">
                <a:solidFill>
                  <a:srgbClr val="14161C"/>
                </a:solidFill>
                <a:latin typeface="Be Vietnam Pro Medium" pitchFamily="34" charset="0"/>
                <a:ea typeface="Be Vietnam Pro Medium" pitchFamily="34" charset="-122"/>
                <a:cs typeface="Be Vietnam Pro Medium" pitchFamily="34" charset="-120"/>
              </a:rPr>
              <a:t> dẫn</a:t>
            </a:r>
            <a:r>
              <a:rPr lang="en-US" sz="2025" dirty="0" spc="-1" kern="0">
                <a:solidFill>
                  <a:srgbClr val="14161C"/>
                </a:solidFill>
                <a:latin typeface="Be Vietnam Pro Medium" pitchFamily="34" charset="0"/>
                <a:ea typeface="Be Vietnam Pro Medium" pitchFamily="34" charset="-122"/>
                <a:cs typeface="Be Vietnam Pro Medium" pitchFamily="34" charset="-120"/>
              </a:rPr>
              <a:t> mới</a:t>
            </a:r>
            <a:r>
              <a:rPr lang="en-US" sz="2025" dirty="0" spc="-11" kern="0">
                <a:solidFill>
                  <a:srgbClr val="14161C"/>
                </a:solidFill>
                <a:latin typeface="Be Vietnam Pro Medium" pitchFamily="34" charset="0"/>
                <a:ea typeface="Be Vietnam Pro Medium" pitchFamily="34" charset="-122"/>
                <a:cs typeface="Be Vietnam Pro Medium" pitchFamily="34" charset="-120"/>
              </a:rPr>
              <a:t> và</a:t>
            </a:r>
            <a:r>
              <a:rPr lang="en-US" sz="2025" dirty="0" spc="0" kern="0">
                <a:solidFill>
                  <a:srgbClr val="14161C"/>
                </a:solidFill>
                <a:latin typeface="Be Vietnam Pro Medium" pitchFamily="34" charset="0"/>
                <a:ea typeface="Be Vietnam Pro Medium" pitchFamily="34" charset="-122"/>
                <a:cs typeface="Be Vietnam Pro Medium" pitchFamily="34" charset="-120"/>
              </a:rPr>
              <a:t> giải</a:t>
            </a:r>
            <a:r>
              <a:rPr lang="en-US" sz="2025" dirty="0" spc="-1" kern="0">
                <a:solidFill>
                  <a:srgbClr val="14161C"/>
                </a:solidFill>
                <a:latin typeface="Be Vietnam Pro Medium" pitchFamily="34" charset="0"/>
                <a:ea typeface="Be Vietnam Pro Medium" pitchFamily="34" charset="-122"/>
                <a:cs typeface="Be Vietnam Pro Medium" pitchFamily="34" charset="-120"/>
              </a:rPr>
              <a:t> thích</a:t>
            </a:r>
            <a:r>
              <a:rPr lang="en-US" sz="2025" dirty="0" spc="1" kern="0">
                <a:solidFill>
                  <a:srgbClr val="14161C"/>
                </a:solidFill>
                <a:latin typeface="Be Vietnam Pro Medium" pitchFamily="34" charset="0"/>
                <a:ea typeface="Be Vietnam Pro Medium" pitchFamily="34" charset="-122"/>
                <a:cs typeface="Be Vietnam Pro Medium" pitchFamily="34" charset="-120"/>
              </a:rPr>
              <a:t> phản</a:t>
            </a:r>
            <a:r>
              <a:rPr lang="en-US" sz="2025" dirty="0" spc="-2" kern="0">
                <a:solidFill>
                  <a:srgbClr val="14161C"/>
                </a:solidFill>
                <a:latin typeface="Be Vietnam Pro Medium" pitchFamily="34" charset="0"/>
                <a:ea typeface="Be Vietnam Pro Medium" pitchFamily="34" charset="-122"/>
                <a:cs typeface="Be Vietnam Pro Medium" pitchFamily="34" charset="-120"/>
              </a:rPr>
              <a:t> hồi.</a:t>
            </a:r>
            <a:endParaRPr lang="en-US" sz="2025" dirty="0"/>
          </a:p>
        </p:txBody>
      </p:sp>
      <p:sp>
        <p:nvSpPr>
          <p:cNvPr id="26" name="Text 24"/>
          <p:cNvSpPr/>
          <p:nvPr/>
        </p:nvSpPr>
        <p:spPr>
          <a:xfrm>
            <a:off x="838200" y="9353550"/>
            <a:ext cx="16611600" cy="333375"/>
          </a:xfrm>
          <a:prstGeom prst="rect">
            <a:avLst/>
          </a:prstGeom>
          <a:noFill/>
          <a:ln/>
        </p:spPr>
        <p:txBody>
          <a:bodyPr wrap="square" lIns="0" tIns="8906" rIns="0" bIns="-8906" rtlCol="0" anchor="t"/>
          <a:lstStyle/>
          <a:p>
            <a:pPr algn="l" indent="0" marL="0">
              <a:lnSpc>
                <a:spcPts val="2145"/>
              </a:lnSpc>
              <a:buNone/>
            </a:pPr>
            <a:r>
              <a:rPr lang="en-US" sz="1650" dirty="0" spc="-3" kern="0">
                <a:solidFill>
                  <a:srgbClr val="6B6A66"/>
                </a:solidFill>
                <a:latin typeface="Be Vietnam Pro" pitchFamily="34" charset="0"/>
                <a:ea typeface="Be Vietnam Pro" pitchFamily="34" charset="-122"/>
                <a:cs typeface="Be Vietnam Pro" pitchFamily="34" charset="-120"/>
              </a:rPr>
              <a:t>Nguồn:</a:t>
            </a:r>
            <a:r>
              <a:rPr lang="en-US" sz="1650" dirty="0" spc="-2" kern="0">
                <a:solidFill>
                  <a:srgbClr val="6B6A66"/>
                </a:solidFill>
                <a:latin typeface="Be Vietnam Pro" pitchFamily="34" charset="0"/>
                <a:ea typeface="Be Vietnam Pro" pitchFamily="34" charset="-122"/>
                <a:cs typeface="Be Vietnam Pro" pitchFamily="34" charset="-120"/>
              </a:rPr>
              <a:t> [S2]</a:t>
            </a:r>
            <a:r>
              <a:rPr lang="en-US" sz="1650" dirty="0" spc="2" kern="0">
                <a:solidFill>
                  <a:srgbClr val="6B6A66"/>
                </a:solidFill>
                <a:latin typeface="Be Vietnam Pro" pitchFamily="34" charset="0"/>
                <a:ea typeface="Be Vietnam Pro" pitchFamily="34" charset="-122"/>
                <a:cs typeface="Be Vietnam Pro" pitchFamily="34" charset="-120"/>
              </a:rPr>
              <a:t>  ·  Số</a:t>
            </a:r>
            <a:r>
              <a:rPr lang="en-US" sz="1650" dirty="0" spc="0" kern="0">
                <a:solidFill>
                  <a:srgbClr val="6B6A66"/>
                </a:solidFill>
                <a:latin typeface="Be Vietnam Pro" pitchFamily="34" charset="0"/>
                <a:ea typeface="Be Vietnam Pro" pitchFamily="34" charset="-122"/>
                <a:cs typeface="Be Vietnam Pro" pitchFamily="34" charset="-120"/>
              </a:rPr>
              <a:t> liệu: phiên</a:t>
            </a:r>
            <a:r>
              <a:rPr lang="en-US" sz="1650" dirty="0" spc="-1" kern="0">
                <a:solidFill>
                  <a:srgbClr val="6B6A66"/>
                </a:solidFill>
                <a:latin typeface="Be Vietnam Pro" pitchFamily="34" charset="0"/>
                <a:ea typeface="Be Vietnam Pro" pitchFamily="34" charset="-122"/>
                <a:cs typeface="Be Vietnam Pro" pitchFamily="34" charset="-120"/>
              </a:rPr>
              <a:t> quét</a:t>
            </a:r>
            <a:r>
              <a:rPr lang="en-US" sz="1650" dirty="0" spc="-8" kern="0">
                <a:solidFill>
                  <a:srgbClr val="6B6A66"/>
                </a:solidFill>
                <a:latin typeface="Be Vietnam Pro" pitchFamily="34" charset="0"/>
                <a:ea typeface="Be Vietnam Pro" pitchFamily="34" charset="-122"/>
                <a:cs typeface="Be Vietnam Pro" pitchFamily="34" charset="-120"/>
              </a:rPr>
              <a:t> 23/10/2026</a:t>
            </a:r>
            <a:endParaRPr lang="en-US" sz="1650" dirty="0"/>
          </a:p>
        </p:txBody>
      </p:sp>
      <p:sp>
        <p:nvSpPr>
          <p:cNvPr id="27" name="Shape 25"/>
          <p:cNvSpPr/>
          <p:nvPr/>
        </p:nvSpPr>
        <p:spPr>
          <a:xfrm>
            <a:off x="847725" y="9896475"/>
            <a:ext cx="57150" cy="57150"/>
          </a:xfrm>
          <a:prstGeom prst="ellipse">
            <a:avLst/>
          </a:prstGeom>
          <a:solidFill>
            <a:srgbClr val="DDD5C1"/>
          </a:solidFill>
          <a:ln/>
        </p:spPr>
      </p:sp>
      <p:sp>
        <p:nvSpPr>
          <p:cNvPr id="28" name="Shape 26"/>
          <p:cNvSpPr/>
          <p:nvPr/>
        </p:nvSpPr>
        <p:spPr>
          <a:xfrm>
            <a:off x="952500" y="9896475"/>
            <a:ext cx="57150" cy="57150"/>
          </a:xfrm>
          <a:prstGeom prst="ellipse">
            <a:avLst/>
          </a:prstGeom>
          <a:solidFill>
            <a:srgbClr val="DDD5C1"/>
          </a:solidFill>
          <a:ln/>
        </p:spPr>
      </p:sp>
      <p:sp>
        <p:nvSpPr>
          <p:cNvPr id="29" name="Shape 27"/>
          <p:cNvSpPr/>
          <p:nvPr/>
        </p:nvSpPr>
        <p:spPr>
          <a:xfrm>
            <a:off x="1057275" y="9896475"/>
            <a:ext cx="57150" cy="57150"/>
          </a:xfrm>
          <a:prstGeom prst="ellipse">
            <a:avLst/>
          </a:prstGeom>
          <a:solidFill>
            <a:srgbClr val="DDD5C1"/>
          </a:solidFill>
          <a:ln/>
        </p:spPr>
      </p:sp>
      <p:sp>
        <p:nvSpPr>
          <p:cNvPr id="30" name="Shape 28"/>
          <p:cNvSpPr/>
          <p:nvPr/>
        </p:nvSpPr>
        <p:spPr>
          <a:xfrm>
            <a:off x="1162050" y="9896475"/>
            <a:ext cx="57150" cy="57150"/>
          </a:xfrm>
          <a:prstGeom prst="ellipse">
            <a:avLst/>
          </a:prstGeom>
          <a:solidFill>
            <a:srgbClr val="DDD5C1"/>
          </a:solidFill>
          <a:ln/>
        </p:spPr>
      </p:sp>
      <p:sp>
        <p:nvSpPr>
          <p:cNvPr id="31" name="Shape 29"/>
          <p:cNvSpPr/>
          <p:nvPr/>
        </p:nvSpPr>
        <p:spPr>
          <a:xfrm>
            <a:off x="1266825" y="9896475"/>
            <a:ext cx="57150" cy="57150"/>
          </a:xfrm>
          <a:prstGeom prst="ellipse">
            <a:avLst/>
          </a:prstGeom>
          <a:solidFill>
            <a:srgbClr val="DDD5C1"/>
          </a:solidFill>
          <a:ln/>
        </p:spPr>
      </p:sp>
      <p:sp>
        <p:nvSpPr>
          <p:cNvPr id="32" name="Shape 30"/>
          <p:cNvSpPr/>
          <p:nvPr/>
        </p:nvSpPr>
        <p:spPr>
          <a:xfrm>
            <a:off x="1371600" y="9896475"/>
            <a:ext cx="57150" cy="57150"/>
          </a:xfrm>
          <a:prstGeom prst="ellipse">
            <a:avLst/>
          </a:prstGeom>
          <a:solidFill>
            <a:srgbClr val="E8472B"/>
          </a:solidFill>
          <a:ln/>
        </p:spPr>
      </p:sp>
      <p:sp>
        <p:nvSpPr>
          <p:cNvPr id="33" name="Shape 31"/>
          <p:cNvSpPr/>
          <p:nvPr/>
        </p:nvSpPr>
        <p:spPr>
          <a:xfrm>
            <a:off x="1476375" y="9896475"/>
            <a:ext cx="57150" cy="57150"/>
          </a:xfrm>
          <a:prstGeom prst="ellipse">
            <a:avLst/>
          </a:prstGeom>
          <a:solidFill>
            <a:srgbClr val="DDD5C1"/>
          </a:solidFill>
          <a:ln/>
        </p:spPr>
      </p:sp>
      <p:sp>
        <p:nvSpPr>
          <p:cNvPr id="34" name="Shape 32"/>
          <p:cNvSpPr/>
          <p:nvPr/>
        </p:nvSpPr>
        <p:spPr>
          <a:xfrm>
            <a:off x="1581150" y="9896475"/>
            <a:ext cx="57150" cy="57150"/>
          </a:xfrm>
          <a:prstGeom prst="ellipse">
            <a:avLst/>
          </a:prstGeom>
          <a:solidFill>
            <a:srgbClr val="DDD5C1"/>
          </a:solidFill>
          <a:ln/>
        </p:spPr>
      </p:sp>
      <p:sp>
        <p:nvSpPr>
          <p:cNvPr id="35" name="Shape 33"/>
          <p:cNvSpPr/>
          <p:nvPr/>
        </p:nvSpPr>
        <p:spPr>
          <a:xfrm>
            <a:off x="1685925" y="9896475"/>
            <a:ext cx="57150" cy="57150"/>
          </a:xfrm>
          <a:prstGeom prst="ellipse">
            <a:avLst/>
          </a:prstGeom>
          <a:solidFill>
            <a:srgbClr val="DDD5C1"/>
          </a:solidFill>
          <a:ln/>
        </p:spPr>
      </p:sp>
      <p:sp>
        <p:nvSpPr>
          <p:cNvPr id="36" name="Shape 34"/>
          <p:cNvSpPr/>
          <p:nvPr/>
        </p:nvSpPr>
        <p:spPr>
          <a:xfrm>
            <a:off x="1790700" y="9896475"/>
            <a:ext cx="57150" cy="57150"/>
          </a:xfrm>
          <a:prstGeom prst="ellipse">
            <a:avLst/>
          </a:prstGeom>
          <a:solidFill>
            <a:srgbClr val="DDD5C1"/>
          </a:solidFill>
          <a:ln/>
        </p:spPr>
      </p:sp>
      <p:sp>
        <p:nvSpPr>
          <p:cNvPr id="37" name="Shape 35"/>
          <p:cNvSpPr/>
          <p:nvPr/>
        </p:nvSpPr>
        <p:spPr>
          <a:xfrm>
            <a:off x="1895475" y="9896475"/>
            <a:ext cx="57150" cy="57150"/>
          </a:xfrm>
          <a:prstGeom prst="ellipse">
            <a:avLst/>
          </a:prstGeom>
          <a:solidFill>
            <a:srgbClr val="DDD5C1"/>
          </a:solidFill>
          <a:ln/>
        </p:spPr>
      </p:sp>
      <p:sp>
        <p:nvSpPr>
          <p:cNvPr id="38" name="Shape 36"/>
          <p:cNvSpPr/>
          <p:nvPr/>
        </p:nvSpPr>
        <p:spPr>
          <a:xfrm>
            <a:off x="2000250" y="9896475"/>
            <a:ext cx="57150" cy="57150"/>
          </a:xfrm>
          <a:prstGeom prst="ellipse">
            <a:avLst/>
          </a:prstGeom>
          <a:solidFill>
            <a:srgbClr val="DDD5C1"/>
          </a:solidFill>
          <a:ln/>
        </p:spPr>
      </p:sp>
      <p:sp>
        <p:nvSpPr>
          <p:cNvPr id="39" name="Shape 37"/>
          <p:cNvSpPr/>
          <p:nvPr/>
        </p:nvSpPr>
        <p:spPr>
          <a:xfrm>
            <a:off x="2105025" y="9896475"/>
            <a:ext cx="57150" cy="57150"/>
          </a:xfrm>
          <a:prstGeom prst="ellipse">
            <a:avLst/>
          </a:prstGeom>
          <a:solidFill>
            <a:srgbClr val="DDD5C1"/>
          </a:solidFill>
          <a:ln/>
        </p:spPr>
      </p:sp>
      <p:sp>
        <p:nvSpPr>
          <p:cNvPr id="40" name="Shape 38"/>
          <p:cNvSpPr/>
          <p:nvPr/>
        </p:nvSpPr>
        <p:spPr>
          <a:xfrm>
            <a:off x="2209800" y="9896475"/>
            <a:ext cx="57150" cy="57150"/>
          </a:xfrm>
          <a:prstGeom prst="ellipse">
            <a:avLst/>
          </a:prstGeom>
          <a:solidFill>
            <a:srgbClr val="DDD5C1"/>
          </a:solidFill>
          <a:ln/>
        </p:spPr>
      </p:sp>
      <p:sp>
        <p:nvSpPr>
          <p:cNvPr id="41" name="Shape 39"/>
          <p:cNvSpPr/>
          <p:nvPr/>
        </p:nvSpPr>
        <p:spPr>
          <a:xfrm>
            <a:off x="2314575" y="9896475"/>
            <a:ext cx="57150" cy="57150"/>
          </a:xfrm>
          <a:prstGeom prst="ellipse">
            <a:avLst/>
          </a:prstGeom>
          <a:solidFill>
            <a:srgbClr val="DDD5C1"/>
          </a:solidFill>
          <a:ln/>
        </p:spPr>
      </p:sp>
      <p:sp>
        <p:nvSpPr>
          <p:cNvPr id="42" name="Shape 40"/>
          <p:cNvSpPr/>
          <p:nvPr/>
        </p:nvSpPr>
        <p:spPr>
          <a:xfrm>
            <a:off x="2419350" y="9896475"/>
            <a:ext cx="57150" cy="57150"/>
          </a:xfrm>
          <a:prstGeom prst="ellipse">
            <a:avLst/>
          </a:prstGeom>
          <a:solidFill>
            <a:srgbClr val="DDD5C1"/>
          </a:solidFill>
          <a:ln/>
        </p:spPr>
      </p:sp>
      <p:sp>
        <p:nvSpPr>
          <p:cNvPr id="43" name="Shape 41"/>
          <p:cNvSpPr/>
          <p:nvPr/>
        </p:nvSpPr>
        <p:spPr>
          <a:xfrm>
            <a:off x="2524125" y="9896475"/>
            <a:ext cx="57150" cy="57150"/>
          </a:xfrm>
          <a:prstGeom prst="ellipse">
            <a:avLst/>
          </a:prstGeom>
          <a:solidFill>
            <a:srgbClr val="DDD5C1"/>
          </a:solidFill>
          <a:ln/>
        </p:spPr>
      </p:sp>
      <p:sp>
        <p:nvSpPr>
          <p:cNvPr id="44" name="Shape 42"/>
          <p:cNvSpPr/>
          <p:nvPr/>
        </p:nvSpPr>
        <p:spPr>
          <a:xfrm>
            <a:off x="2628900" y="9896475"/>
            <a:ext cx="57150" cy="57150"/>
          </a:xfrm>
          <a:prstGeom prst="ellipse">
            <a:avLst/>
          </a:prstGeom>
          <a:solidFill>
            <a:srgbClr val="DDD5C1"/>
          </a:solidFill>
          <a:ln/>
        </p:spPr>
      </p:sp>
      <p:sp>
        <p:nvSpPr>
          <p:cNvPr id="45" name="Shape 43"/>
          <p:cNvSpPr/>
          <p:nvPr/>
        </p:nvSpPr>
        <p:spPr>
          <a:xfrm>
            <a:off x="2733675" y="9896475"/>
            <a:ext cx="57150" cy="57150"/>
          </a:xfrm>
          <a:prstGeom prst="ellipse">
            <a:avLst/>
          </a:prstGeom>
          <a:solidFill>
            <a:srgbClr val="DDD5C1"/>
          </a:solidFill>
          <a:ln/>
        </p:spPr>
      </p:sp>
      <p:sp>
        <p:nvSpPr>
          <p:cNvPr id="46" name="Shape 44"/>
          <p:cNvSpPr/>
          <p:nvPr/>
        </p:nvSpPr>
        <p:spPr>
          <a:xfrm>
            <a:off x="2838450" y="9896475"/>
            <a:ext cx="57150" cy="57150"/>
          </a:xfrm>
          <a:prstGeom prst="ellipse">
            <a:avLst/>
          </a:prstGeom>
          <a:solidFill>
            <a:srgbClr val="DDD5C1"/>
          </a:solidFill>
          <a:ln/>
        </p:spPr>
      </p:sp>
      <p:sp>
        <p:nvSpPr>
          <p:cNvPr id="47" name="Shape 45"/>
          <p:cNvSpPr/>
          <p:nvPr/>
        </p:nvSpPr>
        <p:spPr>
          <a:xfrm>
            <a:off x="2943225" y="9896475"/>
            <a:ext cx="57150" cy="57150"/>
          </a:xfrm>
          <a:prstGeom prst="ellipse">
            <a:avLst/>
          </a:prstGeom>
          <a:solidFill>
            <a:srgbClr val="DDD5C1"/>
          </a:solidFill>
          <a:ln/>
        </p:spPr>
      </p:sp>
      <p:sp>
        <p:nvSpPr>
          <p:cNvPr id="48" name="Shape 46"/>
          <p:cNvSpPr/>
          <p:nvPr/>
        </p:nvSpPr>
        <p:spPr>
          <a:xfrm>
            <a:off x="3048000" y="9896475"/>
            <a:ext cx="57150" cy="57150"/>
          </a:xfrm>
          <a:prstGeom prst="ellipse">
            <a:avLst/>
          </a:prstGeom>
          <a:solidFill>
            <a:srgbClr val="DDD5C1"/>
          </a:solidFill>
          <a:ln/>
        </p:spPr>
      </p:sp>
      <p:sp>
        <p:nvSpPr>
          <p:cNvPr id="49" name="Shape 47"/>
          <p:cNvSpPr/>
          <p:nvPr/>
        </p:nvSpPr>
        <p:spPr>
          <a:xfrm>
            <a:off x="3152775" y="9896475"/>
            <a:ext cx="57150" cy="57150"/>
          </a:xfrm>
          <a:prstGeom prst="ellipse">
            <a:avLst/>
          </a:prstGeom>
          <a:solidFill>
            <a:srgbClr val="DDD5C1"/>
          </a:solidFill>
          <a:ln/>
        </p:spPr>
      </p:sp>
      <p:sp>
        <p:nvSpPr>
          <p:cNvPr id="50" name="Shape 48"/>
          <p:cNvSpPr/>
          <p:nvPr/>
        </p:nvSpPr>
        <p:spPr>
          <a:xfrm>
            <a:off x="3257550" y="9896475"/>
            <a:ext cx="57150" cy="57150"/>
          </a:xfrm>
          <a:prstGeom prst="ellipse">
            <a:avLst/>
          </a:prstGeom>
          <a:solidFill>
            <a:srgbClr val="DDD5C1"/>
          </a:solidFill>
          <a:ln/>
        </p:spPr>
      </p:sp>
      <p:sp>
        <p:nvSpPr>
          <p:cNvPr id="51" name="Text 49"/>
          <p:cNvSpPr/>
          <p:nvPr/>
        </p:nvSpPr>
        <p:spPr>
          <a:xfrm>
            <a:off x="3667125" y="9734550"/>
            <a:ext cx="10953750" cy="342900"/>
          </a:xfrm>
          <a:prstGeom prst="rect">
            <a:avLst/>
          </a:prstGeom>
          <a:noFill/>
          <a:ln/>
        </p:spPr>
        <p:txBody>
          <a:bodyPr wrap="square" lIns="0" tIns="8906" rIns="0" bIns="-8906" rtlCol="0" anchor="t"/>
          <a:lstStyle/>
          <a:p>
            <a:pPr algn="l" indent="0" marL="0">
              <a:lnSpc>
                <a:spcPts val="2145"/>
              </a:lnSpc>
              <a:buNone/>
            </a:pPr>
            <a:r>
              <a:rPr lang="en-US" sz="1650" dirty="0" spc="-6" kern="0">
                <a:solidFill>
                  <a:srgbClr val="6B6A66"/>
                </a:solidFill>
                <a:latin typeface="Be Vietnam Pro" pitchFamily="34" charset="0"/>
                <a:ea typeface="Be Vietnam Pro" pitchFamily="34" charset="-122"/>
                <a:cs typeface="Be Vietnam Pro" pitchFamily="34" charset="-120"/>
              </a:rPr>
              <a:t>Multiple-report</a:t>
            </a:r>
            <a:r>
              <a:rPr lang="en-US" sz="1650" dirty="0" spc="3" kern="0">
                <a:solidFill>
                  <a:srgbClr val="6B6A66"/>
                </a:solidFill>
                <a:latin typeface="Be Vietnam Pro" pitchFamily="34" charset="0"/>
                <a:ea typeface="Be Vietnam Pro" pitchFamily="34" charset="-122"/>
                <a:cs typeface="Be Vietnam Pro" pitchFamily="34" charset="-120"/>
              </a:rPr>
              <a:t> ·</a:t>
            </a:r>
            <a:r>
              <a:rPr lang="en-US" sz="1650" dirty="0" spc="1" kern="0">
                <a:solidFill>
                  <a:srgbClr val="6B6A66"/>
                </a:solidFill>
                <a:latin typeface="Be Vietnam Pro" pitchFamily="34" charset="0"/>
                <a:ea typeface="Be Vietnam Pro" pitchFamily="34" charset="-122"/>
                <a:cs typeface="Be Vietnam Pro" pitchFamily="34" charset="-120"/>
              </a:rPr>
              <a:t> GitHub</a:t>
            </a:r>
            <a:r>
              <a:rPr lang="en-US" sz="1650" dirty="0" spc="-38" kern="0">
                <a:solidFill>
                  <a:srgbClr val="6B6A66"/>
                </a:solidFill>
                <a:latin typeface="Be Vietnam Pro" pitchFamily="34" charset="0"/>
                <a:ea typeface="Be Vietnam Pro" pitchFamily="34" charset="-122"/>
                <a:cs typeface="Be Vietnam Pro" pitchFamily="34" charset="-120"/>
              </a:rPr>
              <a:t> Top</a:t>
            </a:r>
            <a:r>
              <a:rPr lang="en-US" sz="1650" dirty="0" spc="4" kern="0">
                <a:solidFill>
                  <a:srgbClr val="6B6A66"/>
                </a:solidFill>
                <a:latin typeface="Be Vietnam Pro" pitchFamily="34" charset="0"/>
                <a:ea typeface="Be Vietnam Pro" pitchFamily="34" charset="-122"/>
                <a:cs typeface="Be Vietnam Pro" pitchFamily="34" charset="-120"/>
              </a:rPr>
              <a:t> 3</a:t>
            </a:r>
            <a:r>
              <a:rPr lang="en-US" sz="1650" dirty="0" spc="0" kern="0">
                <a:solidFill>
                  <a:srgbClr val="6B6A66"/>
                </a:solidFill>
                <a:latin typeface="Be Vietnam Pro" pitchFamily="34" charset="0"/>
                <a:ea typeface="Be Vietnam Pro" pitchFamily="34" charset="-122"/>
                <a:cs typeface="Be Vietnam Pro" pitchFamily="34" charset="-120"/>
              </a:rPr>
              <a:t> ·</a:t>
            </a:r>
            <a:r>
              <a:rPr lang="en-US" sz="1650" dirty="0" spc="-21" kern="0">
                <a:solidFill>
                  <a:srgbClr val="6B6A66"/>
                </a:solidFill>
                <a:latin typeface="Be Vietnam Pro" pitchFamily="34" charset="0"/>
                <a:ea typeface="Be Vietnam Pro" pitchFamily="34" charset="-122"/>
                <a:cs typeface="Be Vietnam Pro" pitchFamily="34" charset="-120"/>
              </a:rPr>
              <a:t> 06/24</a:t>
            </a:r>
            <a:endParaRPr lang="en-US" sz="1650" dirty="0"/>
          </a:p>
        </p:txBody>
      </p:sp>
      <p:sp>
        <p:nvSpPr>
          <p:cNvPr id="52" name="Shape 50"/>
          <p:cNvSpPr/>
          <p:nvPr/>
        </p:nvSpPr>
        <p:spPr>
          <a:xfrm>
            <a:off x="15983712" y="9076331"/>
            <a:ext cx="1645920" cy="552301"/>
          </a:xfrm>
          <a:prstGeom prst="roundRect">
            <a:avLst>
              <a:gd name="adj" fmla="val 28000"/>
            </a:avLst>
          </a:prstGeom>
          <a:solidFill>
            <a:srgbClr val="FFFFFF">
              <a:alpha val="82000"/>
            </a:srgbClr>
          </a:solidFill>
          <a:ln/>
        </p:spPr>
      </p:sp>
      <p:pic>
        <p:nvPicPr>
          <p:cNvPr id="53" name="Moda image moda-export-watermark-b1b83eac-2cdf-4035-be4e-e045f0befab9"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838200" y="438150"/>
            <a:ext cx="16192500" cy="381000"/>
          </a:xfrm>
          <a:prstGeom prst="rect">
            <a:avLst/>
          </a:prstGeom>
          <a:noFill/>
          <a:ln/>
        </p:spPr>
        <p:txBody>
          <a:bodyPr wrap="square" lIns="0" tIns="10104" rIns="0" bIns="-10104" rtlCol="0" anchor="t"/>
          <a:lstStyle/>
          <a:p>
            <a:pPr algn="l" indent="0" marL="0">
              <a:lnSpc>
                <a:spcPts val="2438"/>
              </a:lnSpc>
              <a:buNone/>
            </a:pPr>
            <a:r>
              <a:rPr lang="en-US" sz="1875" dirty="0" spc="0" kern="0">
                <a:solidFill>
                  <a:srgbClr val="7C93FF"/>
                </a:solidFill>
                <a:latin typeface="Be Vietnam Pro SemiBold" pitchFamily="34" charset="0"/>
                <a:ea typeface="Be Vietnam Pro SemiBold" pitchFamily="34" charset="-122"/>
                <a:cs typeface="Be Vietnam Pro SemiBold" pitchFamily="34" charset="-120"/>
              </a:rPr>
              <a:t>01</a:t>
            </a:r>
            <a:r>
              <a:rPr lang="en-US" sz="1875" dirty="0" spc="-2" kern="0">
                <a:solidFill>
                  <a:srgbClr val="7C93FF"/>
                </a:solidFill>
                <a:latin typeface="Be Vietnam Pro SemiBold" pitchFamily="34" charset="0"/>
                <a:ea typeface="Be Vietnam Pro SemiBold" pitchFamily="34" charset="-122"/>
                <a:cs typeface="Be Vietnam Pro SemiBold" pitchFamily="34" charset="-120"/>
              </a:rPr>
              <a:t> /</a:t>
            </a:r>
            <a:r>
              <a:rPr lang="en-US" sz="1875" dirty="0" spc="-3" kern="0">
                <a:solidFill>
                  <a:srgbClr val="7C93FF"/>
                </a:solidFill>
                <a:latin typeface="Be Vietnam Pro SemiBold" pitchFamily="34" charset="0"/>
                <a:ea typeface="Be Vietnam Pro SemiBold" pitchFamily="34" charset="-122"/>
                <a:cs typeface="Be Vietnam Pro SemiBold" pitchFamily="34" charset="-120"/>
              </a:rPr>
              <a:t> VÍ</a:t>
            </a:r>
            <a:r>
              <a:rPr lang="en-US" sz="1875" dirty="0" spc="-2" kern="0">
                <a:solidFill>
                  <a:srgbClr val="7C93FF"/>
                </a:solidFill>
                <a:latin typeface="Be Vietnam Pro SemiBold" pitchFamily="34" charset="0"/>
                <a:ea typeface="Be Vietnam Pro SemiBold" pitchFamily="34" charset="-122"/>
                <a:cs typeface="Be Vietnam Pro SemiBold" pitchFamily="34" charset="-120"/>
              </a:rPr>
              <a:t> DỤ</a:t>
            </a:r>
            <a:r>
              <a:rPr lang="en-US" sz="1875" dirty="0" spc="-4" kern="0">
                <a:solidFill>
                  <a:srgbClr val="7C93FF"/>
                </a:solidFill>
                <a:latin typeface="Be Vietnam Pro SemiBold" pitchFamily="34" charset="0"/>
                <a:ea typeface="Be Vietnam Pro SemiBold" pitchFamily="34" charset="-122"/>
                <a:cs typeface="Be Vietnam Pro SemiBold" pitchFamily="34" charset="-120"/>
              </a:rPr>
              <a:t> CỤ</a:t>
            </a:r>
            <a:r>
              <a:rPr lang="en-US" sz="1875" dirty="0" spc="-2" kern="0">
                <a:solidFill>
                  <a:srgbClr val="7C93FF"/>
                </a:solidFill>
                <a:latin typeface="Be Vietnam Pro SemiBold" pitchFamily="34" charset="0"/>
                <a:ea typeface="Be Vietnam Pro SemiBold" pitchFamily="34" charset="-122"/>
                <a:cs typeface="Be Vietnam Pro SemiBold" pitchFamily="34" charset="-120"/>
              </a:rPr>
              <a:t> THỂ</a:t>
            </a:r>
            <a:endParaRPr lang="en-US" sz="1875" dirty="0"/>
          </a:p>
        </p:txBody>
      </p:sp>
      <p:sp>
        <p:nvSpPr>
          <p:cNvPr id="3" name="Text 1"/>
          <p:cNvSpPr/>
          <p:nvPr/>
        </p:nvSpPr>
        <p:spPr>
          <a:xfrm>
            <a:off x="838200" y="1066800"/>
            <a:ext cx="16573500" cy="1476375"/>
          </a:xfrm>
          <a:prstGeom prst="rect">
            <a:avLst/>
          </a:prstGeom>
          <a:noFill/>
          <a:ln/>
        </p:spPr>
        <p:txBody>
          <a:bodyPr wrap="square" lIns="0" tIns="3048" rIns="0" bIns="-3048" rtlCol="0" anchor="t"/>
          <a:lstStyle/>
          <a:p>
            <a:pPr algn="l" indent="0" marL="0">
              <a:lnSpc>
                <a:spcPts val="6240"/>
              </a:lnSpc>
              <a:buNone/>
            </a:pPr>
            <a:r>
              <a:rPr lang="en-US" sz="4800" dirty="0" spc="-36" kern="0">
                <a:solidFill>
                  <a:srgbClr val="F3EEE3"/>
                </a:solidFill>
                <a:latin typeface="Bricolage Grotesque ExtraBold" pitchFamily="34" charset="0"/>
                <a:ea typeface="Bricolage Grotesque ExtraBold" pitchFamily="34" charset="-122"/>
                <a:cs typeface="Bricolage Grotesque ExtraBold" pitchFamily="34" charset="-120"/>
              </a:rPr>
              <a:t>Ví</a:t>
            </a:r>
            <a:r>
              <a:rPr lang="en-US" sz="4800" dirty="0" spc="0" kern="0">
                <a:solidFill>
                  <a:srgbClr val="F3EEE3"/>
                </a:solidFill>
                <a:latin typeface="Bricolage Grotesque ExtraBold" pitchFamily="34" charset="0"/>
                <a:ea typeface="Bricolage Grotesque ExtraBold" pitchFamily="34" charset="-122"/>
                <a:cs typeface="Bricolage Grotesque ExtraBold" pitchFamily="34" charset="-120"/>
              </a:rPr>
              <a:t> dụ:</a:t>
            </a:r>
            <a:r>
              <a:rPr lang="en-US" sz="4800" dirty="0" spc="3" kern="0">
                <a:solidFill>
                  <a:srgbClr val="F3EEE3"/>
                </a:solidFill>
                <a:latin typeface="Bricolage Grotesque ExtraBold" pitchFamily="34" charset="0"/>
                <a:ea typeface="Bricolage Grotesque ExtraBold" pitchFamily="34" charset="-122"/>
                <a:cs typeface="Bricolage Grotesque ExtraBold" pitchFamily="34" charset="-120"/>
              </a:rPr>
              <a:t> tự</a:t>
            </a:r>
            <a:r>
              <a:rPr lang="en-US" sz="4800" dirty="0" spc="-26" kern="0">
                <a:solidFill>
                  <a:srgbClr val="F3EEE3"/>
                </a:solidFill>
                <a:latin typeface="Bricolage Grotesque ExtraBold" pitchFamily="34" charset="0"/>
                <a:ea typeface="Bricolage Grotesque ExtraBold" pitchFamily="34" charset="-122"/>
                <a:cs typeface="Bricolage Grotesque ExtraBold" pitchFamily="34" charset="-120"/>
              </a:rPr>
              <a:t> xây</a:t>
            </a:r>
            <a:r>
              <a:rPr lang="en-US" sz="4800" dirty="0" spc="-4" kern="0">
                <a:solidFill>
                  <a:srgbClr val="F3EEE3"/>
                </a:solidFill>
                <a:latin typeface="Bricolage Grotesque ExtraBold" pitchFamily="34" charset="0"/>
                <a:ea typeface="Bricolage Grotesque ExtraBold" pitchFamily="34" charset="-122"/>
                <a:cs typeface="Bricolage Grotesque ExtraBold" pitchFamily="34" charset="-120"/>
              </a:rPr>
              <a:t> database</a:t>
            </a:r>
            <a:r>
              <a:rPr lang="en-US" sz="4800" dirty="0" spc="13" kern="0">
                <a:solidFill>
                  <a:srgbClr val="F3EEE3"/>
                </a:solidFill>
                <a:latin typeface="Bricolage Grotesque ExtraBold" pitchFamily="34" charset="0"/>
                <a:ea typeface="Bricolage Grotesque ExtraBold" pitchFamily="34" charset="-122"/>
                <a:cs typeface="Bricolage Grotesque ExtraBold" pitchFamily="34" charset="-120"/>
              </a:rPr>
              <a:t> để</a:t>
            </a:r>
            <a:r>
              <a:rPr lang="en-US" sz="4800" dirty="0" spc="2" kern="0">
                <a:solidFill>
                  <a:srgbClr val="F3EEE3"/>
                </a:solidFill>
                <a:latin typeface="Bricolage Grotesque ExtraBold" pitchFamily="34" charset="0"/>
                <a:ea typeface="Bricolage Grotesque ExtraBold" pitchFamily="34" charset="-122"/>
                <a:cs typeface="Bricolage Grotesque ExtraBold" pitchFamily="34" charset="-120"/>
              </a:rPr>
              <a:t> hiểu</a:t>
            </a:r>
            <a:r>
              <a:rPr lang="en-US" sz="4800" dirty="0" spc="1" kern="0">
                <a:solidFill>
                  <a:srgbClr val="F3EEE3"/>
                </a:solidFill>
                <a:latin typeface="Bricolage Grotesque ExtraBold" pitchFamily="34" charset="0"/>
                <a:ea typeface="Bricolage Grotesque ExtraBold" pitchFamily="34" charset="-122"/>
                <a:cs typeface="Bricolage Grotesque ExtraBold" pitchFamily="34" charset="-120"/>
              </a:rPr>
              <a:t> lưu</a:t>
            </a:r>
            <a:r>
              <a:rPr lang="en-US" sz="4800" dirty="0" spc="7" kern="0">
                <a:solidFill>
                  <a:srgbClr val="F3EEE3"/>
                </a:solidFill>
                <a:latin typeface="Bricolage Grotesque ExtraBold" pitchFamily="34" charset="0"/>
                <a:ea typeface="Bricolage Grotesque ExtraBold" pitchFamily="34" charset="-122"/>
                <a:cs typeface="Bricolage Grotesque ExtraBold" pitchFamily="34" charset="-120"/>
              </a:rPr>
              <a:t> trữ</a:t>
            </a:r>
            <a:endParaRPr lang="en-US" sz="4800" dirty="0"/>
          </a:p>
        </p:txBody>
      </p:sp>
      <p:sp>
        <p:nvSpPr>
          <p:cNvPr id="4" name="Connector line-1792794868919-935726556"/>
          <p:cNvSpPr/>
          <p:nvPr/>
        </p:nvSpPr>
        <p:spPr>
          <a:xfrm>
            <a:off x="838200" y="2647950"/>
            <a:ext cx="16611600" cy="0"/>
          </a:xfrm>
          <a:prstGeom prst="line">
            <a:avLst/>
          </a:prstGeom>
          <a:noFill/>
          <a:ln w="28575">
            <a:solidFill>
              <a:srgbClr val="363B4A"/>
            </a:solidFill>
            <a:prstDash val="solid"/>
            <a:headEnd type="none"/>
            <a:tailEnd type="none"/>
          </a:ln>
        </p:spPr>
      </p:sp>
      <p:sp>
        <p:nvSpPr>
          <p:cNvPr id="5" name="Shape 3"/>
          <p:cNvSpPr/>
          <p:nvPr/>
        </p:nvSpPr>
        <p:spPr>
          <a:xfrm>
            <a:off x="838200" y="3048000"/>
            <a:ext cx="16611600" cy="1057275"/>
          </a:xfrm>
          <a:prstGeom prst="roundRect">
            <a:avLst>
              <a:gd name="adj" fmla="val 10811"/>
            </a:avLst>
          </a:prstGeom>
          <a:solidFill>
            <a:srgbClr val="1E212B"/>
          </a:solidFill>
          <a:ln w="9525">
            <a:solidFill>
              <a:srgbClr val="363B4A"/>
            </a:solidFill>
            <a:prstDash val="solid"/>
          </a:ln>
        </p:spPr>
      </p:sp>
      <p:sp>
        <p:nvSpPr>
          <p:cNvPr id="6" name="Text 4"/>
          <p:cNvSpPr/>
          <p:nvPr/>
        </p:nvSpPr>
        <p:spPr>
          <a:xfrm>
            <a:off x="1123950" y="3276600"/>
            <a:ext cx="3667125" cy="619125"/>
          </a:xfrm>
          <a:prstGeom prst="rect">
            <a:avLst/>
          </a:prstGeom>
          <a:noFill/>
          <a:ln/>
        </p:spPr>
        <p:txBody>
          <a:bodyPr wrap="square" lIns="0" tIns="12954" rIns="0" bIns="-12954" rtlCol="0" anchor="t"/>
          <a:lstStyle/>
          <a:p>
            <a:pPr algn="l" indent="0" marL="0">
              <a:lnSpc>
                <a:spcPts val="3120"/>
              </a:lnSpc>
              <a:buNone/>
            </a:pPr>
            <a:r>
              <a:rPr lang="en-US" sz="2400" b="1" dirty="0" spc="3" kern="0">
                <a:solidFill>
                  <a:srgbClr val="7C93FF"/>
                </a:solidFill>
                <a:latin typeface="Be Vietnam Pro" pitchFamily="34" charset="0"/>
                <a:ea typeface="Be Vietnam Pro" pitchFamily="34" charset="-122"/>
                <a:cs typeface="Be Vietnam Pro" pitchFamily="34" charset="-120"/>
              </a:rPr>
              <a:t>Bạn</a:t>
            </a:r>
            <a:r>
              <a:rPr lang="en-US" sz="2400" b="1" dirty="0" spc="-1" kern="0">
                <a:solidFill>
                  <a:srgbClr val="7C93FF"/>
                </a:solidFill>
                <a:latin typeface="Be Vietnam Pro" pitchFamily="34" charset="0"/>
                <a:ea typeface="Be Vietnam Pro" pitchFamily="34" charset="-122"/>
                <a:cs typeface="Be Vietnam Pro" pitchFamily="34" charset="-120"/>
              </a:rPr>
              <a:t> nhìn</a:t>
            </a:r>
            <a:r>
              <a:rPr lang="en-US" sz="2400" b="1" dirty="0" spc="-9" kern="0">
                <a:solidFill>
                  <a:srgbClr val="7C93FF"/>
                </a:solidFill>
                <a:latin typeface="Be Vietnam Pro" pitchFamily="34" charset="0"/>
                <a:ea typeface="Be Vietnam Pro" pitchFamily="34" charset="-122"/>
                <a:cs typeface="Be Vietnam Pro" pitchFamily="34" charset="-120"/>
              </a:rPr>
              <a:t> thấy</a:t>
            </a:r>
            <a:endParaRPr lang="en-US" sz="2400" dirty="0"/>
          </a:p>
        </p:txBody>
      </p:sp>
      <p:sp>
        <p:nvSpPr>
          <p:cNvPr id="7" name="Text 5"/>
          <p:cNvSpPr/>
          <p:nvPr/>
        </p:nvSpPr>
        <p:spPr>
          <a:xfrm>
            <a:off x="5238750" y="3276600"/>
            <a:ext cx="11239500" cy="666750"/>
          </a:xfrm>
          <a:prstGeom prst="rect">
            <a:avLst/>
          </a:prstGeom>
          <a:noFill/>
          <a:ln/>
        </p:spPr>
        <p:txBody>
          <a:bodyPr wrap="square" lIns="0" tIns="12144" rIns="0" bIns="-12144" rtlCol="0" anchor="t"/>
          <a:lstStyle/>
          <a:p>
            <a:pPr algn="l" indent="0" marL="0">
              <a:lnSpc>
                <a:spcPts val="2925"/>
              </a:lnSpc>
              <a:buNone/>
            </a:pPr>
            <a:r>
              <a:rPr lang="en-US" sz="2250" dirty="0" spc="2" kern="0">
                <a:solidFill>
                  <a:srgbClr val="F3EEE3"/>
                </a:solidFill>
                <a:latin typeface="Be Vietnam Pro" pitchFamily="34" charset="0"/>
                <a:ea typeface="Be Vietnam Pro" pitchFamily="34" charset="-122"/>
                <a:cs typeface="Be Vietnam Pro" pitchFamily="34" charset="-120"/>
              </a:rPr>
              <a:t>Gõ</a:t>
            </a:r>
            <a:r>
              <a:rPr lang="en-US" sz="2250" dirty="0" spc="0" kern="0">
                <a:solidFill>
                  <a:srgbClr val="F3EEE3"/>
                </a:solidFill>
                <a:latin typeface="Be Vietnam Pro" pitchFamily="34" charset="0"/>
                <a:ea typeface="Be Vietnam Pro" pitchFamily="34" charset="-122"/>
                <a:cs typeface="Be Vietnam Pro" pitchFamily="34" charset="-120"/>
              </a:rPr>
              <a:t> lệnh</a:t>
            </a:r>
            <a:r>
              <a:rPr lang="en-US" sz="2250" dirty="0" spc="16" kern="0">
                <a:solidFill>
                  <a:srgbClr val="F3EEE3"/>
                </a:solidFill>
                <a:latin typeface="Be Vietnam Pro" pitchFamily="34" charset="0"/>
                <a:ea typeface="Be Vietnam Pro" pitchFamily="34" charset="-122"/>
                <a:cs typeface="Be Vietnam Pro" pitchFamily="34" charset="-120"/>
              </a:rPr>
              <a:t> lưu</a:t>
            </a:r>
            <a:r>
              <a:rPr lang="en-US" sz="2250" dirty="0" spc="-4" kern="0">
                <a:solidFill>
                  <a:srgbClr val="F3EEE3"/>
                </a:solidFill>
                <a:latin typeface="Be Vietnam Pro" pitchFamily="34" charset="0"/>
                <a:ea typeface="Be Vietnam Pro" pitchFamily="34" charset="-122"/>
                <a:cs typeface="Be Vietnam Pro" pitchFamily="34" charset="-120"/>
              </a:rPr>
              <a:t> một</a:t>
            </a:r>
            <a:r>
              <a:rPr lang="en-US" sz="2250" dirty="0" spc="-1" kern="0">
                <a:solidFill>
                  <a:srgbClr val="F3EEE3"/>
                </a:solidFill>
                <a:latin typeface="Be Vietnam Pro" pitchFamily="34" charset="0"/>
                <a:ea typeface="Be Vietnam Pro" pitchFamily="34" charset="-122"/>
                <a:cs typeface="Be Vietnam Pro" pitchFamily="34" charset="-120"/>
              </a:rPr>
              <a:t> bản</a:t>
            </a:r>
            <a:r>
              <a:rPr lang="en-US" sz="2250" dirty="0" spc="-2" kern="0">
                <a:solidFill>
                  <a:srgbClr val="F3EEE3"/>
                </a:solidFill>
                <a:latin typeface="Be Vietnam Pro" pitchFamily="34" charset="0"/>
                <a:ea typeface="Be Vietnam Pro" pitchFamily="34" charset="-122"/>
                <a:cs typeface="Be Vietnam Pro" pitchFamily="34" charset="-120"/>
              </a:rPr>
              <a:t> ghi,</a:t>
            </a:r>
            <a:r>
              <a:rPr lang="en-US" sz="2250" dirty="0" spc="-23" kern="0">
                <a:solidFill>
                  <a:srgbClr val="F3EEE3"/>
                </a:solidFill>
                <a:latin typeface="Be Vietnam Pro" pitchFamily="34" charset="0"/>
                <a:ea typeface="Be Vietnam Pro" pitchFamily="34" charset="-122"/>
                <a:cs typeface="Be Vietnam Pro" pitchFamily="34" charset="-120"/>
              </a:rPr>
              <a:t> rồi</a:t>
            </a:r>
            <a:r>
              <a:rPr lang="en-US" sz="2250" dirty="0" spc="-20" kern="0">
                <a:solidFill>
                  <a:srgbClr val="F3EEE3"/>
                </a:solidFill>
                <a:latin typeface="Be Vietnam Pro" pitchFamily="34" charset="0"/>
                <a:ea typeface="Be Vietnam Pro" pitchFamily="34" charset="-122"/>
                <a:cs typeface="Be Vietnam Pro" pitchFamily="34" charset="-120"/>
              </a:rPr>
              <a:t> yêu</a:t>
            </a:r>
            <a:r>
              <a:rPr lang="en-US" sz="2250" dirty="0" spc="0" kern="0">
                <a:solidFill>
                  <a:srgbClr val="F3EEE3"/>
                </a:solidFill>
                <a:latin typeface="Be Vietnam Pro" pitchFamily="34" charset="0"/>
                <a:ea typeface="Be Vietnam Pro" pitchFamily="34" charset="-122"/>
                <a:cs typeface="Be Vietnam Pro" pitchFamily="34" charset="-120"/>
              </a:rPr>
              <a:t> cầu</a:t>
            </a:r>
            <a:r>
              <a:rPr lang="en-US" sz="2250" dirty="0" spc="12" kern="0">
                <a:solidFill>
                  <a:srgbClr val="F3EEE3"/>
                </a:solidFill>
                <a:latin typeface="Be Vietnam Pro" pitchFamily="34" charset="0"/>
                <a:ea typeface="Be Vietnam Pro" pitchFamily="34" charset="-122"/>
                <a:cs typeface="Be Vietnam Pro" pitchFamily="34" charset="-120"/>
              </a:rPr>
              <a:t> đọc</a:t>
            </a:r>
            <a:r>
              <a:rPr lang="en-US" sz="2250" dirty="0" spc="0" kern="0">
                <a:solidFill>
                  <a:srgbClr val="F3EEE3"/>
                </a:solidFill>
                <a:latin typeface="Be Vietnam Pro" pitchFamily="34" charset="0"/>
                <a:ea typeface="Be Vietnam Pro" pitchFamily="34" charset="-122"/>
                <a:cs typeface="Be Vietnam Pro" pitchFamily="34" charset="-120"/>
              </a:rPr>
              <a:t> lại.</a:t>
            </a:r>
            <a:endParaRPr lang="en-US" sz="2250" dirty="0"/>
          </a:p>
        </p:txBody>
      </p:sp>
      <p:sp>
        <p:nvSpPr>
          <p:cNvPr id="8" name="Shape 6"/>
          <p:cNvSpPr/>
          <p:nvPr/>
        </p:nvSpPr>
        <p:spPr>
          <a:xfrm>
            <a:off x="1104900" y="4276725"/>
            <a:ext cx="16078200" cy="1057275"/>
          </a:xfrm>
          <a:prstGeom prst="roundRect">
            <a:avLst>
              <a:gd name="adj" fmla="val 10811"/>
            </a:avLst>
          </a:prstGeom>
          <a:solidFill>
            <a:srgbClr val="1E212B"/>
          </a:solidFill>
          <a:ln w="9525">
            <a:solidFill>
              <a:srgbClr val="363B4A"/>
            </a:solidFill>
            <a:prstDash val="solid"/>
          </a:ln>
        </p:spPr>
      </p:sp>
      <p:sp>
        <p:nvSpPr>
          <p:cNvPr id="9" name="Text 7"/>
          <p:cNvSpPr/>
          <p:nvPr/>
        </p:nvSpPr>
        <p:spPr>
          <a:xfrm>
            <a:off x="1390650" y="4505325"/>
            <a:ext cx="3667125" cy="619125"/>
          </a:xfrm>
          <a:prstGeom prst="rect">
            <a:avLst/>
          </a:prstGeom>
          <a:noFill/>
          <a:ln/>
        </p:spPr>
        <p:txBody>
          <a:bodyPr wrap="square" lIns="0" tIns="12954" rIns="0" bIns="-12954" rtlCol="0" anchor="t"/>
          <a:lstStyle/>
          <a:p>
            <a:pPr algn="l" indent="0" marL="0">
              <a:lnSpc>
                <a:spcPts val="3120"/>
              </a:lnSpc>
              <a:buNone/>
            </a:pPr>
            <a:r>
              <a:rPr lang="en-US" sz="2400" b="1" dirty="0" spc="4" kern="0">
                <a:solidFill>
                  <a:srgbClr val="7C93FF"/>
                </a:solidFill>
                <a:latin typeface="Be Vietnam Pro" pitchFamily="34" charset="0"/>
                <a:ea typeface="Be Vietnam Pro" pitchFamily="34" charset="-122"/>
                <a:cs typeface="Be Vietnam Pro" pitchFamily="34" charset="-120"/>
              </a:rPr>
              <a:t>Chương</a:t>
            </a:r>
            <a:r>
              <a:rPr lang="en-US" sz="2400" b="1" dirty="0" spc="6" kern="0">
                <a:solidFill>
                  <a:srgbClr val="7C93FF"/>
                </a:solidFill>
                <a:latin typeface="Be Vietnam Pro" pitchFamily="34" charset="0"/>
                <a:ea typeface="Be Vietnam Pro" pitchFamily="34" charset="-122"/>
                <a:cs typeface="Be Vietnam Pro" pitchFamily="34" charset="-120"/>
              </a:rPr>
              <a:t> trình</a:t>
            </a:r>
            <a:r>
              <a:rPr lang="en-US" sz="2400" b="1" dirty="0" spc="1" kern="0">
                <a:solidFill>
                  <a:srgbClr val="7C93FF"/>
                </a:solidFill>
                <a:latin typeface="Be Vietnam Pro" pitchFamily="34" charset="0"/>
                <a:ea typeface="Be Vietnam Pro" pitchFamily="34" charset="-122"/>
                <a:cs typeface="Be Vietnam Pro" pitchFamily="34" charset="-120"/>
              </a:rPr>
              <a:t> xử</a:t>
            </a:r>
            <a:r>
              <a:rPr lang="en-US" sz="2400" b="1" dirty="0" spc="0" kern="0">
                <a:solidFill>
                  <a:srgbClr val="7C93FF"/>
                </a:solidFill>
                <a:latin typeface="Be Vietnam Pro" pitchFamily="34" charset="0"/>
                <a:ea typeface="Be Vietnam Pro" pitchFamily="34" charset="-122"/>
                <a:cs typeface="Be Vietnam Pro" pitchFamily="34" charset="-120"/>
              </a:rPr>
              <a:t> lý</a:t>
            </a:r>
            <a:endParaRPr lang="en-US" sz="2400" dirty="0"/>
          </a:p>
        </p:txBody>
      </p:sp>
      <p:sp>
        <p:nvSpPr>
          <p:cNvPr id="10" name="Text 8"/>
          <p:cNvSpPr/>
          <p:nvPr/>
        </p:nvSpPr>
        <p:spPr>
          <a:xfrm>
            <a:off x="5238750" y="4505325"/>
            <a:ext cx="10972800" cy="666750"/>
          </a:xfrm>
          <a:prstGeom prst="rect">
            <a:avLst/>
          </a:prstGeom>
          <a:noFill/>
          <a:ln/>
        </p:spPr>
        <p:txBody>
          <a:bodyPr wrap="square" lIns="0" tIns="12144" rIns="0" bIns="-12144" rtlCol="0" anchor="t"/>
          <a:lstStyle/>
          <a:p>
            <a:pPr algn="l" indent="0" marL="0">
              <a:lnSpc>
                <a:spcPts val="2925"/>
              </a:lnSpc>
              <a:buNone/>
            </a:pPr>
            <a:r>
              <a:rPr lang="en-US" sz="2250" dirty="0">
                <a:solidFill>
                  <a:srgbClr val="F3EEE3"/>
                </a:solidFill>
                <a:latin typeface="Be Vietnam Pro" pitchFamily="34" charset="0"/>
                <a:ea typeface="Be Vietnam Pro" pitchFamily="34" charset="-122"/>
                <a:cs typeface="Be Vietnam Pro" pitchFamily="34" charset="-120"/>
              </a:rPr>
              <a:t>Nhận lệnh → phân tích yêu cầu → tìm thao tác cần làm.</a:t>
            </a:r>
            <a:endParaRPr lang="en-US" sz="2250" dirty="0"/>
          </a:p>
        </p:txBody>
      </p:sp>
      <p:sp>
        <p:nvSpPr>
          <p:cNvPr id="11" name="Shape 9"/>
          <p:cNvSpPr/>
          <p:nvPr/>
        </p:nvSpPr>
        <p:spPr>
          <a:xfrm>
            <a:off x="1371600" y="5505450"/>
            <a:ext cx="15544800" cy="1057275"/>
          </a:xfrm>
          <a:prstGeom prst="roundRect">
            <a:avLst>
              <a:gd name="adj" fmla="val 10811"/>
            </a:avLst>
          </a:prstGeom>
          <a:solidFill>
            <a:srgbClr val="1E212B"/>
          </a:solidFill>
          <a:ln w="9525">
            <a:solidFill>
              <a:srgbClr val="363B4A"/>
            </a:solidFill>
            <a:prstDash val="solid"/>
          </a:ln>
        </p:spPr>
      </p:sp>
      <p:sp>
        <p:nvSpPr>
          <p:cNvPr id="12" name="Text 10"/>
          <p:cNvSpPr/>
          <p:nvPr/>
        </p:nvSpPr>
        <p:spPr>
          <a:xfrm>
            <a:off x="1657350" y="5734050"/>
            <a:ext cx="3667125" cy="619125"/>
          </a:xfrm>
          <a:prstGeom prst="rect">
            <a:avLst/>
          </a:prstGeom>
          <a:noFill/>
          <a:ln/>
        </p:spPr>
        <p:txBody>
          <a:bodyPr wrap="square" lIns="0" tIns="12954" rIns="0" bIns="-12954" rtlCol="0" anchor="t"/>
          <a:lstStyle/>
          <a:p>
            <a:pPr algn="l" indent="0" marL="0">
              <a:lnSpc>
                <a:spcPts val="3120"/>
              </a:lnSpc>
              <a:buNone/>
            </a:pPr>
            <a:r>
              <a:rPr lang="en-US" sz="2400" b="1" dirty="0" spc="4" kern="0">
                <a:solidFill>
                  <a:srgbClr val="7C93FF"/>
                </a:solidFill>
                <a:latin typeface="Be Vietnam Pro" pitchFamily="34" charset="0"/>
                <a:ea typeface="Be Vietnam Pro" pitchFamily="34" charset="-122"/>
                <a:cs typeface="Be Vietnam Pro" pitchFamily="34" charset="-120"/>
              </a:rPr>
              <a:t>Dữ</a:t>
            </a:r>
            <a:r>
              <a:rPr lang="en-US" sz="2400" b="1" dirty="0" spc="-1" kern="0">
                <a:solidFill>
                  <a:srgbClr val="7C93FF"/>
                </a:solidFill>
                <a:latin typeface="Be Vietnam Pro" pitchFamily="34" charset="0"/>
                <a:ea typeface="Be Vietnam Pro" pitchFamily="34" charset="-122"/>
                <a:cs typeface="Be Vietnam Pro" pitchFamily="34" charset="-120"/>
              </a:rPr>
              <a:t> liệu</a:t>
            </a:r>
            <a:r>
              <a:rPr lang="en-US" sz="2400" b="1" dirty="0" spc="11" kern="0">
                <a:solidFill>
                  <a:srgbClr val="7C93FF"/>
                </a:solidFill>
                <a:latin typeface="Be Vietnam Pro" pitchFamily="34" charset="0"/>
                <a:ea typeface="Be Vietnam Pro" pitchFamily="34" charset="-122"/>
                <a:cs typeface="Be Vietnam Pro" pitchFamily="34" charset="-120"/>
              </a:rPr>
              <a:t> được</a:t>
            </a:r>
            <a:r>
              <a:rPr lang="en-US" sz="2400" b="1" dirty="0" spc="-4" kern="0">
                <a:solidFill>
                  <a:srgbClr val="7C93FF"/>
                </a:solidFill>
                <a:latin typeface="Be Vietnam Pro" pitchFamily="34" charset="0"/>
                <a:ea typeface="Be Vietnam Pro" pitchFamily="34" charset="-122"/>
                <a:cs typeface="Be Vietnam Pro" pitchFamily="34" charset="-120"/>
              </a:rPr>
              <a:t> tổ</a:t>
            </a:r>
            <a:r>
              <a:rPr lang="en-US" sz="2400" b="1" dirty="0" spc="10" kern="0">
                <a:solidFill>
                  <a:srgbClr val="7C93FF"/>
                </a:solidFill>
                <a:latin typeface="Be Vietnam Pro" pitchFamily="34" charset="0"/>
                <a:ea typeface="Be Vietnam Pro" pitchFamily="34" charset="-122"/>
                <a:cs typeface="Be Vietnam Pro" pitchFamily="34" charset="-120"/>
              </a:rPr>
              <a:t> chức</a:t>
            </a:r>
            <a:endParaRPr lang="en-US" sz="2400" dirty="0"/>
          </a:p>
        </p:txBody>
      </p:sp>
      <p:sp>
        <p:nvSpPr>
          <p:cNvPr id="13" name="Text 11"/>
          <p:cNvSpPr/>
          <p:nvPr/>
        </p:nvSpPr>
        <p:spPr>
          <a:xfrm>
            <a:off x="5238750" y="5734050"/>
            <a:ext cx="10706100" cy="666750"/>
          </a:xfrm>
          <a:prstGeom prst="rect">
            <a:avLst/>
          </a:prstGeom>
          <a:noFill/>
          <a:ln/>
        </p:spPr>
        <p:txBody>
          <a:bodyPr wrap="square" lIns="0" tIns="12144" rIns="0" bIns="-12144" rtlCol="0" anchor="t"/>
          <a:lstStyle/>
          <a:p>
            <a:pPr algn="l" indent="0" marL="0">
              <a:lnSpc>
                <a:spcPts val="2925"/>
              </a:lnSpc>
              <a:buNone/>
            </a:pPr>
            <a:r>
              <a:rPr lang="en-US" sz="2250" dirty="0" spc="-22" kern="0">
                <a:solidFill>
                  <a:srgbClr val="F3EEE3"/>
                </a:solidFill>
                <a:latin typeface="Be Vietnam Pro" pitchFamily="34" charset="0"/>
                <a:ea typeface="Be Vietnam Pro" pitchFamily="34" charset="-122"/>
                <a:cs typeface="Be Vietnam Pro" pitchFamily="34" charset="-120"/>
              </a:rPr>
              <a:t>Quyết</a:t>
            </a:r>
            <a:r>
              <a:rPr lang="en-US" sz="2250" dirty="0" spc="19" kern="0">
                <a:solidFill>
                  <a:srgbClr val="F3EEE3"/>
                </a:solidFill>
                <a:latin typeface="Be Vietnam Pro" pitchFamily="34" charset="0"/>
                <a:ea typeface="Be Vietnam Pro" pitchFamily="34" charset="-122"/>
                <a:cs typeface="Be Vietnam Pro" pitchFamily="34" charset="-120"/>
              </a:rPr>
              <a:t> định</a:t>
            </a:r>
            <a:r>
              <a:rPr lang="en-US" sz="2250" dirty="0" spc="2" kern="0">
                <a:solidFill>
                  <a:srgbClr val="F3EEE3"/>
                </a:solidFill>
                <a:latin typeface="Be Vietnam Pro" pitchFamily="34" charset="0"/>
                <a:ea typeface="Be Vietnam Pro" pitchFamily="34" charset="-122"/>
                <a:cs typeface="Be Vietnam Pro" pitchFamily="34" charset="-120"/>
              </a:rPr>
              <a:t> cách</a:t>
            </a:r>
            <a:r>
              <a:rPr lang="en-US" sz="2250" dirty="0" spc="16" kern="0">
                <a:solidFill>
                  <a:srgbClr val="F3EEE3"/>
                </a:solidFill>
                <a:latin typeface="Be Vietnam Pro" pitchFamily="34" charset="0"/>
                <a:ea typeface="Be Vietnam Pro" pitchFamily="34" charset="-122"/>
                <a:cs typeface="Be Vietnam Pro" pitchFamily="34" charset="-120"/>
              </a:rPr>
              <a:t> lưu</a:t>
            </a:r>
            <a:r>
              <a:rPr lang="en-US" sz="2250" dirty="0" spc="-17" kern="0">
                <a:solidFill>
                  <a:srgbClr val="F3EEE3"/>
                </a:solidFill>
                <a:latin typeface="Be Vietnam Pro" pitchFamily="34" charset="0"/>
                <a:ea typeface="Be Vietnam Pro" pitchFamily="34" charset="-122"/>
                <a:cs typeface="Be Vietnam Pro" pitchFamily="34" charset="-120"/>
              </a:rPr>
              <a:t> và</a:t>
            </a:r>
            <a:r>
              <a:rPr lang="en-US" sz="2250" dirty="0" spc="0" kern="0">
                <a:solidFill>
                  <a:srgbClr val="F3EEE3"/>
                </a:solidFill>
                <a:latin typeface="Be Vietnam Pro" pitchFamily="34" charset="0"/>
                <a:ea typeface="Be Vietnam Pro" pitchFamily="34" charset="-122"/>
                <a:cs typeface="Be Vietnam Pro" pitchFamily="34" charset="-120"/>
              </a:rPr>
              <a:t> tìm</a:t>
            </a:r>
            <a:r>
              <a:rPr lang="en-US" sz="2250" dirty="0" spc="-2" kern="0">
                <a:solidFill>
                  <a:srgbClr val="F3EEE3"/>
                </a:solidFill>
                <a:latin typeface="Be Vietnam Pro" pitchFamily="34" charset="0"/>
                <a:ea typeface="Be Vietnam Pro" pitchFamily="34" charset="-122"/>
                <a:cs typeface="Be Vietnam Pro" pitchFamily="34" charset="-120"/>
              </a:rPr>
              <a:t> lại bản</a:t>
            </a:r>
            <a:r>
              <a:rPr lang="en-US" sz="2250" dirty="0" spc="-1" kern="0">
                <a:solidFill>
                  <a:srgbClr val="F3EEE3"/>
                </a:solidFill>
                <a:latin typeface="Be Vietnam Pro" pitchFamily="34" charset="0"/>
                <a:ea typeface="Be Vietnam Pro" pitchFamily="34" charset="-122"/>
                <a:cs typeface="Be Vietnam Pro" pitchFamily="34" charset="-120"/>
              </a:rPr>
              <a:t> ghi</a:t>
            </a:r>
            <a:r>
              <a:rPr lang="en-US" sz="2250" dirty="0" spc="-16" kern="0">
                <a:solidFill>
                  <a:srgbClr val="F3EEE3"/>
                </a:solidFill>
                <a:latin typeface="Be Vietnam Pro" pitchFamily="34" charset="0"/>
                <a:ea typeface="Be Vietnam Pro" pitchFamily="34" charset="-122"/>
                <a:cs typeface="Be Vietnam Pro" pitchFamily="34" charset="-120"/>
              </a:rPr>
              <a:t> trong</a:t>
            </a:r>
            <a:r>
              <a:rPr lang="en-US" sz="2250" dirty="0" spc="1" kern="0">
                <a:solidFill>
                  <a:srgbClr val="F3EEE3"/>
                </a:solidFill>
                <a:latin typeface="Be Vietnam Pro" pitchFamily="34" charset="0"/>
                <a:ea typeface="Be Vietnam Pro" pitchFamily="34" charset="-122"/>
                <a:cs typeface="Be Vietnam Pro" pitchFamily="34" charset="-120"/>
              </a:rPr>
              <a:t> bộ</a:t>
            </a:r>
            <a:r>
              <a:rPr lang="en-US" sz="2250" dirty="0" spc="2" kern="0">
                <a:solidFill>
                  <a:srgbClr val="F3EEE3"/>
                </a:solidFill>
                <a:latin typeface="Be Vietnam Pro" pitchFamily="34" charset="0"/>
                <a:ea typeface="Be Vietnam Pro" pitchFamily="34" charset="-122"/>
                <a:cs typeface="Be Vietnam Pro" pitchFamily="34" charset="-120"/>
              </a:rPr>
              <a:t> nhớ</a:t>
            </a:r>
            <a:r>
              <a:rPr lang="en-US" sz="2250" dirty="0" spc="-3" kern="0">
                <a:solidFill>
                  <a:srgbClr val="F3EEE3"/>
                </a:solidFill>
                <a:latin typeface="Be Vietnam Pro" pitchFamily="34" charset="0"/>
                <a:ea typeface="Be Vietnam Pro" pitchFamily="34" charset="-122"/>
                <a:cs typeface="Be Vietnam Pro" pitchFamily="34" charset="-120"/>
              </a:rPr>
              <a:t> hoặc</a:t>
            </a:r>
            <a:r>
              <a:rPr lang="en-US" sz="2250" dirty="0" spc="-18" kern="0">
                <a:solidFill>
                  <a:srgbClr val="F3EEE3"/>
                </a:solidFill>
                <a:latin typeface="Be Vietnam Pro" pitchFamily="34" charset="0"/>
                <a:ea typeface="Be Vietnam Pro" pitchFamily="34" charset="-122"/>
                <a:cs typeface="Be Vietnam Pro" pitchFamily="34" charset="-120"/>
              </a:rPr>
              <a:t> trên</a:t>
            </a:r>
            <a:r>
              <a:rPr lang="en-US" sz="2250" dirty="0" spc="19" kern="0">
                <a:solidFill>
                  <a:srgbClr val="F3EEE3"/>
                </a:solidFill>
                <a:latin typeface="Be Vietnam Pro" pitchFamily="34" charset="0"/>
                <a:ea typeface="Be Vietnam Pro" pitchFamily="34" charset="-122"/>
                <a:cs typeface="Be Vietnam Pro" pitchFamily="34" charset="-120"/>
              </a:rPr>
              <a:t> đĩa.</a:t>
            </a:r>
            <a:endParaRPr lang="en-US" sz="2250" dirty="0"/>
          </a:p>
        </p:txBody>
      </p:sp>
      <p:sp>
        <p:nvSpPr>
          <p:cNvPr id="14" name="Shape 12"/>
          <p:cNvSpPr/>
          <p:nvPr/>
        </p:nvSpPr>
        <p:spPr>
          <a:xfrm>
            <a:off x="1638300" y="6734175"/>
            <a:ext cx="15011400" cy="1057275"/>
          </a:xfrm>
          <a:prstGeom prst="roundRect">
            <a:avLst>
              <a:gd name="adj" fmla="val 10811"/>
            </a:avLst>
          </a:prstGeom>
          <a:solidFill>
            <a:srgbClr val="1E212B"/>
          </a:solidFill>
          <a:ln w="9525">
            <a:solidFill>
              <a:srgbClr val="363B4A"/>
            </a:solidFill>
            <a:prstDash val="solid"/>
          </a:ln>
        </p:spPr>
      </p:sp>
      <p:sp>
        <p:nvSpPr>
          <p:cNvPr id="15" name="Text 13"/>
          <p:cNvSpPr/>
          <p:nvPr/>
        </p:nvSpPr>
        <p:spPr>
          <a:xfrm>
            <a:off x="1924050" y="6962775"/>
            <a:ext cx="3667125" cy="619125"/>
          </a:xfrm>
          <a:prstGeom prst="rect">
            <a:avLst/>
          </a:prstGeom>
          <a:noFill/>
          <a:ln/>
        </p:spPr>
        <p:txBody>
          <a:bodyPr wrap="square" lIns="0" tIns="12954" rIns="0" bIns="-12954" rtlCol="0" anchor="t"/>
          <a:lstStyle/>
          <a:p>
            <a:pPr algn="l" indent="0" marL="0">
              <a:lnSpc>
                <a:spcPts val="3120"/>
              </a:lnSpc>
              <a:buNone/>
            </a:pPr>
            <a:r>
              <a:rPr lang="en-US" sz="2400" b="1" dirty="0" spc="3" kern="0">
                <a:solidFill>
                  <a:srgbClr val="7C93FF"/>
                </a:solidFill>
                <a:latin typeface="Be Vietnam Pro" pitchFamily="34" charset="0"/>
                <a:ea typeface="Be Vietnam Pro" pitchFamily="34" charset="-122"/>
                <a:cs typeface="Be Vietnam Pro" pitchFamily="34" charset="-120"/>
              </a:rPr>
              <a:t>Bạn</a:t>
            </a:r>
            <a:r>
              <a:rPr lang="en-US" sz="2400" b="1" dirty="0" spc="-3" kern="0">
                <a:solidFill>
                  <a:srgbClr val="7C93FF"/>
                </a:solidFill>
                <a:latin typeface="Be Vietnam Pro" pitchFamily="34" charset="0"/>
                <a:ea typeface="Be Vietnam Pro" pitchFamily="34" charset="-122"/>
                <a:cs typeface="Be Vietnam Pro" pitchFamily="34" charset="-120"/>
              </a:rPr>
              <a:t> kiểm</a:t>
            </a:r>
            <a:r>
              <a:rPr lang="en-US" sz="2400" b="1" dirty="0" spc="17" kern="0">
                <a:solidFill>
                  <a:srgbClr val="7C93FF"/>
                </a:solidFill>
                <a:latin typeface="Be Vietnam Pro" pitchFamily="34" charset="0"/>
                <a:ea typeface="Be Vietnam Pro" pitchFamily="34" charset="-122"/>
                <a:cs typeface="Be Vietnam Pro" pitchFamily="34" charset="-120"/>
              </a:rPr>
              <a:t> chứng</a:t>
            </a:r>
            <a:endParaRPr lang="en-US" sz="2400" dirty="0"/>
          </a:p>
        </p:txBody>
      </p:sp>
      <p:sp>
        <p:nvSpPr>
          <p:cNvPr id="16" name="Text 14"/>
          <p:cNvSpPr/>
          <p:nvPr/>
        </p:nvSpPr>
        <p:spPr>
          <a:xfrm>
            <a:off x="5238750" y="6962775"/>
            <a:ext cx="10439400" cy="666750"/>
          </a:xfrm>
          <a:prstGeom prst="rect">
            <a:avLst/>
          </a:prstGeom>
          <a:noFill/>
          <a:ln/>
        </p:spPr>
        <p:txBody>
          <a:bodyPr wrap="square" lIns="0" tIns="12144" rIns="0" bIns="-12144" rtlCol="0" anchor="t"/>
          <a:lstStyle/>
          <a:p>
            <a:pPr algn="l" indent="0" marL="0">
              <a:lnSpc>
                <a:spcPts val="2925"/>
              </a:lnSpc>
              <a:buNone/>
            </a:pPr>
            <a:r>
              <a:rPr lang="en-US" sz="2250" dirty="0" spc="1" kern="0">
                <a:solidFill>
                  <a:srgbClr val="F3EEE3"/>
                </a:solidFill>
                <a:latin typeface="Be Vietnam Pro" pitchFamily="34" charset="0"/>
                <a:ea typeface="Be Vietnam Pro" pitchFamily="34" charset="-122"/>
                <a:cs typeface="Be Vietnam Pro" pitchFamily="34" charset="-120"/>
              </a:rPr>
              <a:t>Thử</a:t>
            </a:r>
            <a:r>
              <a:rPr lang="en-US" sz="2250" dirty="0" spc="5" kern="0">
                <a:solidFill>
                  <a:srgbClr val="F3EEE3"/>
                </a:solidFill>
                <a:latin typeface="Be Vietnam Pro" pitchFamily="34" charset="0"/>
                <a:ea typeface="Be Vietnam Pro" pitchFamily="34" charset="-122"/>
                <a:cs typeface="Be Vietnam Pro" pitchFamily="34" charset="-120"/>
              </a:rPr>
              <a:t> dữ</a:t>
            </a:r>
            <a:r>
              <a:rPr lang="en-US" sz="2250" dirty="0" spc="-2" kern="0">
                <a:solidFill>
                  <a:srgbClr val="F3EEE3"/>
                </a:solidFill>
                <a:latin typeface="Be Vietnam Pro" pitchFamily="34" charset="0"/>
                <a:ea typeface="Be Vietnam Pro" pitchFamily="34" charset="-122"/>
                <a:cs typeface="Be Vietnam Pro" pitchFamily="34" charset="-120"/>
              </a:rPr>
              <a:t> liệu</a:t>
            </a:r>
            <a:r>
              <a:rPr lang="en-US" sz="2250" dirty="0" spc="-1" kern="0">
                <a:solidFill>
                  <a:srgbClr val="F3EEE3"/>
                </a:solidFill>
                <a:latin typeface="Be Vietnam Pro" pitchFamily="34" charset="0"/>
                <a:ea typeface="Be Vietnam Pro" pitchFamily="34" charset="-122"/>
                <a:cs typeface="Be Vietnam Pro" pitchFamily="34" charset="-120"/>
              </a:rPr>
              <a:t> mới;</a:t>
            </a:r>
            <a:r>
              <a:rPr lang="en-US" sz="2250" dirty="0" spc="0" kern="0">
                <a:solidFill>
                  <a:srgbClr val="F3EEE3"/>
                </a:solidFill>
                <a:latin typeface="Be Vietnam Pro" pitchFamily="34" charset="0"/>
                <a:ea typeface="Be Vietnam Pro" pitchFamily="34" charset="-122"/>
                <a:cs typeface="Be Vietnam Pro" pitchFamily="34" charset="-120"/>
              </a:rPr>
              <a:t> nếu</a:t>
            </a:r>
            <a:r>
              <a:rPr lang="en-US" sz="2250" dirty="0" spc="5" kern="0">
                <a:solidFill>
                  <a:srgbClr val="F3EEE3"/>
                </a:solidFill>
                <a:latin typeface="Be Vietnam Pro" pitchFamily="34" charset="0"/>
                <a:ea typeface="Be Vietnam Pro" pitchFamily="34" charset="-122"/>
                <a:cs typeface="Be Vietnam Pro" pitchFamily="34" charset="-120"/>
              </a:rPr>
              <a:t> có</a:t>
            </a:r>
            <a:r>
              <a:rPr lang="en-US" sz="2250" dirty="0" spc="17" kern="0">
                <a:solidFill>
                  <a:srgbClr val="F3EEE3"/>
                </a:solidFill>
                <a:latin typeface="Be Vietnam Pro" pitchFamily="34" charset="0"/>
                <a:ea typeface="Be Vietnam Pro" pitchFamily="34" charset="-122"/>
                <a:cs typeface="Be Vietnam Pro" pitchFamily="34" charset="-120"/>
              </a:rPr>
              <a:t> lưu</a:t>
            </a:r>
            <a:r>
              <a:rPr lang="en-US" sz="2250" dirty="0" spc="-2" kern="0">
                <a:solidFill>
                  <a:srgbClr val="F3EEE3"/>
                </a:solidFill>
                <a:latin typeface="Be Vietnam Pro" pitchFamily="34" charset="0"/>
                <a:ea typeface="Be Vietnam Pro" pitchFamily="34" charset="-122"/>
                <a:cs typeface="Be Vietnam Pro" pitchFamily="34" charset="-120"/>
              </a:rPr>
              <a:t> bền</a:t>
            </a:r>
            <a:r>
              <a:rPr lang="en-US" sz="2250" dirty="0" spc="15" kern="0">
                <a:solidFill>
                  <a:srgbClr val="F3EEE3"/>
                </a:solidFill>
                <a:latin typeface="Be Vietnam Pro" pitchFamily="34" charset="0"/>
                <a:ea typeface="Be Vietnam Pro" pitchFamily="34" charset="-122"/>
                <a:cs typeface="Be Vietnam Pro" pitchFamily="34" charset="-120"/>
              </a:rPr>
              <a:t> vững,</a:t>
            </a:r>
            <a:r>
              <a:rPr lang="en-US" sz="2250" dirty="0" spc="-2" kern="0">
                <a:solidFill>
                  <a:srgbClr val="F3EEE3"/>
                </a:solidFill>
                <a:latin typeface="Be Vietnam Pro" pitchFamily="34" charset="0"/>
                <a:ea typeface="Be Vietnam Pro" pitchFamily="34" charset="-122"/>
                <a:cs typeface="Be Vietnam Pro" pitchFamily="34" charset="-120"/>
              </a:rPr>
              <a:t> kiểm</a:t>
            </a:r>
            <a:r>
              <a:rPr lang="en-US" sz="2250" dirty="0" spc="-24" kern="0">
                <a:solidFill>
                  <a:srgbClr val="F3EEE3"/>
                </a:solidFill>
                <a:latin typeface="Be Vietnam Pro" pitchFamily="34" charset="0"/>
                <a:ea typeface="Be Vietnam Pro" pitchFamily="34" charset="-122"/>
                <a:cs typeface="Be Vietnam Pro" pitchFamily="34" charset="-120"/>
              </a:rPr>
              <a:t> tra</a:t>
            </a:r>
            <a:r>
              <a:rPr lang="en-US" sz="2250" dirty="0" spc="-5" kern="0">
                <a:solidFill>
                  <a:srgbClr val="F3EEE3"/>
                </a:solidFill>
                <a:latin typeface="Be Vietnam Pro" pitchFamily="34" charset="0"/>
                <a:ea typeface="Be Vietnam Pro" pitchFamily="34" charset="-122"/>
                <a:cs typeface="Be Vietnam Pro" pitchFamily="34" charset="-120"/>
              </a:rPr>
              <a:t> sau</a:t>
            </a:r>
            <a:r>
              <a:rPr lang="en-US" sz="2250" dirty="0" spc="0" kern="0">
                <a:solidFill>
                  <a:srgbClr val="F3EEE3"/>
                </a:solidFill>
                <a:latin typeface="Be Vietnam Pro" pitchFamily="34" charset="0"/>
                <a:ea typeface="Be Vietnam Pro" pitchFamily="34" charset="-122"/>
                <a:cs typeface="Be Vietnam Pro" pitchFamily="34" charset="-120"/>
              </a:rPr>
              <a:t> khi khởi</a:t>
            </a:r>
            <a:r>
              <a:rPr lang="en-US" sz="2250" dirty="0" spc="11" kern="0">
                <a:solidFill>
                  <a:srgbClr val="F3EEE3"/>
                </a:solidFill>
                <a:latin typeface="Be Vietnam Pro" pitchFamily="34" charset="0"/>
                <a:ea typeface="Be Vietnam Pro" pitchFamily="34" charset="-122"/>
                <a:cs typeface="Be Vietnam Pro" pitchFamily="34" charset="-120"/>
              </a:rPr>
              <a:t> động</a:t>
            </a:r>
            <a:r>
              <a:rPr lang="en-US" sz="2250" dirty="0" spc="0" kern="0">
                <a:solidFill>
                  <a:srgbClr val="F3EEE3"/>
                </a:solidFill>
                <a:latin typeface="Be Vietnam Pro" pitchFamily="34" charset="0"/>
                <a:ea typeface="Be Vietnam Pro" pitchFamily="34" charset="-122"/>
                <a:cs typeface="Be Vietnam Pro" pitchFamily="34" charset="-120"/>
              </a:rPr>
              <a:t> lại.</a:t>
            </a:r>
            <a:endParaRPr lang="en-US" sz="2250" dirty="0"/>
          </a:p>
        </p:txBody>
      </p:sp>
      <p:sp>
        <p:nvSpPr>
          <p:cNvPr id="17" name="Shape 15"/>
          <p:cNvSpPr/>
          <p:nvPr/>
        </p:nvSpPr>
        <p:spPr>
          <a:xfrm>
            <a:off x="838200" y="8515350"/>
            <a:ext cx="16611600" cy="676275"/>
          </a:xfrm>
          <a:prstGeom prst="roundRect">
            <a:avLst>
              <a:gd name="adj" fmla="val 11268"/>
            </a:avLst>
          </a:prstGeom>
          <a:solidFill>
            <a:srgbClr val="252A36"/>
          </a:solidFill>
          <a:ln w="9525">
            <a:solidFill>
              <a:srgbClr val="252A36"/>
            </a:solidFill>
            <a:prstDash val="solid"/>
          </a:ln>
        </p:spPr>
      </p:sp>
      <p:sp>
        <p:nvSpPr>
          <p:cNvPr id="18" name="Text 16"/>
          <p:cNvSpPr/>
          <p:nvPr/>
        </p:nvSpPr>
        <p:spPr>
          <a:xfrm>
            <a:off x="1038225" y="8677275"/>
            <a:ext cx="16240125" cy="457200"/>
          </a:xfrm>
          <a:prstGeom prst="rect">
            <a:avLst/>
          </a:prstGeom>
          <a:noFill/>
          <a:ln/>
        </p:spPr>
        <p:txBody>
          <a:bodyPr wrap="square" lIns="0" tIns="10914" rIns="0" bIns="-10914" rtlCol="0" anchor="t"/>
          <a:lstStyle/>
          <a:p>
            <a:pPr algn="l" indent="0" marL="0">
              <a:lnSpc>
                <a:spcPts val="2633"/>
              </a:lnSpc>
              <a:buNone/>
            </a:pPr>
            <a:r>
              <a:rPr lang="en-US" sz="2025" dirty="0" spc="-2" kern="0">
                <a:solidFill>
                  <a:srgbClr val="F3EEE3"/>
                </a:solidFill>
                <a:latin typeface="Be Vietnam Pro Medium" pitchFamily="34" charset="0"/>
                <a:ea typeface="Be Vietnam Pro Medium" pitchFamily="34" charset="-122"/>
                <a:cs typeface="Be Vietnam Pro Medium" pitchFamily="34" charset="-120"/>
              </a:rPr>
              <a:t>README</a:t>
            </a:r>
            <a:r>
              <a:rPr lang="en-US" sz="2025" dirty="0" spc="1" kern="0">
                <a:solidFill>
                  <a:srgbClr val="F3EEE3"/>
                </a:solidFill>
                <a:latin typeface="Be Vietnam Pro Medium" pitchFamily="34" charset="0"/>
                <a:ea typeface="Be Vietnam Pro Medium" pitchFamily="34" charset="-122"/>
                <a:cs typeface="Be Vietnam Pro Medium" pitchFamily="34" charset="-120"/>
              </a:rPr>
              <a:t> có</a:t>
            </a:r>
            <a:r>
              <a:rPr lang="en-US" sz="2025" dirty="0" spc="-13" kern="0">
                <a:solidFill>
                  <a:srgbClr val="F3EEE3"/>
                </a:solidFill>
                <a:latin typeface="Be Vietnam Pro Medium" pitchFamily="34" charset="0"/>
                <a:ea typeface="Be Vietnam Pro Medium" pitchFamily="34" charset="-122"/>
                <a:cs typeface="Be Vietnam Pro Medium" pitchFamily="34" charset="-120"/>
              </a:rPr>
              <a:t> “Let's</a:t>
            </a:r>
            <a:r>
              <a:rPr lang="en-US" sz="2025" dirty="0" spc="0" kern="0">
                <a:solidFill>
                  <a:srgbClr val="F3EEE3"/>
                </a:solidFill>
                <a:latin typeface="Be Vietnam Pro Medium" pitchFamily="34" charset="0"/>
                <a:ea typeface="Be Vietnam Pro Medium" pitchFamily="34" charset="-122"/>
                <a:cs typeface="Be Vietnam Pro Medium" pitchFamily="34" charset="-120"/>
              </a:rPr>
              <a:t> Build</a:t>
            </a:r>
            <a:r>
              <a:rPr lang="en-US" sz="2025" dirty="0" spc="1" kern="0">
                <a:solidFill>
                  <a:srgbClr val="F3EEE3"/>
                </a:solidFill>
                <a:latin typeface="Be Vietnam Pro Medium" pitchFamily="34" charset="0"/>
                <a:ea typeface="Be Vietnam Pro Medium" pitchFamily="34" charset="-122"/>
                <a:cs typeface="Be Vietnam Pro Medium" pitchFamily="34" charset="-120"/>
              </a:rPr>
              <a:t> a</a:t>
            </a:r>
            <a:r>
              <a:rPr lang="en-US" sz="2025" dirty="0" spc="0" kern="0">
                <a:solidFill>
                  <a:srgbClr val="F3EEE3"/>
                </a:solidFill>
                <a:latin typeface="Be Vietnam Pro Medium" pitchFamily="34" charset="0"/>
                <a:ea typeface="Be Vietnam Pro Medium" pitchFamily="34" charset="-122"/>
                <a:cs typeface="Be Vietnam Pro Medium" pitchFamily="34" charset="-120"/>
              </a:rPr>
              <a:t> Simple</a:t>
            </a:r>
            <a:r>
              <a:rPr lang="en-US" sz="2025" dirty="0" spc="-9" kern="0">
                <a:solidFill>
                  <a:srgbClr val="F3EEE3"/>
                </a:solidFill>
                <a:latin typeface="Be Vietnam Pro Medium" pitchFamily="34" charset="0"/>
                <a:ea typeface="Be Vietnam Pro Medium" pitchFamily="34" charset="-122"/>
                <a:cs typeface="Be Vietnam Pro Medium" pitchFamily="34" charset="-120"/>
              </a:rPr>
              <a:t> Database”</a:t>
            </a:r>
            <a:r>
              <a:rPr lang="en-US" sz="2025" dirty="0" spc="-1" kern="0">
                <a:solidFill>
                  <a:srgbClr val="F3EEE3"/>
                </a:solidFill>
                <a:latin typeface="Be Vietnam Pro Medium" pitchFamily="34" charset="0"/>
                <a:ea typeface="Be Vietnam Pro Medium" pitchFamily="34" charset="-122"/>
                <a:cs typeface="Be Vietnam Pro Medium" pitchFamily="34" charset="-120"/>
              </a:rPr>
              <a:t> bằng</a:t>
            </a:r>
            <a:r>
              <a:rPr lang="en-US" sz="2025" dirty="0" spc="2" kern="0">
                <a:solidFill>
                  <a:srgbClr val="F3EEE3"/>
                </a:solidFill>
                <a:latin typeface="Be Vietnam Pro Medium" pitchFamily="34" charset="0"/>
                <a:ea typeface="Be Vietnam Pro Medium" pitchFamily="34" charset="-122"/>
                <a:cs typeface="Be Vietnam Pro Medium" pitchFamily="34" charset="-120"/>
              </a:rPr>
              <a:t> C</a:t>
            </a:r>
            <a:r>
              <a:rPr lang="en-US" sz="2025" dirty="0" spc="-12" kern="0">
                <a:solidFill>
                  <a:srgbClr val="F3EEE3"/>
                </a:solidFill>
                <a:latin typeface="Be Vietnam Pro Medium" pitchFamily="34" charset="0"/>
                <a:ea typeface="Be Vietnam Pro Medium" pitchFamily="34" charset="-122"/>
                <a:cs typeface="Be Vietnam Pro Medium" pitchFamily="34" charset="-120"/>
              </a:rPr>
              <a:t> và</a:t>
            </a:r>
            <a:r>
              <a:rPr lang="en-US" sz="2025" dirty="0" spc="-1" kern="0">
                <a:solidFill>
                  <a:srgbClr val="F3EEE3"/>
                </a:solidFill>
                <a:latin typeface="Be Vietnam Pro Medium" pitchFamily="34" charset="0"/>
                <a:ea typeface="Be Vietnam Pro Medium" pitchFamily="34" charset="-122"/>
                <a:cs typeface="Be Vietnam Pro Medium" pitchFamily="34" charset="-120"/>
              </a:rPr>
              <a:t> nhiều</a:t>
            </a:r>
            <a:r>
              <a:rPr lang="en-US" sz="2025" dirty="0" spc="6" kern="0">
                <a:solidFill>
                  <a:srgbClr val="F3EEE3"/>
                </a:solidFill>
                <a:latin typeface="Be Vietnam Pro Medium" pitchFamily="34" charset="0"/>
                <a:ea typeface="Be Vietnam Pro Medium" pitchFamily="34" charset="-122"/>
                <a:cs typeface="Be Vietnam Pro Medium" pitchFamily="34" charset="-120"/>
              </a:rPr>
              <a:t> hướng</a:t>
            </a:r>
            <a:r>
              <a:rPr lang="en-US" sz="2025" dirty="0" spc="3" kern="0">
                <a:solidFill>
                  <a:srgbClr val="F3EEE3"/>
                </a:solidFill>
                <a:latin typeface="Be Vietnam Pro Medium" pitchFamily="34" charset="0"/>
                <a:ea typeface="Be Vietnam Pro Medium" pitchFamily="34" charset="-122"/>
                <a:cs typeface="Be Vietnam Pro Medium" pitchFamily="34" charset="-120"/>
              </a:rPr>
              <a:t> dẫn</a:t>
            </a:r>
            <a:r>
              <a:rPr lang="en-US" sz="2025" dirty="0" spc="1" kern="0">
                <a:solidFill>
                  <a:srgbClr val="F3EEE3"/>
                </a:solidFill>
                <a:latin typeface="Be Vietnam Pro Medium" pitchFamily="34" charset="0"/>
                <a:ea typeface="Be Vietnam Pro Medium" pitchFamily="34" charset="-122"/>
                <a:cs typeface="Be Vietnam Pro Medium" pitchFamily="34" charset="-120"/>
              </a:rPr>
              <a:t> khác. [S2]</a:t>
            </a:r>
            <a:endParaRPr lang="en-US" sz="2025" dirty="0"/>
          </a:p>
        </p:txBody>
      </p:sp>
      <p:sp>
        <p:nvSpPr>
          <p:cNvPr id="19" name="Text 17"/>
          <p:cNvSpPr/>
          <p:nvPr/>
        </p:nvSpPr>
        <p:spPr>
          <a:xfrm>
            <a:off x="838200" y="9353550"/>
            <a:ext cx="16611600" cy="333375"/>
          </a:xfrm>
          <a:prstGeom prst="rect">
            <a:avLst/>
          </a:prstGeom>
          <a:noFill/>
          <a:ln/>
        </p:spPr>
        <p:txBody>
          <a:bodyPr wrap="square" lIns="0" tIns="8906" rIns="0" bIns="-8906" rtlCol="0" anchor="t"/>
          <a:lstStyle/>
          <a:p>
            <a:pPr algn="l" indent="0" marL="0">
              <a:lnSpc>
                <a:spcPts val="2145"/>
              </a:lnSpc>
              <a:buNone/>
            </a:pPr>
            <a:r>
              <a:rPr lang="en-US" sz="1650" dirty="0" spc="-3" kern="0">
                <a:solidFill>
                  <a:srgbClr val="9AA0B5"/>
                </a:solidFill>
                <a:latin typeface="Be Vietnam Pro" pitchFamily="34" charset="0"/>
                <a:ea typeface="Be Vietnam Pro" pitchFamily="34" charset="-122"/>
                <a:cs typeface="Be Vietnam Pro" pitchFamily="34" charset="-120"/>
              </a:rPr>
              <a:t>Nguồn:</a:t>
            </a:r>
            <a:r>
              <a:rPr lang="en-US" sz="1650" dirty="0" spc="-2" kern="0">
                <a:solidFill>
                  <a:srgbClr val="9AA0B5"/>
                </a:solidFill>
                <a:latin typeface="Be Vietnam Pro" pitchFamily="34" charset="0"/>
                <a:ea typeface="Be Vietnam Pro" pitchFamily="34" charset="-122"/>
                <a:cs typeface="Be Vietnam Pro" pitchFamily="34" charset="-120"/>
              </a:rPr>
              <a:t> [S2]</a:t>
            </a:r>
            <a:r>
              <a:rPr lang="en-US" sz="1650" dirty="0" spc="2" kern="0">
                <a:solidFill>
                  <a:srgbClr val="9AA0B5"/>
                </a:solidFill>
                <a:latin typeface="Be Vietnam Pro" pitchFamily="34" charset="0"/>
                <a:ea typeface="Be Vietnam Pro" pitchFamily="34" charset="-122"/>
                <a:cs typeface="Be Vietnam Pro" pitchFamily="34" charset="-120"/>
              </a:rPr>
              <a:t>  ·  Số</a:t>
            </a:r>
            <a:r>
              <a:rPr lang="en-US" sz="1650" dirty="0" spc="0" kern="0">
                <a:solidFill>
                  <a:srgbClr val="9AA0B5"/>
                </a:solidFill>
                <a:latin typeface="Be Vietnam Pro" pitchFamily="34" charset="0"/>
                <a:ea typeface="Be Vietnam Pro" pitchFamily="34" charset="-122"/>
                <a:cs typeface="Be Vietnam Pro" pitchFamily="34" charset="-120"/>
              </a:rPr>
              <a:t> liệu: phiên</a:t>
            </a:r>
            <a:r>
              <a:rPr lang="en-US" sz="1650" dirty="0" spc="-1" kern="0">
                <a:solidFill>
                  <a:srgbClr val="9AA0B5"/>
                </a:solidFill>
                <a:latin typeface="Be Vietnam Pro" pitchFamily="34" charset="0"/>
                <a:ea typeface="Be Vietnam Pro" pitchFamily="34" charset="-122"/>
                <a:cs typeface="Be Vietnam Pro" pitchFamily="34" charset="-120"/>
              </a:rPr>
              <a:t> quét</a:t>
            </a:r>
            <a:r>
              <a:rPr lang="en-US" sz="1650" dirty="0" spc="-8" kern="0">
                <a:solidFill>
                  <a:srgbClr val="9AA0B5"/>
                </a:solidFill>
                <a:latin typeface="Be Vietnam Pro" pitchFamily="34" charset="0"/>
                <a:ea typeface="Be Vietnam Pro" pitchFamily="34" charset="-122"/>
                <a:cs typeface="Be Vietnam Pro" pitchFamily="34" charset="-120"/>
              </a:rPr>
              <a:t> 23/10/2026</a:t>
            </a:r>
            <a:endParaRPr lang="en-US" sz="1650" dirty="0"/>
          </a:p>
        </p:txBody>
      </p:sp>
      <p:sp>
        <p:nvSpPr>
          <p:cNvPr id="20" name="Shape 18"/>
          <p:cNvSpPr/>
          <p:nvPr/>
        </p:nvSpPr>
        <p:spPr>
          <a:xfrm>
            <a:off x="847725" y="9896475"/>
            <a:ext cx="57150" cy="57150"/>
          </a:xfrm>
          <a:prstGeom prst="ellipse">
            <a:avLst/>
          </a:prstGeom>
          <a:solidFill>
            <a:srgbClr val="363B4A"/>
          </a:solidFill>
          <a:ln/>
        </p:spPr>
      </p:sp>
      <p:sp>
        <p:nvSpPr>
          <p:cNvPr id="21" name="Shape 19"/>
          <p:cNvSpPr/>
          <p:nvPr/>
        </p:nvSpPr>
        <p:spPr>
          <a:xfrm>
            <a:off x="952500" y="9896475"/>
            <a:ext cx="57150" cy="57150"/>
          </a:xfrm>
          <a:prstGeom prst="ellipse">
            <a:avLst/>
          </a:prstGeom>
          <a:solidFill>
            <a:srgbClr val="363B4A"/>
          </a:solidFill>
          <a:ln/>
        </p:spPr>
      </p:sp>
      <p:sp>
        <p:nvSpPr>
          <p:cNvPr id="22" name="Shape 20"/>
          <p:cNvSpPr/>
          <p:nvPr/>
        </p:nvSpPr>
        <p:spPr>
          <a:xfrm>
            <a:off x="1057275" y="9896475"/>
            <a:ext cx="57150" cy="57150"/>
          </a:xfrm>
          <a:prstGeom prst="ellipse">
            <a:avLst/>
          </a:prstGeom>
          <a:solidFill>
            <a:srgbClr val="363B4A"/>
          </a:solidFill>
          <a:ln/>
        </p:spPr>
      </p:sp>
      <p:sp>
        <p:nvSpPr>
          <p:cNvPr id="23" name="Shape 21"/>
          <p:cNvSpPr/>
          <p:nvPr/>
        </p:nvSpPr>
        <p:spPr>
          <a:xfrm>
            <a:off x="1162050" y="9896475"/>
            <a:ext cx="57150" cy="57150"/>
          </a:xfrm>
          <a:prstGeom prst="ellipse">
            <a:avLst/>
          </a:prstGeom>
          <a:solidFill>
            <a:srgbClr val="363B4A"/>
          </a:solidFill>
          <a:ln/>
        </p:spPr>
      </p:sp>
      <p:sp>
        <p:nvSpPr>
          <p:cNvPr id="24" name="Shape 22"/>
          <p:cNvSpPr/>
          <p:nvPr/>
        </p:nvSpPr>
        <p:spPr>
          <a:xfrm>
            <a:off x="1266825" y="9896475"/>
            <a:ext cx="57150" cy="57150"/>
          </a:xfrm>
          <a:prstGeom prst="ellipse">
            <a:avLst/>
          </a:prstGeom>
          <a:solidFill>
            <a:srgbClr val="363B4A"/>
          </a:solidFill>
          <a:ln/>
        </p:spPr>
      </p:sp>
      <p:sp>
        <p:nvSpPr>
          <p:cNvPr id="25" name="Shape 23"/>
          <p:cNvSpPr/>
          <p:nvPr/>
        </p:nvSpPr>
        <p:spPr>
          <a:xfrm>
            <a:off x="1371600" y="9896475"/>
            <a:ext cx="57150" cy="57150"/>
          </a:xfrm>
          <a:prstGeom prst="ellipse">
            <a:avLst/>
          </a:prstGeom>
          <a:solidFill>
            <a:srgbClr val="363B4A"/>
          </a:solidFill>
          <a:ln/>
        </p:spPr>
      </p:sp>
      <p:sp>
        <p:nvSpPr>
          <p:cNvPr id="26" name="Shape 24"/>
          <p:cNvSpPr/>
          <p:nvPr/>
        </p:nvSpPr>
        <p:spPr>
          <a:xfrm>
            <a:off x="1476375" y="9896475"/>
            <a:ext cx="57150" cy="57150"/>
          </a:xfrm>
          <a:prstGeom prst="ellipse">
            <a:avLst/>
          </a:prstGeom>
          <a:solidFill>
            <a:srgbClr val="E8472B"/>
          </a:solidFill>
          <a:ln/>
        </p:spPr>
      </p:sp>
      <p:sp>
        <p:nvSpPr>
          <p:cNvPr id="27" name="Shape 25"/>
          <p:cNvSpPr/>
          <p:nvPr/>
        </p:nvSpPr>
        <p:spPr>
          <a:xfrm>
            <a:off x="1581150" y="9896475"/>
            <a:ext cx="57150" cy="57150"/>
          </a:xfrm>
          <a:prstGeom prst="ellipse">
            <a:avLst/>
          </a:prstGeom>
          <a:solidFill>
            <a:srgbClr val="363B4A"/>
          </a:solidFill>
          <a:ln/>
        </p:spPr>
      </p:sp>
      <p:sp>
        <p:nvSpPr>
          <p:cNvPr id="28" name="Shape 26"/>
          <p:cNvSpPr/>
          <p:nvPr/>
        </p:nvSpPr>
        <p:spPr>
          <a:xfrm>
            <a:off x="1685925" y="9896475"/>
            <a:ext cx="57150" cy="57150"/>
          </a:xfrm>
          <a:prstGeom prst="ellipse">
            <a:avLst/>
          </a:prstGeom>
          <a:solidFill>
            <a:srgbClr val="363B4A"/>
          </a:solidFill>
          <a:ln/>
        </p:spPr>
      </p:sp>
      <p:sp>
        <p:nvSpPr>
          <p:cNvPr id="29" name="Shape 27"/>
          <p:cNvSpPr/>
          <p:nvPr/>
        </p:nvSpPr>
        <p:spPr>
          <a:xfrm>
            <a:off x="1790700" y="9896475"/>
            <a:ext cx="57150" cy="57150"/>
          </a:xfrm>
          <a:prstGeom prst="ellipse">
            <a:avLst/>
          </a:prstGeom>
          <a:solidFill>
            <a:srgbClr val="363B4A"/>
          </a:solidFill>
          <a:ln/>
        </p:spPr>
      </p:sp>
      <p:sp>
        <p:nvSpPr>
          <p:cNvPr id="30" name="Shape 28"/>
          <p:cNvSpPr/>
          <p:nvPr/>
        </p:nvSpPr>
        <p:spPr>
          <a:xfrm>
            <a:off x="1895475" y="9896475"/>
            <a:ext cx="57150" cy="57150"/>
          </a:xfrm>
          <a:prstGeom prst="ellipse">
            <a:avLst/>
          </a:prstGeom>
          <a:solidFill>
            <a:srgbClr val="363B4A"/>
          </a:solidFill>
          <a:ln/>
        </p:spPr>
      </p:sp>
      <p:sp>
        <p:nvSpPr>
          <p:cNvPr id="31" name="Shape 29"/>
          <p:cNvSpPr/>
          <p:nvPr/>
        </p:nvSpPr>
        <p:spPr>
          <a:xfrm>
            <a:off x="2000250" y="9896475"/>
            <a:ext cx="57150" cy="57150"/>
          </a:xfrm>
          <a:prstGeom prst="ellipse">
            <a:avLst/>
          </a:prstGeom>
          <a:solidFill>
            <a:srgbClr val="363B4A"/>
          </a:solidFill>
          <a:ln/>
        </p:spPr>
      </p:sp>
      <p:sp>
        <p:nvSpPr>
          <p:cNvPr id="32" name="Shape 30"/>
          <p:cNvSpPr/>
          <p:nvPr/>
        </p:nvSpPr>
        <p:spPr>
          <a:xfrm>
            <a:off x="2105025" y="9896475"/>
            <a:ext cx="57150" cy="57150"/>
          </a:xfrm>
          <a:prstGeom prst="ellipse">
            <a:avLst/>
          </a:prstGeom>
          <a:solidFill>
            <a:srgbClr val="363B4A"/>
          </a:solidFill>
          <a:ln/>
        </p:spPr>
      </p:sp>
      <p:sp>
        <p:nvSpPr>
          <p:cNvPr id="33" name="Shape 31"/>
          <p:cNvSpPr/>
          <p:nvPr/>
        </p:nvSpPr>
        <p:spPr>
          <a:xfrm>
            <a:off x="2209800" y="9896475"/>
            <a:ext cx="57150" cy="57150"/>
          </a:xfrm>
          <a:prstGeom prst="ellipse">
            <a:avLst/>
          </a:prstGeom>
          <a:solidFill>
            <a:srgbClr val="363B4A"/>
          </a:solidFill>
          <a:ln/>
        </p:spPr>
      </p:sp>
      <p:sp>
        <p:nvSpPr>
          <p:cNvPr id="34" name="Shape 32"/>
          <p:cNvSpPr/>
          <p:nvPr/>
        </p:nvSpPr>
        <p:spPr>
          <a:xfrm>
            <a:off x="2314575" y="9896475"/>
            <a:ext cx="57150" cy="57150"/>
          </a:xfrm>
          <a:prstGeom prst="ellipse">
            <a:avLst/>
          </a:prstGeom>
          <a:solidFill>
            <a:srgbClr val="363B4A"/>
          </a:solidFill>
          <a:ln/>
        </p:spPr>
      </p:sp>
      <p:sp>
        <p:nvSpPr>
          <p:cNvPr id="35" name="Shape 33"/>
          <p:cNvSpPr/>
          <p:nvPr/>
        </p:nvSpPr>
        <p:spPr>
          <a:xfrm>
            <a:off x="2419350" y="9896475"/>
            <a:ext cx="57150" cy="57150"/>
          </a:xfrm>
          <a:prstGeom prst="ellipse">
            <a:avLst/>
          </a:prstGeom>
          <a:solidFill>
            <a:srgbClr val="363B4A"/>
          </a:solidFill>
          <a:ln/>
        </p:spPr>
      </p:sp>
      <p:sp>
        <p:nvSpPr>
          <p:cNvPr id="36" name="Shape 34"/>
          <p:cNvSpPr/>
          <p:nvPr/>
        </p:nvSpPr>
        <p:spPr>
          <a:xfrm>
            <a:off x="2524125" y="9896475"/>
            <a:ext cx="57150" cy="57150"/>
          </a:xfrm>
          <a:prstGeom prst="ellipse">
            <a:avLst/>
          </a:prstGeom>
          <a:solidFill>
            <a:srgbClr val="363B4A"/>
          </a:solidFill>
          <a:ln/>
        </p:spPr>
      </p:sp>
      <p:sp>
        <p:nvSpPr>
          <p:cNvPr id="37" name="Shape 35"/>
          <p:cNvSpPr/>
          <p:nvPr/>
        </p:nvSpPr>
        <p:spPr>
          <a:xfrm>
            <a:off x="2628900" y="9896475"/>
            <a:ext cx="57150" cy="57150"/>
          </a:xfrm>
          <a:prstGeom prst="ellipse">
            <a:avLst/>
          </a:prstGeom>
          <a:solidFill>
            <a:srgbClr val="363B4A"/>
          </a:solidFill>
          <a:ln/>
        </p:spPr>
      </p:sp>
      <p:sp>
        <p:nvSpPr>
          <p:cNvPr id="38" name="Shape 36"/>
          <p:cNvSpPr/>
          <p:nvPr/>
        </p:nvSpPr>
        <p:spPr>
          <a:xfrm>
            <a:off x="2733675" y="9896475"/>
            <a:ext cx="57150" cy="57150"/>
          </a:xfrm>
          <a:prstGeom prst="ellipse">
            <a:avLst/>
          </a:prstGeom>
          <a:solidFill>
            <a:srgbClr val="363B4A"/>
          </a:solidFill>
          <a:ln/>
        </p:spPr>
      </p:sp>
      <p:sp>
        <p:nvSpPr>
          <p:cNvPr id="39" name="Shape 37"/>
          <p:cNvSpPr/>
          <p:nvPr/>
        </p:nvSpPr>
        <p:spPr>
          <a:xfrm>
            <a:off x="2838450" y="9896475"/>
            <a:ext cx="57150" cy="57150"/>
          </a:xfrm>
          <a:prstGeom prst="ellipse">
            <a:avLst/>
          </a:prstGeom>
          <a:solidFill>
            <a:srgbClr val="363B4A"/>
          </a:solidFill>
          <a:ln/>
        </p:spPr>
      </p:sp>
      <p:sp>
        <p:nvSpPr>
          <p:cNvPr id="40" name="Shape 38"/>
          <p:cNvSpPr/>
          <p:nvPr/>
        </p:nvSpPr>
        <p:spPr>
          <a:xfrm>
            <a:off x="2943225" y="9896475"/>
            <a:ext cx="57150" cy="57150"/>
          </a:xfrm>
          <a:prstGeom prst="ellipse">
            <a:avLst/>
          </a:prstGeom>
          <a:solidFill>
            <a:srgbClr val="363B4A"/>
          </a:solidFill>
          <a:ln/>
        </p:spPr>
      </p:sp>
      <p:sp>
        <p:nvSpPr>
          <p:cNvPr id="41" name="Shape 39"/>
          <p:cNvSpPr/>
          <p:nvPr/>
        </p:nvSpPr>
        <p:spPr>
          <a:xfrm>
            <a:off x="3048000" y="9896475"/>
            <a:ext cx="57150" cy="57150"/>
          </a:xfrm>
          <a:prstGeom prst="ellipse">
            <a:avLst/>
          </a:prstGeom>
          <a:solidFill>
            <a:srgbClr val="363B4A"/>
          </a:solidFill>
          <a:ln/>
        </p:spPr>
      </p:sp>
      <p:sp>
        <p:nvSpPr>
          <p:cNvPr id="42" name="Shape 40"/>
          <p:cNvSpPr/>
          <p:nvPr/>
        </p:nvSpPr>
        <p:spPr>
          <a:xfrm>
            <a:off x="3152775" y="9896475"/>
            <a:ext cx="57150" cy="57150"/>
          </a:xfrm>
          <a:prstGeom prst="ellipse">
            <a:avLst/>
          </a:prstGeom>
          <a:solidFill>
            <a:srgbClr val="363B4A"/>
          </a:solidFill>
          <a:ln/>
        </p:spPr>
      </p:sp>
      <p:sp>
        <p:nvSpPr>
          <p:cNvPr id="43" name="Shape 41"/>
          <p:cNvSpPr/>
          <p:nvPr/>
        </p:nvSpPr>
        <p:spPr>
          <a:xfrm>
            <a:off x="3257550" y="9896475"/>
            <a:ext cx="57150" cy="57150"/>
          </a:xfrm>
          <a:prstGeom prst="ellipse">
            <a:avLst/>
          </a:prstGeom>
          <a:solidFill>
            <a:srgbClr val="363B4A"/>
          </a:solidFill>
          <a:ln/>
        </p:spPr>
      </p:sp>
      <p:sp>
        <p:nvSpPr>
          <p:cNvPr id="44" name="Text 42"/>
          <p:cNvSpPr/>
          <p:nvPr/>
        </p:nvSpPr>
        <p:spPr>
          <a:xfrm>
            <a:off x="3667125" y="9734550"/>
            <a:ext cx="10953750" cy="342900"/>
          </a:xfrm>
          <a:prstGeom prst="rect">
            <a:avLst/>
          </a:prstGeom>
          <a:noFill/>
          <a:ln/>
        </p:spPr>
        <p:txBody>
          <a:bodyPr wrap="square" lIns="0" tIns="8906" rIns="0" bIns="-8906" rtlCol="0" anchor="t"/>
          <a:lstStyle/>
          <a:p>
            <a:pPr algn="l" indent="0" marL="0">
              <a:lnSpc>
                <a:spcPts val="2145"/>
              </a:lnSpc>
              <a:buNone/>
            </a:pPr>
            <a:r>
              <a:rPr lang="en-US" sz="1650" dirty="0" spc="-6" kern="0">
                <a:solidFill>
                  <a:srgbClr val="9AA0B5"/>
                </a:solidFill>
                <a:latin typeface="Be Vietnam Pro" pitchFamily="34" charset="0"/>
                <a:ea typeface="Be Vietnam Pro" pitchFamily="34" charset="-122"/>
                <a:cs typeface="Be Vietnam Pro" pitchFamily="34" charset="-120"/>
              </a:rPr>
              <a:t>Multiple-report</a:t>
            </a:r>
            <a:r>
              <a:rPr lang="en-US" sz="1650" dirty="0" spc="3" kern="0">
                <a:solidFill>
                  <a:srgbClr val="9AA0B5"/>
                </a:solidFill>
                <a:latin typeface="Be Vietnam Pro" pitchFamily="34" charset="0"/>
                <a:ea typeface="Be Vietnam Pro" pitchFamily="34" charset="-122"/>
                <a:cs typeface="Be Vietnam Pro" pitchFamily="34" charset="-120"/>
              </a:rPr>
              <a:t> ·</a:t>
            </a:r>
            <a:r>
              <a:rPr lang="en-US" sz="1650" dirty="0" spc="1" kern="0">
                <a:solidFill>
                  <a:srgbClr val="9AA0B5"/>
                </a:solidFill>
                <a:latin typeface="Be Vietnam Pro" pitchFamily="34" charset="0"/>
                <a:ea typeface="Be Vietnam Pro" pitchFamily="34" charset="-122"/>
                <a:cs typeface="Be Vietnam Pro" pitchFamily="34" charset="-120"/>
              </a:rPr>
              <a:t> GitHub</a:t>
            </a:r>
            <a:r>
              <a:rPr lang="en-US" sz="1650" dirty="0" spc="-38" kern="0">
                <a:solidFill>
                  <a:srgbClr val="9AA0B5"/>
                </a:solidFill>
                <a:latin typeface="Be Vietnam Pro" pitchFamily="34" charset="0"/>
                <a:ea typeface="Be Vietnam Pro" pitchFamily="34" charset="-122"/>
                <a:cs typeface="Be Vietnam Pro" pitchFamily="34" charset="-120"/>
              </a:rPr>
              <a:t> Top</a:t>
            </a:r>
            <a:r>
              <a:rPr lang="en-US" sz="1650" dirty="0" spc="4" kern="0">
                <a:solidFill>
                  <a:srgbClr val="9AA0B5"/>
                </a:solidFill>
                <a:latin typeface="Be Vietnam Pro" pitchFamily="34" charset="0"/>
                <a:ea typeface="Be Vietnam Pro" pitchFamily="34" charset="-122"/>
                <a:cs typeface="Be Vietnam Pro" pitchFamily="34" charset="-120"/>
              </a:rPr>
              <a:t> 3</a:t>
            </a:r>
            <a:r>
              <a:rPr lang="en-US" sz="1650" dirty="0" spc="0" kern="0">
                <a:solidFill>
                  <a:srgbClr val="9AA0B5"/>
                </a:solidFill>
                <a:latin typeface="Be Vietnam Pro" pitchFamily="34" charset="0"/>
                <a:ea typeface="Be Vietnam Pro" pitchFamily="34" charset="-122"/>
                <a:cs typeface="Be Vietnam Pro" pitchFamily="34" charset="-120"/>
              </a:rPr>
              <a:t> ·</a:t>
            </a:r>
            <a:r>
              <a:rPr lang="en-US" sz="1650" dirty="0" spc="-34" kern="0">
                <a:solidFill>
                  <a:srgbClr val="9AA0B5"/>
                </a:solidFill>
                <a:latin typeface="Be Vietnam Pro" pitchFamily="34" charset="0"/>
                <a:ea typeface="Be Vietnam Pro" pitchFamily="34" charset="-122"/>
                <a:cs typeface="Be Vietnam Pro" pitchFamily="34" charset="-120"/>
              </a:rPr>
              <a:t> 07/24</a:t>
            </a:r>
            <a:endParaRPr lang="en-US" sz="1650" dirty="0"/>
          </a:p>
        </p:txBody>
      </p:sp>
      <p:sp>
        <p:nvSpPr>
          <p:cNvPr id="45" name="Shape 43"/>
          <p:cNvSpPr/>
          <p:nvPr/>
        </p:nvSpPr>
        <p:spPr>
          <a:xfrm>
            <a:off x="15983712" y="9076331"/>
            <a:ext cx="1645920" cy="552301"/>
          </a:xfrm>
          <a:prstGeom prst="roundRect">
            <a:avLst>
              <a:gd name="adj" fmla="val 28000"/>
            </a:avLst>
          </a:prstGeom>
          <a:solidFill>
            <a:srgbClr val="FFFFFF">
              <a:alpha val="82000"/>
            </a:srgbClr>
          </a:solidFill>
          <a:ln/>
        </p:spPr>
      </p:sp>
      <p:pic>
        <p:nvPicPr>
          <p:cNvPr id="46" name="Moda image moda-export-watermark-dfdc5793-d1f0-4921-ad22-6c8b7bc97132"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838200" y="438150"/>
            <a:ext cx="16192500" cy="381000"/>
          </a:xfrm>
          <a:prstGeom prst="rect">
            <a:avLst/>
          </a:prstGeom>
          <a:noFill/>
          <a:ln/>
        </p:spPr>
        <p:txBody>
          <a:bodyPr wrap="square" lIns="0" tIns="10104" rIns="0" bIns="-10104" rtlCol="0" anchor="t"/>
          <a:lstStyle/>
          <a:p>
            <a:pPr algn="l" indent="0" marL="0">
              <a:lnSpc>
                <a:spcPts val="2438"/>
              </a:lnSpc>
              <a:buNone/>
            </a:pPr>
            <a:r>
              <a:rPr lang="en-US" sz="1875" dirty="0" spc="0" kern="0">
                <a:solidFill>
                  <a:srgbClr val="1F3FD1"/>
                </a:solidFill>
                <a:latin typeface="Be Vietnam Pro SemiBold" pitchFamily="34" charset="0"/>
                <a:ea typeface="Be Vietnam Pro SemiBold" pitchFamily="34" charset="-122"/>
                <a:cs typeface="Be Vietnam Pro SemiBold" pitchFamily="34" charset="-120"/>
              </a:rPr>
              <a:t>01</a:t>
            </a:r>
            <a:r>
              <a:rPr lang="en-US" sz="1875" dirty="0" spc="-2" kern="0">
                <a:solidFill>
                  <a:srgbClr val="1F3FD1"/>
                </a:solidFill>
                <a:latin typeface="Be Vietnam Pro SemiBold" pitchFamily="34" charset="0"/>
                <a:ea typeface="Be Vietnam Pro SemiBold" pitchFamily="34" charset="-122"/>
                <a:cs typeface="Be Vietnam Pro SemiBold" pitchFamily="34" charset="-120"/>
              </a:rPr>
              <a:t> /</a:t>
            </a:r>
            <a:r>
              <a:rPr lang="en-US" sz="1875" dirty="0" spc="-32" kern="0">
                <a:solidFill>
                  <a:srgbClr val="1F3FD1"/>
                </a:solidFill>
                <a:latin typeface="Be Vietnam Pro SemiBold" pitchFamily="34" charset="0"/>
                <a:ea typeface="Be Vietnam Pro SemiBold" pitchFamily="34" charset="-122"/>
                <a:cs typeface="Be Vietnam Pro SemiBold" pitchFamily="34" charset="-120"/>
              </a:rPr>
              <a:t> CÁCH</a:t>
            </a:r>
            <a:r>
              <a:rPr lang="en-US" sz="1875" dirty="0" spc="-52" kern="0">
                <a:solidFill>
                  <a:srgbClr val="1F3FD1"/>
                </a:solidFill>
                <a:latin typeface="Be Vietnam Pro SemiBold" pitchFamily="34" charset="0"/>
                <a:ea typeface="Be Vietnam Pro SemiBold" pitchFamily="34" charset="-122"/>
                <a:cs typeface="Be Vietnam Pro SemiBold" pitchFamily="34" charset="-120"/>
              </a:rPr>
              <a:t> BẮT</a:t>
            </a:r>
            <a:r>
              <a:rPr lang="en-US" sz="1875" dirty="0" spc="-22" kern="0">
                <a:solidFill>
                  <a:srgbClr val="1F3FD1"/>
                </a:solidFill>
                <a:latin typeface="Be Vietnam Pro SemiBold" pitchFamily="34" charset="0"/>
                <a:ea typeface="Be Vietnam Pro SemiBold" pitchFamily="34" charset="-122"/>
                <a:cs typeface="Be Vietnam Pro SemiBold" pitchFamily="34" charset="-120"/>
              </a:rPr>
              <a:t> ĐẦU</a:t>
            </a:r>
            <a:endParaRPr lang="en-US" sz="1875" dirty="0"/>
          </a:p>
        </p:txBody>
      </p:sp>
      <p:sp>
        <p:nvSpPr>
          <p:cNvPr id="3" name="Text 1"/>
          <p:cNvSpPr/>
          <p:nvPr/>
        </p:nvSpPr>
        <p:spPr>
          <a:xfrm>
            <a:off x="838200" y="1066800"/>
            <a:ext cx="16573500" cy="1476375"/>
          </a:xfrm>
          <a:prstGeom prst="rect">
            <a:avLst/>
          </a:prstGeom>
          <a:noFill/>
          <a:ln/>
        </p:spPr>
        <p:txBody>
          <a:bodyPr wrap="square" lIns="0" tIns="3048" rIns="0" bIns="-3048" rtlCol="0" anchor="t"/>
          <a:lstStyle/>
          <a:p>
            <a:pPr algn="l" indent="0" marL="0">
              <a:lnSpc>
                <a:spcPts val="6240"/>
              </a:lnSpc>
              <a:buNone/>
            </a:pPr>
            <a:r>
              <a:rPr lang="en-US" sz="4800" dirty="0" spc="1" kern="0">
                <a:solidFill>
                  <a:srgbClr val="14161C"/>
                </a:solidFill>
                <a:latin typeface="Bricolage Grotesque ExtraBold" pitchFamily="34" charset="0"/>
                <a:ea typeface="Bricolage Grotesque ExtraBold" pitchFamily="34" charset="-122"/>
                <a:cs typeface="Bricolage Grotesque ExtraBold" pitchFamily="34" charset="-120"/>
              </a:rPr>
              <a:t>Chọn</a:t>
            </a:r>
            <a:r>
              <a:rPr lang="en-US" sz="4800" dirty="0" spc="-4" kern="0">
                <a:solidFill>
                  <a:srgbClr val="14161C"/>
                </a:solidFill>
                <a:latin typeface="Bricolage Grotesque ExtraBold" pitchFamily="34" charset="0"/>
                <a:ea typeface="Bricolage Grotesque ExtraBold" pitchFamily="34" charset="-122"/>
                <a:cs typeface="Bricolage Grotesque ExtraBold" pitchFamily="34" charset="-120"/>
              </a:rPr>
              <a:t> bài</a:t>
            </a:r>
            <a:r>
              <a:rPr lang="en-US" sz="4800" dirty="0" spc="-41" kern="0">
                <a:solidFill>
                  <a:srgbClr val="14161C"/>
                </a:solidFill>
                <a:latin typeface="Bricolage Grotesque ExtraBold" pitchFamily="34" charset="0"/>
                <a:ea typeface="Bricolage Grotesque ExtraBold" pitchFamily="34" charset="-122"/>
                <a:cs typeface="Bricolage Grotesque ExtraBold" pitchFamily="34" charset="-120"/>
              </a:rPr>
              <a:t> vừa</a:t>
            </a:r>
            <a:r>
              <a:rPr lang="en-US" sz="4800" dirty="0" spc="-48" kern="0">
                <a:solidFill>
                  <a:srgbClr val="14161C"/>
                </a:solidFill>
                <a:latin typeface="Bricolage Grotesque ExtraBold" pitchFamily="34" charset="0"/>
                <a:ea typeface="Bricolage Grotesque ExtraBold" pitchFamily="34" charset="-122"/>
                <a:cs typeface="Bricolage Grotesque ExtraBold" pitchFamily="34" charset="-120"/>
              </a:rPr>
              <a:t> sức</a:t>
            </a:r>
            <a:r>
              <a:rPr lang="en-US" sz="4800" dirty="0" spc="-54" kern="0">
                <a:solidFill>
                  <a:srgbClr val="14161C"/>
                </a:solidFill>
                <a:latin typeface="Bricolage Grotesque ExtraBold" pitchFamily="34" charset="0"/>
                <a:ea typeface="Bricolage Grotesque ExtraBold" pitchFamily="34" charset="-122"/>
                <a:cs typeface="Bricolage Grotesque ExtraBold" pitchFamily="34" charset="-120"/>
              </a:rPr>
              <a:t> trước</a:t>
            </a:r>
            <a:r>
              <a:rPr lang="en-US" sz="4800" dirty="0" spc="-1" kern="0">
                <a:solidFill>
                  <a:srgbClr val="14161C"/>
                </a:solidFill>
                <a:latin typeface="Bricolage Grotesque ExtraBold" pitchFamily="34" charset="0"/>
                <a:ea typeface="Bricolage Grotesque ExtraBold" pitchFamily="34" charset="-122"/>
                <a:cs typeface="Bricolage Grotesque ExtraBold" pitchFamily="34" charset="-120"/>
              </a:rPr>
              <a:t> khi</a:t>
            </a:r>
            <a:r>
              <a:rPr lang="en-US" sz="4800" dirty="0" spc="-2" kern="0">
                <a:solidFill>
                  <a:srgbClr val="14161C"/>
                </a:solidFill>
                <a:latin typeface="Bricolage Grotesque ExtraBold" pitchFamily="34" charset="0"/>
                <a:ea typeface="Bricolage Grotesque ExtraBold" pitchFamily="34" charset="-122"/>
                <a:cs typeface="Bricolage Grotesque ExtraBold" pitchFamily="34" charset="-120"/>
              </a:rPr>
              <a:t> chọn</a:t>
            </a:r>
            <a:r>
              <a:rPr lang="en-US" sz="4800" dirty="0" spc="-4" kern="0">
                <a:solidFill>
                  <a:srgbClr val="14161C"/>
                </a:solidFill>
                <a:latin typeface="Bricolage Grotesque ExtraBold" pitchFamily="34" charset="0"/>
                <a:ea typeface="Bricolage Grotesque ExtraBold" pitchFamily="34" charset="-122"/>
                <a:cs typeface="Bricolage Grotesque ExtraBold" pitchFamily="34" charset="-120"/>
              </a:rPr>
              <a:t> bài</a:t>
            </a:r>
            <a:r>
              <a:rPr lang="en-US" sz="4800" dirty="0" spc="-32" kern="0">
                <a:solidFill>
                  <a:srgbClr val="14161C"/>
                </a:solidFill>
                <a:latin typeface="Bricolage Grotesque ExtraBold" pitchFamily="34" charset="0"/>
                <a:ea typeface="Bricolage Grotesque ExtraBold" pitchFamily="34" charset="-122"/>
                <a:cs typeface="Bricolage Grotesque ExtraBold" pitchFamily="34" charset="-120"/>
              </a:rPr>
              <a:t> lớn</a:t>
            </a:r>
            <a:endParaRPr lang="en-US" sz="4800" dirty="0"/>
          </a:p>
        </p:txBody>
      </p:sp>
      <p:sp>
        <p:nvSpPr>
          <p:cNvPr id="4" name="Connector line-1792794875596-3347982"/>
          <p:cNvSpPr/>
          <p:nvPr/>
        </p:nvSpPr>
        <p:spPr>
          <a:xfrm>
            <a:off x="838200" y="2647950"/>
            <a:ext cx="16611600" cy="0"/>
          </a:xfrm>
          <a:prstGeom prst="line">
            <a:avLst/>
          </a:prstGeom>
          <a:noFill/>
          <a:ln w="28575">
            <a:solidFill>
              <a:srgbClr val="DDD5C1"/>
            </a:solidFill>
            <a:prstDash val="solid"/>
            <a:headEnd type="none"/>
            <a:tailEnd type="none"/>
          </a:ln>
        </p:spPr>
      </p:sp>
      <p:sp>
        <p:nvSpPr>
          <p:cNvPr id="5" name="Text 3"/>
          <p:cNvSpPr/>
          <p:nvPr/>
        </p:nvSpPr>
        <p:spPr>
          <a:xfrm>
            <a:off x="838200" y="3067050"/>
            <a:ext cx="904875" cy="762000"/>
          </a:xfrm>
          <a:prstGeom prst="rect">
            <a:avLst/>
          </a:prstGeom>
          <a:noFill/>
          <a:ln/>
        </p:spPr>
        <p:txBody>
          <a:bodyPr wrap="square" lIns="0" tIns="2667" rIns="0" bIns="-2667" rtlCol="0" anchor="t"/>
          <a:lstStyle/>
          <a:p>
            <a:pPr algn="l" indent="0" marL="0">
              <a:lnSpc>
                <a:spcPts val="5460"/>
              </a:lnSpc>
              <a:buNone/>
            </a:pPr>
            <a:r>
              <a:rPr lang="en-US" sz="4200" dirty="0" spc="-14" kern="0">
                <a:solidFill>
                  <a:srgbClr val="1F3FD1"/>
                </a:solidFill>
                <a:latin typeface="Bricolage Grotesque ExtraBold" pitchFamily="34" charset="0"/>
                <a:ea typeface="Bricolage Grotesque ExtraBold" pitchFamily="34" charset="-122"/>
                <a:cs typeface="Bricolage Grotesque ExtraBold" pitchFamily="34" charset="-120"/>
              </a:rPr>
              <a:t>01</a:t>
            </a:r>
            <a:endParaRPr lang="en-US" sz="4200" dirty="0"/>
          </a:p>
        </p:txBody>
      </p:sp>
      <p:sp>
        <p:nvSpPr>
          <p:cNvPr id="6" name="Text 4"/>
          <p:cNvSpPr/>
          <p:nvPr/>
        </p:nvSpPr>
        <p:spPr>
          <a:xfrm>
            <a:off x="2047875" y="3009900"/>
            <a:ext cx="15240000" cy="457200"/>
          </a:xfrm>
          <a:prstGeom prst="rect">
            <a:avLst/>
          </a:prstGeom>
          <a:noFill/>
          <a:ln/>
        </p:spPr>
        <p:txBody>
          <a:bodyPr wrap="square" lIns="0" tIns="13343" rIns="0" bIns="-13343" rtlCol="0" anchor="t"/>
          <a:lstStyle/>
          <a:p>
            <a:pPr algn="l" indent="0" marL="0">
              <a:lnSpc>
                <a:spcPts val="3218"/>
              </a:lnSpc>
              <a:buNone/>
            </a:pPr>
            <a:r>
              <a:rPr lang="en-US" sz="2475" b="1" dirty="0" spc="-3" kern="0">
                <a:solidFill>
                  <a:srgbClr val="14161C"/>
                </a:solidFill>
                <a:latin typeface="Be Vietnam Pro" pitchFamily="34" charset="0"/>
                <a:ea typeface="Be Vietnam Pro" pitchFamily="34" charset="-122"/>
                <a:cs typeface="Be Vietnam Pro" pitchFamily="34" charset="-120"/>
              </a:rPr>
              <a:t>Chọn</a:t>
            </a:r>
            <a:r>
              <a:rPr lang="en-US" sz="2475" b="1" dirty="0" spc="-7" kern="0">
                <a:solidFill>
                  <a:srgbClr val="14161C"/>
                </a:solidFill>
                <a:latin typeface="Be Vietnam Pro" pitchFamily="34" charset="0"/>
                <a:ea typeface="Be Vietnam Pro" pitchFamily="34" charset="-122"/>
                <a:cs typeface="Be Vietnam Pro" pitchFamily="34" charset="-120"/>
              </a:rPr>
              <a:t> ngôn</a:t>
            </a:r>
            <a:r>
              <a:rPr lang="en-US" sz="2475" b="1" dirty="0" spc="-2" kern="0">
                <a:solidFill>
                  <a:srgbClr val="14161C"/>
                </a:solidFill>
                <a:latin typeface="Be Vietnam Pro" pitchFamily="34" charset="0"/>
                <a:ea typeface="Be Vietnam Pro" pitchFamily="34" charset="-122"/>
                <a:cs typeface="Be Vietnam Pro" pitchFamily="34" charset="-120"/>
              </a:rPr>
              <a:t> ngữ</a:t>
            </a:r>
            <a:r>
              <a:rPr lang="en-US" sz="2475" b="1" dirty="0" spc="7" kern="0">
                <a:solidFill>
                  <a:srgbClr val="14161C"/>
                </a:solidFill>
                <a:latin typeface="Be Vietnam Pro" pitchFamily="34" charset="0"/>
                <a:ea typeface="Be Vietnam Pro" pitchFamily="34" charset="-122"/>
                <a:cs typeface="Be Vietnam Pro" pitchFamily="34" charset="-120"/>
              </a:rPr>
              <a:t> đã</a:t>
            </a:r>
            <a:r>
              <a:rPr lang="en-US" sz="2475" b="1" dirty="0" spc="0" kern="0">
                <a:solidFill>
                  <a:srgbClr val="14161C"/>
                </a:solidFill>
                <a:latin typeface="Be Vietnam Pro" pitchFamily="34" charset="0"/>
                <a:ea typeface="Be Vietnam Pro" pitchFamily="34" charset="-122"/>
                <a:cs typeface="Be Vietnam Pro" pitchFamily="34" charset="-120"/>
              </a:rPr>
              <a:t> quen</a:t>
            </a:r>
            <a:endParaRPr lang="en-US" sz="2475" dirty="0"/>
          </a:p>
        </p:txBody>
      </p:sp>
      <p:sp>
        <p:nvSpPr>
          <p:cNvPr id="7" name="Text 5"/>
          <p:cNvSpPr/>
          <p:nvPr/>
        </p:nvSpPr>
        <p:spPr>
          <a:xfrm>
            <a:off x="2047875" y="3533775"/>
            <a:ext cx="15240000" cy="600075"/>
          </a:xfrm>
          <a:prstGeom prst="rect">
            <a:avLst/>
          </a:prstGeom>
          <a:noFill/>
          <a:ln/>
        </p:spPr>
        <p:txBody>
          <a:bodyPr wrap="square" lIns="0" tIns="12144" rIns="0" bIns="-12144" rtlCol="0" anchor="t"/>
          <a:lstStyle/>
          <a:p>
            <a:pPr algn="l" indent="0" marL="0">
              <a:lnSpc>
                <a:spcPts val="2925"/>
              </a:lnSpc>
              <a:buNone/>
            </a:pPr>
            <a:r>
              <a:rPr lang="en-US" sz="2250" dirty="0" spc="-4" kern="0">
                <a:solidFill>
                  <a:srgbClr val="14161C"/>
                </a:solidFill>
                <a:latin typeface="Be Vietnam Pro" pitchFamily="34" charset="0"/>
                <a:ea typeface="Be Vietnam Pro" pitchFamily="34" charset="-122"/>
                <a:cs typeface="Be Vietnam Pro" pitchFamily="34" charset="-120"/>
              </a:rPr>
              <a:t>Giảm</a:t>
            </a:r>
            <a:r>
              <a:rPr lang="en-US" sz="2250" dirty="0" spc="-3" kern="0">
                <a:solidFill>
                  <a:srgbClr val="14161C"/>
                </a:solidFill>
                <a:latin typeface="Be Vietnam Pro" pitchFamily="34" charset="0"/>
                <a:ea typeface="Be Vietnam Pro" pitchFamily="34" charset="-122"/>
                <a:cs typeface="Be Vietnam Pro" pitchFamily="34" charset="-120"/>
              </a:rPr>
              <a:t> việc</a:t>
            </a:r>
            <a:r>
              <a:rPr lang="en-US" sz="2250" dirty="0" spc="-1" kern="0">
                <a:solidFill>
                  <a:srgbClr val="14161C"/>
                </a:solidFill>
                <a:latin typeface="Be Vietnam Pro" pitchFamily="34" charset="0"/>
                <a:ea typeface="Be Vietnam Pro" pitchFamily="34" charset="-122"/>
                <a:cs typeface="Be Vietnam Pro" pitchFamily="34" charset="-120"/>
              </a:rPr>
              <a:t> phải</a:t>
            </a:r>
            <a:r>
              <a:rPr lang="en-US" sz="2250" dirty="0" spc="1" kern="0">
                <a:solidFill>
                  <a:srgbClr val="14161C"/>
                </a:solidFill>
                <a:latin typeface="Be Vietnam Pro" pitchFamily="34" charset="0"/>
                <a:ea typeface="Be Vietnam Pro" pitchFamily="34" charset="-122"/>
                <a:cs typeface="Be Vietnam Pro" pitchFamily="34" charset="-120"/>
              </a:rPr>
              <a:t> học</a:t>
            </a:r>
            <a:r>
              <a:rPr lang="en-US" sz="2250" dirty="0" spc="11" kern="0">
                <a:solidFill>
                  <a:srgbClr val="14161C"/>
                </a:solidFill>
                <a:latin typeface="Be Vietnam Pro" pitchFamily="34" charset="0"/>
                <a:ea typeface="Be Vietnam Pro" pitchFamily="34" charset="-122"/>
                <a:cs typeface="Be Vietnam Pro" pitchFamily="34" charset="-120"/>
              </a:rPr>
              <a:t> đồng</a:t>
            </a:r>
            <a:r>
              <a:rPr lang="en-US" sz="2250" dirty="0" spc="0" kern="0">
                <a:solidFill>
                  <a:srgbClr val="14161C"/>
                </a:solidFill>
                <a:latin typeface="Be Vietnam Pro" pitchFamily="34" charset="0"/>
                <a:ea typeface="Be Vietnam Pro" pitchFamily="34" charset="-122"/>
                <a:cs typeface="Be Vietnam Pro" pitchFamily="34" charset="-120"/>
              </a:rPr>
              <a:t> thời</a:t>
            </a:r>
            <a:r>
              <a:rPr lang="en-US" sz="2250" dirty="0" spc="5" kern="0">
                <a:solidFill>
                  <a:srgbClr val="14161C"/>
                </a:solidFill>
                <a:latin typeface="Be Vietnam Pro" pitchFamily="34" charset="0"/>
                <a:ea typeface="Be Vietnam Pro" pitchFamily="34" charset="-122"/>
                <a:cs typeface="Be Vietnam Pro" pitchFamily="34" charset="-120"/>
              </a:rPr>
              <a:t> cú</a:t>
            </a:r>
            <a:r>
              <a:rPr lang="en-US" sz="2250" dirty="0" spc="2" kern="0">
                <a:solidFill>
                  <a:srgbClr val="14161C"/>
                </a:solidFill>
                <a:latin typeface="Be Vietnam Pro" pitchFamily="34" charset="0"/>
                <a:ea typeface="Be Vietnam Pro" pitchFamily="34" charset="-122"/>
                <a:cs typeface="Be Vietnam Pro" pitchFamily="34" charset="-120"/>
              </a:rPr>
              <a:t> pháp</a:t>
            </a:r>
            <a:r>
              <a:rPr lang="en-US" sz="2250" dirty="0" spc="0" kern="0">
                <a:solidFill>
                  <a:srgbClr val="14161C"/>
                </a:solidFill>
                <a:latin typeface="Be Vietnam Pro" pitchFamily="34" charset="0"/>
                <a:ea typeface="Be Vietnam Pro" pitchFamily="34" charset="-122"/>
                <a:cs typeface="Be Vietnam Pro" pitchFamily="34" charset="-120"/>
              </a:rPr>
              <a:t> mới</a:t>
            </a:r>
            <a:r>
              <a:rPr lang="en-US" sz="2250" dirty="0" spc="-17" kern="0">
                <a:solidFill>
                  <a:srgbClr val="14161C"/>
                </a:solidFill>
                <a:latin typeface="Be Vietnam Pro" pitchFamily="34" charset="0"/>
                <a:ea typeface="Be Vietnam Pro" pitchFamily="34" charset="-122"/>
                <a:cs typeface="Be Vietnam Pro" pitchFamily="34" charset="-120"/>
              </a:rPr>
              <a:t> và</a:t>
            </a:r>
            <a:r>
              <a:rPr lang="en-US" sz="2250" dirty="0" spc="1" kern="0">
                <a:solidFill>
                  <a:srgbClr val="14161C"/>
                </a:solidFill>
                <a:latin typeface="Be Vietnam Pro" pitchFamily="34" charset="0"/>
                <a:ea typeface="Be Vietnam Pro" pitchFamily="34" charset="-122"/>
                <a:cs typeface="Be Vietnam Pro" pitchFamily="34" charset="-120"/>
              </a:rPr>
              <a:t> cơ chế mới.</a:t>
            </a:r>
            <a:endParaRPr lang="en-US" sz="2250" dirty="0"/>
          </a:p>
        </p:txBody>
      </p:sp>
      <p:sp>
        <p:nvSpPr>
          <p:cNvPr id="8" name="Connector line-1792794875600-907301181"/>
          <p:cNvSpPr/>
          <p:nvPr/>
        </p:nvSpPr>
        <p:spPr>
          <a:xfrm>
            <a:off x="2047875" y="4171950"/>
            <a:ext cx="15401925" cy="0"/>
          </a:xfrm>
          <a:prstGeom prst="line">
            <a:avLst/>
          </a:prstGeom>
          <a:noFill/>
          <a:ln w="28575">
            <a:solidFill>
              <a:srgbClr val="DDD5C1"/>
            </a:solidFill>
            <a:prstDash val="solid"/>
            <a:headEnd type="none"/>
            <a:tailEnd type="none"/>
          </a:ln>
        </p:spPr>
      </p:sp>
      <p:sp>
        <p:nvSpPr>
          <p:cNvPr id="9" name="Text 7"/>
          <p:cNvSpPr/>
          <p:nvPr/>
        </p:nvSpPr>
        <p:spPr>
          <a:xfrm>
            <a:off x="838200" y="4305300"/>
            <a:ext cx="904875" cy="762000"/>
          </a:xfrm>
          <a:prstGeom prst="rect">
            <a:avLst/>
          </a:prstGeom>
          <a:noFill/>
          <a:ln/>
        </p:spPr>
        <p:txBody>
          <a:bodyPr wrap="square" lIns="0" tIns="2667" rIns="0" bIns="-2667" rtlCol="0" anchor="t"/>
          <a:lstStyle/>
          <a:p>
            <a:pPr algn="l" indent="0" marL="0">
              <a:lnSpc>
                <a:spcPts val="5460"/>
              </a:lnSpc>
              <a:buNone/>
            </a:pPr>
            <a:r>
              <a:rPr lang="en-US" sz="4200" dirty="0" spc="-6" kern="0">
                <a:solidFill>
                  <a:srgbClr val="1F3FD1"/>
                </a:solidFill>
                <a:latin typeface="Bricolage Grotesque ExtraBold" pitchFamily="34" charset="0"/>
                <a:ea typeface="Bricolage Grotesque ExtraBold" pitchFamily="34" charset="-122"/>
                <a:cs typeface="Bricolage Grotesque ExtraBold" pitchFamily="34" charset="-120"/>
              </a:rPr>
              <a:t>02</a:t>
            </a:r>
            <a:endParaRPr lang="en-US" sz="4200" dirty="0"/>
          </a:p>
        </p:txBody>
      </p:sp>
      <p:sp>
        <p:nvSpPr>
          <p:cNvPr id="10" name="Text 8"/>
          <p:cNvSpPr/>
          <p:nvPr/>
        </p:nvSpPr>
        <p:spPr>
          <a:xfrm>
            <a:off x="2047875" y="4248150"/>
            <a:ext cx="15240000" cy="457200"/>
          </a:xfrm>
          <a:prstGeom prst="rect">
            <a:avLst/>
          </a:prstGeom>
          <a:noFill/>
          <a:ln/>
        </p:spPr>
        <p:txBody>
          <a:bodyPr wrap="square" lIns="0" tIns="13343" rIns="0" bIns="-13343" rtlCol="0" anchor="t"/>
          <a:lstStyle/>
          <a:p>
            <a:pPr algn="l" indent="0" marL="0">
              <a:lnSpc>
                <a:spcPts val="3218"/>
              </a:lnSpc>
              <a:buNone/>
            </a:pPr>
            <a:r>
              <a:rPr lang="en-US" sz="2475" b="1" dirty="0" spc="-4" kern="0">
                <a:solidFill>
                  <a:srgbClr val="14161C"/>
                </a:solidFill>
                <a:latin typeface="Be Vietnam Pro" pitchFamily="34" charset="0"/>
                <a:ea typeface="Be Vietnam Pro" pitchFamily="34" charset="-122"/>
                <a:cs typeface="Be Vietnam Pro" pitchFamily="34" charset="-120"/>
              </a:rPr>
              <a:t>Đọc</a:t>
            </a:r>
            <a:r>
              <a:rPr lang="en-US" sz="2475" b="1" dirty="0" spc="-18" kern="0">
                <a:solidFill>
                  <a:srgbClr val="14161C"/>
                </a:solidFill>
                <a:latin typeface="Be Vietnam Pro" pitchFamily="34" charset="0"/>
                <a:ea typeface="Be Vietnam Pro" pitchFamily="34" charset="-122"/>
                <a:cs typeface="Be Vietnam Pro" pitchFamily="34" charset="-120"/>
              </a:rPr>
              <a:t> yêu</a:t>
            </a:r>
            <a:r>
              <a:rPr lang="en-US" sz="2475" b="1" dirty="0" spc="-1" kern="0">
                <a:solidFill>
                  <a:srgbClr val="14161C"/>
                </a:solidFill>
                <a:latin typeface="Be Vietnam Pro" pitchFamily="34" charset="0"/>
                <a:ea typeface="Be Vietnam Pro" pitchFamily="34" charset="-122"/>
                <a:cs typeface="Be Vietnam Pro" pitchFamily="34" charset="-120"/>
              </a:rPr>
              <a:t> cầu</a:t>
            </a:r>
            <a:r>
              <a:rPr lang="en-US" sz="2475" b="1" dirty="0" spc="11" kern="0">
                <a:solidFill>
                  <a:srgbClr val="14161C"/>
                </a:solidFill>
                <a:latin typeface="Be Vietnam Pro" pitchFamily="34" charset="0"/>
                <a:ea typeface="Be Vietnam Pro" pitchFamily="34" charset="-122"/>
                <a:cs typeface="Be Vietnam Pro" pitchFamily="34" charset="-120"/>
              </a:rPr>
              <a:t> đầu</a:t>
            </a:r>
            <a:r>
              <a:rPr lang="en-US" sz="2475" b="1" dirty="0" spc="-13" kern="0">
                <a:solidFill>
                  <a:srgbClr val="14161C"/>
                </a:solidFill>
                <a:latin typeface="Be Vietnam Pro" pitchFamily="34" charset="0"/>
                <a:ea typeface="Be Vietnam Pro" pitchFamily="34" charset="-122"/>
                <a:cs typeface="Be Vietnam Pro" pitchFamily="34" charset="-120"/>
              </a:rPr>
              <a:t> vào</a:t>
            </a:r>
            <a:endParaRPr lang="en-US" sz="2475" dirty="0"/>
          </a:p>
        </p:txBody>
      </p:sp>
      <p:sp>
        <p:nvSpPr>
          <p:cNvPr id="11" name="Text 9"/>
          <p:cNvSpPr/>
          <p:nvPr/>
        </p:nvSpPr>
        <p:spPr>
          <a:xfrm>
            <a:off x="2047875" y="4772025"/>
            <a:ext cx="15240000" cy="600075"/>
          </a:xfrm>
          <a:prstGeom prst="rect">
            <a:avLst/>
          </a:prstGeom>
          <a:noFill/>
          <a:ln/>
        </p:spPr>
        <p:txBody>
          <a:bodyPr wrap="square" lIns="0" tIns="12144" rIns="0" bIns="-12144" rtlCol="0" anchor="t"/>
          <a:lstStyle/>
          <a:p>
            <a:pPr algn="l" indent="0" marL="0">
              <a:lnSpc>
                <a:spcPts val="2925"/>
              </a:lnSpc>
              <a:buNone/>
            </a:pPr>
            <a:r>
              <a:rPr lang="en-US" sz="2250" dirty="0" spc="-3" kern="0">
                <a:solidFill>
                  <a:srgbClr val="14161C"/>
                </a:solidFill>
                <a:latin typeface="Be Vietnam Pro" pitchFamily="34" charset="0"/>
                <a:ea typeface="Be Vietnam Pro" pitchFamily="34" charset="-122"/>
                <a:cs typeface="Be Vietnam Pro" pitchFamily="34" charset="-120"/>
              </a:rPr>
              <a:t>Kiểm</a:t>
            </a:r>
            <a:r>
              <a:rPr lang="en-US" sz="2250" dirty="0" spc="-24" kern="0">
                <a:solidFill>
                  <a:srgbClr val="14161C"/>
                </a:solidFill>
                <a:latin typeface="Be Vietnam Pro" pitchFamily="34" charset="0"/>
                <a:ea typeface="Be Vietnam Pro" pitchFamily="34" charset="-122"/>
                <a:cs typeface="Be Vietnam Pro" pitchFamily="34" charset="-120"/>
              </a:rPr>
              <a:t> tra</a:t>
            </a:r>
            <a:r>
              <a:rPr lang="en-US" sz="2250" dirty="0" spc="3" kern="0">
                <a:solidFill>
                  <a:srgbClr val="14161C"/>
                </a:solidFill>
                <a:latin typeface="Be Vietnam Pro" pitchFamily="34" charset="0"/>
                <a:ea typeface="Be Vietnam Pro" pitchFamily="34" charset="-122"/>
                <a:cs typeface="Be Vietnam Pro" pitchFamily="34" charset="-120"/>
              </a:rPr>
              <a:t> công</a:t>
            </a:r>
            <a:r>
              <a:rPr lang="en-US" sz="2250" dirty="0" spc="2" kern="0">
                <a:solidFill>
                  <a:srgbClr val="14161C"/>
                </a:solidFill>
                <a:latin typeface="Be Vietnam Pro" pitchFamily="34" charset="0"/>
                <a:ea typeface="Be Vietnam Pro" pitchFamily="34" charset="-122"/>
                <a:cs typeface="Be Vietnam Pro" pitchFamily="34" charset="-120"/>
              </a:rPr>
              <a:t> cụ,</a:t>
            </a:r>
            <a:r>
              <a:rPr lang="en-US" sz="2250" dirty="0" spc="0" kern="0">
                <a:solidFill>
                  <a:srgbClr val="14161C"/>
                </a:solidFill>
                <a:latin typeface="Be Vietnam Pro" pitchFamily="34" charset="0"/>
                <a:ea typeface="Be Vietnam Pro" pitchFamily="34" charset="-122"/>
                <a:cs typeface="Be Vietnam Pro" pitchFamily="34" charset="-120"/>
              </a:rPr>
              <a:t> phiên</a:t>
            </a:r>
            <a:r>
              <a:rPr lang="en-US" sz="2250" dirty="0" spc="-3" kern="0">
                <a:solidFill>
                  <a:srgbClr val="14161C"/>
                </a:solidFill>
                <a:latin typeface="Be Vietnam Pro" pitchFamily="34" charset="0"/>
                <a:ea typeface="Be Vietnam Pro" pitchFamily="34" charset="-122"/>
                <a:cs typeface="Be Vietnam Pro" pitchFamily="34" charset="-120"/>
              </a:rPr>
              <a:t> bản,</a:t>
            </a:r>
            <a:r>
              <a:rPr lang="en-US" sz="2250" dirty="0" spc="-1" kern="0">
                <a:solidFill>
                  <a:srgbClr val="14161C"/>
                </a:solidFill>
                <a:latin typeface="Be Vietnam Pro" pitchFamily="34" charset="0"/>
                <a:ea typeface="Be Vietnam Pro" pitchFamily="34" charset="-122"/>
                <a:cs typeface="Be Vietnam Pro" pitchFamily="34" charset="-120"/>
              </a:rPr>
              <a:t> kiến</a:t>
            </a:r>
            <a:r>
              <a:rPr lang="en-US" sz="2250" dirty="0" spc="10" kern="0">
                <a:solidFill>
                  <a:srgbClr val="14161C"/>
                </a:solidFill>
                <a:latin typeface="Be Vietnam Pro" pitchFamily="34" charset="0"/>
                <a:ea typeface="Be Vietnam Pro" pitchFamily="34" charset="-122"/>
                <a:cs typeface="Be Vietnam Pro" pitchFamily="34" charset="-120"/>
              </a:rPr>
              <a:t> thức</a:t>
            </a:r>
            <a:r>
              <a:rPr lang="en-US" sz="2250" dirty="0" spc="1" kern="0">
                <a:solidFill>
                  <a:srgbClr val="14161C"/>
                </a:solidFill>
                <a:latin typeface="Be Vietnam Pro" pitchFamily="34" charset="0"/>
                <a:ea typeface="Be Vietnam Pro" pitchFamily="34" charset="-122"/>
                <a:cs typeface="Be Vietnam Pro" pitchFamily="34" charset="-120"/>
              </a:rPr>
              <a:t> nền</a:t>
            </a:r>
            <a:r>
              <a:rPr lang="en-US" sz="2250" dirty="0" spc="-17" kern="0">
                <a:solidFill>
                  <a:srgbClr val="14161C"/>
                </a:solidFill>
                <a:latin typeface="Be Vietnam Pro" pitchFamily="34" charset="0"/>
                <a:ea typeface="Be Vietnam Pro" pitchFamily="34" charset="-122"/>
                <a:cs typeface="Be Vietnam Pro" pitchFamily="34" charset="-120"/>
              </a:rPr>
              <a:t> và</a:t>
            </a:r>
            <a:r>
              <a:rPr lang="en-US" sz="2250" dirty="0" spc="11" kern="0">
                <a:solidFill>
                  <a:srgbClr val="14161C"/>
                </a:solidFill>
                <a:latin typeface="Be Vietnam Pro" pitchFamily="34" charset="0"/>
                <a:ea typeface="Be Vietnam Pro" pitchFamily="34" charset="-122"/>
                <a:cs typeface="Be Vietnam Pro" pitchFamily="34" charset="-120"/>
              </a:rPr>
              <a:t> đầu</a:t>
            </a:r>
            <a:r>
              <a:rPr lang="en-US" sz="2250" dirty="0" spc="-32" kern="0">
                <a:solidFill>
                  <a:srgbClr val="14161C"/>
                </a:solidFill>
                <a:latin typeface="Be Vietnam Pro" pitchFamily="34" charset="0"/>
                <a:ea typeface="Be Vietnam Pro" pitchFamily="34" charset="-122"/>
                <a:cs typeface="Be Vietnam Pro" pitchFamily="34" charset="-120"/>
              </a:rPr>
              <a:t> ra</a:t>
            </a:r>
            <a:r>
              <a:rPr lang="en-US" sz="2250" dirty="0" spc="-2" kern="0">
                <a:solidFill>
                  <a:srgbClr val="14161C"/>
                </a:solidFill>
                <a:latin typeface="Be Vietnam Pro" pitchFamily="34" charset="0"/>
                <a:ea typeface="Be Vietnam Pro" pitchFamily="34" charset="-122"/>
                <a:cs typeface="Be Vietnam Pro" pitchFamily="34" charset="-120"/>
              </a:rPr>
              <a:t> tutorial</a:t>
            </a:r>
            <a:r>
              <a:rPr lang="en-US" sz="2250" dirty="0" spc="9" kern="0">
                <a:solidFill>
                  <a:srgbClr val="14161C"/>
                </a:solidFill>
                <a:latin typeface="Be Vietnam Pro" pitchFamily="34" charset="0"/>
                <a:ea typeface="Be Vietnam Pro" pitchFamily="34" charset="-122"/>
                <a:cs typeface="Be Vietnam Pro" pitchFamily="34" charset="-120"/>
              </a:rPr>
              <a:t> hứa</a:t>
            </a:r>
            <a:r>
              <a:rPr lang="en-US" sz="2250" dirty="0" spc="2" kern="0">
                <a:solidFill>
                  <a:srgbClr val="14161C"/>
                </a:solidFill>
                <a:latin typeface="Be Vietnam Pro" pitchFamily="34" charset="0"/>
                <a:ea typeface="Be Vietnam Pro" pitchFamily="34" charset="-122"/>
                <a:cs typeface="Be Vietnam Pro" pitchFamily="34" charset="-120"/>
              </a:rPr>
              <a:t> hẹn.</a:t>
            </a:r>
            <a:endParaRPr lang="en-US" sz="2250" dirty="0"/>
          </a:p>
        </p:txBody>
      </p:sp>
      <p:sp>
        <p:nvSpPr>
          <p:cNvPr id="12" name="Connector line-1792794875604-171738954"/>
          <p:cNvSpPr/>
          <p:nvPr/>
        </p:nvSpPr>
        <p:spPr>
          <a:xfrm>
            <a:off x="2047875" y="5410200"/>
            <a:ext cx="15401925" cy="0"/>
          </a:xfrm>
          <a:prstGeom prst="line">
            <a:avLst/>
          </a:prstGeom>
          <a:noFill/>
          <a:ln w="28575">
            <a:solidFill>
              <a:srgbClr val="DDD5C1"/>
            </a:solidFill>
            <a:prstDash val="solid"/>
            <a:headEnd type="none"/>
            <a:tailEnd type="none"/>
          </a:ln>
        </p:spPr>
      </p:sp>
      <p:sp>
        <p:nvSpPr>
          <p:cNvPr id="13" name="Text 11"/>
          <p:cNvSpPr/>
          <p:nvPr/>
        </p:nvSpPr>
        <p:spPr>
          <a:xfrm>
            <a:off x="838200" y="5543550"/>
            <a:ext cx="904875" cy="762000"/>
          </a:xfrm>
          <a:prstGeom prst="rect">
            <a:avLst/>
          </a:prstGeom>
          <a:noFill/>
          <a:ln/>
        </p:spPr>
        <p:txBody>
          <a:bodyPr wrap="square" lIns="0" tIns="2667" rIns="0" bIns="-2667" rtlCol="0" anchor="t"/>
          <a:lstStyle/>
          <a:p>
            <a:pPr algn="l" indent="0" marL="0">
              <a:lnSpc>
                <a:spcPts val="5460"/>
              </a:lnSpc>
              <a:buNone/>
            </a:pPr>
            <a:r>
              <a:rPr lang="en-US" sz="4200" dirty="0" spc="-12" kern="0">
                <a:solidFill>
                  <a:srgbClr val="1F3FD1"/>
                </a:solidFill>
                <a:latin typeface="Bricolage Grotesque ExtraBold" pitchFamily="34" charset="0"/>
                <a:ea typeface="Bricolage Grotesque ExtraBold" pitchFamily="34" charset="-122"/>
                <a:cs typeface="Bricolage Grotesque ExtraBold" pitchFamily="34" charset="-120"/>
              </a:rPr>
              <a:t>03</a:t>
            </a:r>
            <a:endParaRPr lang="en-US" sz="4200" dirty="0"/>
          </a:p>
        </p:txBody>
      </p:sp>
      <p:sp>
        <p:nvSpPr>
          <p:cNvPr id="14" name="Text 12"/>
          <p:cNvSpPr/>
          <p:nvPr/>
        </p:nvSpPr>
        <p:spPr>
          <a:xfrm>
            <a:off x="2047875" y="5486400"/>
            <a:ext cx="15240000" cy="457200"/>
          </a:xfrm>
          <a:prstGeom prst="rect">
            <a:avLst/>
          </a:prstGeom>
          <a:noFill/>
          <a:ln/>
        </p:spPr>
        <p:txBody>
          <a:bodyPr wrap="square" lIns="0" tIns="13343" rIns="0" bIns="-13343" rtlCol="0" anchor="t"/>
          <a:lstStyle/>
          <a:p>
            <a:pPr algn="l" indent="0" marL="0">
              <a:lnSpc>
                <a:spcPts val="3218"/>
              </a:lnSpc>
              <a:buNone/>
            </a:pPr>
            <a:r>
              <a:rPr lang="en-US" sz="2475" b="1" dirty="0" spc="-7" kern="0">
                <a:solidFill>
                  <a:srgbClr val="14161C"/>
                </a:solidFill>
                <a:latin typeface="Be Vietnam Pro" pitchFamily="34" charset="0"/>
                <a:ea typeface="Be Vietnam Pro" pitchFamily="34" charset="-122"/>
                <a:cs typeface="Be Vietnam Pro" pitchFamily="34" charset="-120"/>
              </a:rPr>
              <a:t>Chốt</a:t>
            </a:r>
            <a:r>
              <a:rPr lang="en-US" sz="2475" b="1" dirty="0" spc="-4" kern="0">
                <a:solidFill>
                  <a:srgbClr val="14161C"/>
                </a:solidFill>
                <a:latin typeface="Be Vietnam Pro" pitchFamily="34" charset="0"/>
                <a:ea typeface="Be Vietnam Pro" pitchFamily="34" charset="-122"/>
                <a:cs typeface="Be Vietnam Pro" pitchFamily="34" charset="-120"/>
              </a:rPr>
              <a:t> phiên</a:t>
            </a:r>
            <a:r>
              <a:rPr lang="en-US" sz="2475" b="1" dirty="0" spc="0" kern="0">
                <a:solidFill>
                  <a:srgbClr val="14161C"/>
                </a:solidFill>
                <a:latin typeface="Be Vietnam Pro" pitchFamily="34" charset="0"/>
                <a:ea typeface="Be Vietnam Pro" pitchFamily="34" charset="-122"/>
                <a:cs typeface="Be Vietnam Pro" pitchFamily="34" charset="-120"/>
              </a:rPr>
              <a:t> bản</a:t>
            </a:r>
            <a:r>
              <a:rPr lang="en-US" sz="2475" b="1" dirty="0" spc="-1" kern="0">
                <a:solidFill>
                  <a:srgbClr val="14161C"/>
                </a:solidFill>
                <a:latin typeface="Be Vietnam Pro" pitchFamily="34" charset="0"/>
                <a:ea typeface="Be Vietnam Pro" pitchFamily="34" charset="-122"/>
                <a:cs typeface="Be Vietnam Pro" pitchFamily="34" charset="-120"/>
              </a:rPr>
              <a:t> nhỏ</a:t>
            </a:r>
            <a:endParaRPr lang="en-US" sz="2475" dirty="0"/>
          </a:p>
        </p:txBody>
      </p:sp>
      <p:sp>
        <p:nvSpPr>
          <p:cNvPr id="15" name="Text 13"/>
          <p:cNvSpPr/>
          <p:nvPr/>
        </p:nvSpPr>
        <p:spPr>
          <a:xfrm>
            <a:off x="2047875" y="6010275"/>
            <a:ext cx="15240000" cy="600075"/>
          </a:xfrm>
          <a:prstGeom prst="rect">
            <a:avLst/>
          </a:prstGeom>
          <a:noFill/>
          <a:ln/>
        </p:spPr>
        <p:txBody>
          <a:bodyPr wrap="square" lIns="0" tIns="12144" rIns="0" bIns="-12144" rtlCol="0" anchor="t"/>
          <a:lstStyle/>
          <a:p>
            <a:pPr algn="l" indent="0" marL="0">
              <a:lnSpc>
                <a:spcPts val="2925"/>
              </a:lnSpc>
              <a:buNone/>
            </a:pPr>
            <a:r>
              <a:rPr lang="en-US" sz="2250" dirty="0" spc="-2" kern="0">
                <a:solidFill>
                  <a:srgbClr val="14161C"/>
                </a:solidFill>
                <a:latin typeface="Be Vietnam Pro" pitchFamily="34" charset="0"/>
                <a:ea typeface="Be Vietnam Pro" pitchFamily="34" charset="-122"/>
                <a:cs typeface="Be Vietnam Pro" pitchFamily="34" charset="-120"/>
              </a:rPr>
              <a:t>Ví</a:t>
            </a:r>
            <a:r>
              <a:rPr lang="en-US" sz="2250" dirty="0" spc="5" kern="0">
                <a:solidFill>
                  <a:srgbClr val="14161C"/>
                </a:solidFill>
                <a:latin typeface="Be Vietnam Pro" pitchFamily="34" charset="0"/>
                <a:ea typeface="Be Vietnam Pro" pitchFamily="34" charset="-122"/>
                <a:cs typeface="Be Vietnam Pro" pitchFamily="34" charset="-120"/>
              </a:rPr>
              <a:t> dụ</a:t>
            </a:r>
            <a:r>
              <a:rPr lang="en-US" sz="2250" dirty="0" spc="2" kern="0">
                <a:solidFill>
                  <a:srgbClr val="14161C"/>
                </a:solidFill>
                <a:latin typeface="Be Vietnam Pro" pitchFamily="34" charset="0"/>
                <a:ea typeface="Be Vietnam Pro" pitchFamily="34" charset="-122"/>
                <a:cs typeface="Be Vietnam Pro" pitchFamily="34" charset="-120"/>
              </a:rPr>
              <a:t> của</a:t>
            </a:r>
            <a:r>
              <a:rPr lang="en-US" sz="2250" dirty="0" spc="5" kern="0">
                <a:solidFill>
                  <a:srgbClr val="14161C"/>
                </a:solidFill>
                <a:latin typeface="Be Vietnam Pro" pitchFamily="34" charset="0"/>
                <a:ea typeface="Be Vietnam Pro" pitchFamily="34" charset="-122"/>
                <a:cs typeface="Be Vietnam Pro" pitchFamily="34" charset="-120"/>
              </a:rPr>
              <a:t> người</a:t>
            </a:r>
            <a:r>
              <a:rPr lang="en-US" sz="2250" dirty="0" spc="-4" kern="0">
                <a:solidFill>
                  <a:srgbClr val="14161C"/>
                </a:solidFill>
                <a:latin typeface="Be Vietnam Pro" pitchFamily="34" charset="0"/>
                <a:ea typeface="Be Vietnam Pro" pitchFamily="34" charset="-122"/>
                <a:cs typeface="Be Vietnam Pro" pitchFamily="34" charset="-120"/>
              </a:rPr>
              <a:t> viết: một</a:t>
            </a:r>
            <a:r>
              <a:rPr lang="en-US" sz="2250" dirty="0" spc="-1" kern="0">
                <a:solidFill>
                  <a:srgbClr val="14161C"/>
                </a:solidFill>
                <a:latin typeface="Be Vietnam Pro" pitchFamily="34" charset="0"/>
                <a:ea typeface="Be Vietnam Pro" pitchFamily="34" charset="-122"/>
                <a:cs typeface="Be Vietnam Pro" pitchFamily="34" charset="-120"/>
              </a:rPr>
              <a:t> lệnh,</a:t>
            </a:r>
            <a:r>
              <a:rPr lang="en-US" sz="2250" dirty="0" spc="-4" kern="0">
                <a:solidFill>
                  <a:srgbClr val="14161C"/>
                </a:solidFill>
                <a:latin typeface="Be Vietnam Pro" pitchFamily="34" charset="0"/>
                <a:ea typeface="Be Vietnam Pro" pitchFamily="34" charset="-122"/>
                <a:cs typeface="Be Vietnam Pro" pitchFamily="34" charset="-120"/>
              </a:rPr>
              <a:t> một</a:t>
            </a:r>
            <a:r>
              <a:rPr lang="en-US" sz="2250" dirty="0" spc="7" kern="0">
                <a:solidFill>
                  <a:srgbClr val="14161C"/>
                </a:solidFill>
                <a:latin typeface="Be Vietnam Pro" pitchFamily="34" charset="0"/>
                <a:ea typeface="Be Vietnam Pro" pitchFamily="34" charset="-122"/>
                <a:cs typeface="Be Vietnam Pro" pitchFamily="34" charset="-120"/>
              </a:rPr>
              <a:t> đường</a:t>
            </a:r>
            <a:r>
              <a:rPr lang="en-US" sz="2250" dirty="0" spc="1" kern="0">
                <a:solidFill>
                  <a:srgbClr val="14161C"/>
                </a:solidFill>
                <a:latin typeface="Be Vietnam Pro" pitchFamily="34" charset="0"/>
                <a:ea typeface="Be Vietnam Pro" pitchFamily="34" charset="-122"/>
                <a:cs typeface="Be Vietnam Pro" pitchFamily="34" charset="-120"/>
              </a:rPr>
              <a:t> dẫn</a:t>
            </a:r>
            <a:r>
              <a:rPr lang="en-US" sz="2250" dirty="0" spc="-3" kern="0">
                <a:solidFill>
                  <a:srgbClr val="14161C"/>
                </a:solidFill>
                <a:latin typeface="Be Vietnam Pro" pitchFamily="34" charset="0"/>
                <a:ea typeface="Be Vietnam Pro" pitchFamily="34" charset="-122"/>
                <a:cs typeface="Be Vietnam Pro" pitchFamily="34" charset="-120"/>
              </a:rPr>
              <a:t> hoặc</a:t>
            </a:r>
            <a:r>
              <a:rPr lang="en-US" sz="2250" dirty="0" spc="-4" kern="0">
                <a:solidFill>
                  <a:srgbClr val="14161C"/>
                </a:solidFill>
                <a:latin typeface="Be Vietnam Pro" pitchFamily="34" charset="0"/>
                <a:ea typeface="Be Vietnam Pro" pitchFamily="34" charset="-122"/>
                <a:cs typeface="Be Vietnam Pro" pitchFamily="34" charset="-120"/>
              </a:rPr>
              <a:t> một</a:t>
            </a:r>
            <a:r>
              <a:rPr lang="en-US" sz="2250" dirty="0" spc="-5" kern="0">
                <a:solidFill>
                  <a:srgbClr val="14161C"/>
                </a:solidFill>
                <a:latin typeface="Be Vietnam Pro" pitchFamily="34" charset="0"/>
                <a:ea typeface="Be Vietnam Pro" pitchFamily="34" charset="-122"/>
                <a:cs typeface="Be Vietnam Pro" pitchFamily="34" charset="-120"/>
              </a:rPr>
              <a:t> loại</a:t>
            </a:r>
            <a:r>
              <a:rPr lang="en-US" sz="2250" dirty="0" spc="5" kern="0">
                <a:solidFill>
                  <a:srgbClr val="14161C"/>
                </a:solidFill>
                <a:latin typeface="Be Vietnam Pro" pitchFamily="34" charset="0"/>
                <a:ea typeface="Be Vietnam Pro" pitchFamily="34" charset="-122"/>
                <a:cs typeface="Be Vietnam Pro" pitchFamily="34" charset="-120"/>
              </a:rPr>
              <a:t> dữ</a:t>
            </a:r>
            <a:r>
              <a:rPr lang="en-US" sz="2250" dirty="0" spc="0" kern="0">
                <a:solidFill>
                  <a:srgbClr val="14161C"/>
                </a:solidFill>
                <a:latin typeface="Be Vietnam Pro" pitchFamily="34" charset="0"/>
                <a:ea typeface="Be Vietnam Pro" pitchFamily="34" charset="-122"/>
                <a:cs typeface="Be Vietnam Pro" pitchFamily="34" charset="-120"/>
              </a:rPr>
              <a:t> liệu.</a:t>
            </a:r>
            <a:endParaRPr lang="en-US" sz="2250" dirty="0"/>
          </a:p>
        </p:txBody>
      </p:sp>
      <p:sp>
        <p:nvSpPr>
          <p:cNvPr id="16" name="Connector line-1792794875609-494445967"/>
          <p:cNvSpPr/>
          <p:nvPr/>
        </p:nvSpPr>
        <p:spPr>
          <a:xfrm>
            <a:off x="2047875" y="6648450"/>
            <a:ext cx="15401925" cy="0"/>
          </a:xfrm>
          <a:prstGeom prst="line">
            <a:avLst/>
          </a:prstGeom>
          <a:noFill/>
          <a:ln w="28575">
            <a:solidFill>
              <a:srgbClr val="DDD5C1"/>
            </a:solidFill>
            <a:prstDash val="solid"/>
            <a:headEnd type="none"/>
            <a:tailEnd type="none"/>
          </a:ln>
        </p:spPr>
      </p:sp>
      <p:sp>
        <p:nvSpPr>
          <p:cNvPr id="17" name="Text 15"/>
          <p:cNvSpPr/>
          <p:nvPr/>
        </p:nvSpPr>
        <p:spPr>
          <a:xfrm>
            <a:off x="838200" y="6781800"/>
            <a:ext cx="904875" cy="762000"/>
          </a:xfrm>
          <a:prstGeom prst="rect">
            <a:avLst/>
          </a:prstGeom>
          <a:noFill/>
          <a:ln/>
        </p:spPr>
        <p:txBody>
          <a:bodyPr wrap="square" lIns="0" tIns="2667" rIns="0" bIns="-2667" rtlCol="0" anchor="t"/>
          <a:lstStyle/>
          <a:p>
            <a:pPr algn="l" indent="0" marL="0">
              <a:lnSpc>
                <a:spcPts val="5460"/>
              </a:lnSpc>
              <a:buNone/>
            </a:pPr>
            <a:r>
              <a:rPr lang="en-US" sz="4200" dirty="0" spc="-3" kern="0">
                <a:solidFill>
                  <a:srgbClr val="1F3FD1"/>
                </a:solidFill>
                <a:latin typeface="Bricolage Grotesque ExtraBold" pitchFamily="34" charset="0"/>
                <a:ea typeface="Bricolage Grotesque ExtraBold" pitchFamily="34" charset="-122"/>
                <a:cs typeface="Bricolage Grotesque ExtraBold" pitchFamily="34" charset="-120"/>
              </a:rPr>
              <a:t>04</a:t>
            </a:r>
            <a:endParaRPr lang="en-US" sz="4200" dirty="0"/>
          </a:p>
        </p:txBody>
      </p:sp>
      <p:sp>
        <p:nvSpPr>
          <p:cNvPr id="18" name="Text 16"/>
          <p:cNvSpPr/>
          <p:nvPr/>
        </p:nvSpPr>
        <p:spPr>
          <a:xfrm>
            <a:off x="2047875" y="6724650"/>
            <a:ext cx="15240000" cy="457200"/>
          </a:xfrm>
          <a:prstGeom prst="rect">
            <a:avLst/>
          </a:prstGeom>
          <a:noFill/>
          <a:ln/>
        </p:spPr>
        <p:txBody>
          <a:bodyPr wrap="square" lIns="0" tIns="13343" rIns="0" bIns="-13343" rtlCol="0" anchor="t"/>
          <a:lstStyle/>
          <a:p>
            <a:pPr algn="l" indent="0" marL="0">
              <a:lnSpc>
                <a:spcPts val="3218"/>
              </a:lnSpc>
              <a:buNone/>
            </a:pPr>
            <a:r>
              <a:rPr lang="en-US" sz="2475" b="1" dirty="0" spc="-88" kern="0">
                <a:solidFill>
                  <a:srgbClr val="14161C"/>
                </a:solidFill>
                <a:latin typeface="Be Vietnam Pro" pitchFamily="34" charset="0"/>
                <a:ea typeface="Be Vietnam Pro" pitchFamily="34" charset="-122"/>
                <a:cs typeface="Be Vietnam Pro" pitchFamily="34" charset="-120"/>
              </a:rPr>
              <a:t>Tự</a:t>
            </a:r>
            <a:r>
              <a:rPr lang="en-US" sz="2475" b="1" dirty="0" spc="0" kern="0">
                <a:solidFill>
                  <a:srgbClr val="14161C"/>
                </a:solidFill>
                <a:latin typeface="Be Vietnam Pro" pitchFamily="34" charset="0"/>
                <a:ea typeface="Be Vietnam Pro" pitchFamily="34" charset="-122"/>
                <a:cs typeface="Be Vietnam Pro" pitchFamily="34" charset="-120"/>
              </a:rPr>
              <a:t> giải</a:t>
            </a:r>
            <a:r>
              <a:rPr lang="en-US" sz="2475" b="1" dirty="0" spc="-1" kern="0">
                <a:solidFill>
                  <a:srgbClr val="14161C"/>
                </a:solidFill>
                <a:latin typeface="Be Vietnam Pro" pitchFamily="34" charset="0"/>
                <a:ea typeface="Be Vietnam Pro" pitchFamily="34" charset="-122"/>
                <a:cs typeface="Be Vietnam Pro" pitchFamily="34" charset="-120"/>
              </a:rPr>
              <a:t> thích</a:t>
            </a:r>
            <a:r>
              <a:rPr lang="en-US" sz="2475" b="1" dirty="0" spc="-16" kern="0">
                <a:solidFill>
                  <a:srgbClr val="14161C"/>
                </a:solidFill>
                <a:latin typeface="Be Vietnam Pro" pitchFamily="34" charset="0"/>
                <a:ea typeface="Be Vietnam Pro" pitchFamily="34" charset="-122"/>
                <a:cs typeface="Be Vietnam Pro" pitchFamily="34" charset="-120"/>
              </a:rPr>
              <a:t> rồi</a:t>
            </a:r>
            <a:r>
              <a:rPr lang="en-US" sz="2475" b="1" dirty="0" spc="-3" kern="0">
                <a:solidFill>
                  <a:srgbClr val="14161C"/>
                </a:solidFill>
                <a:latin typeface="Be Vietnam Pro" pitchFamily="34" charset="0"/>
                <a:ea typeface="Be Vietnam Pro" pitchFamily="34" charset="-122"/>
                <a:cs typeface="Be Vietnam Pro" pitchFamily="34" charset="-120"/>
              </a:rPr>
              <a:t> mở</a:t>
            </a:r>
            <a:r>
              <a:rPr lang="en-US" sz="2475" b="1" dirty="0" spc="-15" kern="0">
                <a:solidFill>
                  <a:srgbClr val="14161C"/>
                </a:solidFill>
                <a:latin typeface="Be Vietnam Pro" pitchFamily="34" charset="0"/>
                <a:ea typeface="Be Vietnam Pro" pitchFamily="34" charset="-122"/>
                <a:cs typeface="Be Vietnam Pro" pitchFamily="34" charset="-120"/>
              </a:rPr>
              <a:t> rộng</a:t>
            </a:r>
            <a:endParaRPr lang="en-US" sz="2475" dirty="0"/>
          </a:p>
        </p:txBody>
      </p:sp>
      <p:sp>
        <p:nvSpPr>
          <p:cNvPr id="19" name="Text 17"/>
          <p:cNvSpPr/>
          <p:nvPr/>
        </p:nvSpPr>
        <p:spPr>
          <a:xfrm>
            <a:off x="2047875" y="7248525"/>
            <a:ext cx="15240000" cy="600075"/>
          </a:xfrm>
          <a:prstGeom prst="rect">
            <a:avLst/>
          </a:prstGeom>
          <a:noFill/>
          <a:ln/>
        </p:spPr>
        <p:txBody>
          <a:bodyPr wrap="square" lIns="0" tIns="12144" rIns="0" bIns="-12144" rtlCol="0" anchor="t"/>
          <a:lstStyle/>
          <a:p>
            <a:pPr algn="l" indent="0" marL="0">
              <a:lnSpc>
                <a:spcPts val="2925"/>
              </a:lnSpc>
              <a:buNone/>
            </a:pPr>
            <a:r>
              <a:rPr lang="en-US" sz="2250" dirty="0">
                <a:solidFill>
                  <a:srgbClr val="14161C"/>
                </a:solidFill>
                <a:latin typeface="Be Vietnam Pro" pitchFamily="34" charset="0"/>
                <a:ea typeface="Be Vietnam Pro" pitchFamily="34" charset="-122"/>
                <a:cs typeface="Be Vietnam Pro" pitchFamily="34" charset="-120"/>
              </a:rPr>
              <a:t>Vẽ đầu vào → xử lý → đầu ra; thêm một thay đổi có thể quan sát.</a:t>
            </a:r>
            <a:endParaRPr lang="en-US" sz="2250" dirty="0"/>
          </a:p>
        </p:txBody>
      </p:sp>
      <p:sp>
        <p:nvSpPr>
          <p:cNvPr id="20" name="Shape 18"/>
          <p:cNvSpPr/>
          <p:nvPr/>
        </p:nvSpPr>
        <p:spPr>
          <a:xfrm>
            <a:off x="838200" y="8515350"/>
            <a:ext cx="16611600" cy="676275"/>
          </a:xfrm>
          <a:prstGeom prst="roundRect">
            <a:avLst>
              <a:gd name="adj" fmla="val 11268"/>
            </a:avLst>
          </a:prstGeom>
          <a:solidFill>
            <a:srgbClr val="E8E0CF"/>
          </a:solidFill>
          <a:ln w="9525">
            <a:solidFill>
              <a:srgbClr val="E8E0CF"/>
            </a:solidFill>
            <a:prstDash val="solid"/>
          </a:ln>
        </p:spPr>
      </p:sp>
      <p:sp>
        <p:nvSpPr>
          <p:cNvPr id="21" name="Text 19"/>
          <p:cNvSpPr/>
          <p:nvPr/>
        </p:nvSpPr>
        <p:spPr>
          <a:xfrm>
            <a:off x="1038225" y="8677275"/>
            <a:ext cx="16240125" cy="457200"/>
          </a:xfrm>
          <a:prstGeom prst="rect">
            <a:avLst/>
          </a:prstGeom>
          <a:noFill/>
          <a:ln/>
        </p:spPr>
        <p:txBody>
          <a:bodyPr wrap="square" lIns="0" tIns="10914" rIns="0" bIns="-10914" rtlCol="0" anchor="t"/>
          <a:lstStyle/>
          <a:p>
            <a:pPr algn="l" indent="0" marL="0">
              <a:lnSpc>
                <a:spcPts val="2633"/>
              </a:lnSpc>
              <a:buNone/>
            </a:pPr>
            <a:r>
              <a:rPr lang="en-US" sz="2025" dirty="0" spc="4" kern="0">
                <a:solidFill>
                  <a:srgbClr val="14161C"/>
                </a:solidFill>
                <a:latin typeface="Be Vietnam Pro Medium" pitchFamily="34" charset="0"/>
                <a:ea typeface="Be Vietnam Pro Medium" pitchFamily="34" charset="-122"/>
                <a:cs typeface="Be Vietnam Pro Medium" pitchFamily="34" charset="-120"/>
              </a:rPr>
              <a:t>Sản</a:t>
            </a:r>
            <a:r>
              <a:rPr lang="en-US" sz="2025" dirty="0" spc="0" kern="0">
                <a:solidFill>
                  <a:srgbClr val="14161C"/>
                </a:solidFill>
                <a:latin typeface="Be Vietnam Pro Medium" pitchFamily="34" charset="0"/>
                <a:ea typeface="Be Vietnam Pro Medium" pitchFamily="34" charset="-122"/>
                <a:cs typeface="Be Vietnam Pro Medium" pitchFamily="34" charset="-120"/>
              </a:rPr>
              <a:t> phẩm</a:t>
            </a:r>
            <a:r>
              <a:rPr lang="en-US" sz="2025" dirty="0" spc="-3" kern="0">
                <a:solidFill>
                  <a:srgbClr val="14161C"/>
                </a:solidFill>
                <a:latin typeface="Be Vietnam Pro Medium" pitchFamily="34" charset="0"/>
                <a:ea typeface="Be Vietnam Pro Medium" pitchFamily="34" charset="-122"/>
                <a:cs typeface="Be Vietnam Pro Medium" pitchFamily="34" charset="-120"/>
              </a:rPr>
              <a:t> học</a:t>
            </a:r>
            <a:r>
              <a:rPr lang="en-US" sz="2025" dirty="0" spc="-5" kern="0">
                <a:solidFill>
                  <a:srgbClr val="14161C"/>
                </a:solidFill>
                <a:latin typeface="Be Vietnam Pro Medium" pitchFamily="34" charset="0"/>
                <a:ea typeface="Be Vietnam Pro Medium" pitchFamily="34" charset="-122"/>
                <a:cs typeface="Be Vietnam Pro Medium" pitchFamily="34" charset="-120"/>
              </a:rPr>
              <a:t> tập</a:t>
            </a:r>
            <a:r>
              <a:rPr lang="en-US" sz="2025" dirty="0" spc="-11" kern="0">
                <a:solidFill>
                  <a:srgbClr val="14161C"/>
                </a:solidFill>
                <a:latin typeface="Be Vietnam Pro Medium" pitchFamily="34" charset="0"/>
                <a:ea typeface="Be Vietnam Pro Medium" pitchFamily="34" charset="-122"/>
                <a:cs typeface="Be Vietnam Pro Medium" pitchFamily="34" charset="-120"/>
              </a:rPr>
              <a:t> tốt:</a:t>
            </a:r>
            <a:r>
              <a:rPr lang="en-US" sz="2025" dirty="0" spc="-5" kern="0">
                <a:solidFill>
                  <a:srgbClr val="14161C"/>
                </a:solidFill>
                <a:latin typeface="Be Vietnam Pro Medium" pitchFamily="34" charset="0"/>
                <a:ea typeface="Be Vietnam Pro Medium" pitchFamily="34" charset="-122"/>
                <a:cs typeface="Be Vietnam Pro Medium" pitchFamily="34" charset="-120"/>
              </a:rPr>
              <a:t> chạy</a:t>
            </a:r>
            <a:r>
              <a:rPr lang="en-US" sz="2025" dirty="0" spc="8" kern="0">
                <a:solidFill>
                  <a:srgbClr val="14161C"/>
                </a:solidFill>
                <a:latin typeface="Be Vietnam Pro Medium" pitchFamily="34" charset="0"/>
                <a:ea typeface="Be Vietnam Pro Medium" pitchFamily="34" charset="-122"/>
                <a:cs typeface="Be Vietnam Pro Medium" pitchFamily="34" charset="-120"/>
              </a:rPr>
              <a:t> được,</a:t>
            </a:r>
            <a:r>
              <a:rPr lang="en-US" sz="2025" dirty="0" spc="0" kern="0">
                <a:solidFill>
                  <a:srgbClr val="14161C"/>
                </a:solidFill>
                <a:latin typeface="Be Vietnam Pro Medium" pitchFamily="34" charset="0"/>
                <a:ea typeface="Be Vietnam Pro Medium" pitchFamily="34" charset="-122"/>
                <a:cs typeface="Be Vietnam Pro Medium" pitchFamily="34" charset="-120"/>
              </a:rPr>
              <a:t> giải</a:t>
            </a:r>
            <a:r>
              <a:rPr lang="en-US" sz="2025" dirty="0" spc="-1" kern="0">
                <a:solidFill>
                  <a:srgbClr val="14161C"/>
                </a:solidFill>
                <a:latin typeface="Be Vietnam Pro Medium" pitchFamily="34" charset="0"/>
                <a:ea typeface="Be Vietnam Pro Medium" pitchFamily="34" charset="-122"/>
                <a:cs typeface="Be Vietnam Pro Medium" pitchFamily="34" charset="-120"/>
              </a:rPr>
              <a:t> thích</a:t>
            </a:r>
            <a:r>
              <a:rPr lang="en-US" sz="2025" dirty="0" spc="9" kern="0">
                <a:solidFill>
                  <a:srgbClr val="14161C"/>
                </a:solidFill>
                <a:latin typeface="Be Vietnam Pro Medium" pitchFamily="34" charset="0"/>
                <a:ea typeface="Be Vietnam Pro Medium" pitchFamily="34" charset="-122"/>
                <a:cs typeface="Be Vietnam Pro Medium" pitchFamily="34" charset="-120"/>
              </a:rPr>
              <a:t> được,</a:t>
            </a:r>
            <a:r>
              <a:rPr lang="en-US" sz="2025" dirty="0" spc="-4" kern="0">
                <a:solidFill>
                  <a:srgbClr val="14161C"/>
                </a:solidFill>
                <a:latin typeface="Be Vietnam Pro Medium" pitchFamily="34" charset="0"/>
                <a:ea typeface="Be Vietnam Pro Medium" pitchFamily="34" charset="-122"/>
                <a:cs typeface="Be Vietnam Pro Medium" pitchFamily="34" charset="-120"/>
              </a:rPr>
              <a:t> biết</a:t>
            </a:r>
            <a:r>
              <a:rPr lang="en-US" sz="2025" dirty="0" spc="-1" kern="0">
                <a:solidFill>
                  <a:srgbClr val="14161C"/>
                </a:solidFill>
                <a:latin typeface="Be Vietnam Pro Medium" pitchFamily="34" charset="0"/>
                <a:ea typeface="Be Vietnam Pro Medium" pitchFamily="34" charset="-122"/>
                <a:cs typeface="Be Vietnam Pro Medium" pitchFamily="34" charset="-120"/>
              </a:rPr>
              <a:t> giới</a:t>
            </a:r>
            <a:r>
              <a:rPr lang="en-US" sz="2025" dirty="0" spc="1" kern="0">
                <a:solidFill>
                  <a:srgbClr val="14161C"/>
                </a:solidFill>
                <a:latin typeface="Be Vietnam Pro Medium" pitchFamily="34" charset="0"/>
                <a:ea typeface="Be Vietnam Pro Medium" pitchFamily="34" charset="-122"/>
                <a:cs typeface="Be Vietnam Pro Medium" pitchFamily="34" charset="-120"/>
              </a:rPr>
              <a:t> hạn.</a:t>
            </a:r>
            <a:endParaRPr lang="en-US" sz="2025" dirty="0"/>
          </a:p>
        </p:txBody>
      </p:sp>
      <p:sp>
        <p:nvSpPr>
          <p:cNvPr id="22" name="Text 20"/>
          <p:cNvSpPr/>
          <p:nvPr/>
        </p:nvSpPr>
        <p:spPr>
          <a:xfrm>
            <a:off x="838200" y="9353550"/>
            <a:ext cx="16611600" cy="333375"/>
          </a:xfrm>
          <a:prstGeom prst="rect">
            <a:avLst/>
          </a:prstGeom>
          <a:noFill/>
          <a:ln/>
        </p:spPr>
        <p:txBody>
          <a:bodyPr wrap="square" lIns="0" tIns="8906" rIns="0" bIns="-8906" rtlCol="0" anchor="t"/>
          <a:lstStyle/>
          <a:p>
            <a:pPr algn="l" indent="0" marL="0">
              <a:lnSpc>
                <a:spcPts val="2145"/>
              </a:lnSpc>
              <a:buNone/>
            </a:pPr>
            <a:r>
              <a:rPr lang="en-US" sz="1650" dirty="0" spc="-3" kern="0">
                <a:solidFill>
                  <a:srgbClr val="6B6A66"/>
                </a:solidFill>
                <a:latin typeface="Be Vietnam Pro" pitchFamily="34" charset="0"/>
                <a:ea typeface="Be Vietnam Pro" pitchFamily="34" charset="-122"/>
                <a:cs typeface="Be Vietnam Pro" pitchFamily="34" charset="-120"/>
              </a:rPr>
              <a:t>Nguồn:</a:t>
            </a:r>
            <a:r>
              <a:rPr lang="en-US" sz="1650" dirty="0" spc="-2" kern="0">
                <a:solidFill>
                  <a:srgbClr val="6B6A66"/>
                </a:solidFill>
                <a:latin typeface="Be Vietnam Pro" pitchFamily="34" charset="0"/>
                <a:ea typeface="Be Vietnam Pro" pitchFamily="34" charset="-122"/>
                <a:cs typeface="Be Vietnam Pro" pitchFamily="34" charset="-120"/>
              </a:rPr>
              <a:t> [S2]</a:t>
            </a:r>
            <a:r>
              <a:rPr lang="en-US" sz="1650" dirty="0" spc="2" kern="0">
                <a:solidFill>
                  <a:srgbClr val="6B6A66"/>
                </a:solidFill>
                <a:latin typeface="Be Vietnam Pro" pitchFamily="34" charset="0"/>
                <a:ea typeface="Be Vietnam Pro" pitchFamily="34" charset="-122"/>
                <a:cs typeface="Be Vietnam Pro" pitchFamily="34" charset="-120"/>
              </a:rPr>
              <a:t>  ·  Số</a:t>
            </a:r>
            <a:r>
              <a:rPr lang="en-US" sz="1650" dirty="0" spc="0" kern="0">
                <a:solidFill>
                  <a:srgbClr val="6B6A66"/>
                </a:solidFill>
                <a:latin typeface="Be Vietnam Pro" pitchFamily="34" charset="0"/>
                <a:ea typeface="Be Vietnam Pro" pitchFamily="34" charset="-122"/>
                <a:cs typeface="Be Vietnam Pro" pitchFamily="34" charset="-120"/>
              </a:rPr>
              <a:t> liệu: phiên</a:t>
            </a:r>
            <a:r>
              <a:rPr lang="en-US" sz="1650" dirty="0" spc="-1" kern="0">
                <a:solidFill>
                  <a:srgbClr val="6B6A66"/>
                </a:solidFill>
                <a:latin typeface="Be Vietnam Pro" pitchFamily="34" charset="0"/>
                <a:ea typeface="Be Vietnam Pro" pitchFamily="34" charset="-122"/>
                <a:cs typeface="Be Vietnam Pro" pitchFamily="34" charset="-120"/>
              </a:rPr>
              <a:t> quét</a:t>
            </a:r>
            <a:r>
              <a:rPr lang="en-US" sz="1650" dirty="0" spc="-8" kern="0">
                <a:solidFill>
                  <a:srgbClr val="6B6A66"/>
                </a:solidFill>
                <a:latin typeface="Be Vietnam Pro" pitchFamily="34" charset="0"/>
                <a:ea typeface="Be Vietnam Pro" pitchFamily="34" charset="-122"/>
                <a:cs typeface="Be Vietnam Pro" pitchFamily="34" charset="-120"/>
              </a:rPr>
              <a:t> 23/10/2026</a:t>
            </a:r>
            <a:endParaRPr lang="en-US" sz="1650" dirty="0"/>
          </a:p>
        </p:txBody>
      </p:sp>
      <p:sp>
        <p:nvSpPr>
          <p:cNvPr id="23" name="Shape 21"/>
          <p:cNvSpPr/>
          <p:nvPr/>
        </p:nvSpPr>
        <p:spPr>
          <a:xfrm>
            <a:off x="847725" y="9896475"/>
            <a:ext cx="57150" cy="57150"/>
          </a:xfrm>
          <a:prstGeom prst="ellipse">
            <a:avLst/>
          </a:prstGeom>
          <a:solidFill>
            <a:srgbClr val="DDD5C1"/>
          </a:solidFill>
          <a:ln/>
        </p:spPr>
      </p:sp>
      <p:sp>
        <p:nvSpPr>
          <p:cNvPr id="24" name="Shape 22"/>
          <p:cNvSpPr/>
          <p:nvPr/>
        </p:nvSpPr>
        <p:spPr>
          <a:xfrm>
            <a:off x="952500" y="9896475"/>
            <a:ext cx="57150" cy="57150"/>
          </a:xfrm>
          <a:prstGeom prst="ellipse">
            <a:avLst/>
          </a:prstGeom>
          <a:solidFill>
            <a:srgbClr val="DDD5C1"/>
          </a:solidFill>
          <a:ln/>
        </p:spPr>
      </p:sp>
      <p:sp>
        <p:nvSpPr>
          <p:cNvPr id="25" name="Shape 23"/>
          <p:cNvSpPr/>
          <p:nvPr/>
        </p:nvSpPr>
        <p:spPr>
          <a:xfrm>
            <a:off x="1057275" y="9896475"/>
            <a:ext cx="57150" cy="57150"/>
          </a:xfrm>
          <a:prstGeom prst="ellipse">
            <a:avLst/>
          </a:prstGeom>
          <a:solidFill>
            <a:srgbClr val="DDD5C1"/>
          </a:solidFill>
          <a:ln/>
        </p:spPr>
      </p:sp>
      <p:sp>
        <p:nvSpPr>
          <p:cNvPr id="26" name="Shape 24"/>
          <p:cNvSpPr/>
          <p:nvPr/>
        </p:nvSpPr>
        <p:spPr>
          <a:xfrm>
            <a:off x="1162050" y="9896475"/>
            <a:ext cx="57150" cy="57150"/>
          </a:xfrm>
          <a:prstGeom prst="ellipse">
            <a:avLst/>
          </a:prstGeom>
          <a:solidFill>
            <a:srgbClr val="DDD5C1"/>
          </a:solidFill>
          <a:ln/>
        </p:spPr>
      </p:sp>
      <p:sp>
        <p:nvSpPr>
          <p:cNvPr id="27" name="Shape 25"/>
          <p:cNvSpPr/>
          <p:nvPr/>
        </p:nvSpPr>
        <p:spPr>
          <a:xfrm>
            <a:off x="1266825" y="9896475"/>
            <a:ext cx="57150" cy="57150"/>
          </a:xfrm>
          <a:prstGeom prst="ellipse">
            <a:avLst/>
          </a:prstGeom>
          <a:solidFill>
            <a:srgbClr val="DDD5C1"/>
          </a:solidFill>
          <a:ln/>
        </p:spPr>
      </p:sp>
      <p:sp>
        <p:nvSpPr>
          <p:cNvPr id="28" name="Shape 26"/>
          <p:cNvSpPr/>
          <p:nvPr/>
        </p:nvSpPr>
        <p:spPr>
          <a:xfrm>
            <a:off x="1371600" y="9896475"/>
            <a:ext cx="57150" cy="57150"/>
          </a:xfrm>
          <a:prstGeom prst="ellipse">
            <a:avLst/>
          </a:prstGeom>
          <a:solidFill>
            <a:srgbClr val="DDD5C1"/>
          </a:solidFill>
          <a:ln/>
        </p:spPr>
      </p:sp>
      <p:sp>
        <p:nvSpPr>
          <p:cNvPr id="29" name="Shape 27"/>
          <p:cNvSpPr/>
          <p:nvPr/>
        </p:nvSpPr>
        <p:spPr>
          <a:xfrm>
            <a:off x="1476375" y="9896475"/>
            <a:ext cx="57150" cy="57150"/>
          </a:xfrm>
          <a:prstGeom prst="ellipse">
            <a:avLst/>
          </a:prstGeom>
          <a:solidFill>
            <a:srgbClr val="DDD5C1"/>
          </a:solidFill>
          <a:ln/>
        </p:spPr>
      </p:sp>
      <p:sp>
        <p:nvSpPr>
          <p:cNvPr id="30" name="Shape 28"/>
          <p:cNvSpPr/>
          <p:nvPr/>
        </p:nvSpPr>
        <p:spPr>
          <a:xfrm>
            <a:off x="1581150" y="9896475"/>
            <a:ext cx="57150" cy="57150"/>
          </a:xfrm>
          <a:prstGeom prst="ellipse">
            <a:avLst/>
          </a:prstGeom>
          <a:solidFill>
            <a:srgbClr val="E8472B"/>
          </a:solidFill>
          <a:ln/>
        </p:spPr>
      </p:sp>
      <p:sp>
        <p:nvSpPr>
          <p:cNvPr id="31" name="Shape 29"/>
          <p:cNvSpPr/>
          <p:nvPr/>
        </p:nvSpPr>
        <p:spPr>
          <a:xfrm>
            <a:off x="1685925" y="9896475"/>
            <a:ext cx="57150" cy="57150"/>
          </a:xfrm>
          <a:prstGeom prst="ellipse">
            <a:avLst/>
          </a:prstGeom>
          <a:solidFill>
            <a:srgbClr val="DDD5C1"/>
          </a:solidFill>
          <a:ln/>
        </p:spPr>
      </p:sp>
      <p:sp>
        <p:nvSpPr>
          <p:cNvPr id="32" name="Shape 30"/>
          <p:cNvSpPr/>
          <p:nvPr/>
        </p:nvSpPr>
        <p:spPr>
          <a:xfrm>
            <a:off x="1790700" y="9896475"/>
            <a:ext cx="57150" cy="57150"/>
          </a:xfrm>
          <a:prstGeom prst="ellipse">
            <a:avLst/>
          </a:prstGeom>
          <a:solidFill>
            <a:srgbClr val="DDD5C1"/>
          </a:solidFill>
          <a:ln/>
        </p:spPr>
      </p:sp>
      <p:sp>
        <p:nvSpPr>
          <p:cNvPr id="33" name="Shape 31"/>
          <p:cNvSpPr/>
          <p:nvPr/>
        </p:nvSpPr>
        <p:spPr>
          <a:xfrm>
            <a:off x="1895475" y="9896475"/>
            <a:ext cx="57150" cy="57150"/>
          </a:xfrm>
          <a:prstGeom prst="ellipse">
            <a:avLst/>
          </a:prstGeom>
          <a:solidFill>
            <a:srgbClr val="DDD5C1"/>
          </a:solidFill>
          <a:ln/>
        </p:spPr>
      </p:sp>
      <p:sp>
        <p:nvSpPr>
          <p:cNvPr id="34" name="Shape 32"/>
          <p:cNvSpPr/>
          <p:nvPr/>
        </p:nvSpPr>
        <p:spPr>
          <a:xfrm>
            <a:off x="2000250" y="9896475"/>
            <a:ext cx="57150" cy="57150"/>
          </a:xfrm>
          <a:prstGeom prst="ellipse">
            <a:avLst/>
          </a:prstGeom>
          <a:solidFill>
            <a:srgbClr val="DDD5C1"/>
          </a:solidFill>
          <a:ln/>
        </p:spPr>
      </p:sp>
      <p:sp>
        <p:nvSpPr>
          <p:cNvPr id="35" name="Shape 33"/>
          <p:cNvSpPr/>
          <p:nvPr/>
        </p:nvSpPr>
        <p:spPr>
          <a:xfrm>
            <a:off x="2105025" y="9896475"/>
            <a:ext cx="57150" cy="57150"/>
          </a:xfrm>
          <a:prstGeom prst="ellipse">
            <a:avLst/>
          </a:prstGeom>
          <a:solidFill>
            <a:srgbClr val="DDD5C1"/>
          </a:solidFill>
          <a:ln/>
        </p:spPr>
      </p:sp>
      <p:sp>
        <p:nvSpPr>
          <p:cNvPr id="36" name="Shape 34"/>
          <p:cNvSpPr/>
          <p:nvPr/>
        </p:nvSpPr>
        <p:spPr>
          <a:xfrm>
            <a:off x="2209800" y="9896475"/>
            <a:ext cx="57150" cy="57150"/>
          </a:xfrm>
          <a:prstGeom prst="ellipse">
            <a:avLst/>
          </a:prstGeom>
          <a:solidFill>
            <a:srgbClr val="DDD5C1"/>
          </a:solidFill>
          <a:ln/>
        </p:spPr>
      </p:sp>
      <p:sp>
        <p:nvSpPr>
          <p:cNvPr id="37" name="Shape 35"/>
          <p:cNvSpPr/>
          <p:nvPr/>
        </p:nvSpPr>
        <p:spPr>
          <a:xfrm>
            <a:off x="2314575" y="9896475"/>
            <a:ext cx="57150" cy="57150"/>
          </a:xfrm>
          <a:prstGeom prst="ellipse">
            <a:avLst/>
          </a:prstGeom>
          <a:solidFill>
            <a:srgbClr val="DDD5C1"/>
          </a:solidFill>
          <a:ln/>
        </p:spPr>
      </p:sp>
      <p:sp>
        <p:nvSpPr>
          <p:cNvPr id="38" name="Shape 36"/>
          <p:cNvSpPr/>
          <p:nvPr/>
        </p:nvSpPr>
        <p:spPr>
          <a:xfrm>
            <a:off x="2419350" y="9896475"/>
            <a:ext cx="57150" cy="57150"/>
          </a:xfrm>
          <a:prstGeom prst="ellipse">
            <a:avLst/>
          </a:prstGeom>
          <a:solidFill>
            <a:srgbClr val="DDD5C1"/>
          </a:solidFill>
          <a:ln/>
        </p:spPr>
      </p:sp>
      <p:sp>
        <p:nvSpPr>
          <p:cNvPr id="39" name="Shape 37"/>
          <p:cNvSpPr/>
          <p:nvPr/>
        </p:nvSpPr>
        <p:spPr>
          <a:xfrm>
            <a:off x="2524125" y="9896475"/>
            <a:ext cx="57150" cy="57150"/>
          </a:xfrm>
          <a:prstGeom prst="ellipse">
            <a:avLst/>
          </a:prstGeom>
          <a:solidFill>
            <a:srgbClr val="DDD5C1"/>
          </a:solidFill>
          <a:ln/>
        </p:spPr>
      </p:sp>
      <p:sp>
        <p:nvSpPr>
          <p:cNvPr id="40" name="Shape 38"/>
          <p:cNvSpPr/>
          <p:nvPr/>
        </p:nvSpPr>
        <p:spPr>
          <a:xfrm>
            <a:off x="2628900" y="9896475"/>
            <a:ext cx="57150" cy="57150"/>
          </a:xfrm>
          <a:prstGeom prst="ellipse">
            <a:avLst/>
          </a:prstGeom>
          <a:solidFill>
            <a:srgbClr val="DDD5C1"/>
          </a:solidFill>
          <a:ln/>
        </p:spPr>
      </p:sp>
      <p:sp>
        <p:nvSpPr>
          <p:cNvPr id="41" name="Shape 39"/>
          <p:cNvSpPr/>
          <p:nvPr/>
        </p:nvSpPr>
        <p:spPr>
          <a:xfrm>
            <a:off x="2733675" y="9896475"/>
            <a:ext cx="57150" cy="57150"/>
          </a:xfrm>
          <a:prstGeom prst="ellipse">
            <a:avLst/>
          </a:prstGeom>
          <a:solidFill>
            <a:srgbClr val="DDD5C1"/>
          </a:solidFill>
          <a:ln/>
        </p:spPr>
      </p:sp>
      <p:sp>
        <p:nvSpPr>
          <p:cNvPr id="42" name="Shape 40"/>
          <p:cNvSpPr/>
          <p:nvPr/>
        </p:nvSpPr>
        <p:spPr>
          <a:xfrm>
            <a:off x="2838450" y="9896475"/>
            <a:ext cx="57150" cy="57150"/>
          </a:xfrm>
          <a:prstGeom prst="ellipse">
            <a:avLst/>
          </a:prstGeom>
          <a:solidFill>
            <a:srgbClr val="DDD5C1"/>
          </a:solidFill>
          <a:ln/>
        </p:spPr>
      </p:sp>
      <p:sp>
        <p:nvSpPr>
          <p:cNvPr id="43" name="Shape 41"/>
          <p:cNvSpPr/>
          <p:nvPr/>
        </p:nvSpPr>
        <p:spPr>
          <a:xfrm>
            <a:off x="2943225" y="9896475"/>
            <a:ext cx="57150" cy="57150"/>
          </a:xfrm>
          <a:prstGeom prst="ellipse">
            <a:avLst/>
          </a:prstGeom>
          <a:solidFill>
            <a:srgbClr val="DDD5C1"/>
          </a:solidFill>
          <a:ln/>
        </p:spPr>
      </p:sp>
      <p:sp>
        <p:nvSpPr>
          <p:cNvPr id="44" name="Shape 42"/>
          <p:cNvSpPr/>
          <p:nvPr/>
        </p:nvSpPr>
        <p:spPr>
          <a:xfrm>
            <a:off x="3048000" y="9896475"/>
            <a:ext cx="57150" cy="57150"/>
          </a:xfrm>
          <a:prstGeom prst="ellipse">
            <a:avLst/>
          </a:prstGeom>
          <a:solidFill>
            <a:srgbClr val="DDD5C1"/>
          </a:solidFill>
          <a:ln/>
        </p:spPr>
      </p:sp>
      <p:sp>
        <p:nvSpPr>
          <p:cNvPr id="45" name="Shape 43"/>
          <p:cNvSpPr/>
          <p:nvPr/>
        </p:nvSpPr>
        <p:spPr>
          <a:xfrm>
            <a:off x="3152775" y="9896475"/>
            <a:ext cx="57150" cy="57150"/>
          </a:xfrm>
          <a:prstGeom prst="ellipse">
            <a:avLst/>
          </a:prstGeom>
          <a:solidFill>
            <a:srgbClr val="DDD5C1"/>
          </a:solidFill>
          <a:ln/>
        </p:spPr>
      </p:sp>
      <p:sp>
        <p:nvSpPr>
          <p:cNvPr id="46" name="Shape 44"/>
          <p:cNvSpPr/>
          <p:nvPr/>
        </p:nvSpPr>
        <p:spPr>
          <a:xfrm>
            <a:off x="3257550" y="9896475"/>
            <a:ext cx="57150" cy="57150"/>
          </a:xfrm>
          <a:prstGeom prst="ellipse">
            <a:avLst/>
          </a:prstGeom>
          <a:solidFill>
            <a:srgbClr val="DDD5C1"/>
          </a:solidFill>
          <a:ln/>
        </p:spPr>
      </p:sp>
      <p:sp>
        <p:nvSpPr>
          <p:cNvPr id="47" name="Text 45"/>
          <p:cNvSpPr/>
          <p:nvPr/>
        </p:nvSpPr>
        <p:spPr>
          <a:xfrm>
            <a:off x="3667125" y="9734550"/>
            <a:ext cx="10953750" cy="342900"/>
          </a:xfrm>
          <a:prstGeom prst="rect">
            <a:avLst/>
          </a:prstGeom>
          <a:noFill/>
          <a:ln/>
        </p:spPr>
        <p:txBody>
          <a:bodyPr wrap="square" lIns="0" tIns="8906" rIns="0" bIns="-8906" rtlCol="0" anchor="t"/>
          <a:lstStyle/>
          <a:p>
            <a:pPr algn="l" indent="0" marL="0">
              <a:lnSpc>
                <a:spcPts val="2145"/>
              </a:lnSpc>
              <a:buNone/>
            </a:pPr>
            <a:r>
              <a:rPr lang="en-US" sz="1650" dirty="0" spc="-6" kern="0">
                <a:solidFill>
                  <a:srgbClr val="6B6A66"/>
                </a:solidFill>
                <a:latin typeface="Be Vietnam Pro" pitchFamily="34" charset="0"/>
                <a:ea typeface="Be Vietnam Pro" pitchFamily="34" charset="-122"/>
                <a:cs typeface="Be Vietnam Pro" pitchFamily="34" charset="-120"/>
              </a:rPr>
              <a:t>Multiple-report</a:t>
            </a:r>
            <a:r>
              <a:rPr lang="en-US" sz="1650" dirty="0" spc="3" kern="0">
                <a:solidFill>
                  <a:srgbClr val="6B6A66"/>
                </a:solidFill>
                <a:latin typeface="Be Vietnam Pro" pitchFamily="34" charset="0"/>
                <a:ea typeface="Be Vietnam Pro" pitchFamily="34" charset="-122"/>
                <a:cs typeface="Be Vietnam Pro" pitchFamily="34" charset="-120"/>
              </a:rPr>
              <a:t> ·</a:t>
            </a:r>
            <a:r>
              <a:rPr lang="en-US" sz="1650" dirty="0" spc="1" kern="0">
                <a:solidFill>
                  <a:srgbClr val="6B6A66"/>
                </a:solidFill>
                <a:latin typeface="Be Vietnam Pro" pitchFamily="34" charset="0"/>
                <a:ea typeface="Be Vietnam Pro" pitchFamily="34" charset="-122"/>
                <a:cs typeface="Be Vietnam Pro" pitchFamily="34" charset="-120"/>
              </a:rPr>
              <a:t> GitHub</a:t>
            </a:r>
            <a:r>
              <a:rPr lang="en-US" sz="1650" dirty="0" spc="-38" kern="0">
                <a:solidFill>
                  <a:srgbClr val="6B6A66"/>
                </a:solidFill>
                <a:latin typeface="Be Vietnam Pro" pitchFamily="34" charset="0"/>
                <a:ea typeface="Be Vietnam Pro" pitchFamily="34" charset="-122"/>
                <a:cs typeface="Be Vietnam Pro" pitchFamily="34" charset="-120"/>
              </a:rPr>
              <a:t> Top</a:t>
            </a:r>
            <a:r>
              <a:rPr lang="en-US" sz="1650" dirty="0" spc="4" kern="0">
                <a:solidFill>
                  <a:srgbClr val="6B6A66"/>
                </a:solidFill>
                <a:latin typeface="Be Vietnam Pro" pitchFamily="34" charset="0"/>
                <a:ea typeface="Be Vietnam Pro" pitchFamily="34" charset="-122"/>
                <a:cs typeface="Be Vietnam Pro" pitchFamily="34" charset="-120"/>
              </a:rPr>
              <a:t> 3</a:t>
            </a:r>
            <a:r>
              <a:rPr lang="en-US" sz="1650" dirty="0" spc="0" kern="0">
                <a:solidFill>
                  <a:srgbClr val="6B6A66"/>
                </a:solidFill>
                <a:latin typeface="Be Vietnam Pro" pitchFamily="34" charset="0"/>
                <a:ea typeface="Be Vietnam Pro" pitchFamily="34" charset="-122"/>
                <a:cs typeface="Be Vietnam Pro" pitchFamily="34" charset="-120"/>
              </a:rPr>
              <a:t> ·</a:t>
            </a:r>
            <a:r>
              <a:rPr lang="en-US" sz="1650" dirty="0" spc="-21" kern="0">
                <a:solidFill>
                  <a:srgbClr val="6B6A66"/>
                </a:solidFill>
                <a:latin typeface="Be Vietnam Pro" pitchFamily="34" charset="0"/>
                <a:ea typeface="Be Vietnam Pro" pitchFamily="34" charset="-122"/>
                <a:cs typeface="Be Vietnam Pro" pitchFamily="34" charset="-120"/>
              </a:rPr>
              <a:t> 08/24</a:t>
            </a:r>
            <a:endParaRPr lang="en-US" sz="1650" dirty="0"/>
          </a:p>
        </p:txBody>
      </p:sp>
      <p:sp>
        <p:nvSpPr>
          <p:cNvPr id="48" name="Shape 46"/>
          <p:cNvSpPr/>
          <p:nvPr/>
        </p:nvSpPr>
        <p:spPr>
          <a:xfrm>
            <a:off x="15983712" y="9076331"/>
            <a:ext cx="1645920" cy="552301"/>
          </a:xfrm>
          <a:prstGeom prst="roundRect">
            <a:avLst>
              <a:gd name="adj" fmla="val 28000"/>
            </a:avLst>
          </a:prstGeom>
          <a:solidFill>
            <a:srgbClr val="FFFFFF">
              <a:alpha val="82000"/>
            </a:srgbClr>
          </a:solidFill>
          <a:ln/>
        </p:spPr>
      </p:sp>
      <p:pic>
        <p:nvPicPr>
          <p:cNvPr id="49" name="Moda image moda-export-watermark-04c0dca4-39fa-44bb-b446-7e4446e121cb"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838200" y="438150"/>
            <a:ext cx="16192500" cy="381000"/>
          </a:xfrm>
          <a:prstGeom prst="rect">
            <a:avLst/>
          </a:prstGeom>
          <a:noFill/>
          <a:ln/>
        </p:spPr>
        <p:txBody>
          <a:bodyPr wrap="square" lIns="0" tIns="10104" rIns="0" bIns="-10104" rtlCol="0" anchor="t"/>
          <a:lstStyle/>
          <a:p>
            <a:pPr algn="l" indent="0" marL="0">
              <a:lnSpc>
                <a:spcPts val="2438"/>
              </a:lnSpc>
              <a:buNone/>
            </a:pPr>
            <a:r>
              <a:rPr lang="en-US" sz="1875" dirty="0" spc="0" kern="0">
                <a:solidFill>
                  <a:srgbClr val="1F3FD1"/>
                </a:solidFill>
                <a:latin typeface="Be Vietnam Pro SemiBold" pitchFamily="34" charset="0"/>
                <a:ea typeface="Be Vietnam Pro SemiBold" pitchFamily="34" charset="-122"/>
                <a:cs typeface="Be Vietnam Pro SemiBold" pitchFamily="34" charset="-120"/>
              </a:rPr>
              <a:t>01</a:t>
            </a:r>
            <a:r>
              <a:rPr lang="en-US" sz="1875" dirty="0" spc="-2" kern="0">
                <a:solidFill>
                  <a:srgbClr val="1F3FD1"/>
                </a:solidFill>
                <a:latin typeface="Be Vietnam Pro SemiBold" pitchFamily="34" charset="0"/>
                <a:ea typeface="Be Vietnam Pro SemiBold" pitchFamily="34" charset="-122"/>
                <a:cs typeface="Be Vietnam Pro SemiBold" pitchFamily="34" charset="-120"/>
              </a:rPr>
              <a:t> / ĐIỂM</a:t>
            </a:r>
            <a:r>
              <a:rPr lang="en-US" sz="1875" dirty="0" spc="-1" kern="0">
                <a:solidFill>
                  <a:srgbClr val="1F3FD1"/>
                </a:solidFill>
                <a:latin typeface="Be Vietnam Pro SemiBold" pitchFamily="34" charset="0"/>
                <a:ea typeface="Be Vietnam Pro SemiBold" pitchFamily="34" charset="-122"/>
                <a:cs typeface="Be Vietnam Pro SemiBold" pitchFamily="34" charset="-120"/>
              </a:rPr>
              <a:t> DỄ</a:t>
            </a:r>
            <a:r>
              <a:rPr lang="en-US" sz="1875" dirty="0" spc="-2" kern="0">
                <a:solidFill>
                  <a:srgbClr val="1F3FD1"/>
                </a:solidFill>
                <a:latin typeface="Be Vietnam Pro SemiBold" pitchFamily="34" charset="0"/>
                <a:ea typeface="Be Vietnam Pro SemiBold" pitchFamily="34" charset="-122"/>
                <a:cs typeface="Be Vietnam Pro SemiBold" pitchFamily="34" charset="-120"/>
              </a:rPr>
              <a:t> HIỂU</a:t>
            </a:r>
            <a:r>
              <a:rPr lang="en-US" sz="1875" dirty="0" spc="-3" kern="0">
                <a:solidFill>
                  <a:srgbClr val="1F3FD1"/>
                </a:solidFill>
                <a:latin typeface="Be Vietnam Pro SemiBold" pitchFamily="34" charset="0"/>
                <a:ea typeface="Be Vietnam Pro SemiBold" pitchFamily="34" charset="-122"/>
                <a:cs typeface="Be Vietnam Pro SemiBold" pitchFamily="34" charset="-120"/>
              </a:rPr>
              <a:t> NHẦM</a:t>
            </a:r>
            <a:endParaRPr lang="en-US" sz="1875" dirty="0"/>
          </a:p>
        </p:txBody>
      </p:sp>
      <p:sp>
        <p:nvSpPr>
          <p:cNvPr id="3" name="Text 1"/>
          <p:cNvSpPr/>
          <p:nvPr/>
        </p:nvSpPr>
        <p:spPr>
          <a:xfrm>
            <a:off x="838200" y="1066800"/>
            <a:ext cx="16573500" cy="1476375"/>
          </a:xfrm>
          <a:prstGeom prst="rect">
            <a:avLst/>
          </a:prstGeom>
          <a:noFill/>
          <a:ln/>
        </p:spPr>
        <p:txBody>
          <a:bodyPr wrap="square" lIns="0" tIns="3048" rIns="0" bIns="-3048" rtlCol="0" anchor="t"/>
          <a:lstStyle/>
          <a:p>
            <a:pPr algn="l" indent="0" marL="0">
              <a:lnSpc>
                <a:spcPts val="6240"/>
              </a:lnSpc>
              <a:buNone/>
            </a:pPr>
            <a:r>
              <a:rPr lang="en-US" sz="4800" dirty="0" spc="-35" kern="0">
                <a:solidFill>
                  <a:srgbClr val="14161C"/>
                </a:solidFill>
                <a:latin typeface="Bricolage Grotesque ExtraBold" pitchFamily="34" charset="0"/>
                <a:ea typeface="Bricolage Grotesque ExtraBold" pitchFamily="34" charset="-122"/>
                <a:cs typeface="Bricolage Grotesque ExtraBold" pitchFamily="34" charset="-120"/>
              </a:rPr>
              <a:t>Tự</a:t>
            </a:r>
            <a:r>
              <a:rPr lang="en-US" sz="4800" dirty="0" spc="-26" kern="0">
                <a:solidFill>
                  <a:srgbClr val="14161C"/>
                </a:solidFill>
                <a:latin typeface="Bricolage Grotesque ExtraBold" pitchFamily="34" charset="0"/>
                <a:ea typeface="Bricolage Grotesque ExtraBold" pitchFamily="34" charset="-122"/>
                <a:cs typeface="Bricolage Grotesque ExtraBold" pitchFamily="34" charset="-120"/>
              </a:rPr>
              <a:t> xây</a:t>
            </a:r>
            <a:r>
              <a:rPr lang="en-US" sz="4800" dirty="0" spc="14" kern="0">
                <a:solidFill>
                  <a:srgbClr val="14161C"/>
                </a:solidFill>
                <a:latin typeface="Bricolage Grotesque ExtraBold" pitchFamily="34" charset="0"/>
                <a:ea typeface="Bricolage Grotesque ExtraBold" pitchFamily="34" charset="-122"/>
                <a:cs typeface="Bricolage Grotesque ExtraBold" pitchFamily="34" charset="-120"/>
              </a:rPr>
              <a:t> để</a:t>
            </a:r>
            <a:r>
              <a:rPr lang="en-US" sz="4800" dirty="0" spc="1" kern="0">
                <a:solidFill>
                  <a:srgbClr val="14161C"/>
                </a:solidFill>
                <a:latin typeface="Bricolage Grotesque ExtraBold" pitchFamily="34" charset="0"/>
                <a:ea typeface="Bricolage Grotesque ExtraBold" pitchFamily="34" charset="-122"/>
                <a:cs typeface="Bricolage Grotesque ExtraBold" pitchFamily="34" charset="-120"/>
              </a:rPr>
              <a:t> học:</a:t>
            </a:r>
            <a:r>
              <a:rPr lang="en-US" sz="4800" dirty="0" spc="-3" kern="0">
                <a:solidFill>
                  <a:srgbClr val="14161C"/>
                </a:solidFill>
                <a:latin typeface="Bricolage Grotesque ExtraBold" pitchFamily="34" charset="0"/>
                <a:ea typeface="Bricolage Grotesque ExtraBold" pitchFamily="34" charset="-122"/>
                <a:cs typeface="Bricolage Grotesque ExtraBold" pitchFamily="34" charset="-120"/>
              </a:rPr>
              <a:t> cần</a:t>
            </a:r>
            <a:r>
              <a:rPr lang="en-US" sz="4800" dirty="0" spc="2" kern="0">
                <a:solidFill>
                  <a:srgbClr val="14161C"/>
                </a:solidFill>
                <a:latin typeface="Bricolage Grotesque ExtraBold" pitchFamily="34" charset="0"/>
                <a:ea typeface="Bricolage Grotesque ExtraBold" pitchFamily="34" charset="-122"/>
                <a:cs typeface="Bricolage Grotesque ExtraBold" pitchFamily="34" charset="-120"/>
              </a:rPr>
              <a:t> hiểu</a:t>
            </a:r>
            <a:r>
              <a:rPr lang="en-US" sz="4800" dirty="0" spc="7" kern="0">
                <a:solidFill>
                  <a:srgbClr val="14161C"/>
                </a:solidFill>
                <a:latin typeface="Bricolage Grotesque ExtraBold" pitchFamily="34" charset="0"/>
                <a:ea typeface="Bricolage Grotesque ExtraBold" pitchFamily="34" charset="-122"/>
                <a:cs typeface="Bricolage Grotesque ExtraBold" pitchFamily="34" charset="-120"/>
              </a:rPr>
              <a:t> đúng</a:t>
            </a:r>
            <a:r>
              <a:rPr lang="en-US" sz="4800" dirty="0" spc="-20" kern="0">
                <a:solidFill>
                  <a:srgbClr val="14161C"/>
                </a:solidFill>
                <a:latin typeface="Bricolage Grotesque ExtraBold" pitchFamily="34" charset="0"/>
                <a:ea typeface="Bricolage Grotesque ExtraBold" pitchFamily="34" charset="-122"/>
                <a:cs typeface="Bricolage Grotesque ExtraBold" pitchFamily="34" charset="-120"/>
              </a:rPr>
              <a:t> giới</a:t>
            </a:r>
            <a:r>
              <a:rPr lang="en-US" sz="4800" dirty="0" spc="-2" kern="0">
                <a:solidFill>
                  <a:srgbClr val="14161C"/>
                </a:solidFill>
                <a:latin typeface="Bricolage Grotesque ExtraBold" pitchFamily="34" charset="0"/>
                <a:ea typeface="Bricolage Grotesque ExtraBold" pitchFamily="34" charset="-122"/>
                <a:cs typeface="Bricolage Grotesque ExtraBold" pitchFamily="34" charset="-120"/>
              </a:rPr>
              <a:t> hạn</a:t>
            </a:r>
            <a:endParaRPr lang="en-US" sz="4800" dirty="0"/>
          </a:p>
        </p:txBody>
      </p:sp>
      <p:sp>
        <p:nvSpPr>
          <p:cNvPr id="4" name="Connector line-1792794878502-361326893"/>
          <p:cNvSpPr/>
          <p:nvPr/>
        </p:nvSpPr>
        <p:spPr>
          <a:xfrm>
            <a:off x="838200" y="2647950"/>
            <a:ext cx="16611600" cy="0"/>
          </a:xfrm>
          <a:prstGeom prst="line">
            <a:avLst/>
          </a:prstGeom>
          <a:noFill/>
          <a:ln w="28575">
            <a:solidFill>
              <a:srgbClr val="DDD5C1"/>
            </a:solidFill>
            <a:prstDash val="solid"/>
            <a:headEnd type="none"/>
            <a:tailEnd type="none"/>
          </a:ln>
        </p:spPr>
      </p:sp>
      <p:sp>
        <p:nvSpPr>
          <p:cNvPr id="5" name="Shape 3"/>
          <p:cNvSpPr/>
          <p:nvPr/>
        </p:nvSpPr>
        <p:spPr>
          <a:xfrm>
            <a:off x="838200" y="3048000"/>
            <a:ext cx="8153400" cy="4857750"/>
          </a:xfrm>
          <a:prstGeom prst="roundRect">
            <a:avLst>
              <a:gd name="adj" fmla="val 3529"/>
            </a:avLst>
          </a:prstGeom>
          <a:solidFill>
            <a:srgbClr val="FBF8F2"/>
          </a:solidFill>
          <a:ln w="9525">
            <a:solidFill>
              <a:srgbClr val="DDD5C1"/>
            </a:solidFill>
            <a:prstDash val="solid"/>
          </a:ln>
        </p:spPr>
      </p:sp>
      <p:sp>
        <p:nvSpPr>
          <p:cNvPr id="6" name="Text 4"/>
          <p:cNvSpPr/>
          <p:nvPr/>
        </p:nvSpPr>
        <p:spPr>
          <a:xfrm>
            <a:off x="1123950" y="3333750"/>
            <a:ext cx="7524750" cy="666750"/>
          </a:xfrm>
          <a:prstGeom prst="rect">
            <a:avLst/>
          </a:prstGeom>
          <a:noFill/>
          <a:ln/>
        </p:spPr>
        <p:txBody>
          <a:bodyPr wrap="square" lIns="0" tIns="12954" rIns="0" bIns="-12954" rtlCol="0" anchor="t"/>
          <a:lstStyle/>
          <a:p>
            <a:pPr algn="l" indent="0" marL="0">
              <a:lnSpc>
                <a:spcPts val="3120"/>
              </a:lnSpc>
              <a:buNone/>
            </a:pPr>
            <a:r>
              <a:rPr lang="en-US" sz="2400" b="1" dirty="0" spc="2" kern="0">
                <a:solidFill>
                  <a:srgbClr val="6B6A66"/>
                </a:solidFill>
                <a:latin typeface="Be Vietnam Pro" pitchFamily="34" charset="0"/>
                <a:ea typeface="Be Vietnam Pro" pitchFamily="34" charset="-122"/>
                <a:cs typeface="Be Vietnam Pro" pitchFamily="34" charset="-120"/>
              </a:rPr>
              <a:t>KỲ</a:t>
            </a:r>
            <a:r>
              <a:rPr lang="en-US" sz="2400" b="1" dirty="0" spc="-10" kern="0">
                <a:solidFill>
                  <a:srgbClr val="6B6A66"/>
                </a:solidFill>
                <a:latin typeface="Be Vietnam Pro" pitchFamily="34" charset="0"/>
                <a:ea typeface="Be Vietnam Pro" pitchFamily="34" charset="-122"/>
                <a:cs typeface="Be Vietnam Pro" pitchFamily="34" charset="-120"/>
              </a:rPr>
              <a:t> VỌNG</a:t>
            </a:r>
            <a:r>
              <a:rPr lang="en-US" sz="2400" b="1" dirty="0" spc="1" kern="0">
                <a:solidFill>
                  <a:srgbClr val="6B6A66"/>
                </a:solidFill>
                <a:latin typeface="Be Vietnam Pro" pitchFamily="34" charset="0"/>
                <a:ea typeface="Be Vietnam Pro" pitchFamily="34" charset="-122"/>
                <a:cs typeface="Be Vietnam Pro" pitchFamily="34" charset="-120"/>
              </a:rPr>
              <a:t> DỄ</a:t>
            </a:r>
            <a:r>
              <a:rPr lang="en-US" sz="2400" b="1" dirty="0" spc="-6" kern="0">
                <a:solidFill>
                  <a:srgbClr val="6B6A66"/>
                </a:solidFill>
                <a:latin typeface="Be Vietnam Pro" pitchFamily="34" charset="0"/>
                <a:ea typeface="Be Vietnam Pro" pitchFamily="34" charset="-122"/>
                <a:cs typeface="Be Vietnam Pro" pitchFamily="34" charset="-120"/>
              </a:rPr>
              <a:t> LỆCH</a:t>
            </a:r>
            <a:endParaRPr lang="en-US" sz="2400" dirty="0"/>
          </a:p>
        </p:txBody>
      </p:sp>
      <p:sp>
        <p:nvSpPr>
          <p:cNvPr id="7" name="Text 5"/>
          <p:cNvSpPr/>
          <p:nvPr/>
        </p:nvSpPr>
        <p:spPr>
          <a:xfrm>
            <a:off x="1123950" y="4333875"/>
            <a:ext cx="7524750" cy="952500"/>
          </a:xfrm>
          <a:prstGeom prst="rect">
            <a:avLst/>
          </a:prstGeom>
          <a:noFill/>
          <a:ln/>
        </p:spPr>
        <p:txBody>
          <a:bodyPr wrap="square" lIns="0" tIns="13343" rIns="0" bIns="-13343" rtlCol="0" anchor="t"/>
          <a:lstStyle/>
          <a:p>
            <a:pPr algn="l" indent="0" marL="0">
              <a:lnSpc>
                <a:spcPts val="3218"/>
              </a:lnSpc>
              <a:buNone/>
            </a:pPr>
            <a:r>
              <a:rPr lang="en-US" sz="2475" dirty="0" spc="-1" kern="0">
                <a:solidFill>
                  <a:srgbClr val="14161C"/>
                </a:solidFill>
                <a:latin typeface="Be Vietnam Pro" pitchFamily="34" charset="0"/>
                <a:ea typeface="Be Vietnam Pro" pitchFamily="34" charset="-122"/>
                <a:cs typeface="Be Vietnam Pro" pitchFamily="34" charset="-120"/>
              </a:rPr>
              <a:t>1.</a:t>
            </a:r>
            <a:r>
              <a:rPr lang="en-US" sz="2475" dirty="0" spc="1" kern="0">
                <a:solidFill>
                  <a:srgbClr val="14161C"/>
                </a:solidFill>
                <a:latin typeface="Be Vietnam Pro" pitchFamily="34" charset="0"/>
                <a:ea typeface="Be Vietnam Pro" pitchFamily="34" charset="-122"/>
                <a:cs typeface="Be Vietnam Pro" pitchFamily="34" charset="-120"/>
              </a:rPr>
              <a:t> Clone</a:t>
            </a:r>
            <a:r>
              <a:rPr lang="en-US" sz="2475" dirty="0" spc="-24" kern="0">
                <a:solidFill>
                  <a:srgbClr val="14161C"/>
                </a:solidFill>
                <a:latin typeface="Be Vietnam Pro" pitchFamily="34" charset="0"/>
                <a:ea typeface="Be Vietnam Pro" pitchFamily="34" charset="-122"/>
                <a:cs typeface="Be Vietnam Pro" pitchFamily="34" charset="-120"/>
              </a:rPr>
              <a:t> repo</a:t>
            </a:r>
            <a:r>
              <a:rPr lang="en-US" sz="2475" dirty="0" spc="1" kern="0">
                <a:solidFill>
                  <a:srgbClr val="14161C"/>
                </a:solidFill>
                <a:latin typeface="Be Vietnam Pro" pitchFamily="34" charset="0"/>
                <a:ea typeface="Be Vietnam Pro" pitchFamily="34" charset="-122"/>
                <a:cs typeface="Be Vietnam Pro" pitchFamily="34" charset="-120"/>
              </a:rPr>
              <a:t> là</a:t>
            </a:r>
            <a:r>
              <a:rPr lang="en-US" sz="2475" dirty="0" spc="0" kern="0">
                <a:solidFill>
                  <a:srgbClr val="14161C"/>
                </a:solidFill>
                <a:latin typeface="Be Vietnam Pro" pitchFamily="34" charset="0"/>
                <a:ea typeface="Be Vietnam Pro" pitchFamily="34" charset="-122"/>
                <a:cs typeface="Be Vietnam Pro" pitchFamily="34" charset="-120"/>
              </a:rPr>
              <a:t> có</a:t>
            </a:r>
            <a:r>
              <a:rPr lang="en-US" sz="2475" dirty="0" spc="-9" kern="0">
                <a:solidFill>
                  <a:srgbClr val="14161C"/>
                </a:solidFill>
                <a:latin typeface="Be Vietnam Pro" pitchFamily="34" charset="0"/>
                <a:ea typeface="Be Vietnam Pro" pitchFamily="34" charset="-122"/>
                <a:cs typeface="Be Vietnam Pro" pitchFamily="34" charset="-120"/>
              </a:rPr>
              <a:t> một</a:t>
            </a:r>
            <a:r>
              <a:rPr lang="en-US" sz="2475" dirty="0" spc="26" kern="0">
                <a:solidFill>
                  <a:srgbClr val="14161C"/>
                </a:solidFill>
                <a:latin typeface="Be Vietnam Pro" pitchFamily="34" charset="0"/>
                <a:ea typeface="Be Vietnam Pro" pitchFamily="34" charset="-122"/>
                <a:cs typeface="Be Vietnam Pro" pitchFamily="34" charset="-120"/>
              </a:rPr>
              <a:t> ứng</a:t>
            </a:r>
            <a:r>
              <a:rPr lang="en-US" sz="2475" dirty="0" spc="1" kern="0">
                <a:solidFill>
                  <a:srgbClr val="14161C"/>
                </a:solidFill>
                <a:latin typeface="Be Vietnam Pro" pitchFamily="34" charset="0"/>
                <a:ea typeface="Be Vietnam Pro" pitchFamily="34" charset="-122"/>
                <a:cs typeface="Be Vietnam Pro" pitchFamily="34" charset="-120"/>
              </a:rPr>
              <a:t> dụng</a:t>
            </a:r>
            <a:r>
              <a:rPr lang="en-US" sz="2475" dirty="0" spc="0" kern="0">
                <a:solidFill>
                  <a:srgbClr val="14161C"/>
                </a:solidFill>
                <a:latin typeface="Be Vietnam Pro" pitchFamily="34" charset="0"/>
                <a:ea typeface="Be Vietnam Pro" pitchFamily="34" charset="-122"/>
                <a:cs typeface="Be Vietnam Pro" pitchFamily="34" charset="-120"/>
              </a:rPr>
              <a:t> hoàn</a:t>
            </a:r>
            <a:r>
              <a:rPr lang="en-US" sz="2475" dirty="0" spc="1" kern="0">
                <a:solidFill>
                  <a:srgbClr val="14161C"/>
                </a:solidFill>
                <a:latin typeface="Be Vietnam Pro" pitchFamily="34" charset="0"/>
                <a:ea typeface="Be Vietnam Pro" pitchFamily="34" charset="-122"/>
                <a:cs typeface="Be Vietnam Pro" pitchFamily="34" charset="-120"/>
              </a:rPr>
              <a:t> chỉnh.</a:t>
            </a:r>
            <a:endParaRPr lang="en-US" sz="2475" dirty="0"/>
          </a:p>
        </p:txBody>
      </p:sp>
      <p:sp>
        <p:nvSpPr>
          <p:cNvPr id="8" name="Text 6"/>
          <p:cNvSpPr/>
          <p:nvPr/>
        </p:nvSpPr>
        <p:spPr>
          <a:xfrm>
            <a:off x="1123950" y="5448300"/>
            <a:ext cx="7524750" cy="952500"/>
          </a:xfrm>
          <a:prstGeom prst="rect">
            <a:avLst/>
          </a:prstGeom>
          <a:noFill/>
          <a:ln/>
        </p:spPr>
        <p:txBody>
          <a:bodyPr wrap="square" lIns="0" tIns="13343" rIns="0" bIns="-13343" rtlCol="0" anchor="t"/>
          <a:lstStyle/>
          <a:p>
            <a:pPr algn="l" indent="0" marL="0">
              <a:lnSpc>
                <a:spcPts val="3218"/>
              </a:lnSpc>
              <a:buNone/>
            </a:pPr>
            <a:r>
              <a:rPr lang="en-US" sz="2475" dirty="0" spc="-3" kern="0">
                <a:solidFill>
                  <a:srgbClr val="14161C"/>
                </a:solidFill>
                <a:latin typeface="Be Vietnam Pro" pitchFamily="34" charset="0"/>
                <a:ea typeface="Be Vietnam Pro" pitchFamily="34" charset="-122"/>
                <a:cs typeface="Be Vietnam Pro" pitchFamily="34" charset="-120"/>
              </a:rPr>
              <a:t>2.</a:t>
            </a:r>
            <a:r>
              <a:rPr lang="en-US" sz="2475" dirty="0" spc="-1" kern="0">
                <a:solidFill>
                  <a:srgbClr val="14161C"/>
                </a:solidFill>
                <a:latin typeface="Be Vietnam Pro" pitchFamily="34" charset="0"/>
                <a:ea typeface="Be Vietnam Pro" pitchFamily="34" charset="-122"/>
                <a:cs typeface="Be Vietnam Pro" pitchFamily="34" charset="-120"/>
              </a:rPr>
              <a:t> Mọi</a:t>
            </a:r>
            <a:r>
              <a:rPr lang="en-US" sz="2475" dirty="0" spc="8" kern="0">
                <a:solidFill>
                  <a:srgbClr val="14161C"/>
                </a:solidFill>
                <a:latin typeface="Be Vietnam Pro" pitchFamily="34" charset="0"/>
                <a:ea typeface="Be Vietnam Pro" pitchFamily="34" charset="-122"/>
                <a:cs typeface="Be Vietnam Pro" pitchFamily="34" charset="-120"/>
              </a:rPr>
              <a:t> hướng</a:t>
            </a:r>
            <a:r>
              <a:rPr lang="en-US" sz="2475" dirty="0" spc="2" kern="0">
                <a:solidFill>
                  <a:srgbClr val="14161C"/>
                </a:solidFill>
                <a:latin typeface="Be Vietnam Pro" pitchFamily="34" charset="0"/>
                <a:ea typeface="Be Vietnam Pro" pitchFamily="34" charset="-122"/>
                <a:cs typeface="Be Vietnam Pro" pitchFamily="34" charset="-120"/>
              </a:rPr>
              <a:t> dẫn</a:t>
            </a:r>
            <a:r>
              <a:rPr lang="en-US" sz="2475" dirty="0" spc="0" kern="0">
                <a:solidFill>
                  <a:srgbClr val="14161C"/>
                </a:solidFill>
                <a:latin typeface="Be Vietnam Pro" pitchFamily="34" charset="0"/>
                <a:ea typeface="Be Vietnam Pro" pitchFamily="34" charset="-122"/>
                <a:cs typeface="Be Vietnam Pro" pitchFamily="34" charset="-120"/>
              </a:rPr>
              <a:t> có</a:t>
            </a:r>
            <a:r>
              <a:rPr lang="en-US" sz="2475" dirty="0" spc="1" kern="0">
                <a:solidFill>
                  <a:srgbClr val="14161C"/>
                </a:solidFill>
                <a:latin typeface="Be Vietnam Pro" pitchFamily="34" charset="0"/>
                <a:ea typeface="Be Vietnam Pro" pitchFamily="34" charset="-122"/>
                <a:cs typeface="Be Vietnam Pro" pitchFamily="34" charset="-120"/>
              </a:rPr>
              <a:t> cùng</a:t>
            </a:r>
            <a:r>
              <a:rPr lang="en-US" sz="2475" dirty="0" spc="16" kern="0">
                <a:solidFill>
                  <a:srgbClr val="14161C"/>
                </a:solidFill>
                <a:latin typeface="Be Vietnam Pro" pitchFamily="34" charset="0"/>
                <a:ea typeface="Be Vietnam Pro" pitchFamily="34" charset="-122"/>
                <a:cs typeface="Be Vietnam Pro" pitchFamily="34" charset="-120"/>
              </a:rPr>
              <a:t> độ</a:t>
            </a:r>
            <a:r>
              <a:rPr lang="en-US" sz="2475" dirty="0" spc="0" kern="0">
                <a:solidFill>
                  <a:srgbClr val="14161C"/>
                </a:solidFill>
                <a:latin typeface="Be Vietnam Pro" pitchFamily="34" charset="0"/>
                <a:ea typeface="Be Vietnam Pro" pitchFamily="34" charset="-122"/>
                <a:cs typeface="Be Vietnam Pro" pitchFamily="34" charset="-120"/>
              </a:rPr>
              <a:t> khó</a:t>
            </a:r>
            <a:r>
              <a:rPr lang="en-US" sz="2475" dirty="0" spc="-17" kern="0">
                <a:solidFill>
                  <a:srgbClr val="14161C"/>
                </a:solidFill>
                <a:latin typeface="Be Vietnam Pro" pitchFamily="34" charset="0"/>
                <a:ea typeface="Be Vietnam Pro" pitchFamily="34" charset="-122"/>
                <a:cs typeface="Be Vietnam Pro" pitchFamily="34" charset="-120"/>
              </a:rPr>
              <a:t> và</a:t>
            </a:r>
            <a:r>
              <a:rPr lang="en-US" sz="2475" dirty="0" spc="1" kern="0">
                <a:solidFill>
                  <a:srgbClr val="14161C"/>
                </a:solidFill>
                <a:latin typeface="Be Vietnam Pro" pitchFamily="34" charset="0"/>
                <a:ea typeface="Be Vietnam Pro" pitchFamily="34" charset="-122"/>
                <a:cs typeface="Be Vietnam Pro" pitchFamily="34" charset="-120"/>
              </a:rPr>
              <a:t> phiên</a:t>
            </a:r>
            <a:r>
              <a:rPr lang="en-US" sz="2475" dirty="0" spc="-3" kern="0">
                <a:solidFill>
                  <a:srgbClr val="14161C"/>
                </a:solidFill>
                <a:latin typeface="Be Vietnam Pro" pitchFamily="34" charset="0"/>
                <a:ea typeface="Be Vietnam Pro" pitchFamily="34" charset="-122"/>
                <a:cs typeface="Be Vietnam Pro" pitchFamily="34" charset="-120"/>
              </a:rPr>
              <a:t> bản.</a:t>
            </a:r>
            <a:endParaRPr lang="en-US" sz="2475" dirty="0"/>
          </a:p>
        </p:txBody>
      </p:sp>
      <p:sp>
        <p:nvSpPr>
          <p:cNvPr id="9" name="Text 7"/>
          <p:cNvSpPr/>
          <p:nvPr/>
        </p:nvSpPr>
        <p:spPr>
          <a:xfrm>
            <a:off x="1123950" y="6562725"/>
            <a:ext cx="7524750" cy="952500"/>
          </a:xfrm>
          <a:prstGeom prst="rect">
            <a:avLst/>
          </a:prstGeom>
          <a:noFill/>
          <a:ln/>
        </p:spPr>
        <p:txBody>
          <a:bodyPr wrap="square" lIns="0" tIns="13343" rIns="0" bIns="-13343" rtlCol="0" anchor="t"/>
          <a:lstStyle/>
          <a:p>
            <a:pPr algn="l" indent="0" marL="0">
              <a:lnSpc>
                <a:spcPts val="3218"/>
              </a:lnSpc>
              <a:buNone/>
            </a:pPr>
            <a:r>
              <a:rPr lang="en-US" sz="2475" dirty="0" spc="-4" kern="0">
                <a:solidFill>
                  <a:srgbClr val="14161C"/>
                </a:solidFill>
                <a:latin typeface="Be Vietnam Pro" pitchFamily="34" charset="0"/>
                <a:ea typeface="Be Vietnam Pro" pitchFamily="34" charset="-122"/>
                <a:cs typeface="Be Vietnam Pro" pitchFamily="34" charset="-120"/>
              </a:rPr>
              <a:t>3.</a:t>
            </a:r>
            <a:r>
              <a:rPr lang="en-US" sz="2475" dirty="0" spc="2" kern="0">
                <a:solidFill>
                  <a:srgbClr val="14161C"/>
                </a:solidFill>
                <a:latin typeface="Be Vietnam Pro" pitchFamily="34" charset="0"/>
                <a:ea typeface="Be Vietnam Pro" pitchFamily="34" charset="-122"/>
                <a:cs typeface="Be Vietnam Pro" pitchFamily="34" charset="-120"/>
              </a:rPr>
              <a:t> Bản</a:t>
            </a:r>
            <a:r>
              <a:rPr lang="en-US" sz="2475" dirty="0" spc="-3" kern="0">
                <a:solidFill>
                  <a:srgbClr val="14161C"/>
                </a:solidFill>
                <a:latin typeface="Be Vietnam Pro" pitchFamily="34" charset="0"/>
                <a:ea typeface="Be Vietnam Pro" pitchFamily="34" charset="-122"/>
                <a:cs typeface="Be Vietnam Pro" pitchFamily="34" charset="-120"/>
              </a:rPr>
              <a:t> tự</a:t>
            </a:r>
            <a:r>
              <a:rPr lang="en-US" sz="2475" dirty="0" spc="-7" kern="0">
                <a:solidFill>
                  <a:srgbClr val="14161C"/>
                </a:solidFill>
                <a:latin typeface="Be Vietnam Pro" pitchFamily="34" charset="0"/>
                <a:ea typeface="Be Vietnam Pro" pitchFamily="34" charset="-122"/>
                <a:cs typeface="Be Vietnam Pro" pitchFamily="34" charset="-120"/>
              </a:rPr>
              <a:t> viết</a:t>
            </a:r>
            <a:r>
              <a:rPr lang="en-US" sz="2475" dirty="0" spc="2" kern="0">
                <a:solidFill>
                  <a:srgbClr val="14161C"/>
                </a:solidFill>
                <a:latin typeface="Be Vietnam Pro" pitchFamily="34" charset="0"/>
                <a:ea typeface="Be Vietnam Pro" pitchFamily="34" charset="-122"/>
                <a:cs typeface="Be Vietnam Pro" pitchFamily="34" charset="-120"/>
              </a:rPr>
              <a:t> nhỏ</a:t>
            </a:r>
            <a:r>
              <a:rPr lang="en-US" sz="2475" dirty="0" spc="0" kern="0">
                <a:solidFill>
                  <a:srgbClr val="14161C"/>
                </a:solidFill>
                <a:latin typeface="Be Vietnam Pro" pitchFamily="34" charset="0"/>
                <a:ea typeface="Be Vietnam Pro" pitchFamily="34" charset="-122"/>
                <a:cs typeface="Be Vietnam Pro" pitchFamily="34" charset="-120"/>
              </a:rPr>
              <a:t> có</a:t>
            </a:r>
            <a:r>
              <a:rPr lang="en-US" sz="2475" dirty="0" spc="-2" kern="0">
                <a:solidFill>
                  <a:srgbClr val="14161C"/>
                </a:solidFill>
                <a:latin typeface="Be Vietnam Pro" pitchFamily="34" charset="0"/>
                <a:ea typeface="Be Vietnam Pro" pitchFamily="34" charset="-122"/>
                <a:cs typeface="Be Vietnam Pro" pitchFamily="34" charset="-120"/>
              </a:rPr>
              <a:t> thể</a:t>
            </a:r>
            <a:r>
              <a:rPr lang="en-US" sz="2475" dirty="0" spc="-7" kern="0">
                <a:solidFill>
                  <a:srgbClr val="14161C"/>
                </a:solidFill>
                <a:latin typeface="Be Vietnam Pro" pitchFamily="34" charset="0"/>
                <a:ea typeface="Be Vietnam Pro" pitchFamily="34" charset="-122"/>
                <a:cs typeface="Be Vietnam Pro" pitchFamily="34" charset="-120"/>
              </a:rPr>
              <a:t> thay</a:t>
            </a:r>
            <a:r>
              <a:rPr lang="en-US" sz="2475" dirty="0" spc="-15" kern="0">
                <a:solidFill>
                  <a:srgbClr val="14161C"/>
                </a:solidFill>
                <a:latin typeface="Be Vietnam Pro" pitchFamily="34" charset="0"/>
                <a:ea typeface="Be Vietnam Pro" pitchFamily="34" charset="-122"/>
                <a:cs typeface="Be Vietnam Pro" pitchFamily="34" charset="-120"/>
              </a:rPr>
              <a:t> ngay</a:t>
            </a:r>
            <a:r>
              <a:rPr lang="en-US" sz="2475" dirty="0" spc="2" kern="0">
                <a:solidFill>
                  <a:srgbClr val="14161C"/>
                </a:solidFill>
                <a:latin typeface="Be Vietnam Pro" pitchFamily="34" charset="0"/>
                <a:ea typeface="Be Vietnam Pro" pitchFamily="34" charset="-122"/>
                <a:cs typeface="Be Vietnam Pro" pitchFamily="34" charset="-120"/>
              </a:rPr>
              <a:t> công</a:t>
            </a:r>
            <a:r>
              <a:rPr lang="en-US" sz="2475" dirty="0" spc="-1" kern="0">
                <a:solidFill>
                  <a:srgbClr val="14161C"/>
                </a:solidFill>
                <a:latin typeface="Be Vietnam Pro" pitchFamily="34" charset="0"/>
                <a:ea typeface="Be Vietnam Pro" pitchFamily="34" charset="-122"/>
                <a:cs typeface="Be Vietnam Pro" pitchFamily="34" charset="-120"/>
              </a:rPr>
              <a:t> cụ</a:t>
            </a:r>
            <a:r>
              <a:rPr lang="en-US" sz="2475" dirty="0" spc="-9" kern="0">
                <a:solidFill>
                  <a:srgbClr val="14161C"/>
                </a:solidFill>
                <a:latin typeface="Be Vietnam Pro" pitchFamily="34" charset="0"/>
                <a:ea typeface="Be Vietnam Pro" pitchFamily="34" charset="-122"/>
                <a:cs typeface="Be Vietnam Pro" pitchFamily="34" charset="-120"/>
              </a:rPr>
              <a:t> thật.</a:t>
            </a:r>
            <a:endParaRPr lang="en-US" sz="2475" dirty="0"/>
          </a:p>
        </p:txBody>
      </p:sp>
      <p:sp>
        <p:nvSpPr>
          <p:cNvPr id="10" name="Shape 8"/>
          <p:cNvSpPr/>
          <p:nvPr/>
        </p:nvSpPr>
        <p:spPr>
          <a:xfrm>
            <a:off x="9296400" y="3048000"/>
            <a:ext cx="8153400" cy="4857750"/>
          </a:xfrm>
          <a:prstGeom prst="roundRect">
            <a:avLst>
              <a:gd name="adj" fmla="val 3529"/>
            </a:avLst>
          </a:prstGeom>
          <a:solidFill>
            <a:srgbClr val="FBF8F2"/>
          </a:solidFill>
          <a:ln w="9525">
            <a:solidFill>
              <a:srgbClr val="DDD5C1"/>
            </a:solidFill>
            <a:prstDash val="solid"/>
          </a:ln>
        </p:spPr>
      </p:sp>
      <p:sp>
        <p:nvSpPr>
          <p:cNvPr id="11" name="Text 9"/>
          <p:cNvSpPr/>
          <p:nvPr/>
        </p:nvSpPr>
        <p:spPr>
          <a:xfrm>
            <a:off x="9582150" y="3333750"/>
            <a:ext cx="7524750" cy="666750"/>
          </a:xfrm>
          <a:prstGeom prst="rect">
            <a:avLst/>
          </a:prstGeom>
          <a:noFill/>
          <a:ln/>
        </p:spPr>
        <p:txBody>
          <a:bodyPr wrap="square" lIns="0" tIns="12954" rIns="0" bIns="-12954" rtlCol="0" anchor="t"/>
          <a:lstStyle/>
          <a:p>
            <a:pPr algn="l" indent="0" marL="0">
              <a:lnSpc>
                <a:spcPts val="3120"/>
              </a:lnSpc>
              <a:buNone/>
            </a:pPr>
            <a:r>
              <a:rPr lang="en-US" sz="2400" b="1" dirty="0" spc="-48" kern="0">
                <a:solidFill>
                  <a:srgbClr val="1F3FD1"/>
                </a:solidFill>
                <a:latin typeface="Be Vietnam Pro" pitchFamily="34" charset="0"/>
                <a:ea typeface="Be Vietnam Pro" pitchFamily="34" charset="-122"/>
                <a:cs typeface="Be Vietnam Pro" pitchFamily="34" charset="-120"/>
              </a:rPr>
              <a:t>CÁCH</a:t>
            </a:r>
            <a:r>
              <a:rPr lang="en-US" sz="2400" b="1" dirty="0" spc="-3" kern="0">
                <a:solidFill>
                  <a:srgbClr val="1F3FD1"/>
                </a:solidFill>
                <a:latin typeface="Be Vietnam Pro" pitchFamily="34" charset="0"/>
                <a:ea typeface="Be Vietnam Pro" pitchFamily="34" charset="-122"/>
                <a:cs typeface="Be Vietnam Pro" pitchFamily="34" charset="-120"/>
              </a:rPr>
              <a:t> HIỂU</a:t>
            </a:r>
            <a:r>
              <a:rPr lang="en-US" sz="2400" b="1" dirty="0" spc="28" kern="0">
                <a:solidFill>
                  <a:srgbClr val="1F3FD1"/>
                </a:solidFill>
                <a:latin typeface="Be Vietnam Pro" pitchFamily="34" charset="0"/>
                <a:ea typeface="Be Vietnam Pro" pitchFamily="34" charset="-122"/>
                <a:cs typeface="Be Vietnam Pro" pitchFamily="34" charset="-120"/>
              </a:rPr>
              <a:t> HỮU</a:t>
            </a:r>
            <a:r>
              <a:rPr lang="en-US" sz="2400" b="1" dirty="0" spc="-1" kern="0">
                <a:solidFill>
                  <a:srgbClr val="1F3FD1"/>
                </a:solidFill>
                <a:latin typeface="Be Vietnam Pro" pitchFamily="34" charset="0"/>
                <a:ea typeface="Be Vietnam Pro" pitchFamily="34" charset="-122"/>
                <a:cs typeface="Be Vietnam Pro" pitchFamily="34" charset="-120"/>
              </a:rPr>
              <a:t> ÍCH</a:t>
            </a:r>
            <a:endParaRPr lang="en-US" sz="2400" dirty="0"/>
          </a:p>
        </p:txBody>
      </p:sp>
      <p:sp>
        <p:nvSpPr>
          <p:cNvPr id="12" name="Text 10"/>
          <p:cNvSpPr/>
          <p:nvPr/>
        </p:nvSpPr>
        <p:spPr>
          <a:xfrm>
            <a:off x="9582150" y="4333875"/>
            <a:ext cx="7524750" cy="952500"/>
          </a:xfrm>
          <a:prstGeom prst="rect">
            <a:avLst/>
          </a:prstGeom>
          <a:noFill/>
          <a:ln/>
        </p:spPr>
        <p:txBody>
          <a:bodyPr wrap="square" lIns="0" tIns="13343" rIns="0" bIns="-13343" rtlCol="0" anchor="t"/>
          <a:lstStyle/>
          <a:p>
            <a:pPr algn="l" indent="0" marL="0">
              <a:lnSpc>
                <a:spcPts val="3218"/>
              </a:lnSpc>
              <a:buNone/>
            </a:pPr>
            <a:r>
              <a:rPr lang="en-US" sz="2475" dirty="0" spc="-1" kern="0">
                <a:solidFill>
                  <a:srgbClr val="14161C"/>
                </a:solidFill>
                <a:latin typeface="Be Vietnam Pro" pitchFamily="34" charset="0"/>
                <a:ea typeface="Be Vietnam Pro" pitchFamily="34" charset="-122"/>
                <a:cs typeface="Be Vietnam Pro" pitchFamily="34" charset="-120"/>
              </a:rPr>
              <a:t>1.</a:t>
            </a:r>
            <a:r>
              <a:rPr lang="en-US" sz="2475" dirty="0" spc="-28" kern="0">
                <a:solidFill>
                  <a:srgbClr val="14161C"/>
                </a:solidFill>
                <a:latin typeface="Be Vietnam Pro" pitchFamily="34" charset="0"/>
                <a:ea typeface="Be Vietnam Pro" pitchFamily="34" charset="-122"/>
                <a:cs typeface="Be Vietnam Pro" pitchFamily="34" charset="-120"/>
              </a:rPr>
              <a:t> Repo</a:t>
            </a:r>
            <a:r>
              <a:rPr lang="en-US" sz="2475" dirty="0" spc="1" kern="0">
                <a:solidFill>
                  <a:srgbClr val="14161C"/>
                </a:solidFill>
                <a:latin typeface="Be Vietnam Pro" pitchFamily="34" charset="0"/>
                <a:ea typeface="Be Vietnam Pro" pitchFamily="34" charset="-122"/>
                <a:cs typeface="Be Vietnam Pro" pitchFamily="34" charset="-120"/>
              </a:rPr>
              <a:t> chủ</a:t>
            </a:r>
            <a:r>
              <a:rPr lang="en-US" sz="2475" dirty="0" spc="-23" kern="0">
                <a:solidFill>
                  <a:srgbClr val="14161C"/>
                </a:solidFill>
                <a:latin typeface="Be Vietnam Pro" pitchFamily="34" charset="0"/>
                <a:ea typeface="Be Vietnam Pro" pitchFamily="34" charset="-122"/>
                <a:cs typeface="Be Vietnam Pro" pitchFamily="34" charset="-120"/>
              </a:rPr>
              <a:t> yếu</a:t>
            </a:r>
            <a:r>
              <a:rPr lang="en-US" sz="2475" dirty="0" spc="1" kern="0">
                <a:solidFill>
                  <a:srgbClr val="14161C"/>
                </a:solidFill>
                <a:latin typeface="Be Vietnam Pro" pitchFamily="34" charset="0"/>
                <a:ea typeface="Be Vietnam Pro" pitchFamily="34" charset="-122"/>
                <a:cs typeface="Be Vietnam Pro" pitchFamily="34" charset="-120"/>
              </a:rPr>
              <a:t> dẫn</a:t>
            </a:r>
            <a:r>
              <a:rPr lang="en-US" sz="2475" dirty="0" spc="-13" kern="0">
                <a:solidFill>
                  <a:srgbClr val="14161C"/>
                </a:solidFill>
                <a:latin typeface="Be Vietnam Pro" pitchFamily="34" charset="0"/>
                <a:ea typeface="Be Vietnam Pro" pitchFamily="34" charset="-122"/>
                <a:cs typeface="Be Vietnam Pro" pitchFamily="34" charset="-120"/>
              </a:rPr>
              <a:t> tới</a:t>
            </a:r>
            <a:r>
              <a:rPr lang="en-US" sz="2475" dirty="0" spc="2" kern="0">
                <a:solidFill>
                  <a:srgbClr val="14161C"/>
                </a:solidFill>
                <a:latin typeface="Be Vietnam Pro" pitchFamily="34" charset="0"/>
                <a:ea typeface="Be Vietnam Pro" pitchFamily="34" charset="-122"/>
                <a:cs typeface="Be Vietnam Pro" pitchFamily="34" charset="-120"/>
              </a:rPr>
              <a:t> các</a:t>
            </a:r>
            <a:r>
              <a:rPr lang="en-US" sz="2475" dirty="0" spc="-13" kern="0">
                <a:solidFill>
                  <a:srgbClr val="14161C"/>
                </a:solidFill>
                <a:latin typeface="Be Vietnam Pro" pitchFamily="34" charset="0"/>
                <a:ea typeface="Be Vietnam Pro" pitchFamily="34" charset="-122"/>
                <a:cs typeface="Be Vietnam Pro" pitchFamily="34" charset="-120"/>
              </a:rPr>
              <a:t> tài</a:t>
            </a:r>
            <a:r>
              <a:rPr lang="en-US" sz="2475" dirty="0" spc="0" kern="0">
                <a:solidFill>
                  <a:srgbClr val="14161C"/>
                </a:solidFill>
                <a:latin typeface="Be Vietnam Pro" pitchFamily="34" charset="0"/>
                <a:ea typeface="Be Vietnam Pro" pitchFamily="34" charset="-122"/>
                <a:cs typeface="Be Vietnam Pro" pitchFamily="34" charset="-120"/>
              </a:rPr>
              <a:t> liệu</a:t>
            </a:r>
            <a:r>
              <a:rPr lang="en-US" sz="2475" dirty="0" spc="-4" kern="0">
                <a:solidFill>
                  <a:srgbClr val="14161C"/>
                </a:solidFill>
                <a:latin typeface="Be Vietnam Pro" pitchFamily="34" charset="0"/>
                <a:ea typeface="Be Vietnam Pro" pitchFamily="34" charset="-122"/>
                <a:cs typeface="Be Vietnam Pro" pitchFamily="34" charset="-120"/>
              </a:rPr>
              <a:t> bên</a:t>
            </a:r>
            <a:r>
              <a:rPr lang="en-US" sz="2475" dirty="0" spc="-8" kern="0">
                <a:solidFill>
                  <a:srgbClr val="14161C"/>
                </a:solidFill>
                <a:latin typeface="Be Vietnam Pro" pitchFamily="34" charset="0"/>
                <a:ea typeface="Be Vietnam Pro" pitchFamily="34" charset="-122"/>
                <a:cs typeface="Be Vietnam Pro" pitchFamily="34" charset="-120"/>
              </a:rPr>
              <a:t> ngoài.</a:t>
            </a:r>
            <a:endParaRPr lang="en-US" sz="2475" dirty="0"/>
          </a:p>
        </p:txBody>
      </p:sp>
      <p:sp>
        <p:nvSpPr>
          <p:cNvPr id="13" name="Text 11"/>
          <p:cNvSpPr/>
          <p:nvPr/>
        </p:nvSpPr>
        <p:spPr>
          <a:xfrm>
            <a:off x="9582150" y="5448300"/>
            <a:ext cx="7524750" cy="952500"/>
          </a:xfrm>
          <a:prstGeom prst="rect">
            <a:avLst/>
          </a:prstGeom>
          <a:noFill/>
          <a:ln/>
        </p:spPr>
        <p:txBody>
          <a:bodyPr wrap="square" lIns="0" tIns="13343" rIns="0" bIns="-13343" rtlCol="0" anchor="t"/>
          <a:lstStyle/>
          <a:p>
            <a:pPr algn="l" indent="0" marL="0">
              <a:lnSpc>
                <a:spcPts val="3218"/>
              </a:lnSpc>
              <a:buNone/>
            </a:pPr>
            <a:r>
              <a:rPr lang="en-US" sz="2475" dirty="0" spc="-3" kern="0">
                <a:solidFill>
                  <a:srgbClr val="14161C"/>
                </a:solidFill>
                <a:latin typeface="Be Vietnam Pro" pitchFamily="34" charset="0"/>
                <a:ea typeface="Be Vietnam Pro" pitchFamily="34" charset="-122"/>
                <a:cs typeface="Be Vietnam Pro" pitchFamily="34" charset="-120"/>
              </a:rPr>
              <a:t>2.</a:t>
            </a:r>
            <a:r>
              <a:rPr lang="en-US" sz="2475" dirty="0" spc="-1" kern="0">
                <a:solidFill>
                  <a:srgbClr val="14161C"/>
                </a:solidFill>
                <a:latin typeface="Be Vietnam Pro" pitchFamily="34" charset="0"/>
                <a:ea typeface="Be Vietnam Pro" pitchFamily="34" charset="-122"/>
                <a:cs typeface="Be Vietnam Pro" pitchFamily="34" charset="-120"/>
              </a:rPr>
              <a:t> Mỗi</a:t>
            </a:r>
            <a:r>
              <a:rPr lang="en-US" sz="2475" dirty="0" spc="-12" kern="0">
                <a:solidFill>
                  <a:srgbClr val="14161C"/>
                </a:solidFill>
                <a:latin typeface="Be Vietnam Pro" pitchFamily="34" charset="0"/>
                <a:ea typeface="Be Vietnam Pro" pitchFamily="34" charset="-122"/>
                <a:cs typeface="Be Vietnam Pro" pitchFamily="34" charset="-120"/>
              </a:rPr>
              <a:t> tài</a:t>
            </a:r>
            <a:r>
              <a:rPr lang="en-US" sz="2475" dirty="0" spc="0" kern="0">
                <a:solidFill>
                  <a:srgbClr val="14161C"/>
                </a:solidFill>
                <a:latin typeface="Be Vietnam Pro" pitchFamily="34" charset="0"/>
                <a:ea typeface="Be Vietnam Pro" pitchFamily="34" charset="-122"/>
                <a:cs typeface="Be Vietnam Pro" pitchFamily="34" charset="-120"/>
              </a:rPr>
              <a:t> liệu</a:t>
            </a:r>
            <a:r>
              <a:rPr lang="en-US" sz="2475" dirty="0" spc="-1" kern="0">
                <a:solidFill>
                  <a:srgbClr val="14161C"/>
                </a:solidFill>
                <a:latin typeface="Be Vietnam Pro" pitchFamily="34" charset="0"/>
                <a:ea typeface="Be Vietnam Pro" pitchFamily="34" charset="-122"/>
                <a:cs typeface="Be Vietnam Pro" pitchFamily="34" charset="-120"/>
              </a:rPr>
              <a:t> có</a:t>
            </a:r>
            <a:r>
              <a:rPr lang="en-US" sz="2475" dirty="0" spc="-23" kern="0">
                <a:solidFill>
                  <a:srgbClr val="14161C"/>
                </a:solidFill>
                <a:latin typeface="Be Vietnam Pro" pitchFamily="34" charset="0"/>
                <a:ea typeface="Be Vietnam Pro" pitchFamily="34" charset="-122"/>
                <a:cs typeface="Be Vietnam Pro" pitchFamily="34" charset="-120"/>
              </a:rPr>
              <a:t> yêu</a:t>
            </a:r>
            <a:r>
              <a:rPr lang="en-US" sz="2475" dirty="0" spc="1" kern="0">
                <a:solidFill>
                  <a:srgbClr val="14161C"/>
                </a:solidFill>
                <a:latin typeface="Be Vietnam Pro" pitchFamily="34" charset="0"/>
                <a:ea typeface="Be Vietnam Pro" pitchFamily="34" charset="-122"/>
                <a:cs typeface="Be Vietnam Pro" pitchFamily="34" charset="-120"/>
              </a:rPr>
              <a:t> cầu</a:t>
            </a:r>
            <a:r>
              <a:rPr lang="en-US" sz="2475" dirty="0" spc="-17" kern="0">
                <a:solidFill>
                  <a:srgbClr val="14161C"/>
                </a:solidFill>
                <a:latin typeface="Be Vietnam Pro" pitchFamily="34" charset="0"/>
                <a:ea typeface="Be Vietnam Pro" pitchFamily="34" charset="-122"/>
                <a:cs typeface="Be Vietnam Pro" pitchFamily="34" charset="-120"/>
              </a:rPr>
              <a:t> và</a:t>
            </a:r>
            <a:r>
              <a:rPr lang="en-US" sz="2475" dirty="0" spc="1" kern="0">
                <a:solidFill>
                  <a:srgbClr val="14161C"/>
                </a:solidFill>
                <a:latin typeface="Be Vietnam Pro" pitchFamily="34" charset="0"/>
                <a:ea typeface="Be Vietnam Pro" pitchFamily="34" charset="-122"/>
                <a:cs typeface="Be Vietnam Pro" pitchFamily="34" charset="-120"/>
              </a:rPr>
              <a:t> phạm</a:t>
            </a:r>
            <a:r>
              <a:rPr lang="en-US" sz="2475" dirty="0" spc="-1" kern="0">
                <a:solidFill>
                  <a:srgbClr val="14161C"/>
                </a:solidFill>
                <a:latin typeface="Be Vietnam Pro" pitchFamily="34" charset="0"/>
                <a:ea typeface="Be Vietnam Pro" pitchFamily="34" charset="-122"/>
                <a:cs typeface="Be Vietnam Pro" pitchFamily="34" charset="-120"/>
              </a:rPr>
              <a:t> vi</a:t>
            </a:r>
            <a:r>
              <a:rPr lang="en-US" sz="2475" dirty="0" spc="6" kern="0">
                <a:solidFill>
                  <a:srgbClr val="14161C"/>
                </a:solidFill>
                <a:latin typeface="Be Vietnam Pro" pitchFamily="34" charset="0"/>
                <a:ea typeface="Be Vietnam Pro" pitchFamily="34" charset="-122"/>
                <a:cs typeface="Be Vietnam Pro" pitchFamily="34" charset="-120"/>
              </a:rPr>
              <a:t> riêng.</a:t>
            </a:r>
            <a:endParaRPr lang="en-US" sz="2475" dirty="0"/>
          </a:p>
        </p:txBody>
      </p:sp>
      <p:sp>
        <p:nvSpPr>
          <p:cNvPr id="14" name="Text 12"/>
          <p:cNvSpPr/>
          <p:nvPr/>
        </p:nvSpPr>
        <p:spPr>
          <a:xfrm>
            <a:off x="9582150" y="6562725"/>
            <a:ext cx="7524750" cy="952500"/>
          </a:xfrm>
          <a:prstGeom prst="rect">
            <a:avLst/>
          </a:prstGeom>
          <a:noFill/>
          <a:ln/>
        </p:spPr>
        <p:txBody>
          <a:bodyPr wrap="square" lIns="0" tIns="13343" rIns="0" bIns="-13343" rtlCol="0" anchor="t"/>
          <a:lstStyle/>
          <a:p>
            <a:pPr algn="l" indent="0" marL="0">
              <a:lnSpc>
                <a:spcPts val="3218"/>
              </a:lnSpc>
              <a:buNone/>
            </a:pPr>
            <a:r>
              <a:rPr lang="en-US" sz="2475" dirty="0" spc="-4" kern="0">
                <a:solidFill>
                  <a:srgbClr val="14161C"/>
                </a:solidFill>
                <a:latin typeface="Be Vietnam Pro" pitchFamily="34" charset="0"/>
                <a:ea typeface="Be Vietnam Pro" pitchFamily="34" charset="-122"/>
                <a:cs typeface="Be Vietnam Pro" pitchFamily="34" charset="-120"/>
              </a:rPr>
              <a:t>3.</a:t>
            </a:r>
            <a:r>
              <a:rPr lang="en-US" sz="2475" dirty="0" spc="1" kern="0">
                <a:solidFill>
                  <a:srgbClr val="14161C"/>
                </a:solidFill>
                <a:latin typeface="Be Vietnam Pro" pitchFamily="34" charset="0"/>
                <a:ea typeface="Be Vietnam Pro" pitchFamily="34" charset="-122"/>
                <a:cs typeface="Be Vietnam Pro" pitchFamily="34" charset="-120"/>
              </a:rPr>
              <a:t> Dùng</a:t>
            </a:r>
            <a:r>
              <a:rPr lang="en-US" sz="2475" dirty="0" spc="-2" kern="0">
                <a:solidFill>
                  <a:srgbClr val="14161C"/>
                </a:solidFill>
                <a:latin typeface="Be Vietnam Pro" pitchFamily="34" charset="0"/>
                <a:ea typeface="Be Vietnam Pro" pitchFamily="34" charset="-122"/>
                <a:cs typeface="Be Vietnam Pro" pitchFamily="34" charset="-120"/>
              </a:rPr>
              <a:t> bản</a:t>
            </a:r>
            <a:r>
              <a:rPr lang="en-US" sz="2475" dirty="0" spc="2" kern="0">
                <a:solidFill>
                  <a:srgbClr val="14161C"/>
                </a:solidFill>
                <a:latin typeface="Be Vietnam Pro" pitchFamily="34" charset="0"/>
                <a:ea typeface="Be Vietnam Pro" pitchFamily="34" charset="-122"/>
                <a:cs typeface="Be Vietnam Pro" pitchFamily="34" charset="-120"/>
              </a:rPr>
              <a:t> nhỏ</a:t>
            </a:r>
            <a:r>
              <a:rPr lang="en-US" sz="2475" dirty="0" spc="13" kern="0">
                <a:solidFill>
                  <a:srgbClr val="14161C"/>
                </a:solidFill>
                <a:latin typeface="Be Vietnam Pro" pitchFamily="34" charset="0"/>
                <a:ea typeface="Be Vietnam Pro" pitchFamily="34" charset="-122"/>
                <a:cs typeface="Be Vietnam Pro" pitchFamily="34" charset="-120"/>
              </a:rPr>
              <a:t> để</a:t>
            </a:r>
            <a:r>
              <a:rPr lang="en-US" sz="2475" dirty="0" spc="0" kern="0">
                <a:solidFill>
                  <a:srgbClr val="14161C"/>
                </a:solidFill>
                <a:latin typeface="Be Vietnam Pro" pitchFamily="34" charset="0"/>
                <a:ea typeface="Be Vietnam Pro" pitchFamily="34" charset="-122"/>
                <a:cs typeface="Be Vietnam Pro" pitchFamily="34" charset="-120"/>
              </a:rPr>
              <a:t> hiểu;</a:t>
            </a:r>
            <a:r>
              <a:rPr lang="en-US" sz="2475" dirty="0" spc="12" kern="0">
                <a:solidFill>
                  <a:srgbClr val="14161C"/>
                </a:solidFill>
                <a:latin typeface="Be Vietnam Pro" pitchFamily="34" charset="0"/>
                <a:ea typeface="Be Vietnam Pro" pitchFamily="34" charset="-122"/>
                <a:cs typeface="Be Vietnam Pro" pitchFamily="34" charset="-120"/>
              </a:rPr>
              <a:t> đánh</a:t>
            </a:r>
            <a:r>
              <a:rPr lang="en-US" sz="2475" dirty="0" spc="1" kern="0">
                <a:solidFill>
                  <a:srgbClr val="14161C"/>
                </a:solidFill>
                <a:latin typeface="Be Vietnam Pro" pitchFamily="34" charset="0"/>
                <a:ea typeface="Be Vietnam Pro" pitchFamily="34" charset="-122"/>
                <a:cs typeface="Be Vietnam Pro" pitchFamily="34" charset="-120"/>
              </a:rPr>
              <a:t> giá</a:t>
            </a:r>
            <a:r>
              <a:rPr lang="en-US" sz="2475" dirty="0" spc="8" kern="0">
                <a:solidFill>
                  <a:srgbClr val="14161C"/>
                </a:solidFill>
                <a:latin typeface="Be Vietnam Pro" pitchFamily="34" charset="0"/>
                <a:ea typeface="Be Vietnam Pro" pitchFamily="34" charset="-122"/>
                <a:cs typeface="Be Vietnam Pro" pitchFamily="34" charset="-120"/>
              </a:rPr>
              <a:t> riêng</a:t>
            </a:r>
            <a:r>
              <a:rPr lang="en-US" sz="2475" dirty="0" spc="0" kern="0">
                <a:solidFill>
                  <a:srgbClr val="14161C"/>
                </a:solidFill>
                <a:latin typeface="Be Vietnam Pro" pitchFamily="34" charset="0"/>
                <a:ea typeface="Be Vietnam Pro" pitchFamily="34" charset="-122"/>
                <a:cs typeface="Be Vietnam Pro" pitchFamily="34" charset="-120"/>
              </a:rPr>
              <a:t> khi</a:t>
            </a:r>
            <a:r>
              <a:rPr lang="en-US" sz="2475" dirty="0" spc="7" kern="0">
                <a:solidFill>
                  <a:srgbClr val="14161C"/>
                </a:solidFill>
                <a:latin typeface="Be Vietnam Pro" pitchFamily="34" charset="0"/>
                <a:ea typeface="Be Vietnam Pro" pitchFamily="34" charset="-122"/>
                <a:cs typeface="Be Vietnam Pro" pitchFamily="34" charset="-120"/>
              </a:rPr>
              <a:t> triển</a:t>
            </a:r>
            <a:r>
              <a:rPr lang="en-US" sz="2475" dirty="0" spc="-1" kern="0">
                <a:solidFill>
                  <a:srgbClr val="14161C"/>
                </a:solidFill>
                <a:latin typeface="Be Vietnam Pro" pitchFamily="34" charset="0"/>
                <a:ea typeface="Be Vietnam Pro" pitchFamily="34" charset="-122"/>
                <a:cs typeface="Be Vietnam Pro" pitchFamily="34" charset="-120"/>
              </a:rPr>
              <a:t> khai.</a:t>
            </a:r>
            <a:endParaRPr lang="en-US" sz="2475" dirty="0"/>
          </a:p>
        </p:txBody>
      </p:sp>
      <p:sp>
        <p:nvSpPr>
          <p:cNvPr id="15" name="Shape 13"/>
          <p:cNvSpPr/>
          <p:nvPr/>
        </p:nvSpPr>
        <p:spPr>
          <a:xfrm>
            <a:off x="838200" y="8515350"/>
            <a:ext cx="16611600" cy="676275"/>
          </a:xfrm>
          <a:prstGeom prst="roundRect">
            <a:avLst>
              <a:gd name="adj" fmla="val 11268"/>
            </a:avLst>
          </a:prstGeom>
          <a:solidFill>
            <a:srgbClr val="E8E0CF"/>
          </a:solidFill>
          <a:ln w="9525">
            <a:solidFill>
              <a:srgbClr val="E8E0CF"/>
            </a:solidFill>
            <a:prstDash val="solid"/>
          </a:ln>
        </p:spPr>
      </p:sp>
      <p:sp>
        <p:nvSpPr>
          <p:cNvPr id="16" name="Text 14"/>
          <p:cNvSpPr/>
          <p:nvPr/>
        </p:nvSpPr>
        <p:spPr>
          <a:xfrm>
            <a:off x="1038225" y="8677275"/>
            <a:ext cx="16240125" cy="457200"/>
          </a:xfrm>
          <a:prstGeom prst="rect">
            <a:avLst/>
          </a:prstGeom>
          <a:noFill/>
          <a:ln/>
        </p:spPr>
        <p:txBody>
          <a:bodyPr wrap="square" lIns="0" tIns="10914" rIns="0" bIns="-10914" rtlCol="0" anchor="t"/>
          <a:lstStyle/>
          <a:p>
            <a:pPr algn="l" indent="0" marL="0">
              <a:lnSpc>
                <a:spcPts val="2633"/>
              </a:lnSpc>
              <a:buNone/>
            </a:pPr>
            <a:r>
              <a:rPr lang="en-US" sz="2025" dirty="0" spc="-2" kern="0">
                <a:solidFill>
                  <a:srgbClr val="14161C"/>
                </a:solidFill>
                <a:latin typeface="Be Vietnam Pro Medium" pitchFamily="34" charset="0"/>
                <a:ea typeface="Be Vietnam Pro Medium" pitchFamily="34" charset="-122"/>
                <a:cs typeface="Be Vietnam Pro Medium" pitchFamily="34" charset="-120"/>
              </a:rPr>
              <a:t>README</a:t>
            </a:r>
            <a:r>
              <a:rPr lang="en-US" sz="2025" dirty="0" spc="6" kern="0">
                <a:solidFill>
                  <a:srgbClr val="14161C"/>
                </a:solidFill>
                <a:latin typeface="Be Vietnam Pro Medium" pitchFamily="34" charset="0"/>
                <a:ea typeface="Be Vietnam Pro Medium" pitchFamily="34" charset="-122"/>
                <a:cs typeface="Be Vietnam Pro Medium" pitchFamily="34" charset="-120"/>
              </a:rPr>
              <a:t> hướng</a:t>
            </a:r>
            <a:r>
              <a:rPr lang="en-US" sz="2025" dirty="0" spc="-8" kern="0">
                <a:solidFill>
                  <a:srgbClr val="14161C"/>
                </a:solidFill>
                <a:latin typeface="Be Vietnam Pro Medium" pitchFamily="34" charset="0"/>
                <a:ea typeface="Be Vietnam Pro Medium" pitchFamily="34" charset="-122"/>
                <a:cs typeface="Be Vietnam Pro Medium" pitchFamily="34" charset="-120"/>
              </a:rPr>
              <a:t> tới tái</a:t>
            </a:r>
            <a:r>
              <a:rPr lang="en-US" sz="2025" dirty="0" spc="-7" kern="0">
                <a:solidFill>
                  <a:srgbClr val="14161C"/>
                </a:solidFill>
                <a:latin typeface="Be Vietnam Pro Medium" pitchFamily="34" charset="0"/>
                <a:ea typeface="Be Vietnam Pro Medium" pitchFamily="34" charset="-122"/>
                <a:cs typeface="Be Vietnam Pro Medium" pitchFamily="34" charset="-120"/>
              </a:rPr>
              <a:t> tạo</a:t>
            </a:r>
            <a:r>
              <a:rPr lang="en-US" sz="2025" dirty="0" spc="-1" kern="0">
                <a:solidFill>
                  <a:srgbClr val="14161C"/>
                </a:solidFill>
                <a:latin typeface="Be Vietnam Pro Medium" pitchFamily="34" charset="0"/>
                <a:ea typeface="Be Vietnam Pro Medium" pitchFamily="34" charset="-122"/>
                <a:cs typeface="Be Vietnam Pro Medium" pitchFamily="34" charset="-120"/>
              </a:rPr>
              <a:t> công nghệ</a:t>
            </a:r>
            <a:r>
              <a:rPr lang="en-US" sz="2025" dirty="0" spc="14" kern="0">
                <a:solidFill>
                  <a:srgbClr val="14161C"/>
                </a:solidFill>
                <a:latin typeface="Be Vietnam Pro Medium" pitchFamily="34" charset="0"/>
                <a:ea typeface="Be Vietnam Pro Medium" pitchFamily="34" charset="-122"/>
                <a:cs typeface="Be Vietnam Pro Medium" pitchFamily="34" charset="-120"/>
              </a:rPr>
              <a:t> để</a:t>
            </a:r>
            <a:r>
              <a:rPr lang="en-US" sz="2025" dirty="0" spc="-2" kern="0">
                <a:solidFill>
                  <a:srgbClr val="14161C"/>
                </a:solidFill>
                <a:latin typeface="Be Vietnam Pro Medium" pitchFamily="34" charset="0"/>
                <a:ea typeface="Be Vietnam Pro Medium" pitchFamily="34" charset="-122"/>
                <a:cs typeface="Be Vietnam Pro Medium" pitchFamily="34" charset="-120"/>
              </a:rPr>
              <a:t> học;</a:t>
            </a:r>
            <a:r>
              <a:rPr lang="en-US" sz="2025" dirty="0" spc="-9" kern="0">
                <a:solidFill>
                  <a:srgbClr val="14161C"/>
                </a:solidFill>
                <a:latin typeface="Be Vietnam Pro Medium" pitchFamily="34" charset="0"/>
                <a:ea typeface="Be Vietnam Pro Medium" pitchFamily="34" charset="-122"/>
                <a:cs typeface="Be Vietnam Pro Medium" pitchFamily="34" charset="-120"/>
              </a:rPr>
              <a:t> report</a:t>
            </a:r>
            <a:r>
              <a:rPr lang="en-US" sz="2025" dirty="0" spc="7" kern="0">
                <a:solidFill>
                  <a:srgbClr val="14161C"/>
                </a:solidFill>
                <a:latin typeface="Be Vietnam Pro Medium" pitchFamily="34" charset="0"/>
                <a:ea typeface="Be Vietnam Pro Medium" pitchFamily="34" charset="-122"/>
                <a:cs typeface="Be Vietnam Pro Medium" pitchFamily="34" charset="-120"/>
              </a:rPr>
              <a:t> chưa</a:t>
            </a:r>
            <a:r>
              <a:rPr lang="en-US" sz="2025" dirty="0" spc="0" kern="0">
                <a:solidFill>
                  <a:srgbClr val="14161C"/>
                </a:solidFill>
                <a:latin typeface="Be Vietnam Pro Medium" pitchFamily="34" charset="0"/>
                <a:ea typeface="Be Vietnam Pro Medium" pitchFamily="34" charset="-122"/>
                <a:cs typeface="Be Vietnam Pro Medium" pitchFamily="34" charset="-120"/>
              </a:rPr>
              <a:t> thử</a:t>
            </a:r>
            <a:r>
              <a:rPr lang="en-US" sz="2025" dirty="0" spc="-5" kern="0">
                <a:solidFill>
                  <a:srgbClr val="14161C"/>
                </a:solidFill>
                <a:latin typeface="Be Vietnam Pro Medium" pitchFamily="34" charset="0"/>
                <a:ea typeface="Be Vietnam Pro Medium" pitchFamily="34" charset="-122"/>
                <a:cs typeface="Be Vietnam Pro Medium" pitchFamily="34" charset="-120"/>
              </a:rPr>
              <a:t> chạy</a:t>
            </a:r>
            <a:r>
              <a:rPr lang="en-US" sz="2025" dirty="0" spc="-2" kern="0">
                <a:solidFill>
                  <a:srgbClr val="14161C"/>
                </a:solidFill>
                <a:latin typeface="Be Vietnam Pro Medium" pitchFamily="34" charset="0"/>
                <a:ea typeface="Be Vietnam Pro Medium" pitchFamily="34" charset="-122"/>
                <a:cs typeface="Be Vietnam Pro Medium" pitchFamily="34" charset="-120"/>
              </a:rPr>
              <a:t> mọi</a:t>
            </a:r>
            <a:r>
              <a:rPr lang="en-US" sz="2025" dirty="0" spc="0" kern="0">
                <a:solidFill>
                  <a:srgbClr val="14161C"/>
                </a:solidFill>
                <a:latin typeface="Be Vietnam Pro Medium" pitchFamily="34" charset="0"/>
                <a:ea typeface="Be Vietnam Pro Medium" pitchFamily="34" charset="-122"/>
                <a:cs typeface="Be Vietnam Pro Medium" pitchFamily="34" charset="-120"/>
              </a:rPr>
              <a:t> liên</a:t>
            </a:r>
            <a:r>
              <a:rPr lang="en-US" sz="2025" dirty="0" spc="-21" kern="0">
                <a:solidFill>
                  <a:srgbClr val="14161C"/>
                </a:solidFill>
                <a:latin typeface="Be Vietnam Pro Medium" pitchFamily="34" charset="0"/>
                <a:ea typeface="Be Vietnam Pro Medium" pitchFamily="34" charset="-122"/>
                <a:cs typeface="Be Vietnam Pro Medium" pitchFamily="34" charset="-120"/>
              </a:rPr>
              <a:t> kết.</a:t>
            </a:r>
            <a:endParaRPr lang="en-US" sz="2025" dirty="0"/>
          </a:p>
        </p:txBody>
      </p:sp>
      <p:sp>
        <p:nvSpPr>
          <p:cNvPr id="17" name="Text 15"/>
          <p:cNvSpPr/>
          <p:nvPr/>
        </p:nvSpPr>
        <p:spPr>
          <a:xfrm>
            <a:off x="838200" y="9353550"/>
            <a:ext cx="16611600" cy="333375"/>
          </a:xfrm>
          <a:prstGeom prst="rect">
            <a:avLst/>
          </a:prstGeom>
          <a:noFill/>
          <a:ln/>
        </p:spPr>
        <p:txBody>
          <a:bodyPr wrap="square" lIns="0" tIns="8906" rIns="0" bIns="-8906" rtlCol="0" anchor="t"/>
          <a:lstStyle/>
          <a:p>
            <a:pPr algn="l" indent="0" marL="0">
              <a:lnSpc>
                <a:spcPts val="2145"/>
              </a:lnSpc>
              <a:buNone/>
            </a:pPr>
            <a:r>
              <a:rPr lang="en-US" sz="1650" dirty="0" spc="-3" kern="0">
                <a:solidFill>
                  <a:srgbClr val="6B6A66"/>
                </a:solidFill>
                <a:latin typeface="Be Vietnam Pro" pitchFamily="34" charset="0"/>
                <a:ea typeface="Be Vietnam Pro" pitchFamily="34" charset="-122"/>
                <a:cs typeface="Be Vietnam Pro" pitchFamily="34" charset="-120"/>
              </a:rPr>
              <a:t>Nguồn:</a:t>
            </a:r>
            <a:r>
              <a:rPr lang="en-US" sz="1650" dirty="0" spc="-2" kern="0">
                <a:solidFill>
                  <a:srgbClr val="6B6A66"/>
                </a:solidFill>
                <a:latin typeface="Be Vietnam Pro" pitchFamily="34" charset="0"/>
                <a:ea typeface="Be Vietnam Pro" pitchFamily="34" charset="-122"/>
                <a:cs typeface="Be Vietnam Pro" pitchFamily="34" charset="-120"/>
              </a:rPr>
              <a:t> [S2]</a:t>
            </a:r>
            <a:r>
              <a:rPr lang="en-US" sz="1650" dirty="0" spc="2" kern="0">
                <a:solidFill>
                  <a:srgbClr val="6B6A66"/>
                </a:solidFill>
                <a:latin typeface="Be Vietnam Pro" pitchFamily="34" charset="0"/>
                <a:ea typeface="Be Vietnam Pro" pitchFamily="34" charset="-122"/>
                <a:cs typeface="Be Vietnam Pro" pitchFamily="34" charset="-120"/>
              </a:rPr>
              <a:t>  ·  Số</a:t>
            </a:r>
            <a:r>
              <a:rPr lang="en-US" sz="1650" dirty="0" spc="0" kern="0">
                <a:solidFill>
                  <a:srgbClr val="6B6A66"/>
                </a:solidFill>
                <a:latin typeface="Be Vietnam Pro" pitchFamily="34" charset="0"/>
                <a:ea typeface="Be Vietnam Pro" pitchFamily="34" charset="-122"/>
                <a:cs typeface="Be Vietnam Pro" pitchFamily="34" charset="-120"/>
              </a:rPr>
              <a:t> liệu: phiên</a:t>
            </a:r>
            <a:r>
              <a:rPr lang="en-US" sz="1650" dirty="0" spc="-1" kern="0">
                <a:solidFill>
                  <a:srgbClr val="6B6A66"/>
                </a:solidFill>
                <a:latin typeface="Be Vietnam Pro" pitchFamily="34" charset="0"/>
                <a:ea typeface="Be Vietnam Pro" pitchFamily="34" charset="-122"/>
                <a:cs typeface="Be Vietnam Pro" pitchFamily="34" charset="-120"/>
              </a:rPr>
              <a:t> quét</a:t>
            </a:r>
            <a:r>
              <a:rPr lang="en-US" sz="1650" dirty="0" spc="-8" kern="0">
                <a:solidFill>
                  <a:srgbClr val="6B6A66"/>
                </a:solidFill>
                <a:latin typeface="Be Vietnam Pro" pitchFamily="34" charset="0"/>
                <a:ea typeface="Be Vietnam Pro" pitchFamily="34" charset="-122"/>
                <a:cs typeface="Be Vietnam Pro" pitchFamily="34" charset="-120"/>
              </a:rPr>
              <a:t> 23/10/2026</a:t>
            </a:r>
            <a:endParaRPr lang="en-US" sz="1650" dirty="0"/>
          </a:p>
        </p:txBody>
      </p:sp>
      <p:sp>
        <p:nvSpPr>
          <p:cNvPr id="18" name="Shape 16"/>
          <p:cNvSpPr/>
          <p:nvPr/>
        </p:nvSpPr>
        <p:spPr>
          <a:xfrm>
            <a:off x="847725" y="9896475"/>
            <a:ext cx="57150" cy="57150"/>
          </a:xfrm>
          <a:prstGeom prst="ellipse">
            <a:avLst/>
          </a:prstGeom>
          <a:solidFill>
            <a:srgbClr val="DDD5C1"/>
          </a:solidFill>
          <a:ln/>
        </p:spPr>
      </p:sp>
      <p:sp>
        <p:nvSpPr>
          <p:cNvPr id="19" name="Shape 17"/>
          <p:cNvSpPr/>
          <p:nvPr/>
        </p:nvSpPr>
        <p:spPr>
          <a:xfrm>
            <a:off x="952500" y="9896475"/>
            <a:ext cx="57150" cy="57150"/>
          </a:xfrm>
          <a:prstGeom prst="ellipse">
            <a:avLst/>
          </a:prstGeom>
          <a:solidFill>
            <a:srgbClr val="DDD5C1"/>
          </a:solidFill>
          <a:ln/>
        </p:spPr>
      </p:sp>
      <p:sp>
        <p:nvSpPr>
          <p:cNvPr id="20" name="Shape 18"/>
          <p:cNvSpPr/>
          <p:nvPr/>
        </p:nvSpPr>
        <p:spPr>
          <a:xfrm>
            <a:off x="1057275" y="9896475"/>
            <a:ext cx="57150" cy="57150"/>
          </a:xfrm>
          <a:prstGeom prst="ellipse">
            <a:avLst/>
          </a:prstGeom>
          <a:solidFill>
            <a:srgbClr val="DDD5C1"/>
          </a:solidFill>
          <a:ln/>
        </p:spPr>
      </p:sp>
      <p:sp>
        <p:nvSpPr>
          <p:cNvPr id="21" name="Shape 19"/>
          <p:cNvSpPr/>
          <p:nvPr/>
        </p:nvSpPr>
        <p:spPr>
          <a:xfrm>
            <a:off x="1162050" y="9896475"/>
            <a:ext cx="57150" cy="57150"/>
          </a:xfrm>
          <a:prstGeom prst="ellipse">
            <a:avLst/>
          </a:prstGeom>
          <a:solidFill>
            <a:srgbClr val="DDD5C1"/>
          </a:solidFill>
          <a:ln/>
        </p:spPr>
      </p:sp>
      <p:sp>
        <p:nvSpPr>
          <p:cNvPr id="22" name="Shape 20"/>
          <p:cNvSpPr/>
          <p:nvPr/>
        </p:nvSpPr>
        <p:spPr>
          <a:xfrm>
            <a:off x="1266825" y="9896475"/>
            <a:ext cx="57150" cy="57150"/>
          </a:xfrm>
          <a:prstGeom prst="ellipse">
            <a:avLst/>
          </a:prstGeom>
          <a:solidFill>
            <a:srgbClr val="DDD5C1"/>
          </a:solidFill>
          <a:ln/>
        </p:spPr>
      </p:sp>
      <p:sp>
        <p:nvSpPr>
          <p:cNvPr id="23" name="Shape 21"/>
          <p:cNvSpPr/>
          <p:nvPr/>
        </p:nvSpPr>
        <p:spPr>
          <a:xfrm>
            <a:off x="1371600" y="9896475"/>
            <a:ext cx="57150" cy="57150"/>
          </a:xfrm>
          <a:prstGeom prst="ellipse">
            <a:avLst/>
          </a:prstGeom>
          <a:solidFill>
            <a:srgbClr val="DDD5C1"/>
          </a:solidFill>
          <a:ln/>
        </p:spPr>
      </p:sp>
      <p:sp>
        <p:nvSpPr>
          <p:cNvPr id="24" name="Shape 22"/>
          <p:cNvSpPr/>
          <p:nvPr/>
        </p:nvSpPr>
        <p:spPr>
          <a:xfrm>
            <a:off x="1476375" y="9896475"/>
            <a:ext cx="57150" cy="57150"/>
          </a:xfrm>
          <a:prstGeom prst="ellipse">
            <a:avLst/>
          </a:prstGeom>
          <a:solidFill>
            <a:srgbClr val="DDD5C1"/>
          </a:solidFill>
          <a:ln/>
        </p:spPr>
      </p:sp>
      <p:sp>
        <p:nvSpPr>
          <p:cNvPr id="25" name="Shape 23"/>
          <p:cNvSpPr/>
          <p:nvPr/>
        </p:nvSpPr>
        <p:spPr>
          <a:xfrm>
            <a:off x="1581150" y="9896475"/>
            <a:ext cx="57150" cy="57150"/>
          </a:xfrm>
          <a:prstGeom prst="ellipse">
            <a:avLst/>
          </a:prstGeom>
          <a:solidFill>
            <a:srgbClr val="DDD5C1"/>
          </a:solidFill>
          <a:ln/>
        </p:spPr>
      </p:sp>
      <p:sp>
        <p:nvSpPr>
          <p:cNvPr id="26" name="Shape 24"/>
          <p:cNvSpPr/>
          <p:nvPr/>
        </p:nvSpPr>
        <p:spPr>
          <a:xfrm>
            <a:off x="1685925" y="9896475"/>
            <a:ext cx="57150" cy="57150"/>
          </a:xfrm>
          <a:prstGeom prst="ellipse">
            <a:avLst/>
          </a:prstGeom>
          <a:solidFill>
            <a:srgbClr val="E8472B"/>
          </a:solidFill>
          <a:ln/>
        </p:spPr>
      </p:sp>
      <p:sp>
        <p:nvSpPr>
          <p:cNvPr id="27" name="Shape 25"/>
          <p:cNvSpPr/>
          <p:nvPr/>
        </p:nvSpPr>
        <p:spPr>
          <a:xfrm>
            <a:off x="1790700" y="9896475"/>
            <a:ext cx="57150" cy="57150"/>
          </a:xfrm>
          <a:prstGeom prst="ellipse">
            <a:avLst/>
          </a:prstGeom>
          <a:solidFill>
            <a:srgbClr val="DDD5C1"/>
          </a:solidFill>
          <a:ln/>
        </p:spPr>
      </p:sp>
      <p:sp>
        <p:nvSpPr>
          <p:cNvPr id="28" name="Shape 26"/>
          <p:cNvSpPr/>
          <p:nvPr/>
        </p:nvSpPr>
        <p:spPr>
          <a:xfrm>
            <a:off x="1895475" y="9896475"/>
            <a:ext cx="57150" cy="57150"/>
          </a:xfrm>
          <a:prstGeom prst="ellipse">
            <a:avLst/>
          </a:prstGeom>
          <a:solidFill>
            <a:srgbClr val="DDD5C1"/>
          </a:solidFill>
          <a:ln/>
        </p:spPr>
      </p:sp>
      <p:sp>
        <p:nvSpPr>
          <p:cNvPr id="29" name="Shape 27"/>
          <p:cNvSpPr/>
          <p:nvPr/>
        </p:nvSpPr>
        <p:spPr>
          <a:xfrm>
            <a:off x="2000250" y="9896475"/>
            <a:ext cx="57150" cy="57150"/>
          </a:xfrm>
          <a:prstGeom prst="ellipse">
            <a:avLst/>
          </a:prstGeom>
          <a:solidFill>
            <a:srgbClr val="DDD5C1"/>
          </a:solidFill>
          <a:ln/>
        </p:spPr>
      </p:sp>
      <p:sp>
        <p:nvSpPr>
          <p:cNvPr id="30" name="Shape 28"/>
          <p:cNvSpPr/>
          <p:nvPr/>
        </p:nvSpPr>
        <p:spPr>
          <a:xfrm>
            <a:off x="2105025" y="9896475"/>
            <a:ext cx="57150" cy="57150"/>
          </a:xfrm>
          <a:prstGeom prst="ellipse">
            <a:avLst/>
          </a:prstGeom>
          <a:solidFill>
            <a:srgbClr val="DDD5C1"/>
          </a:solidFill>
          <a:ln/>
        </p:spPr>
      </p:sp>
      <p:sp>
        <p:nvSpPr>
          <p:cNvPr id="31" name="Shape 29"/>
          <p:cNvSpPr/>
          <p:nvPr/>
        </p:nvSpPr>
        <p:spPr>
          <a:xfrm>
            <a:off x="2209800" y="9896475"/>
            <a:ext cx="57150" cy="57150"/>
          </a:xfrm>
          <a:prstGeom prst="ellipse">
            <a:avLst/>
          </a:prstGeom>
          <a:solidFill>
            <a:srgbClr val="DDD5C1"/>
          </a:solidFill>
          <a:ln/>
        </p:spPr>
      </p:sp>
      <p:sp>
        <p:nvSpPr>
          <p:cNvPr id="32" name="Shape 30"/>
          <p:cNvSpPr/>
          <p:nvPr/>
        </p:nvSpPr>
        <p:spPr>
          <a:xfrm>
            <a:off x="2314575" y="9896475"/>
            <a:ext cx="57150" cy="57150"/>
          </a:xfrm>
          <a:prstGeom prst="ellipse">
            <a:avLst/>
          </a:prstGeom>
          <a:solidFill>
            <a:srgbClr val="DDD5C1"/>
          </a:solidFill>
          <a:ln/>
        </p:spPr>
      </p:sp>
      <p:sp>
        <p:nvSpPr>
          <p:cNvPr id="33" name="Shape 31"/>
          <p:cNvSpPr/>
          <p:nvPr/>
        </p:nvSpPr>
        <p:spPr>
          <a:xfrm>
            <a:off x="2419350" y="9896475"/>
            <a:ext cx="57150" cy="57150"/>
          </a:xfrm>
          <a:prstGeom prst="ellipse">
            <a:avLst/>
          </a:prstGeom>
          <a:solidFill>
            <a:srgbClr val="DDD5C1"/>
          </a:solidFill>
          <a:ln/>
        </p:spPr>
      </p:sp>
      <p:sp>
        <p:nvSpPr>
          <p:cNvPr id="34" name="Shape 32"/>
          <p:cNvSpPr/>
          <p:nvPr/>
        </p:nvSpPr>
        <p:spPr>
          <a:xfrm>
            <a:off x="2524125" y="9896475"/>
            <a:ext cx="57150" cy="57150"/>
          </a:xfrm>
          <a:prstGeom prst="ellipse">
            <a:avLst/>
          </a:prstGeom>
          <a:solidFill>
            <a:srgbClr val="DDD5C1"/>
          </a:solidFill>
          <a:ln/>
        </p:spPr>
      </p:sp>
      <p:sp>
        <p:nvSpPr>
          <p:cNvPr id="35" name="Shape 33"/>
          <p:cNvSpPr/>
          <p:nvPr/>
        </p:nvSpPr>
        <p:spPr>
          <a:xfrm>
            <a:off x="2628900" y="9896475"/>
            <a:ext cx="57150" cy="57150"/>
          </a:xfrm>
          <a:prstGeom prst="ellipse">
            <a:avLst/>
          </a:prstGeom>
          <a:solidFill>
            <a:srgbClr val="DDD5C1"/>
          </a:solidFill>
          <a:ln/>
        </p:spPr>
      </p:sp>
      <p:sp>
        <p:nvSpPr>
          <p:cNvPr id="36" name="Shape 34"/>
          <p:cNvSpPr/>
          <p:nvPr/>
        </p:nvSpPr>
        <p:spPr>
          <a:xfrm>
            <a:off x="2733675" y="9896475"/>
            <a:ext cx="57150" cy="57150"/>
          </a:xfrm>
          <a:prstGeom prst="ellipse">
            <a:avLst/>
          </a:prstGeom>
          <a:solidFill>
            <a:srgbClr val="DDD5C1"/>
          </a:solidFill>
          <a:ln/>
        </p:spPr>
      </p:sp>
      <p:sp>
        <p:nvSpPr>
          <p:cNvPr id="37" name="Shape 35"/>
          <p:cNvSpPr/>
          <p:nvPr/>
        </p:nvSpPr>
        <p:spPr>
          <a:xfrm>
            <a:off x="2838450" y="9896475"/>
            <a:ext cx="57150" cy="57150"/>
          </a:xfrm>
          <a:prstGeom prst="ellipse">
            <a:avLst/>
          </a:prstGeom>
          <a:solidFill>
            <a:srgbClr val="DDD5C1"/>
          </a:solidFill>
          <a:ln/>
        </p:spPr>
      </p:sp>
      <p:sp>
        <p:nvSpPr>
          <p:cNvPr id="38" name="Shape 36"/>
          <p:cNvSpPr/>
          <p:nvPr/>
        </p:nvSpPr>
        <p:spPr>
          <a:xfrm>
            <a:off x="2943225" y="9896475"/>
            <a:ext cx="57150" cy="57150"/>
          </a:xfrm>
          <a:prstGeom prst="ellipse">
            <a:avLst/>
          </a:prstGeom>
          <a:solidFill>
            <a:srgbClr val="DDD5C1"/>
          </a:solidFill>
          <a:ln/>
        </p:spPr>
      </p:sp>
      <p:sp>
        <p:nvSpPr>
          <p:cNvPr id="39" name="Shape 37"/>
          <p:cNvSpPr/>
          <p:nvPr/>
        </p:nvSpPr>
        <p:spPr>
          <a:xfrm>
            <a:off x="3048000" y="9896475"/>
            <a:ext cx="57150" cy="57150"/>
          </a:xfrm>
          <a:prstGeom prst="ellipse">
            <a:avLst/>
          </a:prstGeom>
          <a:solidFill>
            <a:srgbClr val="DDD5C1"/>
          </a:solidFill>
          <a:ln/>
        </p:spPr>
      </p:sp>
      <p:sp>
        <p:nvSpPr>
          <p:cNvPr id="40" name="Shape 38"/>
          <p:cNvSpPr/>
          <p:nvPr/>
        </p:nvSpPr>
        <p:spPr>
          <a:xfrm>
            <a:off x="3152775" y="9896475"/>
            <a:ext cx="57150" cy="57150"/>
          </a:xfrm>
          <a:prstGeom prst="ellipse">
            <a:avLst/>
          </a:prstGeom>
          <a:solidFill>
            <a:srgbClr val="DDD5C1"/>
          </a:solidFill>
          <a:ln/>
        </p:spPr>
      </p:sp>
      <p:sp>
        <p:nvSpPr>
          <p:cNvPr id="41" name="Shape 39"/>
          <p:cNvSpPr/>
          <p:nvPr/>
        </p:nvSpPr>
        <p:spPr>
          <a:xfrm>
            <a:off x="3257550" y="9896475"/>
            <a:ext cx="57150" cy="57150"/>
          </a:xfrm>
          <a:prstGeom prst="ellipse">
            <a:avLst/>
          </a:prstGeom>
          <a:solidFill>
            <a:srgbClr val="DDD5C1"/>
          </a:solidFill>
          <a:ln/>
        </p:spPr>
      </p:sp>
      <p:sp>
        <p:nvSpPr>
          <p:cNvPr id="42" name="Text 40"/>
          <p:cNvSpPr/>
          <p:nvPr/>
        </p:nvSpPr>
        <p:spPr>
          <a:xfrm>
            <a:off x="3667125" y="9734550"/>
            <a:ext cx="10953750" cy="342900"/>
          </a:xfrm>
          <a:prstGeom prst="rect">
            <a:avLst/>
          </a:prstGeom>
          <a:noFill/>
          <a:ln/>
        </p:spPr>
        <p:txBody>
          <a:bodyPr wrap="square" lIns="0" tIns="8906" rIns="0" bIns="-8906" rtlCol="0" anchor="t"/>
          <a:lstStyle/>
          <a:p>
            <a:pPr algn="l" indent="0" marL="0">
              <a:lnSpc>
                <a:spcPts val="2145"/>
              </a:lnSpc>
              <a:buNone/>
            </a:pPr>
            <a:r>
              <a:rPr lang="en-US" sz="1650" dirty="0" spc="-6" kern="0">
                <a:solidFill>
                  <a:srgbClr val="6B6A66"/>
                </a:solidFill>
                <a:latin typeface="Be Vietnam Pro" pitchFamily="34" charset="0"/>
                <a:ea typeface="Be Vietnam Pro" pitchFamily="34" charset="-122"/>
                <a:cs typeface="Be Vietnam Pro" pitchFamily="34" charset="-120"/>
              </a:rPr>
              <a:t>Multiple-report</a:t>
            </a:r>
            <a:r>
              <a:rPr lang="en-US" sz="1650" dirty="0" spc="3" kern="0">
                <a:solidFill>
                  <a:srgbClr val="6B6A66"/>
                </a:solidFill>
                <a:latin typeface="Be Vietnam Pro" pitchFamily="34" charset="0"/>
                <a:ea typeface="Be Vietnam Pro" pitchFamily="34" charset="-122"/>
                <a:cs typeface="Be Vietnam Pro" pitchFamily="34" charset="-120"/>
              </a:rPr>
              <a:t> ·</a:t>
            </a:r>
            <a:r>
              <a:rPr lang="en-US" sz="1650" dirty="0" spc="1" kern="0">
                <a:solidFill>
                  <a:srgbClr val="6B6A66"/>
                </a:solidFill>
                <a:latin typeface="Be Vietnam Pro" pitchFamily="34" charset="0"/>
                <a:ea typeface="Be Vietnam Pro" pitchFamily="34" charset="-122"/>
                <a:cs typeface="Be Vietnam Pro" pitchFamily="34" charset="-120"/>
              </a:rPr>
              <a:t> GitHub</a:t>
            </a:r>
            <a:r>
              <a:rPr lang="en-US" sz="1650" dirty="0" spc="-38" kern="0">
                <a:solidFill>
                  <a:srgbClr val="6B6A66"/>
                </a:solidFill>
                <a:latin typeface="Be Vietnam Pro" pitchFamily="34" charset="0"/>
                <a:ea typeface="Be Vietnam Pro" pitchFamily="34" charset="-122"/>
                <a:cs typeface="Be Vietnam Pro" pitchFamily="34" charset="-120"/>
              </a:rPr>
              <a:t> Top</a:t>
            </a:r>
            <a:r>
              <a:rPr lang="en-US" sz="1650" dirty="0" spc="4" kern="0">
                <a:solidFill>
                  <a:srgbClr val="6B6A66"/>
                </a:solidFill>
                <a:latin typeface="Be Vietnam Pro" pitchFamily="34" charset="0"/>
                <a:ea typeface="Be Vietnam Pro" pitchFamily="34" charset="-122"/>
                <a:cs typeface="Be Vietnam Pro" pitchFamily="34" charset="-120"/>
              </a:rPr>
              <a:t> 3</a:t>
            </a:r>
            <a:r>
              <a:rPr lang="en-US" sz="1650" dirty="0" spc="0" kern="0">
                <a:solidFill>
                  <a:srgbClr val="6B6A66"/>
                </a:solidFill>
                <a:latin typeface="Be Vietnam Pro" pitchFamily="34" charset="0"/>
                <a:ea typeface="Be Vietnam Pro" pitchFamily="34" charset="-122"/>
                <a:cs typeface="Be Vietnam Pro" pitchFamily="34" charset="-120"/>
              </a:rPr>
              <a:t> ·</a:t>
            </a:r>
            <a:r>
              <a:rPr lang="en-US" sz="1650" dirty="0" spc="-21" kern="0">
                <a:solidFill>
                  <a:srgbClr val="6B6A66"/>
                </a:solidFill>
                <a:latin typeface="Be Vietnam Pro" pitchFamily="34" charset="0"/>
                <a:ea typeface="Be Vietnam Pro" pitchFamily="34" charset="-122"/>
                <a:cs typeface="Be Vietnam Pro" pitchFamily="34" charset="-120"/>
              </a:rPr>
              <a:t> 09/24</a:t>
            </a:r>
            <a:endParaRPr lang="en-US" sz="1650" dirty="0"/>
          </a:p>
        </p:txBody>
      </p:sp>
      <p:sp>
        <p:nvSpPr>
          <p:cNvPr id="43" name="Shape 41"/>
          <p:cNvSpPr/>
          <p:nvPr/>
        </p:nvSpPr>
        <p:spPr>
          <a:xfrm>
            <a:off x="15983712" y="9076331"/>
            <a:ext cx="1645920" cy="552301"/>
          </a:xfrm>
          <a:prstGeom prst="roundRect">
            <a:avLst>
              <a:gd name="adj" fmla="val 28000"/>
            </a:avLst>
          </a:prstGeom>
          <a:solidFill>
            <a:srgbClr val="FFFFFF">
              <a:alpha val="82000"/>
            </a:srgbClr>
          </a:solidFill>
          <a:ln/>
        </p:spPr>
      </p:sp>
      <p:pic>
        <p:nvPicPr>
          <p:cNvPr id="44" name="Moda image moda-export-watermark-9e43e830-ca2e-4937-938a-a843a9d8ec21"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838200" y="438150"/>
            <a:ext cx="16192500" cy="381000"/>
          </a:xfrm>
          <a:prstGeom prst="rect">
            <a:avLst/>
          </a:prstGeom>
          <a:noFill/>
          <a:ln/>
        </p:spPr>
        <p:txBody>
          <a:bodyPr wrap="square" lIns="0" tIns="10104" rIns="0" bIns="-10104" rtlCol="0" anchor="t"/>
          <a:lstStyle/>
          <a:p>
            <a:pPr algn="l" indent="0" marL="0">
              <a:lnSpc>
                <a:spcPts val="2438"/>
              </a:lnSpc>
              <a:buNone/>
            </a:pPr>
            <a:r>
              <a:rPr lang="en-US" sz="1875" dirty="0" spc="-1" kern="0">
                <a:solidFill>
                  <a:srgbClr val="FFB454"/>
                </a:solidFill>
                <a:latin typeface="Be Vietnam Pro SemiBold" pitchFamily="34" charset="0"/>
                <a:ea typeface="Be Vietnam Pro SemiBold" pitchFamily="34" charset="-122"/>
                <a:cs typeface="Be Vietnam Pro SemiBold" pitchFamily="34" charset="-120"/>
              </a:rPr>
              <a:t>02</a:t>
            </a:r>
            <a:r>
              <a:rPr lang="en-US" sz="1875" dirty="0" spc="-2" kern="0">
                <a:solidFill>
                  <a:srgbClr val="FFB454"/>
                </a:solidFill>
                <a:latin typeface="Be Vietnam Pro SemiBold" pitchFamily="34" charset="0"/>
                <a:ea typeface="Be Vietnam Pro SemiBold" pitchFamily="34" charset="-122"/>
                <a:cs typeface="Be Vietnam Pro SemiBold" pitchFamily="34" charset="-120"/>
              </a:rPr>
              <a:t> /</a:t>
            </a:r>
            <a:r>
              <a:rPr lang="en-US" sz="1875" dirty="0" spc="-19" kern="0">
                <a:solidFill>
                  <a:srgbClr val="FFB454"/>
                </a:solidFill>
                <a:latin typeface="Be Vietnam Pro SemiBold" pitchFamily="34" charset="0"/>
                <a:ea typeface="Be Vietnam Pro SemiBold" pitchFamily="34" charset="-122"/>
                <a:cs typeface="Be Vietnam Pro SemiBold" pitchFamily="34" charset="-120"/>
              </a:rPr>
              <a:t> AWESOME</a:t>
            </a:r>
            <a:endParaRPr lang="en-US" sz="1875" dirty="0"/>
          </a:p>
        </p:txBody>
      </p:sp>
      <p:sp>
        <p:nvSpPr>
          <p:cNvPr id="3" name="Text 1"/>
          <p:cNvSpPr/>
          <p:nvPr/>
        </p:nvSpPr>
        <p:spPr>
          <a:xfrm>
            <a:off x="838200" y="1066800"/>
            <a:ext cx="16573500" cy="1476375"/>
          </a:xfrm>
          <a:prstGeom prst="rect">
            <a:avLst/>
          </a:prstGeom>
          <a:noFill/>
          <a:ln/>
        </p:spPr>
        <p:txBody>
          <a:bodyPr wrap="square" lIns="0" tIns="3048" rIns="0" bIns="-3048" rtlCol="0" anchor="t"/>
          <a:lstStyle/>
          <a:p>
            <a:pPr algn="l" indent="0" marL="0">
              <a:lnSpc>
                <a:spcPts val="6240"/>
              </a:lnSpc>
              <a:buNone/>
            </a:pPr>
            <a:r>
              <a:rPr lang="en-US" sz="4800" dirty="0" spc="-28" kern="0">
                <a:solidFill>
                  <a:srgbClr val="F3EEE3"/>
                </a:solidFill>
                <a:latin typeface="Bricolage Grotesque ExtraBold" pitchFamily="34" charset="0"/>
                <a:ea typeface="Bricolage Grotesque ExtraBold" pitchFamily="34" charset="-122"/>
                <a:cs typeface="Bricolage Grotesque ExtraBold" pitchFamily="34" charset="-120"/>
              </a:rPr>
              <a:t>awesome:</a:t>
            </a:r>
            <a:r>
              <a:rPr lang="en-US" sz="4800" dirty="0" spc="-4" kern="0">
                <a:solidFill>
                  <a:srgbClr val="F3EEE3"/>
                </a:solidFill>
                <a:latin typeface="Bricolage Grotesque ExtraBold" pitchFamily="34" charset="0"/>
                <a:ea typeface="Bricolage Grotesque ExtraBold" pitchFamily="34" charset="-122"/>
                <a:cs typeface="Bricolage Grotesque ExtraBold" pitchFamily="34" charset="-120"/>
              </a:rPr>
              <a:t> bản</a:t>
            </a:r>
            <a:r>
              <a:rPr lang="en-US" sz="4800" dirty="0" spc="11" kern="0">
                <a:solidFill>
                  <a:srgbClr val="F3EEE3"/>
                </a:solidFill>
                <a:latin typeface="Bricolage Grotesque ExtraBold" pitchFamily="34" charset="0"/>
                <a:ea typeface="Bricolage Grotesque ExtraBold" pitchFamily="34" charset="-122"/>
                <a:cs typeface="Bricolage Grotesque ExtraBold" pitchFamily="34" charset="-120"/>
              </a:rPr>
              <a:t> đồ</a:t>
            </a:r>
            <a:r>
              <a:rPr lang="en-US" sz="4800" dirty="0" spc="-2" kern="0">
                <a:solidFill>
                  <a:srgbClr val="F3EEE3"/>
                </a:solidFill>
                <a:latin typeface="Bricolage Grotesque ExtraBold" pitchFamily="34" charset="0"/>
                <a:ea typeface="Bricolage Grotesque ExtraBold" pitchFamily="34" charset="-122"/>
                <a:cs typeface="Bricolage Grotesque ExtraBold" pitchFamily="34" charset="-120"/>
              </a:rPr>
              <a:t> của</a:t>
            </a:r>
            <a:r>
              <a:rPr lang="en-US" sz="4800" dirty="0" spc="-1" kern="0">
                <a:solidFill>
                  <a:srgbClr val="F3EEE3"/>
                </a:solidFill>
                <a:latin typeface="Bricolage Grotesque ExtraBold" pitchFamily="34" charset="0"/>
                <a:ea typeface="Bricolage Grotesque ExtraBold" pitchFamily="34" charset="-122"/>
                <a:cs typeface="Bricolage Grotesque ExtraBold" pitchFamily="34" charset="-120"/>
              </a:rPr>
              <a:t> các</a:t>
            </a:r>
            <a:r>
              <a:rPr lang="en-US" sz="4800" dirty="0" spc="0" kern="0">
                <a:solidFill>
                  <a:srgbClr val="F3EEE3"/>
                </a:solidFill>
                <a:latin typeface="Bricolage Grotesque ExtraBold" pitchFamily="34" charset="0"/>
                <a:ea typeface="Bricolage Grotesque ExtraBold" pitchFamily="34" charset="-122"/>
                <a:cs typeface="Bricolage Grotesque ExtraBold" pitchFamily="34" charset="-120"/>
              </a:rPr>
              <a:t> bộ</a:t>
            </a:r>
            <a:r>
              <a:rPr lang="en-US" sz="4800" dirty="0" spc="-5" kern="0">
                <a:solidFill>
                  <a:srgbClr val="F3EEE3"/>
                </a:solidFill>
                <a:latin typeface="Bricolage Grotesque ExtraBold" pitchFamily="34" charset="0"/>
                <a:ea typeface="Bricolage Grotesque ExtraBold" pitchFamily="34" charset="-122"/>
                <a:cs typeface="Bricolage Grotesque ExtraBold" pitchFamily="34" charset="-120"/>
              </a:rPr>
              <a:t> tài</a:t>
            </a:r>
            <a:r>
              <a:rPr lang="en-US" sz="4800" dirty="0" spc="1" kern="0">
                <a:solidFill>
                  <a:srgbClr val="F3EEE3"/>
                </a:solidFill>
                <a:latin typeface="Bricolage Grotesque ExtraBold" pitchFamily="34" charset="0"/>
                <a:ea typeface="Bricolage Grotesque ExtraBold" pitchFamily="34" charset="-122"/>
                <a:cs typeface="Bricolage Grotesque ExtraBold" pitchFamily="34" charset="-120"/>
              </a:rPr>
              <a:t> nguyên</a:t>
            </a:r>
            <a:endParaRPr lang="en-US" sz="4800" dirty="0"/>
          </a:p>
        </p:txBody>
      </p:sp>
      <p:sp>
        <p:nvSpPr>
          <p:cNvPr id="4" name="Connector line-1792794881417-161243249"/>
          <p:cNvSpPr/>
          <p:nvPr/>
        </p:nvSpPr>
        <p:spPr>
          <a:xfrm>
            <a:off x="838200" y="2647950"/>
            <a:ext cx="16611600" cy="0"/>
          </a:xfrm>
          <a:prstGeom prst="line">
            <a:avLst/>
          </a:prstGeom>
          <a:noFill/>
          <a:ln w="28575">
            <a:solidFill>
              <a:srgbClr val="363B4A"/>
            </a:solidFill>
            <a:prstDash val="solid"/>
            <a:headEnd type="none"/>
            <a:tailEnd type="none"/>
          </a:ln>
        </p:spPr>
      </p:sp>
      <p:sp>
        <p:nvSpPr>
          <p:cNvPr id="5" name="Shape 3"/>
          <p:cNvSpPr/>
          <p:nvPr/>
        </p:nvSpPr>
        <p:spPr>
          <a:xfrm>
            <a:off x="838200" y="3143250"/>
            <a:ext cx="76200" cy="4572000"/>
          </a:xfrm>
          <a:prstGeom prst="rect">
            <a:avLst/>
          </a:prstGeom>
          <a:solidFill>
            <a:srgbClr val="FFB454"/>
          </a:solidFill>
          <a:ln w="9525">
            <a:solidFill>
              <a:srgbClr val="FFB454"/>
            </a:solidFill>
            <a:prstDash val="solid"/>
          </a:ln>
        </p:spPr>
      </p:sp>
      <p:sp>
        <p:nvSpPr>
          <p:cNvPr id="6" name="Text 4"/>
          <p:cNvSpPr/>
          <p:nvPr/>
        </p:nvSpPr>
        <p:spPr>
          <a:xfrm>
            <a:off x="1181100" y="3143250"/>
            <a:ext cx="10429875" cy="4667250"/>
          </a:xfrm>
          <a:prstGeom prst="rect">
            <a:avLst/>
          </a:prstGeom>
          <a:noFill/>
          <a:ln/>
        </p:spPr>
        <p:txBody>
          <a:bodyPr wrap="square" lIns="0" tIns="14573" rIns="0" bIns="-14573" rtlCol="0" anchor="t"/>
          <a:lstStyle/>
          <a:p>
            <a:pPr algn="l" indent="0" marL="0">
              <a:lnSpc>
                <a:spcPts val="3510"/>
              </a:lnSpc>
              <a:buNone/>
            </a:pPr>
            <a:r>
              <a:rPr lang="en-US" sz="2700" dirty="0" spc="-20" kern="0">
                <a:solidFill>
                  <a:srgbClr val="F3EEE3"/>
                </a:solidFill>
                <a:latin typeface="Be Vietnam Pro" pitchFamily="34" charset="0"/>
                <a:ea typeface="Be Vietnam Pro" pitchFamily="34" charset="-122"/>
                <a:cs typeface="Be Vietnam Pro" pitchFamily="34" charset="-120"/>
              </a:rPr>
              <a:t>awesome</a:t>
            </a:r>
            <a:r>
              <a:rPr lang="en-US" sz="2700" dirty="0" spc="-1" kern="0">
                <a:solidFill>
                  <a:srgbClr val="F3EEE3"/>
                </a:solidFill>
                <a:latin typeface="Be Vietnam Pro" pitchFamily="34" charset="0"/>
                <a:ea typeface="Be Vietnam Pro" pitchFamily="34" charset="-122"/>
                <a:cs typeface="Be Vietnam Pro" pitchFamily="34" charset="-120"/>
              </a:rPr>
              <a:t> là</a:t>
            </a:r>
            <a:r>
              <a:rPr lang="en-US" sz="2700" dirty="0" spc="-3" kern="0">
                <a:solidFill>
                  <a:srgbClr val="F3EEE3"/>
                </a:solidFill>
                <a:latin typeface="Be Vietnam Pro" pitchFamily="34" charset="0"/>
                <a:ea typeface="Be Vietnam Pro" pitchFamily="34" charset="-122"/>
                <a:cs typeface="Be Vietnam Pro" pitchFamily="34" charset="-120"/>
              </a:rPr>
              <a:t> danh</a:t>
            </a:r>
            <a:r>
              <a:rPr lang="en-US" sz="2700" dirty="0" spc="-1" kern="0">
                <a:solidFill>
                  <a:srgbClr val="F3EEE3"/>
                </a:solidFill>
                <a:latin typeface="Be Vietnam Pro" pitchFamily="34" charset="0"/>
                <a:ea typeface="Be Vietnam Pro" pitchFamily="34" charset="-122"/>
                <a:cs typeface="Be Vietnam Pro" pitchFamily="34" charset="-120"/>
              </a:rPr>
              <a:t> mục</a:t>
            </a:r>
            <a:r>
              <a:rPr lang="en-US" sz="2700" dirty="0" spc="-2" kern="0">
                <a:solidFill>
                  <a:srgbClr val="F3EEE3"/>
                </a:solidFill>
                <a:latin typeface="Be Vietnam Pro" pitchFamily="34" charset="0"/>
                <a:ea typeface="Be Vietnam Pro" pitchFamily="34" charset="-122"/>
                <a:cs typeface="Be Vietnam Pro" pitchFamily="34" charset="-120"/>
              </a:rPr>
              <a:t> dẫn</a:t>
            </a:r>
            <a:r>
              <a:rPr lang="en-US" sz="2700" dirty="0" spc="-13" kern="0">
                <a:solidFill>
                  <a:srgbClr val="F3EEE3"/>
                </a:solidFill>
                <a:latin typeface="Be Vietnam Pro" pitchFamily="34" charset="0"/>
                <a:ea typeface="Be Vietnam Pro" pitchFamily="34" charset="-122"/>
                <a:cs typeface="Be Vietnam Pro" pitchFamily="34" charset="-120"/>
              </a:rPr>
              <a:t> tới</a:t>
            </a:r>
            <a:r>
              <a:rPr lang="en-US" sz="2700" dirty="0" spc="-2" kern="0">
                <a:solidFill>
                  <a:srgbClr val="F3EEE3"/>
                </a:solidFill>
                <a:latin typeface="Be Vietnam Pro" pitchFamily="34" charset="0"/>
                <a:ea typeface="Be Vietnam Pro" pitchFamily="34" charset="-122"/>
                <a:cs typeface="Be Vietnam Pro" pitchFamily="34" charset="-120"/>
              </a:rPr>
              <a:t> nhiều</a:t>
            </a:r>
            <a:r>
              <a:rPr lang="en-US" sz="2700" dirty="0" spc="-3" kern="0">
                <a:solidFill>
                  <a:srgbClr val="F3EEE3"/>
                </a:solidFill>
                <a:latin typeface="Be Vietnam Pro" pitchFamily="34" charset="0"/>
                <a:ea typeface="Be Vietnam Pro" pitchFamily="34" charset="-122"/>
                <a:cs typeface="Be Vietnam Pro" pitchFamily="34" charset="-120"/>
              </a:rPr>
              <a:t> danh</a:t>
            </a:r>
            <a:r>
              <a:rPr lang="en-US" sz="2700" dirty="0" spc="-6" kern="0">
                <a:solidFill>
                  <a:srgbClr val="F3EEE3"/>
                </a:solidFill>
                <a:latin typeface="Be Vietnam Pro" pitchFamily="34" charset="0"/>
                <a:ea typeface="Be Vietnam Pro" pitchFamily="34" charset="-122"/>
                <a:cs typeface="Be Vietnam Pro" pitchFamily="34" charset="-120"/>
              </a:rPr>
              <a:t> sách</a:t>
            </a:r>
            <a:r>
              <a:rPr lang="en-US" sz="2700" dirty="0" spc="-12" kern="0">
                <a:solidFill>
                  <a:srgbClr val="F3EEE3"/>
                </a:solidFill>
                <a:latin typeface="Be Vietnam Pro" pitchFamily="34" charset="0"/>
                <a:ea typeface="Be Vietnam Pro" pitchFamily="34" charset="-122"/>
                <a:cs typeface="Be Vietnam Pro" pitchFamily="34" charset="-120"/>
              </a:rPr>
              <a:t> tài</a:t>
            </a:r>
            <a:r>
              <a:rPr lang="en-US" sz="2700" dirty="0" spc="-16" kern="0">
                <a:solidFill>
                  <a:srgbClr val="F3EEE3"/>
                </a:solidFill>
                <a:latin typeface="Be Vietnam Pro" pitchFamily="34" charset="0"/>
                <a:ea typeface="Be Vietnam Pro" pitchFamily="34" charset="-122"/>
                <a:cs typeface="Be Vietnam Pro" pitchFamily="34" charset="-120"/>
              </a:rPr>
              <a:t> nguyên</a:t>
            </a:r>
            <a:r>
              <a:rPr lang="en-US" sz="2700" dirty="0" spc="-2" kern="0">
                <a:solidFill>
                  <a:srgbClr val="F3EEE3"/>
                </a:solidFill>
                <a:latin typeface="Be Vietnam Pro" pitchFamily="34" charset="0"/>
                <a:ea typeface="Be Vietnam Pro" pitchFamily="34" charset="-122"/>
                <a:cs typeface="Be Vietnam Pro" pitchFamily="34" charset="-120"/>
              </a:rPr>
              <a:t> theo lĩnh</a:t>
            </a:r>
            <a:r>
              <a:rPr lang="en-US" sz="2700" dirty="0" spc="8" kern="0">
                <a:solidFill>
                  <a:srgbClr val="F3EEE3"/>
                </a:solidFill>
                <a:latin typeface="Be Vietnam Pro" pitchFamily="34" charset="0"/>
                <a:ea typeface="Be Vietnam Pro" pitchFamily="34" charset="-122"/>
                <a:cs typeface="Be Vietnam Pro" pitchFamily="34" charset="-120"/>
              </a:rPr>
              <a:t> vực.</a:t>
            </a:r>
            <a:r>
              <a:rPr lang="en-US" sz="2700" dirty="0" spc="-3" kern="0">
                <a:solidFill>
                  <a:srgbClr val="F3EEE3"/>
                </a:solidFill>
                <a:latin typeface="Be Vietnam Pro" pitchFamily="34" charset="0"/>
                <a:ea typeface="Be Vietnam Pro" pitchFamily="34" charset="-122"/>
                <a:cs typeface="Be Vietnam Pro" pitchFamily="34" charset="-120"/>
              </a:rPr>
              <a:t> Bạn</a:t>
            </a:r>
            <a:r>
              <a:rPr lang="en-US" sz="2700" dirty="0" spc="5" kern="0">
                <a:solidFill>
                  <a:srgbClr val="F3EEE3"/>
                </a:solidFill>
                <a:latin typeface="Be Vietnam Pro" pitchFamily="34" charset="0"/>
                <a:ea typeface="Be Vietnam Pro" pitchFamily="34" charset="-122"/>
                <a:cs typeface="Be Vietnam Pro" pitchFamily="34" charset="-120"/>
              </a:rPr>
              <a:t> thường</a:t>
            </a:r>
            <a:r>
              <a:rPr lang="en-US" sz="2700" dirty="0" spc="36" kern="0">
                <a:solidFill>
                  <a:srgbClr val="F3EEE3"/>
                </a:solidFill>
                <a:latin typeface="Be Vietnam Pro" pitchFamily="34" charset="0"/>
                <a:ea typeface="Be Vietnam Pro" pitchFamily="34" charset="-122"/>
                <a:cs typeface="Be Vietnam Pro" pitchFamily="34" charset="-120"/>
              </a:rPr>
              <a:t> đi</a:t>
            </a:r>
            <a:r>
              <a:rPr lang="en-US" sz="2700" dirty="0" spc="-1" kern="0">
                <a:solidFill>
                  <a:srgbClr val="F3EEE3"/>
                </a:solidFill>
                <a:latin typeface="Be Vietnam Pro" pitchFamily="34" charset="0"/>
                <a:ea typeface="Be Vietnam Pro" pitchFamily="34" charset="-122"/>
                <a:cs typeface="Be Vietnam Pro" pitchFamily="34" charset="-120"/>
              </a:rPr>
              <a:t> từ chủ</a:t>
            </a:r>
            <a:r>
              <a:rPr lang="en-US" sz="2700" dirty="0" spc="15" kern="0">
                <a:solidFill>
                  <a:srgbClr val="F3EEE3"/>
                </a:solidFill>
                <a:latin typeface="Be Vietnam Pro" pitchFamily="34" charset="0"/>
                <a:ea typeface="Be Vietnam Pro" pitchFamily="34" charset="-122"/>
                <a:cs typeface="Be Vietnam Pro" pitchFamily="34" charset="-120"/>
              </a:rPr>
              <a:t> đề</a:t>
            </a:r>
            <a:r>
              <a:rPr lang="en-US" sz="2700" dirty="0" spc="-2" kern="0">
                <a:solidFill>
                  <a:srgbClr val="F3EEE3"/>
                </a:solidFill>
                <a:latin typeface="Be Vietnam Pro" pitchFamily="34" charset="0"/>
                <a:ea typeface="Be Vietnam Pro" pitchFamily="34" charset="-122"/>
                <a:cs typeface="Be Vietnam Pro" pitchFamily="34" charset="-120"/>
              </a:rPr>
              <a:t> lớn</a:t>
            </a:r>
            <a:r>
              <a:rPr lang="en-US" sz="2700" dirty="0" spc="-14" kern="0">
                <a:solidFill>
                  <a:srgbClr val="F3EEE3"/>
                </a:solidFill>
                <a:latin typeface="Be Vietnam Pro" pitchFamily="34" charset="0"/>
                <a:ea typeface="Be Vietnam Pro" pitchFamily="34" charset="-122"/>
                <a:cs typeface="Be Vietnam Pro" pitchFamily="34" charset="-120"/>
              </a:rPr>
              <a:t> tới</a:t>
            </a:r>
            <a:r>
              <a:rPr lang="en-US" sz="2700" dirty="0" spc="-3" kern="0">
                <a:solidFill>
                  <a:srgbClr val="F3EEE3"/>
                </a:solidFill>
                <a:latin typeface="Be Vietnam Pro" pitchFamily="34" charset="0"/>
                <a:ea typeface="Be Vietnam Pro" pitchFamily="34" charset="-122"/>
                <a:cs typeface="Be Vietnam Pro" pitchFamily="34" charset="-120"/>
              </a:rPr>
              <a:t> danh</a:t>
            </a:r>
            <a:r>
              <a:rPr lang="en-US" sz="2700" dirty="0" spc="-6" kern="0">
                <a:solidFill>
                  <a:srgbClr val="F3EEE3"/>
                </a:solidFill>
                <a:latin typeface="Be Vietnam Pro" pitchFamily="34" charset="0"/>
                <a:ea typeface="Be Vietnam Pro" pitchFamily="34" charset="-122"/>
                <a:cs typeface="Be Vietnam Pro" pitchFamily="34" charset="-120"/>
              </a:rPr>
              <a:t> sách</a:t>
            </a:r>
            <a:r>
              <a:rPr lang="en-US" sz="2700" dirty="0" spc="-14" kern="0">
                <a:solidFill>
                  <a:srgbClr val="F3EEE3"/>
                </a:solidFill>
                <a:latin typeface="Be Vietnam Pro" pitchFamily="34" charset="0"/>
                <a:ea typeface="Be Vietnam Pro" pitchFamily="34" charset="-122"/>
                <a:cs typeface="Be Vietnam Pro" pitchFamily="34" charset="-120"/>
              </a:rPr>
              <a:t> chuyên</a:t>
            </a:r>
            <a:r>
              <a:rPr lang="en-US" sz="2700" dirty="0" spc="-5" kern="0">
                <a:solidFill>
                  <a:srgbClr val="F3EEE3"/>
                </a:solidFill>
                <a:latin typeface="Be Vietnam Pro" pitchFamily="34" charset="0"/>
                <a:ea typeface="Be Vietnam Pro" pitchFamily="34" charset="-122"/>
                <a:cs typeface="Be Vietnam Pro" pitchFamily="34" charset="-120"/>
              </a:rPr>
              <a:t> sâu,</a:t>
            </a:r>
            <a:r>
              <a:rPr lang="en-US" sz="2700" dirty="0" spc="-30" kern="0">
                <a:solidFill>
                  <a:srgbClr val="F3EEE3"/>
                </a:solidFill>
                <a:latin typeface="Be Vietnam Pro" pitchFamily="34" charset="0"/>
                <a:ea typeface="Be Vietnam Pro" pitchFamily="34" charset="-122"/>
                <a:cs typeface="Be Vietnam Pro" pitchFamily="34" charset="-120"/>
              </a:rPr>
              <a:t> rồi</a:t>
            </a:r>
            <a:r>
              <a:rPr lang="en-US" sz="2700" dirty="0" spc="-1" kern="0">
                <a:solidFill>
                  <a:srgbClr val="F3EEE3"/>
                </a:solidFill>
                <a:latin typeface="Be Vietnam Pro" pitchFamily="34" charset="0"/>
                <a:ea typeface="Be Vietnam Pro" pitchFamily="34" charset="-122"/>
                <a:cs typeface="Be Vietnam Pro" pitchFamily="34" charset="-120"/>
              </a:rPr>
              <a:t> mới</a:t>
            </a:r>
            <a:r>
              <a:rPr lang="en-US" sz="2700" dirty="0" spc="-14" kern="0">
                <a:solidFill>
                  <a:srgbClr val="F3EEE3"/>
                </a:solidFill>
                <a:latin typeface="Be Vietnam Pro" pitchFamily="34" charset="0"/>
                <a:ea typeface="Be Vietnam Pro" pitchFamily="34" charset="-122"/>
                <a:cs typeface="Be Vietnam Pro" pitchFamily="34" charset="-120"/>
              </a:rPr>
              <a:t> tới</a:t>
            </a:r>
            <a:r>
              <a:rPr lang="en-US" sz="2700" dirty="0" spc="2" kern="0">
                <a:solidFill>
                  <a:srgbClr val="F3EEE3"/>
                </a:solidFill>
                <a:latin typeface="Be Vietnam Pro" pitchFamily="34" charset="0"/>
                <a:ea typeface="Be Vietnam Pro" pitchFamily="34" charset="-122"/>
                <a:cs typeface="Be Vietnam Pro" pitchFamily="34" charset="-120"/>
              </a:rPr>
              <a:t> thư</a:t>
            </a:r>
            <a:r>
              <a:rPr lang="en-US" sz="2700" dirty="0" spc="-1" kern="0">
                <a:solidFill>
                  <a:srgbClr val="F3EEE3"/>
                </a:solidFill>
                <a:latin typeface="Be Vietnam Pro" pitchFamily="34" charset="0"/>
                <a:ea typeface="Be Vietnam Pro" pitchFamily="34" charset="-122"/>
                <a:cs typeface="Be Vietnam Pro" pitchFamily="34" charset="-120"/>
              </a:rPr>
              <a:t> viện,</a:t>
            </a:r>
            <a:r>
              <a:rPr lang="en-US" sz="2700" dirty="0" spc="-4" kern="0">
                <a:solidFill>
                  <a:srgbClr val="F3EEE3"/>
                </a:solidFill>
                <a:latin typeface="Be Vietnam Pro" pitchFamily="34" charset="0"/>
                <a:ea typeface="Be Vietnam Pro" pitchFamily="34" charset="-122"/>
                <a:cs typeface="Be Vietnam Pro" pitchFamily="34" charset="-120"/>
              </a:rPr>
              <a:t> bài</a:t>
            </a:r>
            <a:r>
              <a:rPr lang="en-US" sz="2700" dirty="0" spc="-5" kern="0">
                <a:solidFill>
                  <a:srgbClr val="F3EEE3"/>
                </a:solidFill>
                <a:latin typeface="Be Vietnam Pro" pitchFamily="34" charset="0"/>
                <a:ea typeface="Be Vietnam Pro" pitchFamily="34" charset="-122"/>
                <a:cs typeface="Be Vietnam Pro" pitchFamily="34" charset="-120"/>
              </a:rPr>
              <a:t> viết</a:t>
            </a:r>
            <a:r>
              <a:rPr lang="en-US" sz="2700" dirty="0" spc="-3" kern="0">
                <a:solidFill>
                  <a:srgbClr val="F3EEE3"/>
                </a:solidFill>
                <a:latin typeface="Be Vietnam Pro" pitchFamily="34" charset="0"/>
                <a:ea typeface="Be Vietnam Pro" pitchFamily="34" charset="-122"/>
                <a:cs typeface="Be Vietnam Pro" pitchFamily="34" charset="-120"/>
              </a:rPr>
              <a:t> hoặc</a:t>
            </a:r>
            <a:r>
              <a:rPr lang="en-US" sz="2700" dirty="0" spc="-2" kern="0">
                <a:solidFill>
                  <a:srgbClr val="F3EEE3"/>
                </a:solidFill>
                <a:latin typeface="Be Vietnam Pro" pitchFamily="34" charset="0"/>
                <a:ea typeface="Be Vietnam Pro" pitchFamily="34" charset="-122"/>
                <a:cs typeface="Be Vietnam Pro" pitchFamily="34" charset="-120"/>
              </a:rPr>
              <a:t> công</a:t>
            </a:r>
            <a:r>
              <a:rPr lang="en-US" sz="2700" dirty="0" spc="0" kern="0">
                <a:solidFill>
                  <a:srgbClr val="F3EEE3"/>
                </a:solidFill>
                <a:latin typeface="Be Vietnam Pro" pitchFamily="34" charset="0"/>
                <a:ea typeface="Be Vietnam Pro" pitchFamily="34" charset="-122"/>
                <a:cs typeface="Be Vietnam Pro" pitchFamily="34" charset="-120"/>
              </a:rPr>
              <a:t> cụ</a:t>
            </a:r>
            <a:r>
              <a:rPr lang="en-US" sz="2700" dirty="0" spc="-1" kern="0">
                <a:solidFill>
                  <a:srgbClr val="F3EEE3"/>
                </a:solidFill>
                <a:latin typeface="Be Vietnam Pro" pitchFamily="34" charset="0"/>
                <a:ea typeface="Be Vietnam Pro" pitchFamily="34" charset="-122"/>
                <a:cs typeface="Be Vietnam Pro" pitchFamily="34" charset="-120"/>
              </a:rPr>
              <a:t> cụ</a:t>
            </a:r>
            <a:r>
              <a:rPr lang="en-US" sz="2700" dirty="0" spc="-2" kern="0">
                <a:solidFill>
                  <a:srgbClr val="F3EEE3"/>
                </a:solidFill>
                <a:latin typeface="Be Vietnam Pro" pitchFamily="34" charset="0"/>
                <a:ea typeface="Be Vietnam Pro" pitchFamily="34" charset="-122"/>
                <a:cs typeface="Be Vietnam Pro" pitchFamily="34" charset="-120"/>
              </a:rPr>
              <a:t> thể.</a:t>
            </a:r>
            <a:r>
              <a:rPr lang="en-US" sz="2700" dirty="0" spc="0" kern="0">
                <a:solidFill>
                  <a:srgbClr val="F3EEE3"/>
                </a:solidFill>
                <a:latin typeface="Be Vietnam Pro" pitchFamily="34" charset="0"/>
                <a:ea typeface="Be Vietnam Pro" pitchFamily="34" charset="-122"/>
                <a:cs typeface="Be Vietnam Pro" pitchFamily="34" charset="-120"/>
              </a:rPr>
              <a:t> Tinh</a:t>
            </a:r>
            <a:r>
              <a:rPr lang="en-US" sz="2700" dirty="0" spc="-1" kern="0">
                <a:solidFill>
                  <a:srgbClr val="F3EEE3"/>
                </a:solidFill>
                <a:latin typeface="Be Vietnam Pro" pitchFamily="34" charset="0"/>
                <a:ea typeface="Be Vietnam Pro" pitchFamily="34" charset="-122"/>
                <a:cs typeface="Be Vietnam Pro" pitchFamily="34" charset="-120"/>
              </a:rPr>
              <a:t> thần của</a:t>
            </a:r>
            <a:r>
              <a:rPr lang="en-US" sz="2700" dirty="0" spc="-4" kern="0">
                <a:solidFill>
                  <a:srgbClr val="F3EEE3"/>
                </a:solidFill>
                <a:latin typeface="Be Vietnam Pro" pitchFamily="34" charset="0"/>
                <a:ea typeface="Be Vietnam Pro" pitchFamily="34" charset="-122"/>
                <a:cs typeface="Be Vietnam Pro" pitchFamily="34" charset="-120"/>
              </a:rPr>
              <a:t> dự</a:t>
            </a:r>
            <a:r>
              <a:rPr lang="en-US" sz="2700" dirty="0" spc="-2" kern="0">
                <a:solidFill>
                  <a:srgbClr val="F3EEE3"/>
                </a:solidFill>
                <a:latin typeface="Be Vietnam Pro" pitchFamily="34" charset="0"/>
                <a:ea typeface="Be Vietnam Pro" pitchFamily="34" charset="-122"/>
                <a:cs typeface="Be Vietnam Pro" pitchFamily="34" charset="-120"/>
              </a:rPr>
              <a:t> án</a:t>
            </a:r>
            <a:r>
              <a:rPr lang="en-US" sz="2700" dirty="0" spc="-1" kern="0">
                <a:solidFill>
                  <a:srgbClr val="F3EEE3"/>
                </a:solidFill>
                <a:latin typeface="Be Vietnam Pro" pitchFamily="34" charset="0"/>
                <a:ea typeface="Be Vietnam Pro" pitchFamily="34" charset="-122"/>
                <a:cs typeface="Be Vietnam Pro" pitchFamily="34" charset="-120"/>
              </a:rPr>
              <a:t> là</a:t>
            </a:r>
            <a:r>
              <a:rPr lang="en-US" sz="2700" dirty="0" spc="-16" kern="0">
                <a:solidFill>
                  <a:srgbClr val="F3EEE3"/>
                </a:solidFill>
                <a:latin typeface="Be Vietnam Pro" pitchFamily="34" charset="0"/>
                <a:ea typeface="Be Vietnam Pro" pitchFamily="34" charset="-122"/>
                <a:cs typeface="Be Vietnam Pro" pitchFamily="34" charset="-120"/>
              </a:rPr>
              <a:t> tuyển</a:t>
            </a:r>
            <a:r>
              <a:rPr lang="en-US" sz="2700" dirty="0" spc="-1" kern="0">
                <a:solidFill>
                  <a:srgbClr val="F3EEE3"/>
                </a:solidFill>
                <a:latin typeface="Be Vietnam Pro" pitchFamily="34" charset="0"/>
                <a:ea typeface="Be Vietnam Pro" pitchFamily="34" charset="-122"/>
                <a:cs typeface="Be Vietnam Pro" pitchFamily="34" charset="-120"/>
              </a:rPr>
              <a:t> chọn</a:t>
            </a:r>
            <a:r>
              <a:rPr lang="en-US" sz="2700" dirty="0" spc="-15" kern="0">
                <a:solidFill>
                  <a:srgbClr val="F3EEE3"/>
                </a:solidFill>
                <a:latin typeface="Be Vietnam Pro" pitchFamily="34" charset="0"/>
                <a:ea typeface="Be Vietnam Pro" pitchFamily="34" charset="-122"/>
                <a:cs typeface="Be Vietnam Pro" pitchFamily="34" charset="-120"/>
              </a:rPr>
              <a:t> (curation):</a:t>
            </a:r>
            <a:r>
              <a:rPr lang="en-US" sz="2700" dirty="0" spc="-1" kern="0">
                <a:solidFill>
                  <a:srgbClr val="F3EEE3"/>
                </a:solidFill>
                <a:latin typeface="Be Vietnam Pro" pitchFamily="34" charset="0"/>
                <a:ea typeface="Be Vietnam Pro" pitchFamily="34" charset="-122"/>
                <a:cs typeface="Be Vietnam Pro" pitchFamily="34" charset="-120"/>
              </a:rPr>
              <a:t> giới</a:t>
            </a:r>
            <a:r>
              <a:rPr lang="en-US" sz="2700" dirty="0" spc="0" kern="0">
                <a:solidFill>
                  <a:srgbClr val="F3EEE3"/>
                </a:solidFill>
                <a:latin typeface="Be Vietnam Pro" pitchFamily="34" charset="0"/>
                <a:ea typeface="Be Vietnam Pro" pitchFamily="34" charset="-122"/>
                <a:cs typeface="Be Vietnam Pro" pitchFamily="34" charset="-120"/>
              </a:rPr>
              <a:t> thiệu</a:t>
            </a:r>
            <a:r>
              <a:rPr lang="en-US" sz="2700" dirty="0" spc="15" kern="0">
                <a:solidFill>
                  <a:srgbClr val="F3EEE3"/>
                </a:solidFill>
                <a:latin typeface="Be Vietnam Pro" pitchFamily="34" charset="0"/>
                <a:ea typeface="Be Vietnam Pro" pitchFamily="34" charset="-122"/>
                <a:cs typeface="Be Vietnam Pro" pitchFamily="34" charset="-120"/>
              </a:rPr>
              <a:t> những</a:t>
            </a:r>
            <a:r>
              <a:rPr lang="en-US" sz="2700" dirty="0" spc="-1" kern="0">
                <a:solidFill>
                  <a:srgbClr val="F3EEE3"/>
                </a:solidFill>
                <a:latin typeface="Be Vietnam Pro" pitchFamily="34" charset="0"/>
                <a:ea typeface="Be Vietnam Pro" pitchFamily="34" charset="-122"/>
                <a:cs typeface="Be Vietnam Pro" pitchFamily="34" charset="-120"/>
              </a:rPr>
              <a:t> thứ</a:t>
            </a:r>
            <a:r>
              <a:rPr lang="en-US" sz="2700" dirty="0" spc="6" kern="0">
                <a:solidFill>
                  <a:srgbClr val="F3EEE3"/>
                </a:solidFill>
                <a:latin typeface="Be Vietnam Pro" pitchFamily="34" charset="0"/>
                <a:ea typeface="Be Vietnam Pro" pitchFamily="34" charset="-122"/>
                <a:cs typeface="Be Vietnam Pro" pitchFamily="34" charset="-120"/>
              </a:rPr>
              <a:t> người</a:t>
            </a:r>
            <a:r>
              <a:rPr lang="en-US" sz="2700" dirty="0" spc="9" kern="0">
                <a:solidFill>
                  <a:srgbClr val="F3EEE3"/>
                </a:solidFill>
                <a:latin typeface="Be Vietnam Pro" pitchFamily="34" charset="0"/>
                <a:ea typeface="Be Vietnam Pro" pitchFamily="34" charset="-122"/>
                <a:cs typeface="Be Vietnam Pro" pitchFamily="34" charset="-120"/>
              </a:rPr>
              <a:t> đóng</a:t>
            </a:r>
            <a:r>
              <a:rPr lang="en-US" sz="2700" dirty="0" spc="-16" kern="0">
                <a:solidFill>
                  <a:srgbClr val="F3EEE3"/>
                </a:solidFill>
                <a:latin typeface="Be Vietnam Pro" pitchFamily="34" charset="0"/>
                <a:ea typeface="Be Vietnam Pro" pitchFamily="34" charset="-122"/>
                <a:cs typeface="Be Vietnam Pro" pitchFamily="34" charset="-120"/>
              </a:rPr>
              <a:t> góp</a:t>
            </a:r>
            <a:r>
              <a:rPr lang="en-US" sz="2700" dirty="0" spc="0" kern="0">
                <a:solidFill>
                  <a:srgbClr val="F3EEE3"/>
                </a:solidFill>
                <a:latin typeface="Be Vietnam Pro" pitchFamily="34" charset="0"/>
                <a:ea typeface="Be Vietnam Pro" pitchFamily="34" charset="-122"/>
                <a:cs typeface="Be Vietnam Pro" pitchFamily="34" charset="-120"/>
              </a:rPr>
              <a:t> có</a:t>
            </a:r>
            <a:r>
              <a:rPr lang="en-US" sz="2700" dirty="0" spc="-1" kern="0">
                <a:solidFill>
                  <a:srgbClr val="F3EEE3"/>
                </a:solidFill>
                <a:latin typeface="Be Vietnam Pro" pitchFamily="34" charset="0"/>
                <a:ea typeface="Be Vietnam Pro" pitchFamily="34" charset="-122"/>
                <a:cs typeface="Be Vietnam Pro" pitchFamily="34" charset="-120"/>
              </a:rPr>
              <a:t> thể</a:t>
            </a:r>
            <a:r>
              <a:rPr lang="en-US" sz="2700" dirty="0" spc="-16" kern="0">
                <a:solidFill>
                  <a:srgbClr val="F3EEE3"/>
                </a:solidFill>
                <a:latin typeface="Be Vietnam Pro" pitchFamily="34" charset="0"/>
                <a:ea typeface="Be Vietnam Pro" pitchFamily="34" charset="-122"/>
                <a:cs typeface="Be Vietnam Pro" pitchFamily="34" charset="-120"/>
              </a:rPr>
              <a:t> khuyên</a:t>
            </a:r>
            <a:r>
              <a:rPr lang="en-US" sz="2700" dirty="0" spc="-1" kern="0">
                <a:solidFill>
                  <a:srgbClr val="F3EEE3"/>
                </a:solidFill>
                <a:latin typeface="Be Vietnam Pro" pitchFamily="34" charset="0"/>
                <a:ea typeface="Be Vietnam Pro" pitchFamily="34" charset="-122"/>
                <a:cs typeface="Be Vietnam Pro" pitchFamily="34" charset="-120"/>
              </a:rPr>
              <a:t> dùng,</a:t>
            </a:r>
            <a:r>
              <a:rPr lang="en-US" sz="2700" dirty="0" spc="-9" kern="0">
                <a:solidFill>
                  <a:srgbClr val="F3EEE3"/>
                </a:solidFill>
                <a:latin typeface="Be Vietnam Pro" pitchFamily="34" charset="0"/>
                <a:ea typeface="Be Vietnam Pro" pitchFamily="34" charset="-122"/>
                <a:cs typeface="Be Vietnam Pro" pitchFamily="34" charset="-120"/>
              </a:rPr>
              <a:t> thay</a:t>
            </a:r>
            <a:r>
              <a:rPr lang="en-US" sz="2700" dirty="0" spc="-1" kern="0">
                <a:solidFill>
                  <a:srgbClr val="F3EEE3"/>
                </a:solidFill>
                <a:latin typeface="Be Vietnam Pro" pitchFamily="34" charset="0"/>
                <a:ea typeface="Be Vietnam Pro" pitchFamily="34" charset="-122"/>
                <a:cs typeface="Be Vietnam Pro" pitchFamily="34" charset="-120"/>
              </a:rPr>
              <a:t> vì</a:t>
            </a:r>
            <a:r>
              <a:rPr lang="en-US" sz="2700" dirty="0" spc="-16" kern="0">
                <a:solidFill>
                  <a:srgbClr val="F3EEE3"/>
                </a:solidFill>
                <a:latin typeface="Be Vietnam Pro" pitchFamily="34" charset="0"/>
                <a:ea typeface="Be Vietnam Pro" pitchFamily="34" charset="-122"/>
                <a:cs typeface="Be Vietnam Pro" pitchFamily="34" charset="-120"/>
              </a:rPr>
              <a:t> gom</a:t>
            </a:r>
            <a:r>
              <a:rPr lang="en-US" sz="2700" dirty="0" spc="-2" kern="0">
                <a:solidFill>
                  <a:srgbClr val="F3EEE3"/>
                </a:solidFill>
                <a:latin typeface="Be Vietnam Pro" pitchFamily="34" charset="0"/>
                <a:ea typeface="Be Vietnam Pro" pitchFamily="34" charset="-122"/>
                <a:cs typeface="Be Vietnam Pro" pitchFamily="34" charset="-120"/>
              </a:rPr>
              <a:t> mọi liên</a:t>
            </a:r>
            <a:r>
              <a:rPr lang="en-US" sz="2700" dirty="0" spc="-32" kern="0">
                <a:solidFill>
                  <a:srgbClr val="F3EEE3"/>
                </a:solidFill>
                <a:latin typeface="Be Vietnam Pro" pitchFamily="34" charset="0"/>
                <a:ea typeface="Be Vietnam Pro" pitchFamily="34" charset="-122"/>
                <a:cs typeface="Be Vietnam Pro" pitchFamily="34" charset="-120"/>
              </a:rPr>
              <a:t> kết.</a:t>
            </a:r>
            <a:r>
              <a:rPr lang="en-US" sz="2700" dirty="0" spc="-1" kern="0">
                <a:solidFill>
                  <a:srgbClr val="F3EEE3"/>
                </a:solidFill>
                <a:latin typeface="Be Vietnam Pro" pitchFamily="34" charset="0"/>
                <a:ea typeface="Be Vietnam Pro" pitchFamily="34" charset="-122"/>
                <a:cs typeface="Be Vietnam Pro" pitchFamily="34" charset="-120"/>
              </a:rPr>
              <a:t> Phạm</a:t>
            </a:r>
            <a:r>
              <a:rPr lang="en-US" sz="2700" dirty="0" spc="1" kern="0">
                <a:solidFill>
                  <a:srgbClr val="F3EEE3"/>
                </a:solidFill>
                <a:latin typeface="Be Vietnam Pro" pitchFamily="34" charset="0"/>
                <a:ea typeface="Be Vietnam Pro" pitchFamily="34" charset="-122"/>
                <a:cs typeface="Be Vietnam Pro" pitchFamily="34" charset="-120"/>
              </a:rPr>
              <a:t> vi</a:t>
            </a:r>
            <a:r>
              <a:rPr lang="en-US" sz="2700" dirty="0" spc="10" kern="0">
                <a:solidFill>
                  <a:srgbClr val="F3EEE3"/>
                </a:solidFill>
                <a:latin typeface="Be Vietnam Pro" pitchFamily="34" charset="0"/>
                <a:ea typeface="Be Vietnam Pro" pitchFamily="34" charset="-122"/>
                <a:cs typeface="Be Vietnam Pro" pitchFamily="34" charset="-120"/>
              </a:rPr>
              <a:t> vượt</a:t>
            </a:r>
            <a:r>
              <a:rPr lang="en-US" sz="2700" dirty="0" spc="-40" kern="0">
                <a:solidFill>
                  <a:srgbClr val="F3EEE3"/>
                </a:solidFill>
                <a:latin typeface="Be Vietnam Pro" pitchFamily="34" charset="0"/>
                <a:ea typeface="Be Vietnam Pro" pitchFamily="34" charset="-122"/>
                <a:cs typeface="Be Vietnam Pro" pitchFamily="34" charset="-120"/>
              </a:rPr>
              <a:t> ra</a:t>
            </a:r>
            <a:r>
              <a:rPr lang="en-US" sz="2700" dirty="0" spc="-13" kern="0">
                <a:solidFill>
                  <a:srgbClr val="F3EEE3"/>
                </a:solidFill>
                <a:latin typeface="Be Vietnam Pro" pitchFamily="34" charset="0"/>
                <a:ea typeface="Be Vietnam Pro" pitchFamily="34" charset="-122"/>
                <a:cs typeface="Be Vietnam Pro" pitchFamily="34" charset="-120"/>
              </a:rPr>
              <a:t> ngoài</a:t>
            </a:r>
            <a:r>
              <a:rPr lang="en-US" sz="2700" dirty="0" spc="-1" kern="0">
                <a:solidFill>
                  <a:srgbClr val="F3EEE3"/>
                </a:solidFill>
                <a:latin typeface="Be Vietnam Pro" pitchFamily="34" charset="0"/>
                <a:ea typeface="Be Vietnam Pro" pitchFamily="34" charset="-122"/>
                <a:cs typeface="Be Vietnam Pro" pitchFamily="34" charset="-120"/>
              </a:rPr>
              <a:t> lập</a:t>
            </a:r>
            <a:r>
              <a:rPr lang="en-US" sz="2700" dirty="0" spc="7" kern="0">
                <a:solidFill>
                  <a:srgbClr val="F3EEE3"/>
                </a:solidFill>
                <a:latin typeface="Be Vietnam Pro" pitchFamily="34" charset="0"/>
                <a:ea typeface="Be Vietnam Pro" pitchFamily="34" charset="-122"/>
                <a:cs typeface="Be Vietnam Pro" pitchFamily="34" charset="-120"/>
              </a:rPr>
              <a:t> trình,</a:t>
            </a:r>
            <a:r>
              <a:rPr lang="en-US" sz="2700" dirty="0" spc="-7" kern="0">
                <a:solidFill>
                  <a:srgbClr val="F3EEE3"/>
                </a:solidFill>
                <a:latin typeface="Be Vietnam Pro" pitchFamily="34" charset="0"/>
                <a:ea typeface="Be Vietnam Pro" pitchFamily="34" charset="-122"/>
                <a:cs typeface="Be Vietnam Pro" pitchFamily="34" charset="-120"/>
              </a:rPr>
              <a:t> bao</a:t>
            </a:r>
            <a:r>
              <a:rPr lang="en-US" sz="2700" dirty="0" spc="-16" kern="0">
                <a:solidFill>
                  <a:srgbClr val="F3EEE3"/>
                </a:solidFill>
                <a:latin typeface="Be Vietnam Pro" pitchFamily="34" charset="0"/>
                <a:ea typeface="Be Vietnam Pro" pitchFamily="34" charset="-122"/>
                <a:cs typeface="Be Vietnam Pro" pitchFamily="34" charset="-120"/>
              </a:rPr>
              <a:t> gồm</a:t>
            </a:r>
            <a:r>
              <a:rPr lang="en-US" sz="2700" dirty="0" spc="-4" kern="0">
                <a:solidFill>
                  <a:srgbClr val="F3EEE3"/>
                </a:solidFill>
                <a:latin typeface="Be Vietnam Pro" pitchFamily="34" charset="0"/>
                <a:ea typeface="Be Vietnam Pro" pitchFamily="34" charset="-122"/>
                <a:cs typeface="Be Vietnam Pro" pitchFamily="34" charset="-120"/>
              </a:rPr>
              <a:t> sách,</a:t>
            </a:r>
            <a:r>
              <a:rPr lang="en-US" sz="2700" dirty="0" spc="-1" kern="0">
                <a:solidFill>
                  <a:srgbClr val="F3EEE3"/>
                </a:solidFill>
                <a:latin typeface="Be Vietnam Pro" pitchFamily="34" charset="0"/>
                <a:ea typeface="Be Vietnam Pro" pitchFamily="34" charset="-122"/>
                <a:cs typeface="Be Vietnam Pro" pitchFamily="34" charset="-120"/>
              </a:rPr>
              <a:t> công việc,</a:t>
            </a:r>
            <a:r>
              <a:rPr lang="en-US" sz="2700" dirty="0" spc="-2" kern="0">
                <a:solidFill>
                  <a:srgbClr val="F3EEE3"/>
                </a:solidFill>
                <a:latin typeface="Be Vietnam Pro" pitchFamily="34" charset="0"/>
                <a:ea typeface="Be Vietnam Pro" pitchFamily="34" charset="-122"/>
                <a:cs typeface="Be Vietnam Pro" pitchFamily="34" charset="-120"/>
              </a:rPr>
              <a:t> kinh</a:t>
            </a:r>
            <a:r>
              <a:rPr lang="en-US" sz="2700" dirty="0" spc="-5" kern="0">
                <a:solidFill>
                  <a:srgbClr val="F3EEE3"/>
                </a:solidFill>
                <a:latin typeface="Be Vietnam Pro" pitchFamily="34" charset="0"/>
                <a:ea typeface="Be Vietnam Pro" pitchFamily="34" charset="-122"/>
                <a:cs typeface="Be Vietnam Pro" pitchFamily="34" charset="-120"/>
              </a:rPr>
              <a:t> doanh</a:t>
            </a:r>
            <a:r>
              <a:rPr lang="en-US" sz="2700" dirty="0" spc="-18" kern="0">
                <a:solidFill>
                  <a:srgbClr val="F3EEE3"/>
                </a:solidFill>
                <a:latin typeface="Be Vietnam Pro" pitchFamily="34" charset="0"/>
                <a:ea typeface="Be Vietnam Pro" pitchFamily="34" charset="-122"/>
                <a:cs typeface="Be Vietnam Pro" pitchFamily="34" charset="-120"/>
              </a:rPr>
              <a:t> và</a:t>
            </a:r>
            <a:r>
              <a:rPr lang="en-US" sz="2700" dirty="0" spc="-7" kern="0">
                <a:solidFill>
                  <a:srgbClr val="F3EEE3"/>
                </a:solidFill>
                <a:latin typeface="Be Vietnam Pro" pitchFamily="34" charset="0"/>
                <a:ea typeface="Be Vietnam Pro" pitchFamily="34" charset="-122"/>
                <a:cs typeface="Be Vietnam Pro" pitchFamily="34" charset="-120"/>
              </a:rPr>
              <a:t> một</a:t>
            </a:r>
            <a:r>
              <a:rPr lang="en-US" sz="2700" dirty="0" spc="-12" kern="0">
                <a:solidFill>
                  <a:srgbClr val="F3EEE3"/>
                </a:solidFill>
                <a:latin typeface="Be Vietnam Pro" pitchFamily="34" charset="0"/>
                <a:ea typeface="Be Vietnam Pro" pitchFamily="34" charset="-122"/>
                <a:cs typeface="Be Vietnam Pro" pitchFamily="34" charset="-120"/>
              </a:rPr>
              <a:t> số</a:t>
            </a:r>
            <a:r>
              <a:rPr lang="en-US" sz="2700" dirty="0" spc="-1" kern="0">
                <a:solidFill>
                  <a:srgbClr val="F3EEE3"/>
                </a:solidFill>
                <a:latin typeface="Be Vietnam Pro" pitchFamily="34" charset="0"/>
                <a:ea typeface="Be Vietnam Pro" pitchFamily="34" charset="-122"/>
                <a:cs typeface="Be Vietnam Pro" pitchFamily="34" charset="-120"/>
              </a:rPr>
              <a:t> chủ</a:t>
            </a:r>
            <a:r>
              <a:rPr lang="en-US" sz="2700" dirty="0" spc="14" kern="0">
                <a:solidFill>
                  <a:srgbClr val="F3EEE3"/>
                </a:solidFill>
                <a:latin typeface="Be Vietnam Pro" pitchFamily="34" charset="0"/>
                <a:ea typeface="Be Vietnam Pro" pitchFamily="34" charset="-122"/>
                <a:cs typeface="Be Vietnam Pro" pitchFamily="34" charset="-120"/>
              </a:rPr>
              <a:t> đề</a:t>
            </a:r>
            <a:r>
              <a:rPr lang="en-US" sz="2700" dirty="0" spc="-29" kern="0">
                <a:solidFill>
                  <a:srgbClr val="F3EEE3"/>
                </a:solidFill>
                <a:latin typeface="Be Vietnam Pro" pitchFamily="34" charset="0"/>
                <a:ea typeface="Be Vietnam Pro" pitchFamily="34" charset="-122"/>
                <a:cs typeface="Be Vietnam Pro" pitchFamily="34" charset="-120"/>
              </a:rPr>
              <a:t> xã</a:t>
            </a:r>
            <a:r>
              <a:rPr lang="en-US" sz="2700" dirty="0" spc="-2" kern="0">
                <a:solidFill>
                  <a:srgbClr val="F3EEE3"/>
                </a:solidFill>
                <a:latin typeface="Be Vietnam Pro" pitchFamily="34" charset="0"/>
                <a:ea typeface="Be Vietnam Pro" pitchFamily="34" charset="-122"/>
                <a:cs typeface="Be Vietnam Pro" pitchFamily="34" charset="-120"/>
              </a:rPr>
              <a:t> hội.</a:t>
            </a:r>
            <a:r>
              <a:rPr lang="en-US" sz="2700" dirty="0" spc="1" kern="0">
                <a:solidFill>
                  <a:srgbClr val="F3EEE3"/>
                </a:solidFill>
                <a:latin typeface="Be Vietnam Pro" pitchFamily="34" charset="0"/>
                <a:ea typeface="Be Vietnam Pro" pitchFamily="34" charset="-122"/>
                <a:cs typeface="Be Vietnam Pro" pitchFamily="34" charset="-120"/>
              </a:rPr>
              <a:t> [S3][S4]</a:t>
            </a:r>
            <a:endParaRPr lang="en-US" sz="2700" dirty="0"/>
          </a:p>
        </p:txBody>
      </p:sp>
      <p:sp>
        <p:nvSpPr>
          <p:cNvPr id="7" name="Shape 5"/>
          <p:cNvSpPr/>
          <p:nvPr/>
        </p:nvSpPr>
        <p:spPr>
          <a:xfrm>
            <a:off x="12192000" y="3095625"/>
            <a:ext cx="5257800" cy="1476375"/>
          </a:xfrm>
          <a:prstGeom prst="roundRect">
            <a:avLst>
              <a:gd name="adj" fmla="val 11613"/>
            </a:avLst>
          </a:prstGeom>
          <a:solidFill>
            <a:srgbClr val="1E212B"/>
          </a:solidFill>
          <a:ln w="9525">
            <a:solidFill>
              <a:srgbClr val="363B4A"/>
            </a:solidFill>
            <a:prstDash val="solid"/>
          </a:ln>
        </p:spPr>
      </p:sp>
      <p:sp>
        <p:nvSpPr>
          <p:cNvPr id="8" name="Text 6"/>
          <p:cNvSpPr/>
          <p:nvPr/>
        </p:nvSpPr>
        <p:spPr>
          <a:xfrm>
            <a:off x="12439650" y="3238500"/>
            <a:ext cx="4762500" cy="419100"/>
          </a:xfrm>
          <a:prstGeom prst="rect">
            <a:avLst/>
          </a:prstGeom>
          <a:noFill/>
          <a:ln/>
        </p:spPr>
        <p:txBody>
          <a:bodyPr wrap="square" lIns="0" tIns="10525" rIns="0" bIns="-10525" rtlCol="0" anchor="t"/>
          <a:lstStyle/>
          <a:p>
            <a:pPr algn="l" indent="0" marL="0">
              <a:lnSpc>
                <a:spcPts val="2535"/>
              </a:lnSpc>
              <a:buNone/>
            </a:pPr>
            <a:r>
              <a:rPr lang="en-US" sz="1950" b="1" dirty="0" spc="-49" kern="0">
                <a:solidFill>
                  <a:srgbClr val="FFB454"/>
                </a:solidFill>
                <a:latin typeface="Be Vietnam Pro" pitchFamily="34" charset="0"/>
                <a:ea typeface="Be Vietnam Pro" pitchFamily="34" charset="-122"/>
                <a:cs typeface="Be Vietnam Pro" pitchFamily="34" charset="-120"/>
              </a:rPr>
              <a:t>VAI</a:t>
            </a:r>
            <a:r>
              <a:rPr lang="en-US" sz="1950" b="1" dirty="0" spc="-15" kern="0">
                <a:solidFill>
                  <a:srgbClr val="FFB454"/>
                </a:solidFill>
                <a:latin typeface="Be Vietnam Pro" pitchFamily="34" charset="0"/>
                <a:ea typeface="Be Vietnam Pro" pitchFamily="34" charset="-122"/>
                <a:cs typeface="Be Vietnam Pro" pitchFamily="34" charset="-120"/>
              </a:rPr>
              <a:t> TRÒ</a:t>
            </a:r>
            <a:endParaRPr lang="en-US" sz="1950" dirty="0"/>
          </a:p>
        </p:txBody>
      </p:sp>
      <p:sp>
        <p:nvSpPr>
          <p:cNvPr id="9" name="Text 7"/>
          <p:cNvSpPr/>
          <p:nvPr/>
        </p:nvSpPr>
        <p:spPr>
          <a:xfrm>
            <a:off x="12439650" y="3695700"/>
            <a:ext cx="4762500" cy="762000"/>
          </a:xfrm>
          <a:prstGeom prst="rect">
            <a:avLst/>
          </a:prstGeom>
          <a:noFill/>
          <a:ln/>
        </p:spPr>
        <p:txBody>
          <a:bodyPr wrap="square" lIns="0" tIns="12144" rIns="0" bIns="-12144" rtlCol="0" anchor="t"/>
          <a:lstStyle/>
          <a:p>
            <a:pPr algn="l" indent="0" marL="0">
              <a:lnSpc>
                <a:spcPts val="2925"/>
              </a:lnSpc>
              <a:buNone/>
            </a:pPr>
            <a:r>
              <a:rPr lang="en-US" sz="2250" dirty="0" spc="1" kern="0">
                <a:solidFill>
                  <a:srgbClr val="F3EEE3"/>
                </a:solidFill>
                <a:latin typeface="Be Vietnam Pro" pitchFamily="34" charset="0"/>
                <a:ea typeface="Be Vietnam Pro" pitchFamily="34" charset="-122"/>
                <a:cs typeface="Be Vietnam Pro" pitchFamily="34" charset="-120"/>
              </a:rPr>
              <a:t>Mục</a:t>
            </a:r>
            <a:r>
              <a:rPr lang="en-US" sz="2250" dirty="0" spc="3" kern="0">
                <a:solidFill>
                  <a:srgbClr val="F3EEE3"/>
                </a:solidFill>
                <a:latin typeface="Be Vietnam Pro" pitchFamily="34" charset="0"/>
                <a:ea typeface="Be Vietnam Pro" pitchFamily="34" charset="-122"/>
                <a:cs typeface="Be Vietnam Pro" pitchFamily="34" charset="-120"/>
              </a:rPr>
              <a:t> lục</a:t>
            </a:r>
            <a:r>
              <a:rPr lang="en-US" sz="2250" dirty="0" spc="2" kern="0">
                <a:solidFill>
                  <a:srgbClr val="F3EEE3"/>
                </a:solidFill>
                <a:latin typeface="Be Vietnam Pro" pitchFamily="34" charset="0"/>
                <a:ea typeface="Be Vietnam Pro" pitchFamily="34" charset="-122"/>
                <a:cs typeface="Be Vietnam Pro" pitchFamily="34" charset="-120"/>
              </a:rPr>
              <a:t> của</a:t>
            </a:r>
            <a:r>
              <a:rPr lang="en-US" sz="2250" dirty="0" spc="-1" kern="0">
                <a:solidFill>
                  <a:srgbClr val="F3EEE3"/>
                </a:solidFill>
                <a:latin typeface="Be Vietnam Pro" pitchFamily="34" charset="0"/>
                <a:ea typeface="Be Vietnam Pro" pitchFamily="34" charset="-122"/>
                <a:cs typeface="Be Vietnam Pro" pitchFamily="34" charset="-120"/>
              </a:rPr>
              <a:t> nhiều</a:t>
            </a:r>
            <a:r>
              <a:rPr lang="en-US" sz="2250" dirty="0" spc="1" kern="0">
                <a:solidFill>
                  <a:srgbClr val="F3EEE3"/>
                </a:solidFill>
                <a:latin typeface="Be Vietnam Pro" pitchFamily="34" charset="0"/>
                <a:ea typeface="Be Vietnam Pro" pitchFamily="34" charset="-122"/>
                <a:cs typeface="Be Vietnam Pro" pitchFamily="34" charset="-120"/>
              </a:rPr>
              <a:t> danh</a:t>
            </a:r>
            <a:r>
              <a:rPr lang="en-US" sz="2250" dirty="0" spc="-1" kern="0">
                <a:solidFill>
                  <a:srgbClr val="F3EEE3"/>
                </a:solidFill>
                <a:latin typeface="Be Vietnam Pro" pitchFamily="34" charset="0"/>
                <a:ea typeface="Be Vietnam Pro" pitchFamily="34" charset="-122"/>
                <a:cs typeface="Be Vietnam Pro" pitchFamily="34" charset="-120"/>
              </a:rPr>
              <a:t> sách.</a:t>
            </a:r>
            <a:endParaRPr lang="en-US" sz="2250" dirty="0"/>
          </a:p>
        </p:txBody>
      </p:sp>
      <p:sp>
        <p:nvSpPr>
          <p:cNvPr id="10" name="Shape 8"/>
          <p:cNvSpPr/>
          <p:nvPr/>
        </p:nvSpPr>
        <p:spPr>
          <a:xfrm>
            <a:off x="12192000" y="4781550"/>
            <a:ext cx="5257800" cy="1476375"/>
          </a:xfrm>
          <a:prstGeom prst="roundRect">
            <a:avLst>
              <a:gd name="adj" fmla="val 11613"/>
            </a:avLst>
          </a:prstGeom>
          <a:solidFill>
            <a:srgbClr val="1E212B"/>
          </a:solidFill>
          <a:ln w="9525">
            <a:solidFill>
              <a:srgbClr val="363B4A"/>
            </a:solidFill>
            <a:prstDash val="solid"/>
          </a:ln>
        </p:spPr>
      </p:sp>
      <p:sp>
        <p:nvSpPr>
          <p:cNvPr id="11" name="Text 9"/>
          <p:cNvSpPr/>
          <p:nvPr/>
        </p:nvSpPr>
        <p:spPr>
          <a:xfrm>
            <a:off x="12439650" y="4924425"/>
            <a:ext cx="4762500" cy="419100"/>
          </a:xfrm>
          <a:prstGeom prst="rect">
            <a:avLst/>
          </a:prstGeom>
          <a:noFill/>
          <a:ln/>
        </p:spPr>
        <p:txBody>
          <a:bodyPr wrap="square" lIns="0" tIns="10525" rIns="0" bIns="-10525" rtlCol="0" anchor="t"/>
          <a:lstStyle/>
          <a:p>
            <a:pPr algn="l" indent="0" marL="0">
              <a:lnSpc>
                <a:spcPts val="2535"/>
              </a:lnSpc>
              <a:buNone/>
            </a:pPr>
            <a:r>
              <a:rPr lang="en-US" sz="1950" b="1" dirty="0" spc="2" kern="0">
                <a:solidFill>
                  <a:srgbClr val="FFB454"/>
                </a:solidFill>
                <a:latin typeface="Be Vietnam Pro" pitchFamily="34" charset="0"/>
                <a:ea typeface="Be Vietnam Pro" pitchFamily="34" charset="-122"/>
                <a:cs typeface="Be Vietnam Pro" pitchFamily="34" charset="-120"/>
              </a:rPr>
              <a:t>GIÁ</a:t>
            </a:r>
            <a:r>
              <a:rPr lang="en-US" sz="1950" b="1" dirty="0" spc="1" kern="0">
                <a:solidFill>
                  <a:srgbClr val="FFB454"/>
                </a:solidFill>
                <a:latin typeface="Be Vietnam Pro" pitchFamily="34" charset="0"/>
                <a:ea typeface="Be Vietnam Pro" pitchFamily="34" charset="-122"/>
                <a:cs typeface="Be Vietnam Pro" pitchFamily="34" charset="-120"/>
              </a:rPr>
              <a:t> TRỊ</a:t>
            </a:r>
            <a:endParaRPr lang="en-US" sz="1950" dirty="0"/>
          </a:p>
        </p:txBody>
      </p:sp>
      <p:sp>
        <p:nvSpPr>
          <p:cNvPr id="12" name="Text 10"/>
          <p:cNvSpPr/>
          <p:nvPr/>
        </p:nvSpPr>
        <p:spPr>
          <a:xfrm>
            <a:off x="12439650" y="5381625"/>
            <a:ext cx="4762500" cy="762000"/>
          </a:xfrm>
          <a:prstGeom prst="rect">
            <a:avLst/>
          </a:prstGeom>
          <a:noFill/>
          <a:ln/>
        </p:spPr>
        <p:txBody>
          <a:bodyPr wrap="square" lIns="0" tIns="12144" rIns="0" bIns="-12144" rtlCol="0" anchor="t"/>
          <a:lstStyle/>
          <a:p>
            <a:pPr algn="l" indent="0" marL="0">
              <a:lnSpc>
                <a:spcPts val="2925"/>
              </a:lnSpc>
              <a:buNone/>
            </a:pPr>
            <a:r>
              <a:rPr lang="en-US" sz="2250" dirty="0" spc="-2" kern="0">
                <a:solidFill>
                  <a:srgbClr val="F3EEE3"/>
                </a:solidFill>
                <a:latin typeface="Be Vietnam Pro" pitchFamily="34" charset="0"/>
                <a:ea typeface="Be Vietnam Pro" pitchFamily="34" charset="-122"/>
                <a:cs typeface="Be Vietnam Pro" pitchFamily="34" charset="-120"/>
              </a:rPr>
              <a:t>Khám</a:t>
            </a:r>
            <a:r>
              <a:rPr lang="en-US" sz="2250" dirty="0" spc="1" kern="0">
                <a:solidFill>
                  <a:srgbClr val="F3EEE3"/>
                </a:solidFill>
                <a:latin typeface="Be Vietnam Pro" pitchFamily="34" charset="0"/>
                <a:ea typeface="Be Vietnam Pro" pitchFamily="34" charset="-122"/>
                <a:cs typeface="Be Vietnam Pro" pitchFamily="34" charset="-120"/>
              </a:rPr>
              <a:t> phá</a:t>
            </a:r>
            <a:r>
              <a:rPr lang="en-US" sz="2250" dirty="0" spc="2" kern="0">
                <a:solidFill>
                  <a:srgbClr val="F3EEE3"/>
                </a:solidFill>
                <a:latin typeface="Be Vietnam Pro" pitchFamily="34" charset="0"/>
                <a:ea typeface="Be Vietnam Pro" pitchFamily="34" charset="-122"/>
                <a:cs typeface="Be Vietnam Pro" pitchFamily="34" charset="-120"/>
              </a:rPr>
              <a:t> thứ</a:t>
            </a:r>
            <a:r>
              <a:rPr lang="en-US" sz="2250" dirty="0" spc="-1" kern="0">
                <a:solidFill>
                  <a:srgbClr val="F3EEE3"/>
                </a:solidFill>
                <a:latin typeface="Be Vietnam Pro" pitchFamily="34" charset="0"/>
                <a:ea typeface="Be Vietnam Pro" pitchFamily="34" charset="-122"/>
                <a:cs typeface="Be Vietnam Pro" pitchFamily="34" charset="-120"/>
              </a:rPr>
              <a:t> bạn</a:t>
            </a:r>
            <a:r>
              <a:rPr lang="en-US" sz="2250" dirty="0" spc="6" kern="0">
                <a:solidFill>
                  <a:srgbClr val="F3EEE3"/>
                </a:solidFill>
                <a:latin typeface="Be Vietnam Pro" pitchFamily="34" charset="0"/>
                <a:ea typeface="Be Vietnam Pro" pitchFamily="34" charset="-122"/>
                <a:cs typeface="Be Vietnam Pro" pitchFamily="34" charset="-120"/>
              </a:rPr>
              <a:t> chưa</a:t>
            </a:r>
            <a:r>
              <a:rPr lang="en-US" sz="2250" dirty="0" spc="-4" kern="0">
                <a:solidFill>
                  <a:srgbClr val="F3EEE3"/>
                </a:solidFill>
                <a:latin typeface="Be Vietnam Pro" pitchFamily="34" charset="0"/>
                <a:ea typeface="Be Vietnam Pro" pitchFamily="34" charset="-122"/>
                <a:cs typeface="Be Vietnam Pro" pitchFamily="34" charset="-120"/>
              </a:rPr>
              <a:t> biết</a:t>
            </a:r>
            <a:r>
              <a:rPr lang="en-US" sz="2250" dirty="0" spc="15" kern="0">
                <a:solidFill>
                  <a:srgbClr val="F3EEE3"/>
                </a:solidFill>
                <a:latin typeface="Be Vietnam Pro" pitchFamily="34" charset="0"/>
                <a:ea typeface="Be Vietnam Pro" pitchFamily="34" charset="-122"/>
                <a:cs typeface="Be Vietnam Pro" pitchFamily="34" charset="-120"/>
              </a:rPr>
              <a:t> để</a:t>
            </a:r>
            <a:r>
              <a:rPr lang="en-US" sz="2250" dirty="0" spc="1" kern="0">
                <a:solidFill>
                  <a:srgbClr val="F3EEE3"/>
                </a:solidFill>
                <a:latin typeface="Be Vietnam Pro" pitchFamily="34" charset="0"/>
                <a:ea typeface="Be Vietnam Pro" pitchFamily="34" charset="-122"/>
                <a:cs typeface="Be Vietnam Pro" pitchFamily="34" charset="-120"/>
              </a:rPr>
              <a:t> tìm.</a:t>
            </a:r>
            <a:endParaRPr lang="en-US" sz="2250" dirty="0"/>
          </a:p>
        </p:txBody>
      </p:sp>
      <p:sp>
        <p:nvSpPr>
          <p:cNvPr id="13" name="Shape 11"/>
          <p:cNvSpPr/>
          <p:nvPr/>
        </p:nvSpPr>
        <p:spPr>
          <a:xfrm>
            <a:off x="12192000" y="6467475"/>
            <a:ext cx="5257800" cy="1476375"/>
          </a:xfrm>
          <a:prstGeom prst="roundRect">
            <a:avLst>
              <a:gd name="adj" fmla="val 11613"/>
            </a:avLst>
          </a:prstGeom>
          <a:solidFill>
            <a:srgbClr val="1E212B"/>
          </a:solidFill>
          <a:ln w="9525">
            <a:solidFill>
              <a:srgbClr val="363B4A"/>
            </a:solidFill>
            <a:prstDash val="solid"/>
          </a:ln>
        </p:spPr>
      </p:sp>
      <p:sp>
        <p:nvSpPr>
          <p:cNvPr id="14" name="Text 12"/>
          <p:cNvSpPr/>
          <p:nvPr/>
        </p:nvSpPr>
        <p:spPr>
          <a:xfrm>
            <a:off x="12439650" y="6610350"/>
            <a:ext cx="4762500" cy="419100"/>
          </a:xfrm>
          <a:prstGeom prst="rect">
            <a:avLst/>
          </a:prstGeom>
          <a:noFill/>
          <a:ln/>
        </p:spPr>
        <p:txBody>
          <a:bodyPr wrap="square" lIns="0" tIns="10525" rIns="0" bIns="-10525" rtlCol="0" anchor="t"/>
          <a:lstStyle/>
          <a:p>
            <a:pPr algn="l" indent="0" marL="0">
              <a:lnSpc>
                <a:spcPts val="2535"/>
              </a:lnSpc>
              <a:buNone/>
            </a:pPr>
            <a:r>
              <a:rPr lang="en-US" sz="1950" b="1" dirty="0" spc="-28" kern="0">
                <a:solidFill>
                  <a:srgbClr val="FFB454"/>
                </a:solidFill>
                <a:latin typeface="Be Vietnam Pro" pitchFamily="34" charset="0"/>
                <a:ea typeface="Be Vietnam Pro" pitchFamily="34" charset="-122"/>
                <a:cs typeface="Be Vietnam Pro" pitchFamily="34" charset="-120"/>
              </a:rPr>
              <a:t>CẦN</a:t>
            </a:r>
            <a:r>
              <a:rPr lang="en-US" sz="1950" b="1" dirty="0" spc="0" kern="0">
                <a:solidFill>
                  <a:srgbClr val="FFB454"/>
                </a:solidFill>
                <a:latin typeface="Be Vietnam Pro" pitchFamily="34" charset="0"/>
                <a:ea typeface="Be Vietnam Pro" pitchFamily="34" charset="-122"/>
                <a:cs typeface="Be Vietnam Pro" pitchFamily="34" charset="-120"/>
              </a:rPr>
              <a:t> NHỚ</a:t>
            </a:r>
            <a:endParaRPr lang="en-US" sz="1950" dirty="0"/>
          </a:p>
        </p:txBody>
      </p:sp>
      <p:sp>
        <p:nvSpPr>
          <p:cNvPr id="15" name="Text 13"/>
          <p:cNvSpPr/>
          <p:nvPr/>
        </p:nvSpPr>
        <p:spPr>
          <a:xfrm>
            <a:off x="12439650" y="7067550"/>
            <a:ext cx="4762500" cy="762000"/>
          </a:xfrm>
          <a:prstGeom prst="rect">
            <a:avLst/>
          </a:prstGeom>
          <a:noFill/>
          <a:ln/>
        </p:spPr>
        <p:txBody>
          <a:bodyPr wrap="square" lIns="0" tIns="12144" rIns="0" bIns="-12144" rtlCol="0" anchor="t"/>
          <a:lstStyle/>
          <a:p>
            <a:pPr algn="l" indent="0" marL="0">
              <a:lnSpc>
                <a:spcPts val="2925"/>
              </a:lnSpc>
              <a:buNone/>
            </a:pPr>
            <a:r>
              <a:rPr lang="en-US" sz="2250" dirty="0" spc="-62" kern="0">
                <a:solidFill>
                  <a:srgbClr val="F3EEE3"/>
                </a:solidFill>
                <a:latin typeface="Be Vietnam Pro" pitchFamily="34" charset="0"/>
                <a:ea typeface="Be Vietnam Pro" pitchFamily="34" charset="-122"/>
                <a:cs typeface="Be Vietnam Pro" pitchFamily="34" charset="-120"/>
              </a:rPr>
              <a:t>Tuyển</a:t>
            </a:r>
            <a:r>
              <a:rPr lang="en-US" sz="2250" dirty="0" spc="3" kern="0">
                <a:solidFill>
                  <a:srgbClr val="F3EEE3"/>
                </a:solidFill>
                <a:latin typeface="Be Vietnam Pro" pitchFamily="34" charset="0"/>
                <a:ea typeface="Be Vietnam Pro" pitchFamily="34" charset="-122"/>
                <a:cs typeface="Be Vietnam Pro" pitchFamily="34" charset="-120"/>
              </a:rPr>
              <a:t> chọn</a:t>
            </a:r>
            <a:r>
              <a:rPr lang="en-US" sz="2250" dirty="0" spc="-12" kern="0">
                <a:solidFill>
                  <a:srgbClr val="F3EEE3"/>
                </a:solidFill>
                <a:latin typeface="Be Vietnam Pro" pitchFamily="34" charset="0"/>
                <a:ea typeface="Be Vietnam Pro" pitchFamily="34" charset="-122"/>
                <a:cs typeface="Be Vietnam Pro" pitchFamily="34" charset="-120"/>
              </a:rPr>
              <a:t> vẫn</a:t>
            </a:r>
            <a:r>
              <a:rPr lang="en-US" sz="2250" dirty="0" spc="1" kern="0">
                <a:solidFill>
                  <a:srgbClr val="F3EEE3"/>
                </a:solidFill>
                <a:latin typeface="Be Vietnam Pro" pitchFamily="34" charset="0"/>
                <a:ea typeface="Be Vietnam Pro" pitchFamily="34" charset="-122"/>
                <a:cs typeface="Be Vietnam Pro" pitchFamily="34" charset="-120"/>
              </a:rPr>
              <a:t> cần</a:t>
            </a:r>
            <a:r>
              <a:rPr lang="en-US" sz="2250" dirty="0" spc="10" kern="0">
                <a:solidFill>
                  <a:srgbClr val="F3EEE3"/>
                </a:solidFill>
                <a:latin typeface="Be Vietnam Pro" pitchFamily="34" charset="0"/>
                <a:ea typeface="Be Vietnam Pro" pitchFamily="34" charset="-122"/>
                <a:cs typeface="Be Vietnam Pro" pitchFamily="34" charset="-120"/>
              </a:rPr>
              <a:t> đánh</a:t>
            </a:r>
            <a:r>
              <a:rPr lang="en-US" sz="2250" dirty="0" spc="-3" kern="0">
                <a:solidFill>
                  <a:srgbClr val="F3EEE3"/>
                </a:solidFill>
                <a:latin typeface="Be Vietnam Pro" pitchFamily="34" charset="0"/>
                <a:ea typeface="Be Vietnam Pro" pitchFamily="34" charset="-122"/>
                <a:cs typeface="Be Vietnam Pro" pitchFamily="34" charset="-120"/>
              </a:rPr>
              <a:t> giá</a:t>
            </a:r>
            <a:r>
              <a:rPr lang="en-US" sz="2250" dirty="0" spc="0" kern="0">
                <a:solidFill>
                  <a:srgbClr val="F3EEE3"/>
                </a:solidFill>
                <a:latin typeface="Be Vietnam Pro" pitchFamily="34" charset="0"/>
                <a:ea typeface="Be Vietnam Pro" pitchFamily="34" charset="-122"/>
                <a:cs typeface="Be Vietnam Pro" pitchFamily="34" charset="-120"/>
              </a:rPr>
              <a:t> lại.</a:t>
            </a:r>
            <a:endParaRPr lang="en-US" sz="2250" dirty="0"/>
          </a:p>
        </p:txBody>
      </p:sp>
      <p:sp>
        <p:nvSpPr>
          <p:cNvPr id="16" name="Text 14"/>
          <p:cNvSpPr/>
          <p:nvPr/>
        </p:nvSpPr>
        <p:spPr>
          <a:xfrm>
            <a:off x="838200" y="9353550"/>
            <a:ext cx="16611600" cy="333375"/>
          </a:xfrm>
          <a:prstGeom prst="rect">
            <a:avLst/>
          </a:prstGeom>
          <a:noFill/>
          <a:ln/>
        </p:spPr>
        <p:txBody>
          <a:bodyPr wrap="square" lIns="0" tIns="8906" rIns="0" bIns="-8906" rtlCol="0" anchor="t"/>
          <a:lstStyle/>
          <a:p>
            <a:pPr algn="l" indent="0" marL="0">
              <a:lnSpc>
                <a:spcPts val="2145"/>
              </a:lnSpc>
              <a:buNone/>
            </a:pPr>
            <a:r>
              <a:rPr lang="en-US" sz="1650" dirty="0" spc="-3" kern="0">
                <a:solidFill>
                  <a:srgbClr val="9AA0B5"/>
                </a:solidFill>
                <a:latin typeface="Be Vietnam Pro" pitchFamily="34" charset="0"/>
                <a:ea typeface="Be Vietnam Pro" pitchFamily="34" charset="-122"/>
                <a:cs typeface="Be Vietnam Pro" pitchFamily="34" charset="-120"/>
              </a:rPr>
              <a:t>Nguồn:</a:t>
            </a:r>
            <a:r>
              <a:rPr lang="en-US" sz="1650" dirty="0" spc="-1" kern="0">
                <a:solidFill>
                  <a:srgbClr val="9AA0B5"/>
                </a:solidFill>
                <a:latin typeface="Be Vietnam Pro" pitchFamily="34" charset="0"/>
                <a:ea typeface="Be Vietnam Pro" pitchFamily="34" charset="-122"/>
                <a:cs typeface="Be Vietnam Pro" pitchFamily="34" charset="-120"/>
              </a:rPr>
              <a:t> [S3]</a:t>
            </a:r>
            <a:r>
              <a:rPr lang="en-US" sz="1650" dirty="0" spc="-2" kern="0">
                <a:solidFill>
                  <a:srgbClr val="9AA0B5"/>
                </a:solidFill>
                <a:latin typeface="Be Vietnam Pro" pitchFamily="34" charset="0"/>
                <a:ea typeface="Be Vietnam Pro" pitchFamily="34" charset="-122"/>
                <a:cs typeface="Be Vietnam Pro" pitchFamily="34" charset="-120"/>
              </a:rPr>
              <a:t> [S4]</a:t>
            </a:r>
            <a:r>
              <a:rPr lang="en-US" sz="1650" dirty="0" spc="1" kern="0">
                <a:solidFill>
                  <a:srgbClr val="9AA0B5"/>
                </a:solidFill>
                <a:latin typeface="Be Vietnam Pro" pitchFamily="34" charset="0"/>
                <a:ea typeface="Be Vietnam Pro" pitchFamily="34" charset="-122"/>
                <a:cs typeface="Be Vietnam Pro" pitchFamily="34" charset="-120"/>
              </a:rPr>
              <a:t>  ·</a:t>
            </a:r>
            <a:r>
              <a:rPr lang="en-US" sz="1650" dirty="0" spc="2" kern="0">
                <a:solidFill>
                  <a:srgbClr val="9AA0B5"/>
                </a:solidFill>
                <a:latin typeface="Be Vietnam Pro" pitchFamily="34" charset="0"/>
                <a:ea typeface="Be Vietnam Pro" pitchFamily="34" charset="-122"/>
                <a:cs typeface="Be Vietnam Pro" pitchFamily="34" charset="-120"/>
              </a:rPr>
              <a:t>  Số</a:t>
            </a:r>
            <a:r>
              <a:rPr lang="en-US" sz="1650" dirty="0" spc="-1" kern="0">
                <a:solidFill>
                  <a:srgbClr val="9AA0B5"/>
                </a:solidFill>
                <a:latin typeface="Be Vietnam Pro" pitchFamily="34" charset="0"/>
                <a:ea typeface="Be Vietnam Pro" pitchFamily="34" charset="-122"/>
                <a:cs typeface="Be Vietnam Pro" pitchFamily="34" charset="-120"/>
              </a:rPr>
              <a:t> liệu:</a:t>
            </a:r>
            <a:r>
              <a:rPr lang="en-US" sz="1650" dirty="0" spc="1" kern="0">
                <a:solidFill>
                  <a:srgbClr val="9AA0B5"/>
                </a:solidFill>
                <a:latin typeface="Be Vietnam Pro" pitchFamily="34" charset="0"/>
                <a:ea typeface="Be Vietnam Pro" pitchFamily="34" charset="-122"/>
                <a:cs typeface="Be Vietnam Pro" pitchFamily="34" charset="-120"/>
              </a:rPr>
              <a:t> phiên</a:t>
            </a:r>
            <a:r>
              <a:rPr lang="en-US" sz="1650" dirty="0" spc="-1" kern="0">
                <a:solidFill>
                  <a:srgbClr val="9AA0B5"/>
                </a:solidFill>
                <a:latin typeface="Be Vietnam Pro" pitchFamily="34" charset="0"/>
                <a:ea typeface="Be Vietnam Pro" pitchFamily="34" charset="-122"/>
                <a:cs typeface="Be Vietnam Pro" pitchFamily="34" charset="-120"/>
              </a:rPr>
              <a:t> quét</a:t>
            </a:r>
            <a:r>
              <a:rPr lang="en-US" sz="1650" dirty="0" spc="-8" kern="0">
                <a:solidFill>
                  <a:srgbClr val="9AA0B5"/>
                </a:solidFill>
                <a:latin typeface="Be Vietnam Pro" pitchFamily="34" charset="0"/>
                <a:ea typeface="Be Vietnam Pro" pitchFamily="34" charset="-122"/>
                <a:cs typeface="Be Vietnam Pro" pitchFamily="34" charset="-120"/>
              </a:rPr>
              <a:t> 23/10/2026</a:t>
            </a:r>
            <a:endParaRPr lang="en-US" sz="1650" dirty="0"/>
          </a:p>
        </p:txBody>
      </p:sp>
      <p:sp>
        <p:nvSpPr>
          <p:cNvPr id="17" name="Shape 15"/>
          <p:cNvSpPr/>
          <p:nvPr/>
        </p:nvSpPr>
        <p:spPr>
          <a:xfrm>
            <a:off x="847725" y="9896475"/>
            <a:ext cx="57150" cy="57150"/>
          </a:xfrm>
          <a:prstGeom prst="ellipse">
            <a:avLst/>
          </a:prstGeom>
          <a:solidFill>
            <a:srgbClr val="363B4A"/>
          </a:solidFill>
          <a:ln/>
        </p:spPr>
      </p:sp>
      <p:sp>
        <p:nvSpPr>
          <p:cNvPr id="18" name="Shape 16"/>
          <p:cNvSpPr/>
          <p:nvPr/>
        </p:nvSpPr>
        <p:spPr>
          <a:xfrm>
            <a:off x="952500" y="9896475"/>
            <a:ext cx="57150" cy="57150"/>
          </a:xfrm>
          <a:prstGeom prst="ellipse">
            <a:avLst/>
          </a:prstGeom>
          <a:solidFill>
            <a:srgbClr val="363B4A"/>
          </a:solidFill>
          <a:ln/>
        </p:spPr>
      </p:sp>
      <p:sp>
        <p:nvSpPr>
          <p:cNvPr id="19" name="Shape 17"/>
          <p:cNvSpPr/>
          <p:nvPr/>
        </p:nvSpPr>
        <p:spPr>
          <a:xfrm>
            <a:off x="1057275" y="9896475"/>
            <a:ext cx="57150" cy="57150"/>
          </a:xfrm>
          <a:prstGeom prst="ellipse">
            <a:avLst/>
          </a:prstGeom>
          <a:solidFill>
            <a:srgbClr val="363B4A"/>
          </a:solidFill>
          <a:ln/>
        </p:spPr>
      </p:sp>
      <p:sp>
        <p:nvSpPr>
          <p:cNvPr id="20" name="Shape 18"/>
          <p:cNvSpPr/>
          <p:nvPr/>
        </p:nvSpPr>
        <p:spPr>
          <a:xfrm>
            <a:off x="1162050" y="9896475"/>
            <a:ext cx="57150" cy="57150"/>
          </a:xfrm>
          <a:prstGeom prst="ellipse">
            <a:avLst/>
          </a:prstGeom>
          <a:solidFill>
            <a:srgbClr val="363B4A"/>
          </a:solidFill>
          <a:ln/>
        </p:spPr>
      </p:sp>
      <p:sp>
        <p:nvSpPr>
          <p:cNvPr id="21" name="Shape 19"/>
          <p:cNvSpPr/>
          <p:nvPr/>
        </p:nvSpPr>
        <p:spPr>
          <a:xfrm>
            <a:off x="1266825" y="9896475"/>
            <a:ext cx="57150" cy="57150"/>
          </a:xfrm>
          <a:prstGeom prst="ellipse">
            <a:avLst/>
          </a:prstGeom>
          <a:solidFill>
            <a:srgbClr val="363B4A"/>
          </a:solidFill>
          <a:ln/>
        </p:spPr>
      </p:sp>
      <p:sp>
        <p:nvSpPr>
          <p:cNvPr id="22" name="Shape 20"/>
          <p:cNvSpPr/>
          <p:nvPr/>
        </p:nvSpPr>
        <p:spPr>
          <a:xfrm>
            <a:off x="1371600" y="9896475"/>
            <a:ext cx="57150" cy="57150"/>
          </a:xfrm>
          <a:prstGeom prst="ellipse">
            <a:avLst/>
          </a:prstGeom>
          <a:solidFill>
            <a:srgbClr val="363B4A"/>
          </a:solidFill>
          <a:ln/>
        </p:spPr>
      </p:sp>
      <p:sp>
        <p:nvSpPr>
          <p:cNvPr id="23" name="Shape 21"/>
          <p:cNvSpPr/>
          <p:nvPr/>
        </p:nvSpPr>
        <p:spPr>
          <a:xfrm>
            <a:off x="1476375" y="9896475"/>
            <a:ext cx="57150" cy="57150"/>
          </a:xfrm>
          <a:prstGeom prst="ellipse">
            <a:avLst/>
          </a:prstGeom>
          <a:solidFill>
            <a:srgbClr val="363B4A"/>
          </a:solidFill>
          <a:ln/>
        </p:spPr>
      </p:sp>
      <p:sp>
        <p:nvSpPr>
          <p:cNvPr id="24" name="Shape 22"/>
          <p:cNvSpPr/>
          <p:nvPr/>
        </p:nvSpPr>
        <p:spPr>
          <a:xfrm>
            <a:off x="1581150" y="9896475"/>
            <a:ext cx="57150" cy="57150"/>
          </a:xfrm>
          <a:prstGeom prst="ellipse">
            <a:avLst/>
          </a:prstGeom>
          <a:solidFill>
            <a:srgbClr val="363B4A"/>
          </a:solidFill>
          <a:ln/>
        </p:spPr>
      </p:sp>
      <p:sp>
        <p:nvSpPr>
          <p:cNvPr id="25" name="Shape 23"/>
          <p:cNvSpPr/>
          <p:nvPr/>
        </p:nvSpPr>
        <p:spPr>
          <a:xfrm>
            <a:off x="1685925" y="9896475"/>
            <a:ext cx="57150" cy="57150"/>
          </a:xfrm>
          <a:prstGeom prst="ellipse">
            <a:avLst/>
          </a:prstGeom>
          <a:solidFill>
            <a:srgbClr val="363B4A"/>
          </a:solidFill>
          <a:ln/>
        </p:spPr>
      </p:sp>
      <p:sp>
        <p:nvSpPr>
          <p:cNvPr id="26" name="Shape 24"/>
          <p:cNvSpPr/>
          <p:nvPr/>
        </p:nvSpPr>
        <p:spPr>
          <a:xfrm>
            <a:off x="1790700" y="9896475"/>
            <a:ext cx="57150" cy="57150"/>
          </a:xfrm>
          <a:prstGeom prst="ellipse">
            <a:avLst/>
          </a:prstGeom>
          <a:solidFill>
            <a:srgbClr val="E8472B"/>
          </a:solidFill>
          <a:ln/>
        </p:spPr>
      </p:sp>
      <p:sp>
        <p:nvSpPr>
          <p:cNvPr id="27" name="Shape 25"/>
          <p:cNvSpPr/>
          <p:nvPr/>
        </p:nvSpPr>
        <p:spPr>
          <a:xfrm>
            <a:off x="1895475" y="9896475"/>
            <a:ext cx="57150" cy="57150"/>
          </a:xfrm>
          <a:prstGeom prst="ellipse">
            <a:avLst/>
          </a:prstGeom>
          <a:solidFill>
            <a:srgbClr val="363B4A"/>
          </a:solidFill>
          <a:ln/>
        </p:spPr>
      </p:sp>
      <p:sp>
        <p:nvSpPr>
          <p:cNvPr id="28" name="Shape 26"/>
          <p:cNvSpPr/>
          <p:nvPr/>
        </p:nvSpPr>
        <p:spPr>
          <a:xfrm>
            <a:off x="2000250" y="9896475"/>
            <a:ext cx="57150" cy="57150"/>
          </a:xfrm>
          <a:prstGeom prst="ellipse">
            <a:avLst/>
          </a:prstGeom>
          <a:solidFill>
            <a:srgbClr val="363B4A"/>
          </a:solidFill>
          <a:ln/>
        </p:spPr>
      </p:sp>
      <p:sp>
        <p:nvSpPr>
          <p:cNvPr id="29" name="Shape 27"/>
          <p:cNvSpPr/>
          <p:nvPr/>
        </p:nvSpPr>
        <p:spPr>
          <a:xfrm>
            <a:off x="2105025" y="9896475"/>
            <a:ext cx="57150" cy="57150"/>
          </a:xfrm>
          <a:prstGeom prst="ellipse">
            <a:avLst/>
          </a:prstGeom>
          <a:solidFill>
            <a:srgbClr val="363B4A"/>
          </a:solidFill>
          <a:ln/>
        </p:spPr>
      </p:sp>
      <p:sp>
        <p:nvSpPr>
          <p:cNvPr id="30" name="Shape 28"/>
          <p:cNvSpPr/>
          <p:nvPr/>
        </p:nvSpPr>
        <p:spPr>
          <a:xfrm>
            <a:off x="2209800" y="9896475"/>
            <a:ext cx="57150" cy="57150"/>
          </a:xfrm>
          <a:prstGeom prst="ellipse">
            <a:avLst/>
          </a:prstGeom>
          <a:solidFill>
            <a:srgbClr val="363B4A"/>
          </a:solidFill>
          <a:ln/>
        </p:spPr>
      </p:sp>
      <p:sp>
        <p:nvSpPr>
          <p:cNvPr id="31" name="Shape 29"/>
          <p:cNvSpPr/>
          <p:nvPr/>
        </p:nvSpPr>
        <p:spPr>
          <a:xfrm>
            <a:off x="2314575" y="9896475"/>
            <a:ext cx="57150" cy="57150"/>
          </a:xfrm>
          <a:prstGeom prst="ellipse">
            <a:avLst/>
          </a:prstGeom>
          <a:solidFill>
            <a:srgbClr val="363B4A"/>
          </a:solidFill>
          <a:ln/>
        </p:spPr>
      </p:sp>
      <p:sp>
        <p:nvSpPr>
          <p:cNvPr id="32" name="Shape 30"/>
          <p:cNvSpPr/>
          <p:nvPr/>
        </p:nvSpPr>
        <p:spPr>
          <a:xfrm>
            <a:off x="2419350" y="9896475"/>
            <a:ext cx="57150" cy="57150"/>
          </a:xfrm>
          <a:prstGeom prst="ellipse">
            <a:avLst/>
          </a:prstGeom>
          <a:solidFill>
            <a:srgbClr val="363B4A"/>
          </a:solidFill>
          <a:ln/>
        </p:spPr>
      </p:sp>
      <p:sp>
        <p:nvSpPr>
          <p:cNvPr id="33" name="Shape 31"/>
          <p:cNvSpPr/>
          <p:nvPr/>
        </p:nvSpPr>
        <p:spPr>
          <a:xfrm>
            <a:off x="2524125" y="9896475"/>
            <a:ext cx="57150" cy="57150"/>
          </a:xfrm>
          <a:prstGeom prst="ellipse">
            <a:avLst/>
          </a:prstGeom>
          <a:solidFill>
            <a:srgbClr val="363B4A"/>
          </a:solidFill>
          <a:ln/>
        </p:spPr>
      </p:sp>
      <p:sp>
        <p:nvSpPr>
          <p:cNvPr id="34" name="Shape 32"/>
          <p:cNvSpPr/>
          <p:nvPr/>
        </p:nvSpPr>
        <p:spPr>
          <a:xfrm>
            <a:off x="2628900" y="9896475"/>
            <a:ext cx="57150" cy="57150"/>
          </a:xfrm>
          <a:prstGeom prst="ellipse">
            <a:avLst/>
          </a:prstGeom>
          <a:solidFill>
            <a:srgbClr val="363B4A"/>
          </a:solidFill>
          <a:ln/>
        </p:spPr>
      </p:sp>
      <p:sp>
        <p:nvSpPr>
          <p:cNvPr id="35" name="Shape 33"/>
          <p:cNvSpPr/>
          <p:nvPr/>
        </p:nvSpPr>
        <p:spPr>
          <a:xfrm>
            <a:off x="2733675" y="9896475"/>
            <a:ext cx="57150" cy="57150"/>
          </a:xfrm>
          <a:prstGeom prst="ellipse">
            <a:avLst/>
          </a:prstGeom>
          <a:solidFill>
            <a:srgbClr val="363B4A"/>
          </a:solidFill>
          <a:ln/>
        </p:spPr>
      </p:sp>
      <p:sp>
        <p:nvSpPr>
          <p:cNvPr id="36" name="Shape 34"/>
          <p:cNvSpPr/>
          <p:nvPr/>
        </p:nvSpPr>
        <p:spPr>
          <a:xfrm>
            <a:off x="2838450" y="9896475"/>
            <a:ext cx="57150" cy="57150"/>
          </a:xfrm>
          <a:prstGeom prst="ellipse">
            <a:avLst/>
          </a:prstGeom>
          <a:solidFill>
            <a:srgbClr val="363B4A"/>
          </a:solidFill>
          <a:ln/>
        </p:spPr>
      </p:sp>
      <p:sp>
        <p:nvSpPr>
          <p:cNvPr id="37" name="Shape 35"/>
          <p:cNvSpPr/>
          <p:nvPr/>
        </p:nvSpPr>
        <p:spPr>
          <a:xfrm>
            <a:off x="2943225" y="9896475"/>
            <a:ext cx="57150" cy="57150"/>
          </a:xfrm>
          <a:prstGeom prst="ellipse">
            <a:avLst/>
          </a:prstGeom>
          <a:solidFill>
            <a:srgbClr val="363B4A"/>
          </a:solidFill>
          <a:ln/>
        </p:spPr>
      </p:sp>
      <p:sp>
        <p:nvSpPr>
          <p:cNvPr id="38" name="Shape 36"/>
          <p:cNvSpPr/>
          <p:nvPr/>
        </p:nvSpPr>
        <p:spPr>
          <a:xfrm>
            <a:off x="3048000" y="9896475"/>
            <a:ext cx="57150" cy="57150"/>
          </a:xfrm>
          <a:prstGeom prst="ellipse">
            <a:avLst/>
          </a:prstGeom>
          <a:solidFill>
            <a:srgbClr val="363B4A"/>
          </a:solidFill>
          <a:ln/>
        </p:spPr>
      </p:sp>
      <p:sp>
        <p:nvSpPr>
          <p:cNvPr id="39" name="Shape 37"/>
          <p:cNvSpPr/>
          <p:nvPr/>
        </p:nvSpPr>
        <p:spPr>
          <a:xfrm>
            <a:off x="3152775" y="9896475"/>
            <a:ext cx="57150" cy="57150"/>
          </a:xfrm>
          <a:prstGeom prst="ellipse">
            <a:avLst/>
          </a:prstGeom>
          <a:solidFill>
            <a:srgbClr val="363B4A"/>
          </a:solidFill>
          <a:ln/>
        </p:spPr>
      </p:sp>
      <p:sp>
        <p:nvSpPr>
          <p:cNvPr id="40" name="Shape 38"/>
          <p:cNvSpPr/>
          <p:nvPr/>
        </p:nvSpPr>
        <p:spPr>
          <a:xfrm>
            <a:off x="3257550" y="9896475"/>
            <a:ext cx="57150" cy="57150"/>
          </a:xfrm>
          <a:prstGeom prst="ellipse">
            <a:avLst/>
          </a:prstGeom>
          <a:solidFill>
            <a:srgbClr val="363B4A"/>
          </a:solidFill>
          <a:ln/>
        </p:spPr>
      </p:sp>
      <p:sp>
        <p:nvSpPr>
          <p:cNvPr id="41" name="Text 39"/>
          <p:cNvSpPr/>
          <p:nvPr/>
        </p:nvSpPr>
        <p:spPr>
          <a:xfrm>
            <a:off x="3667125" y="9734550"/>
            <a:ext cx="10953750" cy="342900"/>
          </a:xfrm>
          <a:prstGeom prst="rect">
            <a:avLst/>
          </a:prstGeom>
          <a:noFill/>
          <a:ln/>
        </p:spPr>
        <p:txBody>
          <a:bodyPr wrap="square" lIns="0" tIns="8906" rIns="0" bIns="-8906" rtlCol="0" anchor="t"/>
          <a:lstStyle/>
          <a:p>
            <a:pPr algn="l" indent="0" marL="0">
              <a:lnSpc>
                <a:spcPts val="2145"/>
              </a:lnSpc>
              <a:buNone/>
            </a:pPr>
            <a:r>
              <a:rPr lang="en-US" sz="1650" dirty="0" spc="-6" kern="0">
                <a:solidFill>
                  <a:srgbClr val="9AA0B5"/>
                </a:solidFill>
                <a:latin typeface="Be Vietnam Pro" pitchFamily="34" charset="0"/>
                <a:ea typeface="Be Vietnam Pro" pitchFamily="34" charset="-122"/>
                <a:cs typeface="Be Vietnam Pro" pitchFamily="34" charset="-120"/>
              </a:rPr>
              <a:t>Multiple-report</a:t>
            </a:r>
            <a:r>
              <a:rPr lang="en-US" sz="1650" dirty="0" spc="3" kern="0">
                <a:solidFill>
                  <a:srgbClr val="9AA0B5"/>
                </a:solidFill>
                <a:latin typeface="Be Vietnam Pro" pitchFamily="34" charset="0"/>
                <a:ea typeface="Be Vietnam Pro" pitchFamily="34" charset="-122"/>
                <a:cs typeface="Be Vietnam Pro" pitchFamily="34" charset="-120"/>
              </a:rPr>
              <a:t> ·</a:t>
            </a:r>
            <a:r>
              <a:rPr lang="en-US" sz="1650" dirty="0" spc="1" kern="0">
                <a:solidFill>
                  <a:srgbClr val="9AA0B5"/>
                </a:solidFill>
                <a:latin typeface="Be Vietnam Pro" pitchFamily="34" charset="0"/>
                <a:ea typeface="Be Vietnam Pro" pitchFamily="34" charset="-122"/>
                <a:cs typeface="Be Vietnam Pro" pitchFamily="34" charset="-120"/>
              </a:rPr>
              <a:t> GitHub</a:t>
            </a:r>
            <a:r>
              <a:rPr lang="en-US" sz="1650" dirty="0" spc="-38" kern="0">
                <a:solidFill>
                  <a:srgbClr val="9AA0B5"/>
                </a:solidFill>
                <a:latin typeface="Be Vietnam Pro" pitchFamily="34" charset="0"/>
                <a:ea typeface="Be Vietnam Pro" pitchFamily="34" charset="-122"/>
                <a:cs typeface="Be Vietnam Pro" pitchFamily="34" charset="-120"/>
              </a:rPr>
              <a:t> Top</a:t>
            </a:r>
            <a:r>
              <a:rPr lang="en-US" sz="1650" dirty="0" spc="4" kern="0">
                <a:solidFill>
                  <a:srgbClr val="9AA0B5"/>
                </a:solidFill>
                <a:latin typeface="Be Vietnam Pro" pitchFamily="34" charset="0"/>
                <a:ea typeface="Be Vietnam Pro" pitchFamily="34" charset="-122"/>
                <a:cs typeface="Be Vietnam Pro" pitchFamily="34" charset="-120"/>
              </a:rPr>
              <a:t> 3</a:t>
            </a:r>
            <a:r>
              <a:rPr lang="en-US" sz="1650" dirty="0" spc="0" kern="0">
                <a:solidFill>
                  <a:srgbClr val="9AA0B5"/>
                </a:solidFill>
                <a:latin typeface="Be Vietnam Pro" pitchFamily="34" charset="0"/>
                <a:ea typeface="Be Vietnam Pro" pitchFamily="34" charset="-122"/>
                <a:cs typeface="Be Vietnam Pro" pitchFamily="34" charset="-120"/>
              </a:rPr>
              <a:t> ·</a:t>
            </a:r>
            <a:r>
              <a:rPr lang="en-US" sz="1650" dirty="0" spc="-21" kern="0">
                <a:solidFill>
                  <a:srgbClr val="9AA0B5"/>
                </a:solidFill>
                <a:latin typeface="Be Vietnam Pro" pitchFamily="34" charset="0"/>
                <a:ea typeface="Be Vietnam Pro" pitchFamily="34" charset="-122"/>
                <a:cs typeface="Be Vietnam Pro" pitchFamily="34" charset="-120"/>
              </a:rPr>
              <a:t> 10/24</a:t>
            </a:r>
            <a:endParaRPr lang="en-US" sz="1650" dirty="0"/>
          </a:p>
        </p:txBody>
      </p:sp>
      <p:sp>
        <p:nvSpPr>
          <p:cNvPr id="42" name="Shape 40"/>
          <p:cNvSpPr/>
          <p:nvPr/>
        </p:nvSpPr>
        <p:spPr>
          <a:xfrm>
            <a:off x="15983712" y="9076331"/>
            <a:ext cx="1645920" cy="552301"/>
          </a:xfrm>
          <a:prstGeom prst="roundRect">
            <a:avLst>
              <a:gd name="adj" fmla="val 28000"/>
            </a:avLst>
          </a:prstGeom>
          <a:solidFill>
            <a:srgbClr val="FFFFFF">
              <a:alpha val="82000"/>
            </a:srgbClr>
          </a:solidFill>
          <a:ln/>
        </p:spPr>
      </p:sp>
      <p:pic>
        <p:nvPicPr>
          <p:cNvPr id="43" name="Moda image moda-export-watermark-d42e4b71-a962-464c-8bde-9d94e06ef07a"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838200" y="438150"/>
            <a:ext cx="16192500" cy="381000"/>
          </a:xfrm>
          <a:prstGeom prst="rect">
            <a:avLst/>
          </a:prstGeom>
          <a:noFill/>
          <a:ln/>
        </p:spPr>
        <p:txBody>
          <a:bodyPr wrap="square" lIns="0" tIns="10104" rIns="0" bIns="-10104" rtlCol="0" anchor="t"/>
          <a:lstStyle/>
          <a:p>
            <a:pPr algn="l" indent="0" marL="0">
              <a:lnSpc>
                <a:spcPts val="2438"/>
              </a:lnSpc>
              <a:buNone/>
            </a:pPr>
            <a:r>
              <a:rPr lang="en-US" sz="1875" dirty="0" spc="-1" kern="0">
                <a:solidFill>
                  <a:srgbClr val="B45309"/>
                </a:solidFill>
                <a:latin typeface="Be Vietnam Pro SemiBold" pitchFamily="34" charset="0"/>
                <a:ea typeface="Be Vietnam Pro SemiBold" pitchFamily="34" charset="-122"/>
                <a:cs typeface="Be Vietnam Pro SemiBold" pitchFamily="34" charset="-120"/>
              </a:rPr>
              <a:t>02</a:t>
            </a:r>
            <a:r>
              <a:rPr lang="en-US" sz="1875" dirty="0" spc="-2" kern="0">
                <a:solidFill>
                  <a:srgbClr val="B45309"/>
                </a:solidFill>
                <a:latin typeface="Be Vietnam Pro SemiBold" pitchFamily="34" charset="0"/>
                <a:ea typeface="Be Vietnam Pro SemiBold" pitchFamily="34" charset="-122"/>
                <a:cs typeface="Be Vietnam Pro SemiBold" pitchFamily="34" charset="-120"/>
              </a:rPr>
              <a:t> /</a:t>
            </a:r>
            <a:r>
              <a:rPr lang="en-US" sz="1875" dirty="0" spc="-5" kern="0">
                <a:solidFill>
                  <a:srgbClr val="B45309"/>
                </a:solidFill>
                <a:latin typeface="Be Vietnam Pro SemiBold" pitchFamily="34" charset="0"/>
                <a:ea typeface="Be Vietnam Pro SemiBold" pitchFamily="34" charset="-122"/>
                <a:cs typeface="Be Vietnam Pro SemiBold" pitchFamily="34" charset="-120"/>
              </a:rPr>
              <a:t> BẢN</a:t>
            </a:r>
            <a:r>
              <a:rPr lang="en-US" sz="1875" dirty="0" spc="-2" kern="0">
                <a:solidFill>
                  <a:srgbClr val="B45309"/>
                </a:solidFill>
                <a:latin typeface="Be Vietnam Pro SemiBold" pitchFamily="34" charset="0"/>
                <a:ea typeface="Be Vietnam Pro SemiBold" pitchFamily="34" charset="-122"/>
                <a:cs typeface="Be Vietnam Pro SemiBold" pitchFamily="34" charset="-120"/>
              </a:rPr>
              <a:t> ĐỒ</a:t>
            </a:r>
            <a:r>
              <a:rPr lang="en-US" sz="1875" dirty="0" spc="1" kern="0">
                <a:solidFill>
                  <a:srgbClr val="B45309"/>
                </a:solidFill>
                <a:latin typeface="Be Vietnam Pro SemiBold" pitchFamily="34" charset="0"/>
                <a:ea typeface="Be Vietnam Pro SemiBold" pitchFamily="34" charset="-122"/>
                <a:cs typeface="Be Vietnam Pro SemiBold" pitchFamily="34" charset="-120"/>
              </a:rPr>
              <a:t> NỘI DUNG</a:t>
            </a:r>
            <a:endParaRPr lang="en-US" sz="1875" dirty="0"/>
          </a:p>
        </p:txBody>
      </p:sp>
      <p:sp>
        <p:nvSpPr>
          <p:cNvPr id="3" name="Text 1"/>
          <p:cNvSpPr/>
          <p:nvPr/>
        </p:nvSpPr>
        <p:spPr>
          <a:xfrm>
            <a:off x="838200" y="1066800"/>
            <a:ext cx="16573500" cy="1476375"/>
          </a:xfrm>
          <a:prstGeom prst="rect">
            <a:avLst/>
          </a:prstGeom>
          <a:noFill/>
          <a:ln/>
        </p:spPr>
        <p:txBody>
          <a:bodyPr wrap="square" lIns="0" tIns="3048" rIns="0" bIns="-3048" rtlCol="0" anchor="t"/>
          <a:lstStyle/>
          <a:p>
            <a:pPr algn="l" indent="0" marL="0">
              <a:lnSpc>
                <a:spcPts val="6240"/>
              </a:lnSpc>
              <a:buNone/>
            </a:pPr>
            <a:r>
              <a:rPr lang="en-US" sz="4800" dirty="0" spc="0" kern="0">
                <a:solidFill>
                  <a:srgbClr val="14161C"/>
                </a:solidFill>
                <a:latin typeface="Bricolage Grotesque ExtraBold" pitchFamily="34" charset="0"/>
                <a:ea typeface="Bricolage Grotesque ExtraBold" pitchFamily="34" charset="-122"/>
                <a:cs typeface="Bricolage Grotesque ExtraBold" pitchFamily="34" charset="-120"/>
              </a:rPr>
              <a:t>Phạm</a:t>
            </a:r>
            <a:r>
              <a:rPr lang="en-US" sz="4800" dirty="0" spc="-3" kern="0">
                <a:solidFill>
                  <a:srgbClr val="14161C"/>
                </a:solidFill>
                <a:latin typeface="Bricolage Grotesque ExtraBold" pitchFamily="34" charset="0"/>
                <a:ea typeface="Bricolage Grotesque ExtraBold" pitchFamily="34" charset="-122"/>
                <a:cs typeface="Bricolage Grotesque ExtraBold" pitchFamily="34" charset="-120"/>
              </a:rPr>
              <a:t> vi</a:t>
            </a:r>
            <a:r>
              <a:rPr lang="en-US" sz="4800" dirty="0" spc="-14" kern="0">
                <a:solidFill>
                  <a:srgbClr val="14161C"/>
                </a:solidFill>
                <a:latin typeface="Bricolage Grotesque ExtraBold" pitchFamily="34" charset="0"/>
                <a:ea typeface="Bricolage Grotesque ExtraBold" pitchFamily="34" charset="-122"/>
                <a:cs typeface="Bricolage Grotesque ExtraBold" pitchFamily="34" charset="-120"/>
              </a:rPr>
              <a:t> rộng</a:t>
            </a:r>
            <a:r>
              <a:rPr lang="en-US" sz="4800" dirty="0" spc="-32" kern="0">
                <a:solidFill>
                  <a:srgbClr val="14161C"/>
                </a:solidFill>
                <a:latin typeface="Bricolage Grotesque ExtraBold" pitchFamily="34" charset="0"/>
                <a:ea typeface="Bricolage Grotesque ExtraBold" pitchFamily="34" charset="-122"/>
                <a:cs typeface="Bricolage Grotesque ExtraBold" pitchFamily="34" charset="-120"/>
              </a:rPr>
              <a:t> hơn</a:t>
            </a:r>
            <a:r>
              <a:rPr lang="en-US" sz="4800" dirty="0" spc="-7" kern="0">
                <a:solidFill>
                  <a:srgbClr val="14161C"/>
                </a:solidFill>
                <a:latin typeface="Bricolage Grotesque ExtraBold" pitchFamily="34" charset="0"/>
                <a:ea typeface="Bricolage Grotesque ExtraBold" pitchFamily="34" charset="-122"/>
                <a:cs typeface="Bricolage Grotesque ExtraBold" pitchFamily="34" charset="-120"/>
              </a:rPr>
              <a:t> một</a:t>
            </a:r>
            <a:r>
              <a:rPr lang="en-US" sz="4800" dirty="0" spc="-2" kern="0">
                <a:solidFill>
                  <a:srgbClr val="14161C"/>
                </a:solidFill>
                <a:latin typeface="Bricolage Grotesque ExtraBold" pitchFamily="34" charset="0"/>
                <a:ea typeface="Bricolage Grotesque ExtraBold" pitchFamily="34" charset="-122"/>
                <a:cs typeface="Bricolage Grotesque ExtraBold" pitchFamily="34" charset="-120"/>
              </a:rPr>
              <a:t> kho</a:t>
            </a:r>
            <a:r>
              <a:rPr lang="en-US" sz="4800" dirty="0" spc="-1" kern="0">
                <a:solidFill>
                  <a:srgbClr val="14161C"/>
                </a:solidFill>
                <a:latin typeface="Bricolage Grotesque ExtraBold" pitchFamily="34" charset="0"/>
                <a:ea typeface="Bricolage Grotesque ExtraBold" pitchFamily="34" charset="-122"/>
                <a:cs typeface="Bricolage Grotesque ExtraBold" pitchFamily="34" charset="-120"/>
              </a:rPr>
              <a:t> lập</a:t>
            </a:r>
            <a:r>
              <a:rPr lang="en-US" sz="4800" dirty="0" spc="-11" kern="0">
                <a:solidFill>
                  <a:srgbClr val="14161C"/>
                </a:solidFill>
                <a:latin typeface="Bricolage Grotesque ExtraBold" pitchFamily="34" charset="0"/>
                <a:ea typeface="Bricolage Grotesque ExtraBold" pitchFamily="34" charset="-122"/>
                <a:cs typeface="Bricolage Grotesque ExtraBold" pitchFamily="34" charset="-120"/>
              </a:rPr>
              <a:t> trình</a:t>
            </a:r>
            <a:endParaRPr lang="en-US" sz="4800" dirty="0"/>
          </a:p>
        </p:txBody>
      </p:sp>
      <p:sp>
        <p:nvSpPr>
          <p:cNvPr id="4" name="Connector line-1792794884465-392325768"/>
          <p:cNvSpPr/>
          <p:nvPr/>
        </p:nvSpPr>
        <p:spPr>
          <a:xfrm>
            <a:off x="838200" y="2647950"/>
            <a:ext cx="16611600" cy="0"/>
          </a:xfrm>
          <a:prstGeom prst="line">
            <a:avLst/>
          </a:prstGeom>
          <a:noFill/>
          <a:ln w="28575">
            <a:solidFill>
              <a:srgbClr val="DDD5C1"/>
            </a:solidFill>
            <a:prstDash val="solid"/>
            <a:headEnd type="none"/>
            <a:tailEnd type="none"/>
          </a:ln>
        </p:spPr>
      </p:sp>
      <p:sp>
        <p:nvSpPr>
          <p:cNvPr id="5" name="Shape 3"/>
          <p:cNvSpPr/>
          <p:nvPr/>
        </p:nvSpPr>
        <p:spPr>
          <a:xfrm>
            <a:off x="838200" y="3048000"/>
            <a:ext cx="8153400" cy="2266950"/>
          </a:xfrm>
          <a:prstGeom prst="roundRect">
            <a:avLst>
              <a:gd name="adj" fmla="val 7563"/>
            </a:avLst>
          </a:prstGeom>
          <a:solidFill>
            <a:srgbClr val="FBF8F2"/>
          </a:solidFill>
          <a:ln w="9525">
            <a:solidFill>
              <a:srgbClr val="DDD5C1"/>
            </a:solidFill>
            <a:prstDash val="solid"/>
          </a:ln>
        </p:spPr>
      </p:sp>
      <p:sp>
        <p:nvSpPr>
          <p:cNvPr id="6" name="Text 4"/>
          <p:cNvSpPr/>
          <p:nvPr/>
        </p:nvSpPr>
        <p:spPr>
          <a:xfrm>
            <a:off x="1104900" y="3257550"/>
            <a:ext cx="7620000" cy="514350"/>
          </a:xfrm>
          <a:prstGeom prst="rect">
            <a:avLst/>
          </a:prstGeom>
          <a:noFill/>
          <a:ln/>
        </p:spPr>
        <p:txBody>
          <a:bodyPr wrap="square" lIns="0" tIns="11724" rIns="0" bIns="-11724" rtlCol="0" anchor="t"/>
          <a:lstStyle/>
          <a:p>
            <a:pPr algn="l" indent="0" marL="0">
              <a:lnSpc>
                <a:spcPts val="2828"/>
              </a:lnSpc>
              <a:buNone/>
            </a:pPr>
            <a:r>
              <a:rPr lang="en-US" sz="2175" b="1" dirty="0" spc="-53" kern="0">
                <a:solidFill>
                  <a:srgbClr val="B45309"/>
                </a:solidFill>
                <a:latin typeface="Be Vietnam Pro" pitchFamily="34" charset="0"/>
                <a:ea typeface="Be Vietnam Pro" pitchFamily="34" charset="-122"/>
                <a:cs typeface="Be Vietnam Pro" pitchFamily="34" charset="-120"/>
              </a:rPr>
              <a:t>PHÁT</a:t>
            </a:r>
            <a:r>
              <a:rPr lang="en-US" sz="2175" b="1" dirty="0" spc="3" kern="0">
                <a:solidFill>
                  <a:srgbClr val="B45309"/>
                </a:solidFill>
                <a:latin typeface="Be Vietnam Pro" pitchFamily="34" charset="0"/>
                <a:ea typeface="Be Vietnam Pro" pitchFamily="34" charset="-122"/>
                <a:cs typeface="Be Vietnam Pro" pitchFamily="34" charset="-120"/>
              </a:rPr>
              <a:t> TRIỂN</a:t>
            </a:r>
            <a:r>
              <a:rPr lang="en-US" sz="2175" b="1" dirty="0" spc="1" kern="0">
                <a:solidFill>
                  <a:srgbClr val="B45309"/>
                </a:solidFill>
                <a:latin typeface="Be Vietnam Pro" pitchFamily="34" charset="0"/>
                <a:ea typeface="Be Vietnam Pro" pitchFamily="34" charset="-122"/>
                <a:cs typeface="Be Vietnam Pro" pitchFamily="34" charset="-120"/>
              </a:rPr>
              <a:t> PHẦN</a:t>
            </a:r>
            <a:r>
              <a:rPr lang="en-US" sz="2175" b="1" dirty="0" spc="-1" kern="0">
                <a:solidFill>
                  <a:srgbClr val="B45309"/>
                </a:solidFill>
                <a:latin typeface="Be Vietnam Pro" pitchFamily="34" charset="0"/>
                <a:ea typeface="Be Vietnam Pro" pitchFamily="34" charset="-122"/>
                <a:cs typeface="Be Vietnam Pro" pitchFamily="34" charset="-120"/>
              </a:rPr>
              <a:t> MỀM</a:t>
            </a:r>
            <a:endParaRPr lang="en-US" sz="2175" dirty="0"/>
          </a:p>
        </p:txBody>
      </p:sp>
      <p:sp>
        <p:nvSpPr>
          <p:cNvPr id="7" name="Text 5"/>
          <p:cNvSpPr/>
          <p:nvPr/>
        </p:nvSpPr>
        <p:spPr>
          <a:xfrm>
            <a:off x="1104900" y="3886200"/>
            <a:ext cx="7620000" cy="1333500"/>
          </a:xfrm>
          <a:prstGeom prst="rect">
            <a:avLst/>
          </a:prstGeom>
          <a:noFill/>
          <a:ln/>
        </p:spPr>
        <p:txBody>
          <a:bodyPr wrap="square" lIns="0" tIns="13343" rIns="0" bIns="-13343" rtlCol="0" anchor="t"/>
          <a:lstStyle/>
          <a:p>
            <a:pPr algn="l" indent="0" marL="0">
              <a:lnSpc>
                <a:spcPts val="3218"/>
              </a:lnSpc>
              <a:buNone/>
            </a:pPr>
            <a:r>
              <a:rPr lang="en-US" sz="2475" dirty="0" spc="-26" kern="0">
                <a:solidFill>
                  <a:srgbClr val="14161C"/>
                </a:solidFill>
                <a:latin typeface="Be Vietnam Pro" pitchFamily="34" charset="0"/>
                <a:ea typeface="Be Vietnam Pro" pitchFamily="34" charset="-122"/>
                <a:cs typeface="Be Vietnam Pro" pitchFamily="34" charset="-120"/>
              </a:rPr>
              <a:t>Platforms</a:t>
            </a:r>
            <a:r>
              <a:rPr lang="en-US" sz="2475" dirty="0" spc="2" kern="0">
                <a:solidFill>
                  <a:srgbClr val="14161C"/>
                </a:solidFill>
                <a:latin typeface="Be Vietnam Pro" pitchFamily="34" charset="0"/>
                <a:ea typeface="Be Vietnam Pro" pitchFamily="34" charset="-122"/>
                <a:cs typeface="Be Vietnam Pro" pitchFamily="34" charset="-120"/>
              </a:rPr>
              <a:t> ·</a:t>
            </a:r>
            <a:r>
              <a:rPr lang="en-US" sz="2475" dirty="0" spc="-18" kern="0">
                <a:solidFill>
                  <a:srgbClr val="14161C"/>
                </a:solidFill>
                <a:latin typeface="Be Vietnam Pro" pitchFamily="34" charset="0"/>
                <a:ea typeface="Be Vietnam Pro" pitchFamily="34" charset="-122"/>
                <a:cs typeface="Be Vietnam Pro" pitchFamily="34" charset="-120"/>
              </a:rPr>
              <a:t> Programming</a:t>
            </a:r>
            <a:r>
              <a:rPr lang="en-US" sz="2475" dirty="0" spc="-15" kern="0">
                <a:solidFill>
                  <a:srgbClr val="14161C"/>
                </a:solidFill>
                <a:latin typeface="Be Vietnam Pro" pitchFamily="34" charset="0"/>
                <a:ea typeface="Be Vietnam Pro" pitchFamily="34" charset="-122"/>
                <a:cs typeface="Be Vietnam Pro" pitchFamily="34" charset="-120"/>
              </a:rPr>
              <a:t> Languages</a:t>
            </a:r>
            <a:endParaRPr lang="en-US" sz="2475" dirty="0"/>
          </a:p>
          <a:p>
            <a:pPr algn="l" indent="0" marL="0">
              <a:lnSpc>
                <a:spcPts val="3218"/>
              </a:lnSpc>
              <a:buNone/>
            </a:pPr>
            <a:r>
              <a:rPr lang="en-US" sz="2475" dirty="0" spc="-29" kern="0">
                <a:solidFill>
                  <a:srgbClr val="14161C"/>
                </a:solidFill>
                <a:latin typeface="Be Vietnam Pro" pitchFamily="34" charset="0"/>
                <a:ea typeface="Be Vietnam Pro" pitchFamily="34" charset="-122"/>
                <a:cs typeface="Be Vietnam Pro" pitchFamily="34" charset="-120"/>
              </a:rPr>
              <a:t>Front-End</a:t>
            </a:r>
            <a:r>
              <a:rPr lang="en-US" sz="2475" dirty="0" spc="1" kern="0">
                <a:solidFill>
                  <a:srgbClr val="14161C"/>
                </a:solidFill>
                <a:latin typeface="Be Vietnam Pro" pitchFamily="34" charset="0"/>
                <a:ea typeface="Be Vietnam Pro" pitchFamily="34" charset="-122"/>
                <a:cs typeface="Be Vietnam Pro" pitchFamily="34" charset="-120"/>
              </a:rPr>
              <a:t> · Back-End</a:t>
            </a:r>
            <a:endParaRPr lang="en-US" sz="2475" dirty="0"/>
          </a:p>
          <a:p>
            <a:pPr algn="l" indent="0" marL="0">
              <a:lnSpc>
                <a:spcPts val="3218"/>
              </a:lnSpc>
              <a:buNone/>
            </a:pPr>
            <a:r>
              <a:rPr lang="en-US" sz="2475" dirty="0" spc="-3" kern="0">
                <a:solidFill>
                  <a:srgbClr val="14161C"/>
                </a:solidFill>
                <a:latin typeface="Be Vietnam Pro" pitchFamily="34" charset="0"/>
                <a:ea typeface="Be Vietnam Pro" pitchFamily="34" charset="-122"/>
                <a:cs typeface="Be Vietnam Pro" pitchFamily="34" charset="-120"/>
              </a:rPr>
              <a:t>Tìm</a:t>
            </a:r>
            <a:r>
              <a:rPr lang="en-US" sz="2475" dirty="0" spc="-2" kern="0">
                <a:solidFill>
                  <a:srgbClr val="14161C"/>
                </a:solidFill>
                <a:latin typeface="Be Vietnam Pro" pitchFamily="34" charset="0"/>
                <a:ea typeface="Be Vietnam Pro" pitchFamily="34" charset="-122"/>
                <a:cs typeface="Be Vietnam Pro" pitchFamily="34" charset="-120"/>
              </a:rPr>
              <a:t> hệ</a:t>
            </a:r>
            <a:r>
              <a:rPr lang="en-US" sz="2475" dirty="0" spc="1" kern="0">
                <a:solidFill>
                  <a:srgbClr val="14161C"/>
                </a:solidFill>
                <a:latin typeface="Be Vietnam Pro" pitchFamily="34" charset="0"/>
                <a:ea typeface="Be Vietnam Pro" pitchFamily="34" charset="-122"/>
                <a:cs typeface="Be Vietnam Pro" pitchFamily="34" charset="-120"/>
              </a:rPr>
              <a:t> sinh</a:t>
            </a:r>
            <a:r>
              <a:rPr lang="en-US" sz="2475" dirty="0" spc="0" kern="0">
                <a:solidFill>
                  <a:srgbClr val="14161C"/>
                </a:solidFill>
                <a:latin typeface="Be Vietnam Pro" pitchFamily="34" charset="0"/>
                <a:ea typeface="Be Vietnam Pro" pitchFamily="34" charset="-122"/>
                <a:cs typeface="Be Vietnam Pro" pitchFamily="34" charset="-120"/>
              </a:rPr>
              <a:t> thái</a:t>
            </a:r>
            <a:r>
              <a:rPr lang="en-US" sz="2475" dirty="0" spc="-17" kern="0">
                <a:solidFill>
                  <a:srgbClr val="14161C"/>
                </a:solidFill>
                <a:latin typeface="Be Vietnam Pro" pitchFamily="34" charset="0"/>
                <a:ea typeface="Be Vietnam Pro" pitchFamily="34" charset="-122"/>
                <a:cs typeface="Be Vietnam Pro" pitchFamily="34" charset="-120"/>
              </a:rPr>
              <a:t> và</a:t>
            </a:r>
            <a:r>
              <a:rPr lang="en-US" sz="2475" dirty="0" spc="2" kern="0">
                <a:solidFill>
                  <a:srgbClr val="14161C"/>
                </a:solidFill>
                <a:latin typeface="Be Vietnam Pro" pitchFamily="34" charset="0"/>
                <a:ea typeface="Be Vietnam Pro" pitchFamily="34" charset="-122"/>
                <a:cs typeface="Be Vietnam Pro" pitchFamily="34" charset="-120"/>
              </a:rPr>
              <a:t> công</a:t>
            </a:r>
            <a:r>
              <a:rPr lang="en-US" sz="2475" dirty="0" spc="-1" kern="0">
                <a:solidFill>
                  <a:srgbClr val="14161C"/>
                </a:solidFill>
                <a:latin typeface="Be Vietnam Pro" pitchFamily="34" charset="0"/>
                <a:ea typeface="Be Vietnam Pro" pitchFamily="34" charset="-122"/>
                <a:cs typeface="Be Vietnam Pro" pitchFamily="34" charset="-120"/>
              </a:rPr>
              <a:t> cụ.</a:t>
            </a:r>
            <a:endParaRPr lang="en-US" sz="2475" dirty="0"/>
          </a:p>
        </p:txBody>
      </p:sp>
      <p:sp>
        <p:nvSpPr>
          <p:cNvPr id="8" name="Shape 6"/>
          <p:cNvSpPr/>
          <p:nvPr/>
        </p:nvSpPr>
        <p:spPr>
          <a:xfrm>
            <a:off x="9296400" y="3048000"/>
            <a:ext cx="8153400" cy="2266950"/>
          </a:xfrm>
          <a:prstGeom prst="roundRect">
            <a:avLst>
              <a:gd name="adj" fmla="val 7563"/>
            </a:avLst>
          </a:prstGeom>
          <a:solidFill>
            <a:srgbClr val="FBF8F2"/>
          </a:solidFill>
          <a:ln w="9525">
            <a:solidFill>
              <a:srgbClr val="DDD5C1"/>
            </a:solidFill>
            <a:prstDash val="solid"/>
          </a:ln>
        </p:spPr>
      </p:sp>
      <p:sp>
        <p:nvSpPr>
          <p:cNvPr id="9" name="Text 7"/>
          <p:cNvSpPr/>
          <p:nvPr/>
        </p:nvSpPr>
        <p:spPr>
          <a:xfrm>
            <a:off x="9563100" y="3257550"/>
            <a:ext cx="7620000" cy="514350"/>
          </a:xfrm>
          <a:prstGeom prst="rect">
            <a:avLst/>
          </a:prstGeom>
          <a:noFill/>
          <a:ln/>
        </p:spPr>
        <p:txBody>
          <a:bodyPr wrap="square" lIns="0" tIns="11724" rIns="0" bIns="-11724" rtlCol="0" anchor="t"/>
          <a:lstStyle/>
          <a:p>
            <a:pPr algn="l" indent="0" marL="0">
              <a:lnSpc>
                <a:spcPts val="2828"/>
              </a:lnSpc>
              <a:buNone/>
            </a:pPr>
            <a:r>
              <a:rPr lang="en-US" sz="2175" b="1" dirty="0" spc="4" kern="0">
                <a:solidFill>
                  <a:srgbClr val="B45309"/>
                </a:solidFill>
                <a:latin typeface="Be Vietnam Pro" pitchFamily="34" charset="0"/>
                <a:ea typeface="Be Vietnam Pro" pitchFamily="34" charset="-122"/>
                <a:cs typeface="Be Vietnam Pro" pitchFamily="34" charset="-120"/>
              </a:rPr>
              <a:t>NỀN</a:t>
            </a:r>
            <a:r>
              <a:rPr lang="en-US" sz="2175" b="1" dirty="0" spc="-40" kern="0">
                <a:solidFill>
                  <a:srgbClr val="B45309"/>
                </a:solidFill>
                <a:latin typeface="Be Vietnam Pro" pitchFamily="34" charset="0"/>
                <a:ea typeface="Be Vietnam Pro" pitchFamily="34" charset="-122"/>
                <a:cs typeface="Be Vietnam Pro" pitchFamily="34" charset="-120"/>
              </a:rPr>
              <a:t> TẢNG</a:t>
            </a:r>
            <a:r>
              <a:rPr lang="en-US" sz="2175" b="1" dirty="0" spc="-2" kern="0">
                <a:solidFill>
                  <a:srgbClr val="B45309"/>
                </a:solidFill>
                <a:latin typeface="Be Vietnam Pro" pitchFamily="34" charset="0"/>
                <a:ea typeface="Be Vietnam Pro" pitchFamily="34" charset="-122"/>
                <a:cs typeface="Be Vietnam Pro" pitchFamily="34" charset="-120"/>
              </a:rPr>
              <a:t> KỸ</a:t>
            </a:r>
            <a:r>
              <a:rPr lang="en-US" sz="2175" b="1" dirty="0" spc="-43" kern="0">
                <a:solidFill>
                  <a:srgbClr val="B45309"/>
                </a:solidFill>
                <a:latin typeface="Be Vietnam Pro" pitchFamily="34" charset="0"/>
                <a:ea typeface="Be Vietnam Pro" pitchFamily="34" charset="-122"/>
                <a:cs typeface="Be Vietnam Pro" pitchFamily="34" charset="-120"/>
              </a:rPr>
              <a:t> THUẬT</a:t>
            </a:r>
            <a:endParaRPr lang="en-US" sz="2175" dirty="0"/>
          </a:p>
        </p:txBody>
      </p:sp>
      <p:sp>
        <p:nvSpPr>
          <p:cNvPr id="10" name="Text 8"/>
          <p:cNvSpPr/>
          <p:nvPr/>
        </p:nvSpPr>
        <p:spPr>
          <a:xfrm>
            <a:off x="9563100" y="3886200"/>
            <a:ext cx="7620000" cy="1333500"/>
          </a:xfrm>
          <a:prstGeom prst="rect">
            <a:avLst/>
          </a:prstGeom>
          <a:noFill/>
          <a:ln/>
        </p:spPr>
        <p:txBody>
          <a:bodyPr wrap="square" lIns="0" tIns="13343" rIns="0" bIns="-13343" rtlCol="0" anchor="t"/>
          <a:lstStyle/>
          <a:p>
            <a:pPr algn="l" indent="0" marL="0">
              <a:lnSpc>
                <a:spcPts val="3218"/>
              </a:lnSpc>
              <a:buNone/>
            </a:pPr>
            <a:r>
              <a:rPr lang="en-US" sz="2475" dirty="0" spc="-7" kern="0">
                <a:solidFill>
                  <a:srgbClr val="14161C"/>
                </a:solidFill>
                <a:latin typeface="Be Vietnam Pro" pitchFamily="34" charset="0"/>
                <a:ea typeface="Be Vietnam Pro" pitchFamily="34" charset="-122"/>
                <a:cs typeface="Be Vietnam Pro" pitchFamily="34" charset="-120"/>
              </a:rPr>
              <a:t>Computer</a:t>
            </a:r>
            <a:r>
              <a:rPr lang="en-US" sz="2475" dirty="0" spc="0" kern="0">
                <a:solidFill>
                  <a:srgbClr val="14161C"/>
                </a:solidFill>
                <a:latin typeface="Be Vietnam Pro" pitchFamily="34" charset="0"/>
                <a:ea typeface="Be Vietnam Pro" pitchFamily="34" charset="-122"/>
                <a:cs typeface="Be Vietnam Pro" pitchFamily="34" charset="-120"/>
              </a:rPr>
              <a:t> Science ·</a:t>
            </a:r>
            <a:r>
              <a:rPr lang="en-US" sz="2475" dirty="0" spc="-15" kern="0">
                <a:solidFill>
                  <a:srgbClr val="14161C"/>
                </a:solidFill>
                <a:latin typeface="Be Vietnam Pro" pitchFamily="34" charset="0"/>
                <a:ea typeface="Be Vietnam Pro" pitchFamily="34" charset="-122"/>
                <a:cs typeface="Be Vietnam Pro" pitchFamily="34" charset="-120"/>
              </a:rPr>
              <a:t> Databases</a:t>
            </a:r>
            <a:endParaRPr lang="en-US" sz="2475" dirty="0"/>
          </a:p>
          <a:p>
            <a:pPr algn="l" indent="0" marL="0">
              <a:lnSpc>
                <a:spcPts val="3218"/>
              </a:lnSpc>
              <a:buNone/>
            </a:pPr>
            <a:r>
              <a:rPr lang="en-US" sz="2475" dirty="0" spc="-7" kern="0">
                <a:solidFill>
                  <a:srgbClr val="14161C"/>
                </a:solidFill>
                <a:latin typeface="Be Vietnam Pro" pitchFamily="34" charset="0"/>
                <a:ea typeface="Be Vietnam Pro" pitchFamily="34" charset="-122"/>
                <a:cs typeface="Be Vietnam Pro" pitchFamily="34" charset="-120"/>
              </a:rPr>
              <a:t>Networking</a:t>
            </a:r>
            <a:r>
              <a:rPr lang="en-US" sz="2475" dirty="0" spc="-1" kern="0">
                <a:solidFill>
                  <a:srgbClr val="14161C"/>
                </a:solidFill>
                <a:latin typeface="Be Vietnam Pro" pitchFamily="34" charset="0"/>
                <a:ea typeface="Be Vietnam Pro" pitchFamily="34" charset="-122"/>
                <a:cs typeface="Be Vietnam Pro" pitchFamily="34" charset="-120"/>
              </a:rPr>
              <a:t> ·</a:t>
            </a:r>
            <a:r>
              <a:rPr lang="en-US" sz="2475" dirty="0" spc="1" kern="0">
                <a:solidFill>
                  <a:srgbClr val="14161C"/>
                </a:solidFill>
                <a:latin typeface="Be Vietnam Pro" pitchFamily="34" charset="0"/>
                <a:ea typeface="Be Vietnam Pro" pitchFamily="34" charset="-122"/>
                <a:cs typeface="Be Vietnam Pro" pitchFamily="34" charset="-120"/>
              </a:rPr>
              <a:t> Security</a:t>
            </a:r>
            <a:r>
              <a:rPr lang="en-US" sz="2475" dirty="0" spc="-2" kern="0">
                <a:solidFill>
                  <a:srgbClr val="14161C"/>
                </a:solidFill>
                <a:latin typeface="Be Vietnam Pro" pitchFamily="34" charset="0"/>
                <a:ea typeface="Be Vietnam Pro" pitchFamily="34" charset="-122"/>
                <a:cs typeface="Be Vietnam Pro" pitchFamily="34" charset="-120"/>
              </a:rPr>
              <a:t> ·</a:t>
            </a:r>
            <a:r>
              <a:rPr lang="en-US" sz="2475" dirty="0" spc="-32" kern="0">
                <a:solidFill>
                  <a:srgbClr val="14161C"/>
                </a:solidFill>
                <a:latin typeface="Be Vietnam Pro" pitchFamily="34" charset="0"/>
                <a:ea typeface="Be Vietnam Pro" pitchFamily="34" charset="-122"/>
                <a:cs typeface="Be Vietnam Pro" pitchFamily="34" charset="-120"/>
              </a:rPr>
              <a:t> Testing</a:t>
            </a:r>
            <a:endParaRPr lang="en-US" sz="2475" dirty="0"/>
          </a:p>
          <a:p>
            <a:pPr algn="l" indent="0" marL="0">
              <a:lnSpc>
                <a:spcPts val="3218"/>
              </a:lnSpc>
              <a:buNone/>
            </a:pPr>
            <a:r>
              <a:rPr lang="en-US" sz="2475" dirty="0" spc="-3" kern="0">
                <a:solidFill>
                  <a:srgbClr val="14161C"/>
                </a:solidFill>
                <a:latin typeface="Be Vietnam Pro" pitchFamily="34" charset="0"/>
                <a:ea typeface="Be Vietnam Pro" pitchFamily="34" charset="-122"/>
                <a:cs typeface="Be Vietnam Pro" pitchFamily="34" charset="-120"/>
              </a:rPr>
              <a:t>Tìm</a:t>
            </a:r>
            <a:r>
              <a:rPr lang="en-US" sz="2475" dirty="0" spc="-1" kern="0">
                <a:solidFill>
                  <a:srgbClr val="14161C"/>
                </a:solidFill>
                <a:latin typeface="Be Vietnam Pro" pitchFamily="34" charset="0"/>
                <a:ea typeface="Be Vietnam Pro" pitchFamily="34" charset="-122"/>
                <a:cs typeface="Be Vietnam Pro" pitchFamily="34" charset="-120"/>
              </a:rPr>
              <a:t> kiến</a:t>
            </a:r>
            <a:r>
              <a:rPr lang="en-US" sz="2475" dirty="0" spc="8" kern="0">
                <a:solidFill>
                  <a:srgbClr val="14161C"/>
                </a:solidFill>
                <a:latin typeface="Be Vietnam Pro" pitchFamily="34" charset="0"/>
                <a:ea typeface="Be Vietnam Pro" pitchFamily="34" charset="-122"/>
                <a:cs typeface="Be Vietnam Pro" pitchFamily="34" charset="-120"/>
              </a:rPr>
              <a:t> thức</a:t>
            </a:r>
            <a:r>
              <a:rPr lang="en-US" sz="2475" dirty="0" spc="-17" kern="0">
                <a:solidFill>
                  <a:srgbClr val="14161C"/>
                </a:solidFill>
                <a:latin typeface="Be Vietnam Pro" pitchFamily="34" charset="0"/>
                <a:ea typeface="Be Vietnam Pro" pitchFamily="34" charset="-122"/>
                <a:cs typeface="Be Vietnam Pro" pitchFamily="34" charset="-120"/>
              </a:rPr>
              <a:t> và</a:t>
            </a:r>
            <a:r>
              <a:rPr lang="en-US" sz="2475" dirty="0" spc="7" kern="0">
                <a:solidFill>
                  <a:srgbClr val="14161C"/>
                </a:solidFill>
                <a:latin typeface="Be Vietnam Pro" pitchFamily="34" charset="0"/>
                <a:ea typeface="Be Vietnam Pro" pitchFamily="34" charset="-122"/>
                <a:cs typeface="Be Vietnam Pro" pitchFamily="34" charset="-120"/>
              </a:rPr>
              <a:t> phương</a:t>
            </a:r>
            <a:r>
              <a:rPr lang="en-US" sz="2475" dirty="0" spc="0" kern="0">
                <a:solidFill>
                  <a:srgbClr val="14161C"/>
                </a:solidFill>
                <a:latin typeface="Be Vietnam Pro" pitchFamily="34" charset="0"/>
                <a:ea typeface="Be Vietnam Pro" pitchFamily="34" charset="-122"/>
                <a:cs typeface="Be Vietnam Pro" pitchFamily="34" charset="-120"/>
              </a:rPr>
              <a:t> pháp.</a:t>
            </a:r>
            <a:endParaRPr lang="en-US" sz="2475" dirty="0"/>
          </a:p>
        </p:txBody>
      </p:sp>
      <p:sp>
        <p:nvSpPr>
          <p:cNvPr id="11" name="Shape 9"/>
          <p:cNvSpPr/>
          <p:nvPr/>
        </p:nvSpPr>
        <p:spPr>
          <a:xfrm>
            <a:off x="838200" y="5543550"/>
            <a:ext cx="8153400" cy="2266950"/>
          </a:xfrm>
          <a:prstGeom prst="roundRect">
            <a:avLst>
              <a:gd name="adj" fmla="val 7563"/>
            </a:avLst>
          </a:prstGeom>
          <a:solidFill>
            <a:srgbClr val="FBF8F2"/>
          </a:solidFill>
          <a:ln w="9525">
            <a:solidFill>
              <a:srgbClr val="DDD5C1"/>
            </a:solidFill>
            <a:prstDash val="solid"/>
          </a:ln>
        </p:spPr>
      </p:sp>
      <p:sp>
        <p:nvSpPr>
          <p:cNvPr id="12" name="Text 10"/>
          <p:cNvSpPr/>
          <p:nvPr/>
        </p:nvSpPr>
        <p:spPr>
          <a:xfrm>
            <a:off x="1104900" y="5753100"/>
            <a:ext cx="7620000" cy="514350"/>
          </a:xfrm>
          <a:prstGeom prst="rect">
            <a:avLst/>
          </a:prstGeom>
          <a:noFill/>
          <a:ln/>
        </p:spPr>
        <p:txBody>
          <a:bodyPr wrap="square" lIns="0" tIns="11724" rIns="0" bIns="-11724" rtlCol="0" anchor="t"/>
          <a:lstStyle/>
          <a:p>
            <a:pPr algn="l" indent="0" marL="0">
              <a:lnSpc>
                <a:spcPts val="2828"/>
              </a:lnSpc>
              <a:buNone/>
            </a:pPr>
            <a:r>
              <a:rPr lang="en-US" sz="2175" b="1" dirty="0" spc="1" kern="0">
                <a:solidFill>
                  <a:srgbClr val="B45309"/>
                </a:solidFill>
                <a:latin typeface="Be Vietnam Pro" pitchFamily="34" charset="0"/>
                <a:ea typeface="Be Vietnam Pro" pitchFamily="34" charset="-122"/>
                <a:cs typeface="Be Vietnam Pro" pitchFamily="34" charset="-120"/>
              </a:rPr>
              <a:t>HỌC</a:t>
            </a:r>
            <a:r>
              <a:rPr lang="en-US" sz="2175" b="1" dirty="0" spc="-2" kern="0">
                <a:solidFill>
                  <a:srgbClr val="B45309"/>
                </a:solidFill>
                <a:latin typeface="Be Vietnam Pro" pitchFamily="34" charset="0"/>
                <a:ea typeface="Be Vietnam Pro" pitchFamily="34" charset="-122"/>
                <a:cs typeface="Be Vietnam Pro" pitchFamily="34" charset="-120"/>
              </a:rPr>
              <a:t> &amp;</a:t>
            </a:r>
            <a:r>
              <a:rPr lang="en-US" sz="2175" b="1" dirty="0" spc="-10" kern="0">
                <a:solidFill>
                  <a:srgbClr val="B45309"/>
                </a:solidFill>
                <a:latin typeface="Be Vietnam Pro" pitchFamily="34" charset="0"/>
                <a:ea typeface="Be Vietnam Pro" pitchFamily="34" charset="-122"/>
                <a:cs typeface="Be Vietnam Pro" pitchFamily="34" charset="-120"/>
              </a:rPr>
              <a:t> SÁNG</a:t>
            </a:r>
            <a:r>
              <a:rPr lang="en-US" sz="2175" b="1" dirty="0" spc="-71" kern="0">
                <a:solidFill>
                  <a:srgbClr val="B45309"/>
                </a:solidFill>
                <a:latin typeface="Be Vietnam Pro" pitchFamily="34" charset="0"/>
                <a:ea typeface="Be Vietnam Pro" pitchFamily="34" charset="-122"/>
                <a:cs typeface="Be Vietnam Pro" pitchFamily="34" charset="-120"/>
              </a:rPr>
              <a:t> TẠO</a:t>
            </a:r>
            <a:endParaRPr lang="en-US" sz="2175" dirty="0"/>
          </a:p>
        </p:txBody>
      </p:sp>
      <p:sp>
        <p:nvSpPr>
          <p:cNvPr id="13" name="Text 11"/>
          <p:cNvSpPr/>
          <p:nvPr/>
        </p:nvSpPr>
        <p:spPr>
          <a:xfrm>
            <a:off x="1104900" y="6381750"/>
            <a:ext cx="7620000" cy="1333500"/>
          </a:xfrm>
          <a:prstGeom prst="rect">
            <a:avLst/>
          </a:prstGeom>
          <a:noFill/>
          <a:ln/>
        </p:spPr>
        <p:txBody>
          <a:bodyPr wrap="square" lIns="0" tIns="13343" rIns="0" bIns="-13343" rtlCol="0" anchor="t"/>
          <a:lstStyle/>
          <a:p>
            <a:pPr algn="l" indent="0" marL="0">
              <a:lnSpc>
                <a:spcPts val="3218"/>
              </a:lnSpc>
              <a:buNone/>
            </a:pPr>
            <a:r>
              <a:rPr lang="en-US" sz="2475" dirty="0" spc="-12" kern="0">
                <a:solidFill>
                  <a:srgbClr val="14161C"/>
                </a:solidFill>
                <a:latin typeface="Be Vietnam Pro" pitchFamily="34" charset="0"/>
                <a:ea typeface="Be Vietnam Pro" pitchFamily="34" charset="-122"/>
                <a:cs typeface="Be Vietnam Pro" pitchFamily="34" charset="-120"/>
              </a:rPr>
              <a:t>Books</a:t>
            </a:r>
            <a:r>
              <a:rPr lang="en-US" sz="2475" dirty="0" spc="0" kern="0">
                <a:solidFill>
                  <a:srgbClr val="14161C"/>
                </a:solidFill>
                <a:latin typeface="Be Vietnam Pro" pitchFamily="34" charset="0"/>
                <a:ea typeface="Be Vietnam Pro" pitchFamily="34" charset="-122"/>
                <a:cs typeface="Be Vietnam Pro" pitchFamily="34" charset="-120"/>
              </a:rPr>
              <a:t> ·</a:t>
            </a:r>
            <a:r>
              <a:rPr lang="en-US" sz="2475" dirty="0" spc="-21" kern="0">
                <a:solidFill>
                  <a:srgbClr val="14161C"/>
                </a:solidFill>
                <a:latin typeface="Be Vietnam Pro" pitchFamily="34" charset="0"/>
                <a:ea typeface="Be Vietnam Pro" pitchFamily="34" charset="-122"/>
                <a:cs typeface="Be Vietnam Pro" pitchFamily="34" charset="-120"/>
              </a:rPr>
              <a:t> Learn</a:t>
            </a:r>
            <a:r>
              <a:rPr lang="en-US" sz="2475" dirty="0" spc="1" kern="0">
                <a:solidFill>
                  <a:srgbClr val="14161C"/>
                </a:solidFill>
                <a:latin typeface="Be Vietnam Pro" pitchFamily="34" charset="0"/>
                <a:ea typeface="Be Vietnam Pro" pitchFamily="34" charset="-122"/>
                <a:cs typeface="Be Vietnam Pro" pitchFamily="34" charset="-120"/>
              </a:rPr>
              <a:t> · Gaming</a:t>
            </a:r>
            <a:r>
              <a:rPr lang="en-US" sz="2475" dirty="0" spc="0" kern="0">
                <a:solidFill>
                  <a:srgbClr val="14161C"/>
                </a:solidFill>
                <a:latin typeface="Be Vietnam Pro" pitchFamily="34" charset="0"/>
                <a:ea typeface="Be Vietnam Pro" pitchFamily="34" charset="-122"/>
                <a:cs typeface="Be Vietnam Pro" pitchFamily="34" charset="-120"/>
              </a:rPr>
              <a:t> ·</a:t>
            </a:r>
            <a:r>
              <a:rPr lang="en-US" sz="2475" dirty="0" spc="-3" kern="0">
                <a:solidFill>
                  <a:srgbClr val="14161C"/>
                </a:solidFill>
                <a:latin typeface="Be Vietnam Pro" pitchFamily="34" charset="0"/>
                <a:ea typeface="Be Vietnam Pro" pitchFamily="34" charset="-122"/>
                <a:cs typeface="Be Vietnam Pro" pitchFamily="34" charset="-120"/>
              </a:rPr>
              <a:t> Media</a:t>
            </a:r>
            <a:endParaRPr lang="en-US" sz="2475" dirty="0"/>
          </a:p>
          <a:p>
            <a:pPr algn="l" indent="0" marL="0">
              <a:lnSpc>
                <a:spcPts val="3218"/>
              </a:lnSpc>
              <a:buNone/>
            </a:pPr>
            <a:r>
              <a:rPr lang="en-US" sz="2475" dirty="0" spc="-12" kern="0">
                <a:solidFill>
                  <a:srgbClr val="14161C"/>
                </a:solidFill>
                <a:latin typeface="Be Vietnam Pro" pitchFamily="34" charset="0"/>
                <a:ea typeface="Be Vietnam Pro" pitchFamily="34" charset="-122"/>
                <a:cs typeface="Be Vietnam Pro" pitchFamily="34" charset="-120"/>
              </a:rPr>
              <a:t>Editors</a:t>
            </a:r>
            <a:r>
              <a:rPr lang="en-US" sz="2475" dirty="0" spc="0" kern="0">
                <a:solidFill>
                  <a:srgbClr val="14161C"/>
                </a:solidFill>
                <a:latin typeface="Be Vietnam Pro" pitchFamily="34" charset="0"/>
                <a:ea typeface="Be Vietnam Pro" pitchFamily="34" charset="-122"/>
                <a:cs typeface="Be Vietnam Pro" pitchFamily="34" charset="-120"/>
              </a:rPr>
              <a:t> ·</a:t>
            </a:r>
            <a:r>
              <a:rPr lang="en-US" sz="2475" dirty="0" spc="-13" kern="0">
                <a:solidFill>
                  <a:srgbClr val="14161C"/>
                </a:solidFill>
                <a:latin typeface="Be Vietnam Pro" pitchFamily="34" charset="0"/>
                <a:ea typeface="Be Vietnam Pro" pitchFamily="34" charset="-122"/>
                <a:cs typeface="Be Vietnam Pro" pitchFamily="34" charset="-120"/>
              </a:rPr>
              <a:t> Development</a:t>
            </a:r>
            <a:r>
              <a:rPr lang="en-US" sz="2475" dirty="0" spc="-17" kern="0">
                <a:solidFill>
                  <a:srgbClr val="14161C"/>
                </a:solidFill>
                <a:latin typeface="Be Vietnam Pro" pitchFamily="34" charset="0"/>
                <a:ea typeface="Be Vietnam Pro" pitchFamily="34" charset="-122"/>
                <a:cs typeface="Be Vietnam Pro" pitchFamily="34" charset="-120"/>
              </a:rPr>
              <a:t> Environment</a:t>
            </a:r>
            <a:endParaRPr lang="en-US" sz="2475" dirty="0"/>
          </a:p>
          <a:p>
            <a:pPr algn="l" indent="0" marL="0">
              <a:lnSpc>
                <a:spcPts val="3218"/>
              </a:lnSpc>
              <a:buNone/>
            </a:pPr>
            <a:r>
              <a:rPr lang="en-US" sz="2475" dirty="0" spc="-3" kern="0">
                <a:solidFill>
                  <a:srgbClr val="14161C"/>
                </a:solidFill>
                <a:latin typeface="Be Vietnam Pro" pitchFamily="34" charset="0"/>
                <a:ea typeface="Be Vietnam Pro" pitchFamily="34" charset="-122"/>
                <a:cs typeface="Be Vietnam Pro" pitchFamily="34" charset="-120"/>
              </a:rPr>
              <a:t>Tìm</a:t>
            </a:r>
            <a:r>
              <a:rPr lang="en-US" sz="2475" dirty="0" spc="-13" kern="0">
                <a:solidFill>
                  <a:srgbClr val="14161C"/>
                </a:solidFill>
                <a:latin typeface="Be Vietnam Pro" pitchFamily="34" charset="0"/>
                <a:ea typeface="Be Vietnam Pro" pitchFamily="34" charset="-122"/>
                <a:cs typeface="Be Vietnam Pro" pitchFamily="34" charset="-120"/>
              </a:rPr>
              <a:t> tài</a:t>
            </a:r>
            <a:r>
              <a:rPr lang="en-US" sz="2475" dirty="0" spc="0" kern="0">
                <a:solidFill>
                  <a:srgbClr val="14161C"/>
                </a:solidFill>
                <a:latin typeface="Be Vietnam Pro" pitchFamily="34" charset="0"/>
                <a:ea typeface="Be Vietnam Pro" pitchFamily="34" charset="-122"/>
                <a:cs typeface="Be Vietnam Pro" pitchFamily="34" charset="-120"/>
              </a:rPr>
              <a:t> liệu</a:t>
            </a:r>
            <a:r>
              <a:rPr lang="en-US" sz="2475" dirty="0" spc="-17" kern="0">
                <a:solidFill>
                  <a:srgbClr val="14161C"/>
                </a:solidFill>
                <a:latin typeface="Be Vietnam Pro" pitchFamily="34" charset="0"/>
                <a:ea typeface="Be Vietnam Pro" pitchFamily="34" charset="-122"/>
                <a:cs typeface="Be Vietnam Pro" pitchFamily="34" charset="-120"/>
              </a:rPr>
              <a:t> và</a:t>
            </a:r>
            <a:r>
              <a:rPr lang="en-US" sz="2475" dirty="0" spc="2" kern="0">
                <a:solidFill>
                  <a:srgbClr val="14161C"/>
                </a:solidFill>
                <a:latin typeface="Be Vietnam Pro" pitchFamily="34" charset="0"/>
                <a:ea typeface="Be Vietnam Pro" pitchFamily="34" charset="-122"/>
                <a:cs typeface="Be Vietnam Pro" pitchFamily="34" charset="-120"/>
              </a:rPr>
              <a:t> cách</a:t>
            </a:r>
            <a:r>
              <a:rPr lang="en-US" sz="2475" dirty="0" spc="1" kern="0">
                <a:solidFill>
                  <a:srgbClr val="14161C"/>
                </a:solidFill>
                <a:latin typeface="Be Vietnam Pro" pitchFamily="34" charset="0"/>
                <a:ea typeface="Be Vietnam Pro" pitchFamily="34" charset="-122"/>
                <a:cs typeface="Be Vietnam Pro" pitchFamily="34" charset="-120"/>
              </a:rPr>
              <a:t> làm</a:t>
            </a:r>
            <a:r>
              <a:rPr lang="en-US" sz="2475" dirty="0" spc="-3" kern="0">
                <a:solidFill>
                  <a:srgbClr val="14161C"/>
                </a:solidFill>
                <a:latin typeface="Be Vietnam Pro" pitchFamily="34" charset="0"/>
                <a:ea typeface="Be Vietnam Pro" pitchFamily="34" charset="-122"/>
                <a:cs typeface="Be Vietnam Pro" pitchFamily="34" charset="-120"/>
              </a:rPr>
              <a:t> việc.</a:t>
            </a:r>
            <a:endParaRPr lang="en-US" sz="2475" dirty="0"/>
          </a:p>
        </p:txBody>
      </p:sp>
      <p:sp>
        <p:nvSpPr>
          <p:cNvPr id="14" name="Shape 12"/>
          <p:cNvSpPr/>
          <p:nvPr/>
        </p:nvSpPr>
        <p:spPr>
          <a:xfrm>
            <a:off x="9296400" y="5543550"/>
            <a:ext cx="8153400" cy="2266950"/>
          </a:xfrm>
          <a:prstGeom prst="roundRect">
            <a:avLst>
              <a:gd name="adj" fmla="val 7563"/>
            </a:avLst>
          </a:prstGeom>
          <a:solidFill>
            <a:srgbClr val="FBF8F2"/>
          </a:solidFill>
          <a:ln w="9525">
            <a:solidFill>
              <a:srgbClr val="DDD5C1"/>
            </a:solidFill>
            <a:prstDash val="solid"/>
          </a:ln>
        </p:spPr>
      </p:sp>
      <p:sp>
        <p:nvSpPr>
          <p:cNvPr id="15" name="Text 13"/>
          <p:cNvSpPr/>
          <p:nvPr/>
        </p:nvSpPr>
        <p:spPr>
          <a:xfrm>
            <a:off x="9563100" y="5753100"/>
            <a:ext cx="7620000" cy="514350"/>
          </a:xfrm>
          <a:prstGeom prst="rect">
            <a:avLst/>
          </a:prstGeom>
          <a:noFill/>
          <a:ln/>
        </p:spPr>
        <p:txBody>
          <a:bodyPr wrap="square" lIns="0" tIns="11724" rIns="0" bIns="-11724" rtlCol="0" anchor="t"/>
          <a:lstStyle/>
          <a:p>
            <a:pPr algn="l" indent="0" marL="0">
              <a:lnSpc>
                <a:spcPts val="2828"/>
              </a:lnSpc>
              <a:buNone/>
            </a:pPr>
            <a:r>
              <a:rPr lang="en-US" sz="2175" b="1" dirty="0" spc="2" kern="0">
                <a:solidFill>
                  <a:srgbClr val="B45309"/>
                </a:solidFill>
                <a:latin typeface="Be Vietnam Pro" pitchFamily="34" charset="0"/>
                <a:ea typeface="Be Vietnam Pro" pitchFamily="34" charset="-122"/>
                <a:cs typeface="Be Vietnam Pro" pitchFamily="34" charset="-120"/>
              </a:rPr>
              <a:t>CÔNG</a:t>
            </a:r>
            <a:r>
              <a:rPr lang="en-US" sz="2175" b="1" dirty="0" spc="-5" kern="0">
                <a:solidFill>
                  <a:srgbClr val="B45309"/>
                </a:solidFill>
                <a:latin typeface="Be Vietnam Pro" pitchFamily="34" charset="0"/>
                <a:ea typeface="Be Vietnam Pro" pitchFamily="34" charset="-122"/>
                <a:cs typeface="Be Vietnam Pro" pitchFamily="34" charset="-120"/>
              </a:rPr>
              <a:t> VIỆC</a:t>
            </a:r>
            <a:r>
              <a:rPr lang="en-US" sz="2175" b="1" dirty="0" spc="-1" kern="0">
                <a:solidFill>
                  <a:srgbClr val="B45309"/>
                </a:solidFill>
                <a:latin typeface="Be Vietnam Pro" pitchFamily="34" charset="0"/>
                <a:ea typeface="Be Vietnam Pro" pitchFamily="34" charset="-122"/>
                <a:cs typeface="Be Vietnam Pro" pitchFamily="34" charset="-120"/>
              </a:rPr>
              <a:t> &amp;</a:t>
            </a:r>
            <a:r>
              <a:rPr lang="en-US" sz="2175" b="1" dirty="0" spc="3" kern="0">
                <a:solidFill>
                  <a:srgbClr val="B45309"/>
                </a:solidFill>
                <a:latin typeface="Be Vietnam Pro" pitchFamily="34" charset="0"/>
                <a:ea typeface="Be Vietnam Pro" pitchFamily="34" charset="-122"/>
                <a:cs typeface="Be Vietnam Pro" pitchFamily="34" charset="-120"/>
              </a:rPr>
              <a:t> ĐỜI</a:t>
            </a:r>
            <a:r>
              <a:rPr lang="en-US" sz="2175" b="1" dirty="0" spc="7" kern="0">
                <a:solidFill>
                  <a:srgbClr val="B45309"/>
                </a:solidFill>
                <a:latin typeface="Be Vietnam Pro" pitchFamily="34" charset="0"/>
                <a:ea typeface="Be Vietnam Pro" pitchFamily="34" charset="-122"/>
                <a:cs typeface="Be Vietnam Pro" pitchFamily="34" charset="-120"/>
              </a:rPr>
              <a:t> SỐNG</a:t>
            </a:r>
            <a:endParaRPr lang="en-US" sz="2175" dirty="0"/>
          </a:p>
        </p:txBody>
      </p:sp>
      <p:sp>
        <p:nvSpPr>
          <p:cNvPr id="16" name="Text 14"/>
          <p:cNvSpPr/>
          <p:nvPr/>
        </p:nvSpPr>
        <p:spPr>
          <a:xfrm>
            <a:off x="9563100" y="6381750"/>
            <a:ext cx="7620000" cy="1333500"/>
          </a:xfrm>
          <a:prstGeom prst="rect">
            <a:avLst/>
          </a:prstGeom>
          <a:noFill/>
          <a:ln/>
        </p:spPr>
        <p:txBody>
          <a:bodyPr wrap="square" lIns="0" tIns="13343" rIns="0" bIns="-13343" rtlCol="0" anchor="t"/>
          <a:lstStyle/>
          <a:p>
            <a:pPr algn="l" indent="0" marL="0">
              <a:lnSpc>
                <a:spcPts val="3218"/>
              </a:lnSpc>
              <a:buNone/>
            </a:pPr>
            <a:r>
              <a:rPr lang="en-US" sz="2475" dirty="0" spc="-1" kern="0">
                <a:solidFill>
                  <a:srgbClr val="14161C"/>
                </a:solidFill>
                <a:latin typeface="Be Vietnam Pro" pitchFamily="34" charset="0"/>
                <a:ea typeface="Be Vietnam Pro" pitchFamily="34" charset="-122"/>
                <a:cs typeface="Be Vietnam Pro" pitchFamily="34" charset="-120"/>
              </a:rPr>
              <a:t>Business</a:t>
            </a:r>
            <a:r>
              <a:rPr lang="en-US" sz="2475" dirty="0" spc="2" kern="0">
                <a:solidFill>
                  <a:srgbClr val="14161C"/>
                </a:solidFill>
                <a:latin typeface="Be Vietnam Pro" pitchFamily="34" charset="0"/>
                <a:ea typeface="Be Vietnam Pro" pitchFamily="34" charset="-122"/>
                <a:cs typeface="Be Vietnam Pro" pitchFamily="34" charset="-120"/>
              </a:rPr>
              <a:t> ·</a:t>
            </a:r>
            <a:r>
              <a:rPr lang="en-US" sz="2475" dirty="0" spc="-25" kern="0">
                <a:solidFill>
                  <a:srgbClr val="14161C"/>
                </a:solidFill>
                <a:latin typeface="Be Vietnam Pro" pitchFamily="34" charset="0"/>
                <a:ea typeface="Be Vietnam Pro" pitchFamily="34" charset="-122"/>
                <a:cs typeface="Be Vietnam Pro" pitchFamily="34" charset="-120"/>
              </a:rPr>
              <a:t> Work</a:t>
            </a:r>
            <a:endParaRPr lang="en-US" sz="2475" dirty="0"/>
          </a:p>
          <a:p>
            <a:pPr algn="l" indent="0" marL="0">
              <a:lnSpc>
                <a:spcPts val="3218"/>
              </a:lnSpc>
              <a:buNone/>
            </a:pPr>
            <a:r>
              <a:rPr lang="en-US" sz="2475" dirty="0" spc="0" kern="0">
                <a:solidFill>
                  <a:srgbClr val="14161C"/>
                </a:solidFill>
                <a:latin typeface="Be Vietnam Pro" pitchFamily="34" charset="0"/>
                <a:ea typeface="Be Vietnam Pro" pitchFamily="34" charset="-122"/>
                <a:cs typeface="Be Vietnam Pro" pitchFamily="34" charset="-120"/>
              </a:rPr>
              <a:t>Health and</a:t>
            </a:r>
            <a:r>
              <a:rPr lang="en-US" sz="2475" dirty="0" spc="-1" kern="0">
                <a:solidFill>
                  <a:srgbClr val="14161C"/>
                </a:solidFill>
                <a:latin typeface="Be Vietnam Pro" pitchFamily="34" charset="0"/>
                <a:ea typeface="Be Vietnam Pro" pitchFamily="34" charset="-122"/>
                <a:cs typeface="Be Vietnam Pro" pitchFamily="34" charset="-120"/>
              </a:rPr>
              <a:t> Social</a:t>
            </a:r>
            <a:r>
              <a:rPr lang="en-US" sz="2475" dirty="0" spc="0" kern="0">
                <a:solidFill>
                  <a:srgbClr val="14161C"/>
                </a:solidFill>
                <a:latin typeface="Be Vietnam Pro" pitchFamily="34" charset="0"/>
                <a:ea typeface="Be Vietnam Pro" pitchFamily="34" charset="-122"/>
                <a:cs typeface="Be Vietnam Pro" pitchFamily="34" charset="-120"/>
              </a:rPr>
              <a:t> Science</a:t>
            </a:r>
            <a:endParaRPr lang="en-US" sz="2475" dirty="0"/>
          </a:p>
          <a:p>
            <a:pPr algn="l" indent="0" marL="0">
              <a:lnSpc>
                <a:spcPts val="3218"/>
              </a:lnSpc>
              <a:buNone/>
            </a:pPr>
            <a:r>
              <a:rPr lang="en-US" sz="2475" dirty="0" spc="-3" kern="0">
                <a:solidFill>
                  <a:srgbClr val="14161C"/>
                </a:solidFill>
                <a:latin typeface="Be Vietnam Pro" pitchFamily="34" charset="0"/>
                <a:ea typeface="Be Vietnam Pro" pitchFamily="34" charset="-122"/>
                <a:cs typeface="Be Vietnam Pro" pitchFamily="34" charset="-120"/>
              </a:rPr>
              <a:t>Tìm</a:t>
            </a:r>
            <a:r>
              <a:rPr lang="en-US" sz="2475" dirty="0" spc="1" kern="0">
                <a:solidFill>
                  <a:srgbClr val="14161C"/>
                </a:solidFill>
                <a:latin typeface="Be Vietnam Pro" pitchFamily="34" charset="0"/>
                <a:ea typeface="Be Vietnam Pro" pitchFamily="34" charset="-122"/>
                <a:cs typeface="Be Vietnam Pro" pitchFamily="34" charset="-120"/>
              </a:rPr>
              <a:t> các</a:t>
            </a:r>
            <a:r>
              <a:rPr lang="en-US" sz="2475" dirty="0" spc="2" kern="0">
                <a:solidFill>
                  <a:srgbClr val="14161C"/>
                </a:solidFill>
                <a:latin typeface="Be Vietnam Pro" pitchFamily="34" charset="0"/>
                <a:ea typeface="Be Vietnam Pro" pitchFamily="34" charset="-122"/>
                <a:cs typeface="Be Vietnam Pro" pitchFamily="34" charset="-120"/>
              </a:rPr>
              <a:t> danh</a:t>
            </a:r>
            <a:r>
              <a:rPr lang="en-US" sz="2475" dirty="0" spc="-4" kern="0">
                <a:solidFill>
                  <a:srgbClr val="14161C"/>
                </a:solidFill>
                <a:latin typeface="Be Vietnam Pro" pitchFamily="34" charset="0"/>
                <a:ea typeface="Be Vietnam Pro" pitchFamily="34" charset="-122"/>
                <a:cs typeface="Be Vietnam Pro" pitchFamily="34" charset="-120"/>
              </a:rPr>
              <a:t> sách</a:t>
            </a:r>
            <a:r>
              <a:rPr lang="en-US" sz="2475" dirty="0" spc="-9" kern="0">
                <a:solidFill>
                  <a:srgbClr val="14161C"/>
                </a:solidFill>
                <a:latin typeface="Be Vietnam Pro" pitchFamily="34" charset="0"/>
                <a:ea typeface="Be Vietnam Pro" pitchFamily="34" charset="-122"/>
                <a:cs typeface="Be Vietnam Pro" pitchFamily="34" charset="-120"/>
              </a:rPr>
              <a:t> ngoài</a:t>
            </a:r>
            <a:r>
              <a:rPr lang="en-US" sz="2475" dirty="0" spc="2" kern="0">
                <a:solidFill>
                  <a:srgbClr val="14161C"/>
                </a:solidFill>
                <a:latin typeface="Be Vietnam Pro" pitchFamily="34" charset="0"/>
                <a:ea typeface="Be Vietnam Pro" pitchFamily="34" charset="-122"/>
                <a:cs typeface="Be Vietnam Pro" pitchFamily="34" charset="-120"/>
              </a:rPr>
              <a:t> lập</a:t>
            </a:r>
            <a:r>
              <a:rPr lang="en-US" sz="2475" dirty="0" spc="5" kern="0">
                <a:solidFill>
                  <a:srgbClr val="14161C"/>
                </a:solidFill>
                <a:latin typeface="Be Vietnam Pro" pitchFamily="34" charset="0"/>
                <a:ea typeface="Be Vietnam Pro" pitchFamily="34" charset="-122"/>
                <a:cs typeface="Be Vietnam Pro" pitchFamily="34" charset="-120"/>
              </a:rPr>
              <a:t> trình.</a:t>
            </a:r>
            <a:endParaRPr lang="en-US" sz="2475" dirty="0"/>
          </a:p>
        </p:txBody>
      </p:sp>
      <p:sp>
        <p:nvSpPr>
          <p:cNvPr id="17" name="Shape 15"/>
          <p:cNvSpPr/>
          <p:nvPr/>
        </p:nvSpPr>
        <p:spPr>
          <a:xfrm>
            <a:off x="838200" y="8515350"/>
            <a:ext cx="16611600" cy="676275"/>
          </a:xfrm>
          <a:prstGeom prst="roundRect">
            <a:avLst>
              <a:gd name="adj" fmla="val 11268"/>
            </a:avLst>
          </a:prstGeom>
          <a:solidFill>
            <a:srgbClr val="E8E0CF"/>
          </a:solidFill>
          <a:ln w="9525">
            <a:solidFill>
              <a:srgbClr val="E8E0CF"/>
            </a:solidFill>
            <a:prstDash val="solid"/>
          </a:ln>
        </p:spPr>
      </p:sp>
      <p:sp>
        <p:nvSpPr>
          <p:cNvPr id="18" name="Text 16"/>
          <p:cNvSpPr/>
          <p:nvPr/>
        </p:nvSpPr>
        <p:spPr>
          <a:xfrm>
            <a:off x="1038225" y="8677275"/>
            <a:ext cx="16240125" cy="457200"/>
          </a:xfrm>
          <a:prstGeom prst="rect">
            <a:avLst/>
          </a:prstGeom>
          <a:noFill/>
          <a:ln/>
        </p:spPr>
        <p:txBody>
          <a:bodyPr wrap="square" lIns="0" tIns="10914" rIns="0" bIns="-10914" rtlCol="0" anchor="t"/>
          <a:lstStyle/>
          <a:p>
            <a:pPr algn="l" indent="0" marL="0">
              <a:lnSpc>
                <a:spcPts val="2633"/>
              </a:lnSpc>
              <a:buNone/>
            </a:pPr>
            <a:r>
              <a:rPr lang="en-US" sz="2025" dirty="0" spc="-10" kern="0">
                <a:solidFill>
                  <a:srgbClr val="14161C"/>
                </a:solidFill>
                <a:latin typeface="Be Vietnam Pro Medium" pitchFamily="34" charset="0"/>
                <a:ea typeface="Be Vietnam Pro Medium" pitchFamily="34" charset="-122"/>
                <a:cs typeface="Be Vietnam Pro Medium" pitchFamily="34" charset="-120"/>
              </a:rPr>
              <a:t>Bắt</a:t>
            </a:r>
            <a:r>
              <a:rPr lang="en-US" sz="2025" dirty="0" spc="12" kern="0">
                <a:solidFill>
                  <a:srgbClr val="14161C"/>
                </a:solidFill>
                <a:latin typeface="Be Vietnam Pro Medium" pitchFamily="34" charset="0"/>
                <a:ea typeface="Be Vietnam Pro Medium" pitchFamily="34" charset="-122"/>
                <a:cs typeface="Be Vietnam Pro Medium" pitchFamily="34" charset="-120"/>
              </a:rPr>
              <a:t> đầu</a:t>
            </a:r>
            <a:r>
              <a:rPr lang="en-US" sz="2025" dirty="0" spc="0" kern="0">
                <a:solidFill>
                  <a:srgbClr val="14161C"/>
                </a:solidFill>
                <a:latin typeface="Be Vietnam Pro Medium" pitchFamily="34" charset="0"/>
                <a:ea typeface="Be Vietnam Pro Medium" pitchFamily="34" charset="-122"/>
                <a:cs typeface="Be Vietnam Pro Medium" pitchFamily="34" charset="-120"/>
              </a:rPr>
              <a:t> bằng</a:t>
            </a:r>
            <a:r>
              <a:rPr lang="en-US" sz="2025" dirty="0" spc="1" kern="0">
                <a:solidFill>
                  <a:srgbClr val="14161C"/>
                </a:solidFill>
                <a:latin typeface="Be Vietnam Pro Medium" pitchFamily="34" charset="0"/>
                <a:ea typeface="Be Vietnam Pro Medium" pitchFamily="34" charset="-122"/>
                <a:cs typeface="Be Vietnam Pro Medium" pitchFamily="34" charset="-120"/>
              </a:rPr>
              <a:t> chủ</a:t>
            </a:r>
            <a:r>
              <a:rPr lang="en-US" sz="2025" dirty="0" spc="14" kern="0">
                <a:solidFill>
                  <a:srgbClr val="14161C"/>
                </a:solidFill>
                <a:latin typeface="Be Vietnam Pro Medium" pitchFamily="34" charset="0"/>
                <a:ea typeface="Be Vietnam Pro Medium" pitchFamily="34" charset="-122"/>
                <a:cs typeface="Be Vietnam Pro Medium" pitchFamily="34" charset="-120"/>
              </a:rPr>
              <a:t> đề</a:t>
            </a:r>
            <a:r>
              <a:rPr lang="en-US" sz="2025" dirty="0" spc="-6" kern="0">
                <a:solidFill>
                  <a:srgbClr val="14161C"/>
                </a:solidFill>
                <a:latin typeface="Be Vietnam Pro Medium" pitchFamily="34" charset="0"/>
                <a:ea typeface="Be Vietnam Pro Medium" pitchFamily="34" charset="-122"/>
                <a:cs typeface="Be Vietnam Pro Medium" pitchFamily="34" charset="-120"/>
              </a:rPr>
              <a:t> gần</a:t>
            </a:r>
            <a:r>
              <a:rPr lang="en-US" sz="2025" dirty="0" spc="2" kern="0">
                <a:solidFill>
                  <a:srgbClr val="14161C"/>
                </a:solidFill>
                <a:latin typeface="Be Vietnam Pro Medium" pitchFamily="34" charset="0"/>
                <a:ea typeface="Be Vietnam Pro Medium" pitchFamily="34" charset="-122"/>
                <a:cs typeface="Be Vietnam Pro Medium" pitchFamily="34" charset="-120"/>
              </a:rPr>
              <a:t> mục</a:t>
            </a:r>
            <a:r>
              <a:rPr lang="en-US" sz="2025" dirty="0" spc="0" kern="0">
                <a:solidFill>
                  <a:srgbClr val="14161C"/>
                </a:solidFill>
                <a:latin typeface="Be Vietnam Pro Medium" pitchFamily="34" charset="0"/>
                <a:ea typeface="Be Vietnam Pro Medium" pitchFamily="34" charset="-122"/>
                <a:cs typeface="Be Vietnam Pro Medium" pitchFamily="34" charset="-120"/>
              </a:rPr>
              <a:t> tiêu;</a:t>
            </a:r>
            <a:r>
              <a:rPr lang="en-US" sz="2025" dirty="0" spc="-2" kern="0">
                <a:solidFill>
                  <a:srgbClr val="14161C"/>
                </a:solidFill>
                <a:latin typeface="Be Vietnam Pro Medium" pitchFamily="34" charset="0"/>
                <a:ea typeface="Be Vietnam Pro Medium" pitchFamily="34" charset="-122"/>
                <a:cs typeface="Be Vietnam Pro Medium" pitchFamily="34" charset="-120"/>
              </a:rPr>
              <a:t> không</a:t>
            </a:r>
            <a:r>
              <a:rPr lang="en-US" sz="2025" dirty="0" spc="3" kern="0">
                <a:solidFill>
                  <a:srgbClr val="14161C"/>
                </a:solidFill>
                <a:latin typeface="Be Vietnam Pro Medium" pitchFamily="34" charset="0"/>
                <a:ea typeface="Be Vietnam Pro Medium" pitchFamily="34" charset="-122"/>
                <a:cs typeface="Be Vietnam Pro Medium" pitchFamily="34" charset="-120"/>
              </a:rPr>
              <a:t> cần</a:t>
            </a:r>
            <a:r>
              <a:rPr lang="en-US" sz="2025" dirty="0" spc="-14" kern="0">
                <a:solidFill>
                  <a:srgbClr val="14161C"/>
                </a:solidFill>
                <a:latin typeface="Be Vietnam Pro Medium" pitchFamily="34" charset="0"/>
                <a:ea typeface="Be Vietnam Pro Medium" pitchFamily="34" charset="-122"/>
                <a:cs typeface="Be Vietnam Pro Medium" pitchFamily="34" charset="-120"/>
              </a:rPr>
              <a:t> duyệt</a:t>
            </a:r>
            <a:r>
              <a:rPr lang="en-US" sz="2025" dirty="0" spc="-7" kern="0">
                <a:solidFill>
                  <a:srgbClr val="14161C"/>
                </a:solidFill>
                <a:latin typeface="Be Vietnam Pro Medium" pitchFamily="34" charset="0"/>
                <a:ea typeface="Be Vietnam Pro Medium" pitchFamily="34" charset="-122"/>
                <a:cs typeface="Be Vietnam Pro Medium" pitchFamily="34" charset="-120"/>
              </a:rPr>
              <a:t> toàn</a:t>
            </a:r>
            <a:r>
              <a:rPr lang="en-US" sz="2025" dirty="0" spc="0" kern="0">
                <a:solidFill>
                  <a:srgbClr val="14161C"/>
                </a:solidFill>
                <a:latin typeface="Be Vietnam Pro Medium" pitchFamily="34" charset="0"/>
                <a:ea typeface="Be Vietnam Pro Medium" pitchFamily="34" charset="-122"/>
                <a:cs typeface="Be Vietnam Pro Medium" pitchFamily="34" charset="-120"/>
              </a:rPr>
              <a:t> bộ</a:t>
            </a:r>
            <a:r>
              <a:rPr lang="en-US" sz="2025" dirty="0" spc="-1" kern="0">
                <a:solidFill>
                  <a:srgbClr val="14161C"/>
                </a:solidFill>
                <a:latin typeface="Be Vietnam Pro Medium" pitchFamily="34" charset="0"/>
                <a:ea typeface="Be Vietnam Pro Medium" pitchFamily="34" charset="-122"/>
                <a:cs typeface="Be Vietnam Pro Medium" pitchFamily="34" charset="-120"/>
              </a:rPr>
              <a:t> README.</a:t>
            </a:r>
            <a:endParaRPr lang="en-US" sz="2025" dirty="0"/>
          </a:p>
        </p:txBody>
      </p:sp>
      <p:sp>
        <p:nvSpPr>
          <p:cNvPr id="19" name="Text 17"/>
          <p:cNvSpPr/>
          <p:nvPr/>
        </p:nvSpPr>
        <p:spPr>
          <a:xfrm>
            <a:off x="838200" y="9353550"/>
            <a:ext cx="16611600" cy="333375"/>
          </a:xfrm>
          <a:prstGeom prst="rect">
            <a:avLst/>
          </a:prstGeom>
          <a:noFill/>
          <a:ln/>
        </p:spPr>
        <p:txBody>
          <a:bodyPr wrap="square" lIns="0" tIns="8906" rIns="0" bIns="-8906" rtlCol="0" anchor="t"/>
          <a:lstStyle/>
          <a:p>
            <a:pPr algn="l" indent="0" marL="0">
              <a:lnSpc>
                <a:spcPts val="2145"/>
              </a:lnSpc>
              <a:buNone/>
            </a:pPr>
            <a:r>
              <a:rPr lang="en-US" sz="1650" dirty="0" spc="-3" kern="0">
                <a:solidFill>
                  <a:srgbClr val="6B6A66"/>
                </a:solidFill>
                <a:latin typeface="Be Vietnam Pro" pitchFamily="34" charset="0"/>
                <a:ea typeface="Be Vietnam Pro" pitchFamily="34" charset="-122"/>
                <a:cs typeface="Be Vietnam Pro" pitchFamily="34" charset="-120"/>
              </a:rPr>
              <a:t>Nguồn:</a:t>
            </a:r>
            <a:r>
              <a:rPr lang="en-US" sz="1650" dirty="0" spc="-1" kern="0">
                <a:solidFill>
                  <a:srgbClr val="6B6A66"/>
                </a:solidFill>
                <a:latin typeface="Be Vietnam Pro" pitchFamily="34" charset="0"/>
                <a:ea typeface="Be Vietnam Pro" pitchFamily="34" charset="-122"/>
                <a:cs typeface="Be Vietnam Pro" pitchFamily="34" charset="-120"/>
              </a:rPr>
              <a:t> [S3]</a:t>
            </a:r>
            <a:r>
              <a:rPr lang="en-US" sz="1650" dirty="0" spc="2" kern="0">
                <a:solidFill>
                  <a:srgbClr val="6B6A66"/>
                </a:solidFill>
                <a:latin typeface="Be Vietnam Pro" pitchFamily="34" charset="0"/>
                <a:ea typeface="Be Vietnam Pro" pitchFamily="34" charset="-122"/>
                <a:cs typeface="Be Vietnam Pro" pitchFamily="34" charset="-120"/>
              </a:rPr>
              <a:t>  ·  Số</a:t>
            </a:r>
            <a:r>
              <a:rPr lang="en-US" sz="1650" dirty="0" spc="-1" kern="0">
                <a:solidFill>
                  <a:srgbClr val="6B6A66"/>
                </a:solidFill>
                <a:latin typeface="Be Vietnam Pro" pitchFamily="34" charset="0"/>
                <a:ea typeface="Be Vietnam Pro" pitchFamily="34" charset="-122"/>
                <a:cs typeface="Be Vietnam Pro" pitchFamily="34" charset="-120"/>
              </a:rPr>
              <a:t> liệu:</a:t>
            </a:r>
            <a:r>
              <a:rPr lang="en-US" sz="1650" dirty="0" spc="1" kern="0">
                <a:solidFill>
                  <a:srgbClr val="6B6A66"/>
                </a:solidFill>
                <a:latin typeface="Be Vietnam Pro" pitchFamily="34" charset="0"/>
                <a:ea typeface="Be Vietnam Pro" pitchFamily="34" charset="-122"/>
                <a:cs typeface="Be Vietnam Pro" pitchFamily="34" charset="-120"/>
              </a:rPr>
              <a:t> phiên</a:t>
            </a:r>
            <a:r>
              <a:rPr lang="en-US" sz="1650" dirty="0" spc="-1" kern="0">
                <a:solidFill>
                  <a:srgbClr val="6B6A66"/>
                </a:solidFill>
                <a:latin typeface="Be Vietnam Pro" pitchFamily="34" charset="0"/>
                <a:ea typeface="Be Vietnam Pro" pitchFamily="34" charset="-122"/>
                <a:cs typeface="Be Vietnam Pro" pitchFamily="34" charset="-120"/>
              </a:rPr>
              <a:t> quét</a:t>
            </a:r>
            <a:r>
              <a:rPr lang="en-US" sz="1650" dirty="0" spc="-8" kern="0">
                <a:solidFill>
                  <a:srgbClr val="6B6A66"/>
                </a:solidFill>
                <a:latin typeface="Be Vietnam Pro" pitchFamily="34" charset="0"/>
                <a:ea typeface="Be Vietnam Pro" pitchFamily="34" charset="-122"/>
                <a:cs typeface="Be Vietnam Pro" pitchFamily="34" charset="-120"/>
              </a:rPr>
              <a:t> 23/10/2026</a:t>
            </a:r>
            <a:endParaRPr lang="en-US" sz="1650" dirty="0"/>
          </a:p>
        </p:txBody>
      </p:sp>
      <p:sp>
        <p:nvSpPr>
          <p:cNvPr id="20" name="Shape 18"/>
          <p:cNvSpPr/>
          <p:nvPr/>
        </p:nvSpPr>
        <p:spPr>
          <a:xfrm>
            <a:off x="847725" y="9896475"/>
            <a:ext cx="57150" cy="57150"/>
          </a:xfrm>
          <a:prstGeom prst="ellipse">
            <a:avLst/>
          </a:prstGeom>
          <a:solidFill>
            <a:srgbClr val="DDD5C1"/>
          </a:solidFill>
          <a:ln/>
        </p:spPr>
      </p:sp>
      <p:sp>
        <p:nvSpPr>
          <p:cNvPr id="21" name="Shape 19"/>
          <p:cNvSpPr/>
          <p:nvPr/>
        </p:nvSpPr>
        <p:spPr>
          <a:xfrm>
            <a:off x="952500" y="9896475"/>
            <a:ext cx="57150" cy="57150"/>
          </a:xfrm>
          <a:prstGeom prst="ellipse">
            <a:avLst/>
          </a:prstGeom>
          <a:solidFill>
            <a:srgbClr val="DDD5C1"/>
          </a:solidFill>
          <a:ln/>
        </p:spPr>
      </p:sp>
      <p:sp>
        <p:nvSpPr>
          <p:cNvPr id="22" name="Shape 20"/>
          <p:cNvSpPr/>
          <p:nvPr/>
        </p:nvSpPr>
        <p:spPr>
          <a:xfrm>
            <a:off x="1057275" y="9896475"/>
            <a:ext cx="57150" cy="57150"/>
          </a:xfrm>
          <a:prstGeom prst="ellipse">
            <a:avLst/>
          </a:prstGeom>
          <a:solidFill>
            <a:srgbClr val="DDD5C1"/>
          </a:solidFill>
          <a:ln/>
        </p:spPr>
      </p:sp>
      <p:sp>
        <p:nvSpPr>
          <p:cNvPr id="23" name="Shape 21"/>
          <p:cNvSpPr/>
          <p:nvPr/>
        </p:nvSpPr>
        <p:spPr>
          <a:xfrm>
            <a:off x="1162050" y="9896475"/>
            <a:ext cx="57150" cy="57150"/>
          </a:xfrm>
          <a:prstGeom prst="ellipse">
            <a:avLst/>
          </a:prstGeom>
          <a:solidFill>
            <a:srgbClr val="DDD5C1"/>
          </a:solidFill>
          <a:ln/>
        </p:spPr>
      </p:sp>
      <p:sp>
        <p:nvSpPr>
          <p:cNvPr id="24" name="Shape 22"/>
          <p:cNvSpPr/>
          <p:nvPr/>
        </p:nvSpPr>
        <p:spPr>
          <a:xfrm>
            <a:off x="1266825" y="9896475"/>
            <a:ext cx="57150" cy="57150"/>
          </a:xfrm>
          <a:prstGeom prst="ellipse">
            <a:avLst/>
          </a:prstGeom>
          <a:solidFill>
            <a:srgbClr val="DDD5C1"/>
          </a:solidFill>
          <a:ln/>
        </p:spPr>
      </p:sp>
      <p:sp>
        <p:nvSpPr>
          <p:cNvPr id="25" name="Shape 23"/>
          <p:cNvSpPr/>
          <p:nvPr/>
        </p:nvSpPr>
        <p:spPr>
          <a:xfrm>
            <a:off x="1371600" y="9896475"/>
            <a:ext cx="57150" cy="57150"/>
          </a:xfrm>
          <a:prstGeom prst="ellipse">
            <a:avLst/>
          </a:prstGeom>
          <a:solidFill>
            <a:srgbClr val="DDD5C1"/>
          </a:solidFill>
          <a:ln/>
        </p:spPr>
      </p:sp>
      <p:sp>
        <p:nvSpPr>
          <p:cNvPr id="26" name="Shape 24"/>
          <p:cNvSpPr/>
          <p:nvPr/>
        </p:nvSpPr>
        <p:spPr>
          <a:xfrm>
            <a:off x="1476375" y="9896475"/>
            <a:ext cx="57150" cy="57150"/>
          </a:xfrm>
          <a:prstGeom prst="ellipse">
            <a:avLst/>
          </a:prstGeom>
          <a:solidFill>
            <a:srgbClr val="DDD5C1"/>
          </a:solidFill>
          <a:ln/>
        </p:spPr>
      </p:sp>
      <p:sp>
        <p:nvSpPr>
          <p:cNvPr id="27" name="Shape 25"/>
          <p:cNvSpPr/>
          <p:nvPr/>
        </p:nvSpPr>
        <p:spPr>
          <a:xfrm>
            <a:off x="1581150" y="9896475"/>
            <a:ext cx="57150" cy="57150"/>
          </a:xfrm>
          <a:prstGeom prst="ellipse">
            <a:avLst/>
          </a:prstGeom>
          <a:solidFill>
            <a:srgbClr val="DDD5C1"/>
          </a:solidFill>
          <a:ln/>
        </p:spPr>
      </p:sp>
      <p:sp>
        <p:nvSpPr>
          <p:cNvPr id="28" name="Shape 26"/>
          <p:cNvSpPr/>
          <p:nvPr/>
        </p:nvSpPr>
        <p:spPr>
          <a:xfrm>
            <a:off x="1685925" y="9896475"/>
            <a:ext cx="57150" cy="57150"/>
          </a:xfrm>
          <a:prstGeom prst="ellipse">
            <a:avLst/>
          </a:prstGeom>
          <a:solidFill>
            <a:srgbClr val="DDD5C1"/>
          </a:solidFill>
          <a:ln/>
        </p:spPr>
      </p:sp>
      <p:sp>
        <p:nvSpPr>
          <p:cNvPr id="29" name="Shape 27"/>
          <p:cNvSpPr/>
          <p:nvPr/>
        </p:nvSpPr>
        <p:spPr>
          <a:xfrm>
            <a:off x="1790700" y="9896475"/>
            <a:ext cx="57150" cy="57150"/>
          </a:xfrm>
          <a:prstGeom prst="ellipse">
            <a:avLst/>
          </a:prstGeom>
          <a:solidFill>
            <a:srgbClr val="DDD5C1"/>
          </a:solidFill>
          <a:ln/>
        </p:spPr>
      </p:sp>
      <p:sp>
        <p:nvSpPr>
          <p:cNvPr id="30" name="Shape 28"/>
          <p:cNvSpPr/>
          <p:nvPr/>
        </p:nvSpPr>
        <p:spPr>
          <a:xfrm>
            <a:off x="1895475" y="9896475"/>
            <a:ext cx="57150" cy="57150"/>
          </a:xfrm>
          <a:prstGeom prst="ellipse">
            <a:avLst/>
          </a:prstGeom>
          <a:solidFill>
            <a:srgbClr val="E8472B"/>
          </a:solidFill>
          <a:ln/>
        </p:spPr>
      </p:sp>
      <p:sp>
        <p:nvSpPr>
          <p:cNvPr id="31" name="Shape 29"/>
          <p:cNvSpPr/>
          <p:nvPr/>
        </p:nvSpPr>
        <p:spPr>
          <a:xfrm>
            <a:off x="2000250" y="9896475"/>
            <a:ext cx="57150" cy="57150"/>
          </a:xfrm>
          <a:prstGeom prst="ellipse">
            <a:avLst/>
          </a:prstGeom>
          <a:solidFill>
            <a:srgbClr val="DDD5C1"/>
          </a:solidFill>
          <a:ln/>
        </p:spPr>
      </p:sp>
      <p:sp>
        <p:nvSpPr>
          <p:cNvPr id="32" name="Shape 30"/>
          <p:cNvSpPr/>
          <p:nvPr/>
        </p:nvSpPr>
        <p:spPr>
          <a:xfrm>
            <a:off x="2105025" y="9896475"/>
            <a:ext cx="57150" cy="57150"/>
          </a:xfrm>
          <a:prstGeom prst="ellipse">
            <a:avLst/>
          </a:prstGeom>
          <a:solidFill>
            <a:srgbClr val="DDD5C1"/>
          </a:solidFill>
          <a:ln/>
        </p:spPr>
      </p:sp>
      <p:sp>
        <p:nvSpPr>
          <p:cNvPr id="33" name="Shape 31"/>
          <p:cNvSpPr/>
          <p:nvPr/>
        </p:nvSpPr>
        <p:spPr>
          <a:xfrm>
            <a:off x="2209800" y="9896475"/>
            <a:ext cx="57150" cy="57150"/>
          </a:xfrm>
          <a:prstGeom prst="ellipse">
            <a:avLst/>
          </a:prstGeom>
          <a:solidFill>
            <a:srgbClr val="DDD5C1"/>
          </a:solidFill>
          <a:ln/>
        </p:spPr>
      </p:sp>
      <p:sp>
        <p:nvSpPr>
          <p:cNvPr id="34" name="Shape 32"/>
          <p:cNvSpPr/>
          <p:nvPr/>
        </p:nvSpPr>
        <p:spPr>
          <a:xfrm>
            <a:off x="2314575" y="9896475"/>
            <a:ext cx="57150" cy="57150"/>
          </a:xfrm>
          <a:prstGeom prst="ellipse">
            <a:avLst/>
          </a:prstGeom>
          <a:solidFill>
            <a:srgbClr val="DDD5C1"/>
          </a:solidFill>
          <a:ln/>
        </p:spPr>
      </p:sp>
      <p:sp>
        <p:nvSpPr>
          <p:cNvPr id="35" name="Shape 33"/>
          <p:cNvSpPr/>
          <p:nvPr/>
        </p:nvSpPr>
        <p:spPr>
          <a:xfrm>
            <a:off x="2419350" y="9896475"/>
            <a:ext cx="57150" cy="57150"/>
          </a:xfrm>
          <a:prstGeom prst="ellipse">
            <a:avLst/>
          </a:prstGeom>
          <a:solidFill>
            <a:srgbClr val="DDD5C1"/>
          </a:solidFill>
          <a:ln/>
        </p:spPr>
      </p:sp>
      <p:sp>
        <p:nvSpPr>
          <p:cNvPr id="36" name="Shape 34"/>
          <p:cNvSpPr/>
          <p:nvPr/>
        </p:nvSpPr>
        <p:spPr>
          <a:xfrm>
            <a:off x="2524125" y="9896475"/>
            <a:ext cx="57150" cy="57150"/>
          </a:xfrm>
          <a:prstGeom prst="ellipse">
            <a:avLst/>
          </a:prstGeom>
          <a:solidFill>
            <a:srgbClr val="DDD5C1"/>
          </a:solidFill>
          <a:ln/>
        </p:spPr>
      </p:sp>
      <p:sp>
        <p:nvSpPr>
          <p:cNvPr id="37" name="Shape 35"/>
          <p:cNvSpPr/>
          <p:nvPr/>
        </p:nvSpPr>
        <p:spPr>
          <a:xfrm>
            <a:off x="2628900" y="9896475"/>
            <a:ext cx="57150" cy="57150"/>
          </a:xfrm>
          <a:prstGeom prst="ellipse">
            <a:avLst/>
          </a:prstGeom>
          <a:solidFill>
            <a:srgbClr val="DDD5C1"/>
          </a:solidFill>
          <a:ln/>
        </p:spPr>
      </p:sp>
      <p:sp>
        <p:nvSpPr>
          <p:cNvPr id="38" name="Shape 36"/>
          <p:cNvSpPr/>
          <p:nvPr/>
        </p:nvSpPr>
        <p:spPr>
          <a:xfrm>
            <a:off x="2733675" y="9896475"/>
            <a:ext cx="57150" cy="57150"/>
          </a:xfrm>
          <a:prstGeom prst="ellipse">
            <a:avLst/>
          </a:prstGeom>
          <a:solidFill>
            <a:srgbClr val="DDD5C1"/>
          </a:solidFill>
          <a:ln/>
        </p:spPr>
      </p:sp>
      <p:sp>
        <p:nvSpPr>
          <p:cNvPr id="39" name="Shape 37"/>
          <p:cNvSpPr/>
          <p:nvPr/>
        </p:nvSpPr>
        <p:spPr>
          <a:xfrm>
            <a:off x="2838450" y="9896475"/>
            <a:ext cx="57150" cy="57150"/>
          </a:xfrm>
          <a:prstGeom prst="ellipse">
            <a:avLst/>
          </a:prstGeom>
          <a:solidFill>
            <a:srgbClr val="DDD5C1"/>
          </a:solidFill>
          <a:ln/>
        </p:spPr>
      </p:sp>
      <p:sp>
        <p:nvSpPr>
          <p:cNvPr id="40" name="Shape 38"/>
          <p:cNvSpPr/>
          <p:nvPr/>
        </p:nvSpPr>
        <p:spPr>
          <a:xfrm>
            <a:off x="2943225" y="9896475"/>
            <a:ext cx="57150" cy="57150"/>
          </a:xfrm>
          <a:prstGeom prst="ellipse">
            <a:avLst/>
          </a:prstGeom>
          <a:solidFill>
            <a:srgbClr val="DDD5C1"/>
          </a:solidFill>
          <a:ln/>
        </p:spPr>
      </p:sp>
      <p:sp>
        <p:nvSpPr>
          <p:cNvPr id="41" name="Shape 39"/>
          <p:cNvSpPr/>
          <p:nvPr/>
        </p:nvSpPr>
        <p:spPr>
          <a:xfrm>
            <a:off x="3048000" y="9896475"/>
            <a:ext cx="57150" cy="57150"/>
          </a:xfrm>
          <a:prstGeom prst="ellipse">
            <a:avLst/>
          </a:prstGeom>
          <a:solidFill>
            <a:srgbClr val="DDD5C1"/>
          </a:solidFill>
          <a:ln/>
        </p:spPr>
      </p:sp>
      <p:sp>
        <p:nvSpPr>
          <p:cNvPr id="42" name="Shape 40"/>
          <p:cNvSpPr/>
          <p:nvPr/>
        </p:nvSpPr>
        <p:spPr>
          <a:xfrm>
            <a:off x="3152775" y="9896475"/>
            <a:ext cx="57150" cy="57150"/>
          </a:xfrm>
          <a:prstGeom prst="ellipse">
            <a:avLst/>
          </a:prstGeom>
          <a:solidFill>
            <a:srgbClr val="DDD5C1"/>
          </a:solidFill>
          <a:ln/>
        </p:spPr>
      </p:sp>
      <p:sp>
        <p:nvSpPr>
          <p:cNvPr id="43" name="Shape 41"/>
          <p:cNvSpPr/>
          <p:nvPr/>
        </p:nvSpPr>
        <p:spPr>
          <a:xfrm>
            <a:off x="3257550" y="9896475"/>
            <a:ext cx="57150" cy="57150"/>
          </a:xfrm>
          <a:prstGeom prst="ellipse">
            <a:avLst/>
          </a:prstGeom>
          <a:solidFill>
            <a:srgbClr val="DDD5C1"/>
          </a:solidFill>
          <a:ln/>
        </p:spPr>
      </p:sp>
      <p:sp>
        <p:nvSpPr>
          <p:cNvPr id="44" name="Text 42"/>
          <p:cNvSpPr/>
          <p:nvPr/>
        </p:nvSpPr>
        <p:spPr>
          <a:xfrm>
            <a:off x="3667125" y="9734550"/>
            <a:ext cx="10953750" cy="342900"/>
          </a:xfrm>
          <a:prstGeom prst="rect">
            <a:avLst/>
          </a:prstGeom>
          <a:noFill/>
          <a:ln/>
        </p:spPr>
        <p:txBody>
          <a:bodyPr wrap="square" lIns="0" tIns="8906" rIns="0" bIns="-8906" rtlCol="0" anchor="t"/>
          <a:lstStyle/>
          <a:p>
            <a:pPr algn="l" indent="0" marL="0">
              <a:lnSpc>
                <a:spcPts val="2145"/>
              </a:lnSpc>
              <a:buNone/>
            </a:pPr>
            <a:r>
              <a:rPr lang="en-US" sz="1650" dirty="0" spc="-6" kern="0">
                <a:solidFill>
                  <a:srgbClr val="6B6A66"/>
                </a:solidFill>
                <a:latin typeface="Be Vietnam Pro" pitchFamily="34" charset="0"/>
                <a:ea typeface="Be Vietnam Pro" pitchFamily="34" charset="-122"/>
                <a:cs typeface="Be Vietnam Pro" pitchFamily="34" charset="-120"/>
              </a:rPr>
              <a:t>Multiple-report</a:t>
            </a:r>
            <a:r>
              <a:rPr lang="en-US" sz="1650" dirty="0" spc="3" kern="0">
                <a:solidFill>
                  <a:srgbClr val="6B6A66"/>
                </a:solidFill>
                <a:latin typeface="Be Vietnam Pro" pitchFamily="34" charset="0"/>
                <a:ea typeface="Be Vietnam Pro" pitchFamily="34" charset="-122"/>
                <a:cs typeface="Be Vietnam Pro" pitchFamily="34" charset="-120"/>
              </a:rPr>
              <a:t> ·</a:t>
            </a:r>
            <a:r>
              <a:rPr lang="en-US" sz="1650" dirty="0" spc="1" kern="0">
                <a:solidFill>
                  <a:srgbClr val="6B6A66"/>
                </a:solidFill>
                <a:latin typeface="Be Vietnam Pro" pitchFamily="34" charset="0"/>
                <a:ea typeface="Be Vietnam Pro" pitchFamily="34" charset="-122"/>
                <a:cs typeface="Be Vietnam Pro" pitchFamily="34" charset="-120"/>
              </a:rPr>
              <a:t> GitHub</a:t>
            </a:r>
            <a:r>
              <a:rPr lang="en-US" sz="1650" dirty="0" spc="-38" kern="0">
                <a:solidFill>
                  <a:srgbClr val="6B6A66"/>
                </a:solidFill>
                <a:latin typeface="Be Vietnam Pro" pitchFamily="34" charset="0"/>
                <a:ea typeface="Be Vietnam Pro" pitchFamily="34" charset="-122"/>
                <a:cs typeface="Be Vietnam Pro" pitchFamily="34" charset="-120"/>
              </a:rPr>
              <a:t> Top</a:t>
            </a:r>
            <a:r>
              <a:rPr lang="en-US" sz="1650" dirty="0" spc="4" kern="0">
                <a:solidFill>
                  <a:srgbClr val="6B6A66"/>
                </a:solidFill>
                <a:latin typeface="Be Vietnam Pro" pitchFamily="34" charset="0"/>
                <a:ea typeface="Be Vietnam Pro" pitchFamily="34" charset="-122"/>
                <a:cs typeface="Be Vietnam Pro" pitchFamily="34" charset="-120"/>
              </a:rPr>
              <a:t> 3</a:t>
            </a:r>
            <a:r>
              <a:rPr lang="en-US" sz="1650" dirty="0" spc="0" kern="0">
                <a:solidFill>
                  <a:srgbClr val="6B6A66"/>
                </a:solidFill>
                <a:latin typeface="Be Vietnam Pro" pitchFamily="34" charset="0"/>
                <a:ea typeface="Be Vietnam Pro" pitchFamily="34" charset="-122"/>
                <a:cs typeface="Be Vietnam Pro" pitchFamily="34" charset="-120"/>
              </a:rPr>
              <a:t> ·</a:t>
            </a:r>
            <a:r>
              <a:rPr lang="en-US" sz="1650" dirty="0" spc="-22" kern="0">
                <a:solidFill>
                  <a:srgbClr val="6B6A66"/>
                </a:solidFill>
                <a:latin typeface="Be Vietnam Pro" pitchFamily="34" charset="0"/>
                <a:ea typeface="Be Vietnam Pro" pitchFamily="34" charset="-122"/>
                <a:cs typeface="Be Vietnam Pro" pitchFamily="34" charset="-120"/>
              </a:rPr>
              <a:t> 11/24</a:t>
            </a:r>
            <a:endParaRPr lang="en-US" sz="1650" dirty="0"/>
          </a:p>
        </p:txBody>
      </p:sp>
      <p:sp>
        <p:nvSpPr>
          <p:cNvPr id="45" name="Shape 43"/>
          <p:cNvSpPr/>
          <p:nvPr/>
        </p:nvSpPr>
        <p:spPr>
          <a:xfrm>
            <a:off x="15983712" y="9076331"/>
            <a:ext cx="1645920" cy="552301"/>
          </a:xfrm>
          <a:prstGeom prst="roundRect">
            <a:avLst>
              <a:gd name="adj" fmla="val 28000"/>
            </a:avLst>
          </a:prstGeom>
          <a:solidFill>
            <a:srgbClr val="FFFFFF">
              <a:alpha val="82000"/>
            </a:srgbClr>
          </a:solidFill>
          <a:ln/>
        </p:spPr>
      </p:sp>
      <p:pic>
        <p:nvPicPr>
          <p:cNvPr id="46" name="Moda image moda-export-watermark-8576ab2e-5307-4778-b301-ff5bafdee57a"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838200" y="438150"/>
            <a:ext cx="16192500" cy="381000"/>
          </a:xfrm>
          <a:prstGeom prst="rect">
            <a:avLst/>
          </a:prstGeom>
          <a:noFill/>
          <a:ln/>
        </p:spPr>
        <p:txBody>
          <a:bodyPr wrap="square" lIns="0" tIns="10104" rIns="0" bIns="-10104" rtlCol="0" anchor="t"/>
          <a:lstStyle/>
          <a:p>
            <a:pPr algn="l" indent="0" marL="0">
              <a:lnSpc>
                <a:spcPts val="2438"/>
              </a:lnSpc>
              <a:buNone/>
            </a:pPr>
            <a:r>
              <a:rPr lang="en-US" sz="1875" dirty="0" spc="-1" kern="0">
                <a:solidFill>
                  <a:srgbClr val="B45309"/>
                </a:solidFill>
                <a:latin typeface="Be Vietnam Pro SemiBold" pitchFamily="34" charset="0"/>
                <a:ea typeface="Be Vietnam Pro SemiBold" pitchFamily="34" charset="-122"/>
                <a:cs typeface="Be Vietnam Pro SemiBold" pitchFamily="34" charset="-120"/>
              </a:rPr>
              <a:t>02</a:t>
            </a:r>
            <a:r>
              <a:rPr lang="en-US" sz="1875" dirty="0" spc="-2" kern="0">
                <a:solidFill>
                  <a:srgbClr val="B45309"/>
                </a:solidFill>
                <a:latin typeface="Be Vietnam Pro SemiBold" pitchFamily="34" charset="0"/>
                <a:ea typeface="Be Vietnam Pro SemiBold" pitchFamily="34" charset="-122"/>
                <a:cs typeface="Be Vietnam Pro SemiBold" pitchFamily="34" charset="-120"/>
              </a:rPr>
              <a:t> / GIÁ</a:t>
            </a:r>
            <a:r>
              <a:rPr lang="en-US" sz="1875" dirty="0" spc="-3" kern="0">
                <a:solidFill>
                  <a:srgbClr val="B45309"/>
                </a:solidFill>
                <a:latin typeface="Be Vietnam Pro SemiBold" pitchFamily="34" charset="0"/>
                <a:ea typeface="Be Vietnam Pro SemiBold" pitchFamily="34" charset="-122"/>
                <a:cs typeface="Be Vietnam Pro SemiBold" pitchFamily="34" charset="-120"/>
              </a:rPr>
              <a:t> TRỊ</a:t>
            </a:r>
            <a:r>
              <a:rPr lang="en-US" sz="1875" dirty="0" spc="-27" kern="0">
                <a:solidFill>
                  <a:srgbClr val="B45309"/>
                </a:solidFill>
                <a:latin typeface="Be Vietnam Pro SemiBold" pitchFamily="34" charset="0"/>
                <a:ea typeface="Be Vietnam Pro SemiBold" pitchFamily="34" charset="-122"/>
                <a:cs typeface="Be Vietnam Pro SemiBold" pitchFamily="34" charset="-120"/>
              </a:rPr>
              <a:t> CỐT</a:t>
            </a:r>
            <a:r>
              <a:rPr lang="en-US" sz="1875" dirty="0" spc="-28" kern="0">
                <a:solidFill>
                  <a:srgbClr val="B45309"/>
                </a:solidFill>
                <a:latin typeface="Be Vietnam Pro SemiBold" pitchFamily="34" charset="0"/>
                <a:ea typeface="Be Vietnam Pro SemiBold" pitchFamily="34" charset="-122"/>
                <a:cs typeface="Be Vietnam Pro SemiBold" pitchFamily="34" charset="-120"/>
              </a:rPr>
              <a:t> LÕI</a:t>
            </a:r>
            <a:endParaRPr lang="en-US" sz="1875" dirty="0"/>
          </a:p>
        </p:txBody>
      </p:sp>
      <p:sp>
        <p:nvSpPr>
          <p:cNvPr id="3" name="Text 1"/>
          <p:cNvSpPr/>
          <p:nvPr/>
        </p:nvSpPr>
        <p:spPr>
          <a:xfrm>
            <a:off x="838200" y="1066800"/>
            <a:ext cx="16573500" cy="1476375"/>
          </a:xfrm>
          <a:prstGeom prst="rect">
            <a:avLst/>
          </a:prstGeom>
          <a:noFill/>
          <a:ln/>
        </p:spPr>
        <p:txBody>
          <a:bodyPr wrap="square" lIns="0" tIns="3048" rIns="0" bIns="-3048" rtlCol="0" anchor="t"/>
          <a:lstStyle/>
          <a:p>
            <a:pPr algn="l" indent="0" marL="0">
              <a:lnSpc>
                <a:spcPts val="6240"/>
              </a:lnSpc>
              <a:buNone/>
            </a:pPr>
            <a:r>
              <a:rPr lang="en-US" sz="4800" dirty="0" spc="-13" kern="0">
                <a:solidFill>
                  <a:srgbClr val="14161C"/>
                </a:solidFill>
                <a:latin typeface="Bricolage Grotesque ExtraBold" pitchFamily="34" charset="0"/>
                <a:ea typeface="Bricolage Grotesque ExtraBold" pitchFamily="34" charset="-122"/>
                <a:cs typeface="Bricolage Grotesque ExtraBold" pitchFamily="34" charset="-120"/>
              </a:rPr>
              <a:t>Tuyển</a:t>
            </a:r>
            <a:r>
              <a:rPr lang="en-US" sz="4800" dirty="0" spc="-2" kern="0">
                <a:solidFill>
                  <a:srgbClr val="14161C"/>
                </a:solidFill>
                <a:latin typeface="Bricolage Grotesque ExtraBold" pitchFamily="34" charset="0"/>
                <a:ea typeface="Bricolage Grotesque ExtraBold" pitchFamily="34" charset="-122"/>
                <a:cs typeface="Bricolage Grotesque ExtraBold" pitchFamily="34" charset="-120"/>
              </a:rPr>
              <a:t> chọn khác</a:t>
            </a:r>
            <a:r>
              <a:rPr lang="en-US" sz="4800" dirty="0" spc="-61" kern="0">
                <a:solidFill>
                  <a:srgbClr val="14161C"/>
                </a:solidFill>
                <a:latin typeface="Bricolage Grotesque ExtraBold" pitchFamily="34" charset="0"/>
                <a:ea typeface="Bricolage Grotesque ExtraBold" pitchFamily="34" charset="-122"/>
                <a:cs typeface="Bricolage Grotesque ExtraBold" pitchFamily="34" charset="-120"/>
              </a:rPr>
              <a:t> với</a:t>
            </a:r>
            <a:r>
              <a:rPr lang="en-US" sz="4800" dirty="0" spc="-30" kern="0">
                <a:solidFill>
                  <a:srgbClr val="14161C"/>
                </a:solidFill>
                <a:latin typeface="Bricolage Grotesque ExtraBold" pitchFamily="34" charset="0"/>
                <a:ea typeface="Bricolage Grotesque ExtraBold" pitchFamily="34" charset="-122"/>
                <a:cs typeface="Bricolage Grotesque ExtraBold" pitchFamily="34" charset="-120"/>
              </a:rPr>
              <a:t> gom</a:t>
            </a:r>
            <a:r>
              <a:rPr lang="en-US" sz="4800" dirty="0" spc="0" kern="0">
                <a:solidFill>
                  <a:srgbClr val="14161C"/>
                </a:solidFill>
                <a:latin typeface="Bricolage Grotesque ExtraBold" pitchFamily="34" charset="0"/>
                <a:ea typeface="Bricolage Grotesque ExtraBold" pitchFamily="34" charset="-122"/>
                <a:cs typeface="Bricolage Grotesque ExtraBold" pitchFamily="34" charset="-120"/>
              </a:rPr>
              <a:t> thật</a:t>
            </a:r>
            <a:r>
              <a:rPr lang="en-US" sz="4800" dirty="0" spc="1" kern="0">
                <a:solidFill>
                  <a:srgbClr val="14161C"/>
                </a:solidFill>
                <a:latin typeface="Bricolage Grotesque ExtraBold" pitchFamily="34" charset="0"/>
                <a:ea typeface="Bricolage Grotesque ExtraBold" pitchFamily="34" charset="-122"/>
                <a:cs typeface="Bricolage Grotesque ExtraBold" pitchFamily="34" charset="-120"/>
              </a:rPr>
              <a:t> nhiều</a:t>
            </a:r>
            <a:endParaRPr lang="en-US" sz="4800" dirty="0"/>
          </a:p>
        </p:txBody>
      </p:sp>
      <p:sp>
        <p:nvSpPr>
          <p:cNvPr id="4" name="Connector line-1792794887357-821992137"/>
          <p:cNvSpPr/>
          <p:nvPr/>
        </p:nvSpPr>
        <p:spPr>
          <a:xfrm>
            <a:off x="838200" y="2647950"/>
            <a:ext cx="16611600" cy="0"/>
          </a:xfrm>
          <a:prstGeom prst="line">
            <a:avLst/>
          </a:prstGeom>
          <a:noFill/>
          <a:ln w="28575">
            <a:solidFill>
              <a:srgbClr val="DDD5C1"/>
            </a:solidFill>
            <a:prstDash val="solid"/>
            <a:headEnd type="none"/>
            <a:tailEnd type="none"/>
          </a:ln>
        </p:spPr>
      </p:sp>
      <p:sp>
        <p:nvSpPr>
          <p:cNvPr id="5" name="Shape 3"/>
          <p:cNvSpPr/>
          <p:nvPr/>
        </p:nvSpPr>
        <p:spPr>
          <a:xfrm>
            <a:off x="838200" y="3048000"/>
            <a:ext cx="8153400" cy="4857750"/>
          </a:xfrm>
          <a:prstGeom prst="roundRect">
            <a:avLst>
              <a:gd name="adj" fmla="val 3529"/>
            </a:avLst>
          </a:prstGeom>
          <a:solidFill>
            <a:srgbClr val="FBF8F2"/>
          </a:solidFill>
          <a:ln w="9525">
            <a:solidFill>
              <a:srgbClr val="DDD5C1"/>
            </a:solidFill>
            <a:prstDash val="solid"/>
          </a:ln>
        </p:spPr>
      </p:sp>
      <p:sp>
        <p:nvSpPr>
          <p:cNvPr id="6" name="Text 4"/>
          <p:cNvSpPr/>
          <p:nvPr/>
        </p:nvSpPr>
        <p:spPr>
          <a:xfrm>
            <a:off x="1123950" y="3333750"/>
            <a:ext cx="7524750" cy="666750"/>
          </a:xfrm>
          <a:prstGeom prst="rect">
            <a:avLst/>
          </a:prstGeom>
          <a:noFill/>
          <a:ln/>
        </p:spPr>
        <p:txBody>
          <a:bodyPr wrap="square" lIns="0" tIns="12954" rIns="0" bIns="-12954" rtlCol="0" anchor="t"/>
          <a:lstStyle/>
          <a:p>
            <a:pPr algn="l" indent="0" marL="0">
              <a:lnSpc>
                <a:spcPts val="3120"/>
              </a:lnSpc>
              <a:buNone/>
            </a:pPr>
            <a:r>
              <a:rPr lang="en-US" sz="2400" b="1" dirty="0" spc="1" kern="0">
                <a:solidFill>
                  <a:srgbClr val="6B6A66"/>
                </a:solidFill>
                <a:latin typeface="Be Vietnam Pro" pitchFamily="34" charset="0"/>
                <a:ea typeface="Be Vietnam Pro" pitchFamily="34" charset="-122"/>
                <a:cs typeface="Be Vietnam Pro" pitchFamily="34" charset="-120"/>
              </a:rPr>
              <a:t>GOM</a:t>
            </a:r>
            <a:r>
              <a:rPr lang="en-US" sz="2400" b="1" dirty="0" spc="0" kern="0">
                <a:solidFill>
                  <a:srgbClr val="6B6A66"/>
                </a:solidFill>
                <a:latin typeface="Be Vietnam Pro" pitchFamily="34" charset="0"/>
                <a:ea typeface="Be Vietnam Pro" pitchFamily="34" charset="-122"/>
                <a:cs typeface="Be Vietnam Pro" pitchFamily="34" charset="-120"/>
              </a:rPr>
              <a:t> LIÊN</a:t>
            </a:r>
            <a:r>
              <a:rPr lang="en-US" sz="2400" b="1" dirty="0" spc="1" kern="0">
                <a:solidFill>
                  <a:srgbClr val="6B6A66"/>
                </a:solidFill>
                <a:latin typeface="Be Vietnam Pro" pitchFamily="34" charset="0"/>
                <a:ea typeface="Be Vietnam Pro" pitchFamily="34" charset="-122"/>
                <a:cs typeface="Be Vietnam Pro" pitchFamily="34" charset="-120"/>
              </a:rPr>
              <a:t> KẾT</a:t>
            </a:r>
            <a:endParaRPr lang="en-US" sz="2400" dirty="0"/>
          </a:p>
        </p:txBody>
      </p:sp>
      <p:sp>
        <p:nvSpPr>
          <p:cNvPr id="7" name="Text 5"/>
          <p:cNvSpPr/>
          <p:nvPr/>
        </p:nvSpPr>
        <p:spPr>
          <a:xfrm>
            <a:off x="1123950" y="4333875"/>
            <a:ext cx="7524750" cy="952500"/>
          </a:xfrm>
          <a:prstGeom prst="rect">
            <a:avLst/>
          </a:prstGeom>
          <a:noFill/>
          <a:ln/>
        </p:spPr>
        <p:txBody>
          <a:bodyPr wrap="square" lIns="0" tIns="13343" rIns="0" bIns="-13343" rtlCol="0" anchor="t"/>
          <a:lstStyle/>
          <a:p>
            <a:pPr algn="l" indent="0" marL="0">
              <a:lnSpc>
                <a:spcPts val="3218"/>
              </a:lnSpc>
              <a:buNone/>
            </a:pPr>
            <a:r>
              <a:rPr lang="en-US" sz="2475" dirty="0" spc="-1" kern="0">
                <a:solidFill>
                  <a:srgbClr val="14161C"/>
                </a:solidFill>
                <a:latin typeface="Be Vietnam Pro" pitchFamily="34" charset="0"/>
                <a:ea typeface="Be Vietnam Pro" pitchFamily="34" charset="-122"/>
                <a:cs typeface="Be Vietnam Pro" pitchFamily="34" charset="-120"/>
              </a:rPr>
              <a:t>1.</a:t>
            </a:r>
            <a:r>
              <a:rPr lang="en-US" sz="2475" dirty="0" spc="0" kern="0">
                <a:solidFill>
                  <a:srgbClr val="14161C"/>
                </a:solidFill>
                <a:latin typeface="Be Vietnam Pro" pitchFamily="34" charset="0"/>
                <a:ea typeface="Be Vietnam Pro" pitchFamily="34" charset="-122"/>
                <a:cs typeface="Be Vietnam Pro" pitchFamily="34" charset="-120"/>
              </a:rPr>
              <a:t> Mục</a:t>
            </a:r>
            <a:r>
              <a:rPr lang="en-US" sz="2475" dirty="0" spc="-2" kern="0">
                <a:solidFill>
                  <a:srgbClr val="14161C"/>
                </a:solidFill>
                <a:latin typeface="Be Vietnam Pro" pitchFamily="34" charset="0"/>
                <a:ea typeface="Be Vietnam Pro" pitchFamily="34" charset="-122"/>
                <a:cs typeface="Be Vietnam Pro" pitchFamily="34" charset="-120"/>
              </a:rPr>
              <a:t> tiêu</a:t>
            </a:r>
            <a:r>
              <a:rPr lang="en-US" sz="2475" dirty="0" spc="-4" kern="0">
                <a:solidFill>
                  <a:srgbClr val="14161C"/>
                </a:solidFill>
                <a:latin typeface="Be Vietnam Pro" pitchFamily="34" charset="0"/>
                <a:ea typeface="Be Vietnam Pro" pitchFamily="34" charset="-122"/>
                <a:cs typeface="Be Vietnam Pro" pitchFamily="34" charset="-120"/>
              </a:rPr>
              <a:t> dễ</a:t>
            </a:r>
            <a:r>
              <a:rPr lang="en-US" sz="2475" dirty="0" spc="1" kern="0">
                <a:solidFill>
                  <a:srgbClr val="14161C"/>
                </a:solidFill>
                <a:latin typeface="Be Vietnam Pro" pitchFamily="34" charset="0"/>
                <a:ea typeface="Be Vietnam Pro" pitchFamily="34" charset="-122"/>
                <a:cs typeface="Be Vietnam Pro" pitchFamily="34" charset="-120"/>
              </a:rPr>
              <a:t> thành:</a:t>
            </a:r>
            <a:r>
              <a:rPr lang="en-US" sz="2475" dirty="0" spc="2" kern="0">
                <a:solidFill>
                  <a:srgbClr val="14161C"/>
                </a:solidFill>
                <a:latin typeface="Be Vietnam Pro" pitchFamily="34" charset="0"/>
                <a:ea typeface="Be Vietnam Pro" pitchFamily="34" charset="-122"/>
                <a:cs typeface="Be Vietnam Pro" pitchFamily="34" charset="-120"/>
              </a:rPr>
              <a:t> càng</a:t>
            </a:r>
            <a:r>
              <a:rPr lang="en-US" sz="2475" dirty="0" spc="1" kern="0">
                <a:solidFill>
                  <a:srgbClr val="14161C"/>
                </a:solidFill>
                <a:latin typeface="Be Vietnam Pro" pitchFamily="34" charset="0"/>
                <a:ea typeface="Be Vietnam Pro" pitchFamily="34" charset="-122"/>
                <a:cs typeface="Be Vietnam Pro" pitchFamily="34" charset="-120"/>
              </a:rPr>
              <a:t> nhiều</a:t>
            </a:r>
            <a:r>
              <a:rPr lang="en-US" sz="2475" dirty="0" spc="3" kern="0">
                <a:solidFill>
                  <a:srgbClr val="14161C"/>
                </a:solidFill>
                <a:latin typeface="Be Vietnam Pro" pitchFamily="34" charset="0"/>
                <a:ea typeface="Be Vietnam Pro" pitchFamily="34" charset="-122"/>
                <a:cs typeface="Be Vietnam Pro" pitchFamily="34" charset="-120"/>
              </a:rPr>
              <a:t> càng</a:t>
            </a:r>
            <a:r>
              <a:rPr lang="en-US" sz="2475" dirty="0" spc="-18" kern="0">
                <a:solidFill>
                  <a:srgbClr val="14161C"/>
                </a:solidFill>
                <a:latin typeface="Be Vietnam Pro" pitchFamily="34" charset="0"/>
                <a:ea typeface="Be Vietnam Pro" pitchFamily="34" charset="-122"/>
                <a:cs typeface="Be Vietnam Pro" pitchFamily="34" charset="-120"/>
              </a:rPr>
              <a:t> tốt.</a:t>
            </a:r>
            <a:endParaRPr lang="en-US" sz="2475" dirty="0"/>
          </a:p>
        </p:txBody>
      </p:sp>
      <p:sp>
        <p:nvSpPr>
          <p:cNvPr id="8" name="Text 6"/>
          <p:cNvSpPr/>
          <p:nvPr/>
        </p:nvSpPr>
        <p:spPr>
          <a:xfrm>
            <a:off x="1123950" y="5448300"/>
            <a:ext cx="7524750" cy="952500"/>
          </a:xfrm>
          <a:prstGeom prst="rect">
            <a:avLst/>
          </a:prstGeom>
          <a:noFill/>
          <a:ln/>
        </p:spPr>
        <p:txBody>
          <a:bodyPr wrap="square" lIns="0" tIns="13343" rIns="0" bIns="-13343" rtlCol="0" anchor="t"/>
          <a:lstStyle/>
          <a:p>
            <a:pPr algn="l" indent="0" marL="0">
              <a:lnSpc>
                <a:spcPts val="3218"/>
              </a:lnSpc>
              <a:buNone/>
            </a:pPr>
            <a:r>
              <a:rPr lang="en-US" sz="2475" dirty="0" spc="-3" kern="0">
                <a:solidFill>
                  <a:srgbClr val="14161C"/>
                </a:solidFill>
                <a:latin typeface="Be Vietnam Pro" pitchFamily="34" charset="0"/>
                <a:ea typeface="Be Vietnam Pro" pitchFamily="34" charset="-122"/>
                <a:cs typeface="Be Vietnam Pro" pitchFamily="34" charset="-120"/>
              </a:rPr>
              <a:t>2.</a:t>
            </a:r>
            <a:r>
              <a:rPr lang="en-US" sz="2475" dirty="0" spc="7" kern="0">
                <a:solidFill>
                  <a:srgbClr val="14161C"/>
                </a:solidFill>
                <a:latin typeface="Be Vietnam Pro" pitchFamily="34" charset="0"/>
                <a:ea typeface="Be Vietnam Pro" pitchFamily="34" charset="-122"/>
                <a:cs typeface="Be Vietnam Pro" pitchFamily="34" charset="-120"/>
              </a:rPr>
              <a:t> Người</a:t>
            </a:r>
            <a:r>
              <a:rPr lang="en-US" sz="2475" dirty="0" spc="9" kern="0">
                <a:solidFill>
                  <a:srgbClr val="14161C"/>
                </a:solidFill>
                <a:latin typeface="Be Vietnam Pro" pitchFamily="34" charset="0"/>
                <a:ea typeface="Be Vietnam Pro" pitchFamily="34" charset="-122"/>
                <a:cs typeface="Be Vietnam Pro" pitchFamily="34" charset="-120"/>
              </a:rPr>
              <a:t> đọc</a:t>
            </a:r>
            <a:r>
              <a:rPr lang="en-US" sz="2475" dirty="0" spc="-3" kern="0">
                <a:solidFill>
                  <a:srgbClr val="14161C"/>
                </a:solidFill>
                <a:latin typeface="Be Vietnam Pro" pitchFamily="34" charset="0"/>
                <a:ea typeface="Be Vietnam Pro" pitchFamily="34" charset="-122"/>
                <a:cs typeface="Be Vietnam Pro" pitchFamily="34" charset="-120"/>
              </a:rPr>
              <a:t> tự</a:t>
            </a:r>
            <a:r>
              <a:rPr lang="en-US" sz="2475" dirty="0" spc="2" kern="0">
                <a:solidFill>
                  <a:srgbClr val="14161C"/>
                </a:solidFill>
                <a:latin typeface="Be Vietnam Pro" pitchFamily="34" charset="0"/>
                <a:ea typeface="Be Vietnam Pro" pitchFamily="34" charset="-122"/>
                <a:cs typeface="Be Vietnam Pro" pitchFamily="34" charset="-120"/>
              </a:rPr>
              <a:t> phân</a:t>
            </a:r>
            <a:r>
              <a:rPr lang="en-US" sz="2475" dirty="0" spc="-1" kern="0">
                <a:solidFill>
                  <a:srgbClr val="14161C"/>
                </a:solidFill>
                <a:latin typeface="Be Vietnam Pro" pitchFamily="34" charset="0"/>
                <a:ea typeface="Be Vietnam Pro" pitchFamily="34" charset="-122"/>
                <a:cs typeface="Be Vietnam Pro" pitchFamily="34" charset="-120"/>
              </a:rPr>
              <a:t> loại</a:t>
            </a:r>
            <a:r>
              <a:rPr lang="en-US" sz="2475" dirty="0" spc="-2" kern="0">
                <a:solidFill>
                  <a:srgbClr val="14161C"/>
                </a:solidFill>
                <a:latin typeface="Be Vietnam Pro" pitchFamily="34" charset="0"/>
                <a:ea typeface="Be Vietnam Pro" pitchFamily="34" charset="-122"/>
                <a:cs typeface="Be Vietnam Pro" pitchFamily="34" charset="-120"/>
              </a:rPr>
              <a:t> từ</a:t>
            </a:r>
            <a:r>
              <a:rPr lang="en-US" sz="2475" dirty="0" spc="9" kern="0">
                <a:solidFill>
                  <a:srgbClr val="14161C"/>
                </a:solidFill>
                <a:latin typeface="Be Vietnam Pro" pitchFamily="34" charset="0"/>
                <a:ea typeface="Be Vietnam Pro" pitchFamily="34" charset="-122"/>
                <a:cs typeface="Be Vietnam Pro" pitchFamily="34" charset="-120"/>
              </a:rPr>
              <a:t> đầu.</a:t>
            </a:r>
            <a:endParaRPr lang="en-US" sz="2475" dirty="0"/>
          </a:p>
        </p:txBody>
      </p:sp>
      <p:sp>
        <p:nvSpPr>
          <p:cNvPr id="9" name="Text 7"/>
          <p:cNvSpPr/>
          <p:nvPr/>
        </p:nvSpPr>
        <p:spPr>
          <a:xfrm>
            <a:off x="1123950" y="6562725"/>
            <a:ext cx="7524750" cy="952500"/>
          </a:xfrm>
          <a:prstGeom prst="rect">
            <a:avLst/>
          </a:prstGeom>
          <a:noFill/>
          <a:ln/>
        </p:spPr>
        <p:txBody>
          <a:bodyPr wrap="square" lIns="0" tIns="13343" rIns="0" bIns="-13343" rtlCol="0" anchor="t"/>
          <a:lstStyle/>
          <a:p>
            <a:pPr algn="l" indent="0" marL="0">
              <a:lnSpc>
                <a:spcPts val="3218"/>
              </a:lnSpc>
              <a:buNone/>
            </a:pPr>
            <a:r>
              <a:rPr lang="en-US" sz="2475" dirty="0" spc="-4" kern="0">
                <a:solidFill>
                  <a:srgbClr val="14161C"/>
                </a:solidFill>
                <a:latin typeface="Be Vietnam Pro" pitchFamily="34" charset="0"/>
                <a:ea typeface="Be Vietnam Pro" pitchFamily="34" charset="-122"/>
                <a:cs typeface="Be Vietnam Pro" pitchFamily="34" charset="-120"/>
              </a:rPr>
              <a:t>3.</a:t>
            </a:r>
            <a:r>
              <a:rPr lang="en-US" sz="2475" dirty="0" spc="-1" kern="0">
                <a:solidFill>
                  <a:srgbClr val="14161C"/>
                </a:solidFill>
                <a:latin typeface="Be Vietnam Pro" pitchFamily="34" charset="0"/>
                <a:ea typeface="Be Vietnam Pro" pitchFamily="34" charset="-122"/>
                <a:cs typeface="Be Vietnam Pro" pitchFamily="34" charset="-120"/>
              </a:rPr>
              <a:t> Thiếu</a:t>
            </a:r>
            <a:r>
              <a:rPr lang="en-US" sz="2475" dirty="0" spc="2" kern="0">
                <a:solidFill>
                  <a:srgbClr val="14161C"/>
                </a:solidFill>
                <a:latin typeface="Be Vietnam Pro" pitchFamily="34" charset="0"/>
                <a:ea typeface="Be Vietnam Pro" pitchFamily="34" charset="-122"/>
                <a:cs typeface="Be Vietnam Pro" pitchFamily="34" charset="-120"/>
              </a:rPr>
              <a:t> lý</a:t>
            </a:r>
            <a:r>
              <a:rPr lang="en-US" sz="2475" dirty="0" spc="-1" kern="0">
                <a:solidFill>
                  <a:srgbClr val="14161C"/>
                </a:solidFill>
                <a:latin typeface="Be Vietnam Pro" pitchFamily="34" charset="0"/>
                <a:ea typeface="Be Vietnam Pro" pitchFamily="34" charset="-122"/>
                <a:cs typeface="Be Vietnam Pro" pitchFamily="34" charset="-120"/>
              </a:rPr>
              <a:t> do</a:t>
            </a:r>
            <a:r>
              <a:rPr lang="en-US" sz="2475" dirty="0" spc="13" kern="0">
                <a:solidFill>
                  <a:srgbClr val="14161C"/>
                </a:solidFill>
                <a:latin typeface="Be Vietnam Pro" pitchFamily="34" charset="0"/>
                <a:ea typeface="Be Vietnam Pro" pitchFamily="34" charset="-122"/>
                <a:cs typeface="Be Vietnam Pro" pitchFamily="34" charset="-120"/>
              </a:rPr>
              <a:t> để</a:t>
            </a:r>
            <a:r>
              <a:rPr lang="en-US" sz="2475" dirty="0" spc="23" kern="0">
                <a:solidFill>
                  <a:srgbClr val="14161C"/>
                </a:solidFill>
                <a:latin typeface="Be Vietnam Pro" pitchFamily="34" charset="0"/>
                <a:ea typeface="Be Vietnam Pro" pitchFamily="34" charset="-122"/>
                <a:cs typeface="Be Vietnam Pro" pitchFamily="34" charset="-120"/>
              </a:rPr>
              <a:t> ưu</a:t>
            </a:r>
            <a:r>
              <a:rPr lang="en-US" sz="2475" dirty="0" spc="-1" kern="0">
                <a:solidFill>
                  <a:srgbClr val="14161C"/>
                </a:solidFill>
                <a:latin typeface="Be Vietnam Pro" pitchFamily="34" charset="0"/>
                <a:ea typeface="Be Vietnam Pro" pitchFamily="34" charset="-122"/>
                <a:cs typeface="Be Vietnam Pro" pitchFamily="34" charset="-120"/>
              </a:rPr>
              <a:t> tiên</a:t>
            </a:r>
            <a:r>
              <a:rPr lang="en-US" sz="2475" dirty="0" spc="-8" kern="0">
                <a:solidFill>
                  <a:srgbClr val="14161C"/>
                </a:solidFill>
                <a:latin typeface="Be Vietnam Pro" pitchFamily="34" charset="0"/>
                <a:ea typeface="Be Vietnam Pro" pitchFamily="34" charset="-122"/>
                <a:cs typeface="Be Vietnam Pro" pitchFamily="34" charset="-120"/>
              </a:rPr>
              <a:t> một</a:t>
            </a:r>
            <a:r>
              <a:rPr lang="en-US" sz="2475" dirty="0" spc="-2" kern="0">
                <a:solidFill>
                  <a:srgbClr val="14161C"/>
                </a:solidFill>
                <a:latin typeface="Be Vietnam Pro" pitchFamily="34" charset="0"/>
                <a:ea typeface="Be Vietnam Pro" pitchFamily="34" charset="-122"/>
                <a:cs typeface="Be Vietnam Pro" pitchFamily="34" charset="-120"/>
              </a:rPr>
              <a:t> mục.</a:t>
            </a:r>
            <a:endParaRPr lang="en-US" sz="2475" dirty="0"/>
          </a:p>
        </p:txBody>
      </p:sp>
      <p:sp>
        <p:nvSpPr>
          <p:cNvPr id="10" name="Shape 8"/>
          <p:cNvSpPr/>
          <p:nvPr/>
        </p:nvSpPr>
        <p:spPr>
          <a:xfrm>
            <a:off x="9296400" y="3048000"/>
            <a:ext cx="8153400" cy="4857750"/>
          </a:xfrm>
          <a:prstGeom prst="roundRect">
            <a:avLst>
              <a:gd name="adj" fmla="val 3529"/>
            </a:avLst>
          </a:prstGeom>
          <a:solidFill>
            <a:srgbClr val="FBF8F2"/>
          </a:solidFill>
          <a:ln w="9525">
            <a:solidFill>
              <a:srgbClr val="DDD5C1"/>
            </a:solidFill>
            <a:prstDash val="solid"/>
          </a:ln>
        </p:spPr>
      </p:sp>
      <p:sp>
        <p:nvSpPr>
          <p:cNvPr id="11" name="Text 9"/>
          <p:cNvSpPr/>
          <p:nvPr/>
        </p:nvSpPr>
        <p:spPr>
          <a:xfrm>
            <a:off x="9582150" y="3333750"/>
            <a:ext cx="7524750" cy="666750"/>
          </a:xfrm>
          <a:prstGeom prst="rect">
            <a:avLst/>
          </a:prstGeom>
          <a:noFill/>
          <a:ln/>
        </p:spPr>
        <p:txBody>
          <a:bodyPr wrap="square" lIns="0" tIns="12954" rIns="0" bIns="-12954" rtlCol="0" anchor="t"/>
          <a:lstStyle/>
          <a:p>
            <a:pPr algn="l" indent="0" marL="0">
              <a:lnSpc>
                <a:spcPts val="3120"/>
              </a:lnSpc>
              <a:buNone/>
            </a:pPr>
            <a:r>
              <a:rPr lang="en-US" sz="2400" b="1" dirty="0" spc="-4" kern="0">
                <a:solidFill>
                  <a:srgbClr val="B45309"/>
                </a:solidFill>
                <a:latin typeface="Be Vietnam Pro" pitchFamily="34" charset="0"/>
                <a:ea typeface="Be Vietnam Pro" pitchFamily="34" charset="-122"/>
                <a:cs typeface="Be Vietnam Pro" pitchFamily="34" charset="-120"/>
              </a:rPr>
              <a:t>TINH</a:t>
            </a:r>
            <a:r>
              <a:rPr lang="en-US" sz="2400" b="1" dirty="0" spc="-3" kern="0">
                <a:solidFill>
                  <a:srgbClr val="B45309"/>
                </a:solidFill>
                <a:latin typeface="Be Vietnam Pro" pitchFamily="34" charset="0"/>
                <a:ea typeface="Be Vietnam Pro" pitchFamily="34" charset="-122"/>
                <a:cs typeface="Be Vietnam Pro" pitchFamily="34" charset="-120"/>
              </a:rPr>
              <a:t> THẦN</a:t>
            </a:r>
            <a:r>
              <a:rPr lang="en-US" sz="2400" b="1" dirty="0" spc="-22" kern="0">
                <a:solidFill>
                  <a:srgbClr val="B45309"/>
                </a:solidFill>
                <a:latin typeface="Be Vietnam Pro" pitchFamily="34" charset="0"/>
                <a:ea typeface="Be Vietnam Pro" pitchFamily="34" charset="-122"/>
                <a:cs typeface="Be Vietnam Pro" pitchFamily="34" charset="-120"/>
              </a:rPr>
              <a:t> AWESOME</a:t>
            </a:r>
            <a:endParaRPr lang="en-US" sz="2400" dirty="0"/>
          </a:p>
        </p:txBody>
      </p:sp>
      <p:sp>
        <p:nvSpPr>
          <p:cNvPr id="12" name="Text 10"/>
          <p:cNvSpPr/>
          <p:nvPr/>
        </p:nvSpPr>
        <p:spPr>
          <a:xfrm>
            <a:off x="9582150" y="4333875"/>
            <a:ext cx="7524750" cy="952500"/>
          </a:xfrm>
          <a:prstGeom prst="rect">
            <a:avLst/>
          </a:prstGeom>
          <a:noFill/>
          <a:ln/>
        </p:spPr>
        <p:txBody>
          <a:bodyPr wrap="square" lIns="0" tIns="13343" rIns="0" bIns="-13343" rtlCol="0" anchor="t"/>
          <a:lstStyle/>
          <a:p>
            <a:pPr algn="l" indent="0" marL="0">
              <a:lnSpc>
                <a:spcPts val="3218"/>
              </a:lnSpc>
              <a:buNone/>
            </a:pPr>
            <a:r>
              <a:rPr lang="en-US" sz="2475" dirty="0" spc="-1" kern="0">
                <a:solidFill>
                  <a:srgbClr val="14161C"/>
                </a:solidFill>
                <a:latin typeface="Be Vietnam Pro" pitchFamily="34" charset="0"/>
                <a:ea typeface="Be Vietnam Pro" pitchFamily="34" charset="-122"/>
                <a:cs typeface="Be Vietnam Pro" pitchFamily="34" charset="-120"/>
              </a:rPr>
              <a:t>1.</a:t>
            </a:r>
            <a:r>
              <a:rPr lang="en-US" sz="2475" dirty="0" spc="-4" kern="0">
                <a:solidFill>
                  <a:srgbClr val="14161C"/>
                </a:solidFill>
                <a:latin typeface="Be Vietnam Pro" pitchFamily="34" charset="0"/>
                <a:ea typeface="Be Vietnam Pro" pitchFamily="34" charset="-122"/>
                <a:cs typeface="Be Vietnam Pro" pitchFamily="34" charset="-120"/>
              </a:rPr>
              <a:t> Ưu</a:t>
            </a:r>
            <a:r>
              <a:rPr lang="en-US" sz="2475" dirty="0" spc="-1" kern="0">
                <a:solidFill>
                  <a:srgbClr val="14161C"/>
                </a:solidFill>
                <a:latin typeface="Be Vietnam Pro" pitchFamily="34" charset="0"/>
                <a:ea typeface="Be Vietnam Pro" pitchFamily="34" charset="-122"/>
                <a:cs typeface="Be Vietnam Pro" pitchFamily="34" charset="-120"/>
              </a:rPr>
              <a:t> tiên thứ</a:t>
            </a:r>
            <a:r>
              <a:rPr lang="en-US" sz="2475" dirty="0" spc="1" kern="0">
                <a:solidFill>
                  <a:srgbClr val="14161C"/>
                </a:solidFill>
                <a:latin typeface="Be Vietnam Pro" pitchFamily="34" charset="0"/>
                <a:ea typeface="Be Vietnam Pro" pitchFamily="34" charset="-122"/>
                <a:cs typeface="Be Vietnam Pro" pitchFamily="34" charset="-120"/>
              </a:rPr>
              <a:t> có</a:t>
            </a:r>
            <a:r>
              <a:rPr lang="en-US" sz="2475" dirty="0" spc="-2" kern="0">
                <a:solidFill>
                  <a:srgbClr val="14161C"/>
                </a:solidFill>
                <a:latin typeface="Be Vietnam Pro" pitchFamily="34" charset="0"/>
                <a:ea typeface="Be Vietnam Pro" pitchFamily="34" charset="-122"/>
                <a:cs typeface="Be Vietnam Pro" pitchFamily="34" charset="-120"/>
              </a:rPr>
              <a:t> thể</a:t>
            </a:r>
            <a:r>
              <a:rPr lang="en-US" sz="2475" dirty="0" spc="-12" kern="0">
                <a:solidFill>
                  <a:srgbClr val="14161C"/>
                </a:solidFill>
                <a:latin typeface="Be Vietnam Pro" pitchFamily="34" charset="0"/>
                <a:ea typeface="Be Vietnam Pro" pitchFamily="34" charset="-122"/>
                <a:cs typeface="Be Vietnam Pro" pitchFamily="34" charset="-120"/>
              </a:rPr>
              <a:t> khuyên</a:t>
            </a:r>
            <a:r>
              <a:rPr lang="en-US" sz="2475" dirty="0" spc="0" kern="0">
                <a:solidFill>
                  <a:srgbClr val="14161C"/>
                </a:solidFill>
                <a:latin typeface="Be Vietnam Pro" pitchFamily="34" charset="0"/>
                <a:ea typeface="Be Vietnam Pro" pitchFamily="34" charset="-122"/>
                <a:cs typeface="Be Vietnam Pro" pitchFamily="34" charset="-120"/>
              </a:rPr>
              <a:t> dùng.</a:t>
            </a:r>
            <a:endParaRPr lang="en-US" sz="2475" dirty="0"/>
          </a:p>
        </p:txBody>
      </p:sp>
      <p:sp>
        <p:nvSpPr>
          <p:cNvPr id="13" name="Text 11"/>
          <p:cNvSpPr/>
          <p:nvPr/>
        </p:nvSpPr>
        <p:spPr>
          <a:xfrm>
            <a:off x="9582150" y="5448300"/>
            <a:ext cx="7524750" cy="952500"/>
          </a:xfrm>
          <a:prstGeom prst="rect">
            <a:avLst/>
          </a:prstGeom>
          <a:noFill/>
          <a:ln/>
        </p:spPr>
        <p:txBody>
          <a:bodyPr wrap="square" lIns="0" tIns="13343" rIns="0" bIns="-13343" rtlCol="0" anchor="t"/>
          <a:lstStyle/>
          <a:p>
            <a:pPr algn="l" indent="0" marL="0">
              <a:lnSpc>
                <a:spcPts val="3218"/>
              </a:lnSpc>
              <a:buNone/>
            </a:pPr>
            <a:r>
              <a:rPr lang="en-US" sz="2475" dirty="0" spc="-3" kern="0">
                <a:solidFill>
                  <a:srgbClr val="14161C"/>
                </a:solidFill>
                <a:latin typeface="Be Vietnam Pro" pitchFamily="34" charset="0"/>
                <a:ea typeface="Be Vietnam Pro" pitchFamily="34" charset="-122"/>
                <a:cs typeface="Be Vietnam Pro" pitchFamily="34" charset="-120"/>
              </a:rPr>
              <a:t>2.</a:t>
            </a:r>
            <a:r>
              <a:rPr lang="en-US" sz="2475" dirty="0" spc="-1" kern="0">
                <a:solidFill>
                  <a:srgbClr val="14161C"/>
                </a:solidFill>
                <a:latin typeface="Be Vietnam Pro" pitchFamily="34" charset="0"/>
                <a:ea typeface="Be Vietnam Pro" pitchFamily="34" charset="-122"/>
                <a:cs typeface="Be Vietnam Pro" pitchFamily="34" charset="-120"/>
              </a:rPr>
              <a:t> Phạm vi</a:t>
            </a:r>
            <a:r>
              <a:rPr lang="en-US" sz="2475" dirty="0" spc="-27" kern="0">
                <a:solidFill>
                  <a:srgbClr val="14161C"/>
                </a:solidFill>
                <a:latin typeface="Be Vietnam Pro" pitchFamily="34" charset="0"/>
                <a:ea typeface="Be Vietnam Pro" pitchFamily="34" charset="-122"/>
                <a:cs typeface="Be Vietnam Pro" pitchFamily="34" charset="-120"/>
              </a:rPr>
              <a:t> rõ,</a:t>
            </a:r>
            <a:r>
              <a:rPr lang="en-US" sz="2475" dirty="0" spc="2" kern="0">
                <a:solidFill>
                  <a:srgbClr val="14161C"/>
                </a:solidFill>
                <a:latin typeface="Be Vietnam Pro" pitchFamily="34" charset="0"/>
                <a:ea typeface="Be Vietnam Pro" pitchFamily="34" charset="-122"/>
                <a:cs typeface="Be Vietnam Pro" pitchFamily="34" charset="-120"/>
              </a:rPr>
              <a:t> phân</a:t>
            </a:r>
            <a:r>
              <a:rPr lang="en-US" sz="2475" dirty="0" spc="1" kern="0">
                <a:solidFill>
                  <a:srgbClr val="14161C"/>
                </a:solidFill>
                <a:latin typeface="Be Vietnam Pro" pitchFamily="34" charset="0"/>
                <a:ea typeface="Be Vietnam Pro" pitchFamily="34" charset="-122"/>
                <a:cs typeface="Be Vietnam Pro" pitchFamily="34" charset="-120"/>
              </a:rPr>
              <a:t> nhóm</a:t>
            </a:r>
            <a:r>
              <a:rPr lang="en-US" sz="2475" dirty="0" spc="-9" kern="0">
                <a:solidFill>
                  <a:srgbClr val="14161C"/>
                </a:solidFill>
                <a:latin typeface="Be Vietnam Pro" pitchFamily="34" charset="0"/>
                <a:ea typeface="Be Vietnam Pro" pitchFamily="34" charset="-122"/>
                <a:cs typeface="Be Vietnam Pro" pitchFamily="34" charset="-120"/>
              </a:rPr>
              <a:t> nhất</a:t>
            </a:r>
            <a:r>
              <a:rPr lang="en-US" sz="2475" dirty="0" spc="0" kern="0">
                <a:solidFill>
                  <a:srgbClr val="14161C"/>
                </a:solidFill>
                <a:latin typeface="Be Vietnam Pro" pitchFamily="34" charset="0"/>
                <a:ea typeface="Be Vietnam Pro" pitchFamily="34" charset="-122"/>
                <a:cs typeface="Be Vietnam Pro" pitchFamily="34" charset="-120"/>
              </a:rPr>
              <a:t> quán.</a:t>
            </a:r>
            <a:endParaRPr lang="en-US" sz="2475" dirty="0"/>
          </a:p>
        </p:txBody>
      </p:sp>
      <p:sp>
        <p:nvSpPr>
          <p:cNvPr id="14" name="Text 12"/>
          <p:cNvSpPr/>
          <p:nvPr/>
        </p:nvSpPr>
        <p:spPr>
          <a:xfrm>
            <a:off x="9582150" y="6562725"/>
            <a:ext cx="7524750" cy="952500"/>
          </a:xfrm>
          <a:prstGeom prst="rect">
            <a:avLst/>
          </a:prstGeom>
          <a:noFill/>
          <a:ln/>
        </p:spPr>
        <p:txBody>
          <a:bodyPr wrap="square" lIns="0" tIns="13343" rIns="0" bIns="-13343" rtlCol="0" anchor="t"/>
          <a:lstStyle/>
          <a:p>
            <a:pPr algn="l" indent="0" marL="0">
              <a:lnSpc>
                <a:spcPts val="3218"/>
              </a:lnSpc>
              <a:buNone/>
            </a:pPr>
            <a:r>
              <a:rPr lang="en-US" sz="2475" dirty="0" spc="-4" kern="0">
                <a:solidFill>
                  <a:srgbClr val="14161C"/>
                </a:solidFill>
                <a:latin typeface="Be Vietnam Pro" pitchFamily="34" charset="0"/>
                <a:ea typeface="Be Vietnam Pro" pitchFamily="34" charset="-122"/>
                <a:cs typeface="Be Vietnam Pro" pitchFamily="34" charset="-120"/>
              </a:rPr>
              <a:t>3.</a:t>
            </a:r>
            <a:r>
              <a:rPr lang="en-US" sz="2475" dirty="0" spc="-3" kern="0">
                <a:solidFill>
                  <a:srgbClr val="14161C"/>
                </a:solidFill>
                <a:latin typeface="Be Vietnam Pro" pitchFamily="34" charset="0"/>
                <a:ea typeface="Be Vietnam Pro" pitchFamily="34" charset="-122"/>
                <a:cs typeface="Be Vietnam Pro" pitchFamily="34" charset="-120"/>
              </a:rPr>
              <a:t> Nêu</a:t>
            </a:r>
            <a:r>
              <a:rPr lang="en-US" sz="2475" dirty="0" spc="1" kern="0">
                <a:solidFill>
                  <a:srgbClr val="14161C"/>
                </a:solidFill>
                <a:latin typeface="Be Vietnam Pro" pitchFamily="34" charset="0"/>
                <a:ea typeface="Be Vietnam Pro" pitchFamily="34" charset="-122"/>
                <a:cs typeface="Be Vietnam Pro" pitchFamily="34" charset="-120"/>
              </a:rPr>
              <a:t> lợi</a:t>
            </a:r>
            <a:r>
              <a:rPr lang="en-US" sz="2475" dirty="0" spc="0" kern="0">
                <a:solidFill>
                  <a:srgbClr val="14161C"/>
                </a:solidFill>
                <a:latin typeface="Be Vietnam Pro" pitchFamily="34" charset="0"/>
                <a:ea typeface="Be Vietnam Pro" pitchFamily="34" charset="-122"/>
                <a:cs typeface="Be Vietnam Pro" pitchFamily="34" charset="-120"/>
              </a:rPr>
              <a:t> ích</a:t>
            </a:r>
            <a:r>
              <a:rPr lang="en-US" sz="2475" dirty="0" spc="-17" kern="0">
                <a:solidFill>
                  <a:srgbClr val="14161C"/>
                </a:solidFill>
                <a:latin typeface="Be Vietnam Pro" pitchFamily="34" charset="0"/>
                <a:ea typeface="Be Vietnam Pro" pitchFamily="34" charset="-122"/>
                <a:cs typeface="Be Vietnam Pro" pitchFamily="34" charset="-120"/>
              </a:rPr>
              <a:t> và</a:t>
            </a:r>
            <a:r>
              <a:rPr lang="en-US" sz="2475" dirty="0" spc="2" kern="0">
                <a:solidFill>
                  <a:srgbClr val="14161C"/>
                </a:solidFill>
                <a:latin typeface="Be Vietnam Pro" pitchFamily="34" charset="0"/>
                <a:ea typeface="Be Vietnam Pro" pitchFamily="34" charset="-122"/>
                <a:cs typeface="Be Vietnam Pro" pitchFamily="34" charset="-120"/>
              </a:rPr>
              <a:t> lý</a:t>
            </a:r>
            <a:r>
              <a:rPr lang="en-US" sz="2475" dirty="0" spc="-1" kern="0">
                <a:solidFill>
                  <a:srgbClr val="14161C"/>
                </a:solidFill>
                <a:latin typeface="Be Vietnam Pro" pitchFamily="34" charset="0"/>
                <a:ea typeface="Be Vietnam Pro" pitchFamily="34" charset="-122"/>
                <a:cs typeface="Be Vietnam Pro" pitchFamily="34" charset="-120"/>
              </a:rPr>
              <a:t> do</a:t>
            </a:r>
            <a:r>
              <a:rPr lang="en-US" sz="2475" dirty="0" spc="1" kern="0">
                <a:solidFill>
                  <a:srgbClr val="14161C"/>
                </a:solidFill>
                <a:latin typeface="Be Vietnam Pro" pitchFamily="34" charset="0"/>
                <a:ea typeface="Be Vietnam Pro" pitchFamily="34" charset="-122"/>
                <a:cs typeface="Be Vietnam Pro" pitchFamily="34" charset="-120"/>
              </a:rPr>
              <a:t> giới</a:t>
            </a:r>
            <a:r>
              <a:rPr lang="en-US" sz="2475" dirty="0" spc="-1" kern="0">
                <a:solidFill>
                  <a:srgbClr val="14161C"/>
                </a:solidFill>
                <a:latin typeface="Be Vietnam Pro" pitchFamily="34" charset="0"/>
                <a:ea typeface="Be Vietnam Pro" pitchFamily="34" charset="-122"/>
                <a:cs typeface="Be Vietnam Pro" pitchFamily="34" charset="-120"/>
              </a:rPr>
              <a:t> thiệu.</a:t>
            </a:r>
            <a:endParaRPr lang="en-US" sz="2475" dirty="0"/>
          </a:p>
        </p:txBody>
      </p:sp>
      <p:sp>
        <p:nvSpPr>
          <p:cNvPr id="15" name="Shape 13"/>
          <p:cNvSpPr/>
          <p:nvPr/>
        </p:nvSpPr>
        <p:spPr>
          <a:xfrm>
            <a:off x="838200" y="8515350"/>
            <a:ext cx="16611600" cy="676275"/>
          </a:xfrm>
          <a:prstGeom prst="roundRect">
            <a:avLst>
              <a:gd name="adj" fmla="val 11268"/>
            </a:avLst>
          </a:prstGeom>
          <a:solidFill>
            <a:srgbClr val="E8E0CF"/>
          </a:solidFill>
          <a:ln w="9525">
            <a:solidFill>
              <a:srgbClr val="E8E0CF"/>
            </a:solidFill>
            <a:prstDash val="solid"/>
          </a:ln>
        </p:spPr>
      </p:sp>
      <p:sp>
        <p:nvSpPr>
          <p:cNvPr id="16" name="Text 14"/>
          <p:cNvSpPr/>
          <p:nvPr/>
        </p:nvSpPr>
        <p:spPr>
          <a:xfrm>
            <a:off x="1038225" y="8677275"/>
            <a:ext cx="16240125" cy="457200"/>
          </a:xfrm>
          <a:prstGeom prst="rect">
            <a:avLst/>
          </a:prstGeom>
          <a:noFill/>
          <a:ln/>
        </p:spPr>
        <p:txBody>
          <a:bodyPr wrap="square" lIns="0" tIns="10914" rIns="0" bIns="-10914" rtlCol="0" anchor="t"/>
          <a:lstStyle/>
          <a:p>
            <a:pPr algn="l" indent="0" marL="0">
              <a:lnSpc>
                <a:spcPts val="2633"/>
              </a:lnSpc>
              <a:buNone/>
            </a:pPr>
            <a:r>
              <a:rPr lang="en-US" sz="2025" dirty="0" spc="-12" kern="0">
                <a:solidFill>
                  <a:srgbClr val="14161C"/>
                </a:solidFill>
                <a:latin typeface="Be Vietnam Pro Medium" pitchFamily="34" charset="0"/>
                <a:ea typeface="Be Vietnam Pro Medium" pitchFamily="34" charset="-122"/>
                <a:cs typeface="Be Vietnam Pro Medium" pitchFamily="34" charset="-120"/>
              </a:rPr>
              <a:t>Manifesto:</a:t>
            </a:r>
            <a:r>
              <a:rPr lang="en-US" sz="2025" dirty="0" spc="0" kern="0">
                <a:solidFill>
                  <a:srgbClr val="14161C"/>
                </a:solidFill>
                <a:latin typeface="Be Vietnam Pro Medium" pitchFamily="34" charset="0"/>
                <a:ea typeface="Be Vietnam Pro Medium" pitchFamily="34" charset="-122"/>
                <a:cs typeface="Be Vietnam Pro Medium" pitchFamily="34" charset="-120"/>
              </a:rPr>
              <a:t> giá</a:t>
            </a:r>
            <a:r>
              <a:rPr lang="en-US" sz="2025" dirty="0" spc="11" kern="0">
                <a:solidFill>
                  <a:srgbClr val="14161C"/>
                </a:solidFill>
                <a:latin typeface="Be Vietnam Pro Medium" pitchFamily="34" charset="0"/>
                <a:ea typeface="Be Vietnam Pro Medium" pitchFamily="34" charset="-122"/>
                <a:cs typeface="Be Vietnam Pro Medium" pitchFamily="34" charset="-120"/>
              </a:rPr>
              <a:t> trị</a:t>
            </a:r>
            <a:r>
              <a:rPr lang="en-US" sz="2025" dirty="0" spc="1" kern="0">
                <a:solidFill>
                  <a:srgbClr val="14161C"/>
                </a:solidFill>
                <a:latin typeface="Be Vietnam Pro Medium" pitchFamily="34" charset="0"/>
                <a:ea typeface="Be Vietnam Pro Medium" pitchFamily="34" charset="-122"/>
                <a:cs typeface="Be Vietnam Pro Medium" pitchFamily="34" charset="-120"/>
              </a:rPr>
              <a:t> nằm</a:t>
            </a:r>
            <a:r>
              <a:rPr lang="en-US" sz="2025" dirty="0" spc="2" kern="0">
                <a:solidFill>
                  <a:srgbClr val="14161C"/>
                </a:solidFill>
                <a:latin typeface="Be Vietnam Pro Medium" pitchFamily="34" charset="0"/>
                <a:ea typeface="Be Vietnam Pro Medium" pitchFamily="34" charset="-122"/>
                <a:cs typeface="Be Vietnam Pro Medium" pitchFamily="34" charset="-120"/>
              </a:rPr>
              <a:t> ở</a:t>
            </a:r>
            <a:r>
              <a:rPr lang="en-US" sz="2025" dirty="0" spc="10" kern="0">
                <a:solidFill>
                  <a:srgbClr val="14161C"/>
                </a:solidFill>
                <a:latin typeface="Be Vietnam Pro Medium" pitchFamily="34" charset="0"/>
                <a:ea typeface="Be Vietnam Pro Medium" pitchFamily="34" charset="-122"/>
                <a:cs typeface="Be Vietnam Pro Medium" pitchFamily="34" charset="-120"/>
              </a:rPr>
              <a:t> lựa</a:t>
            </a:r>
            <a:r>
              <a:rPr lang="en-US" sz="2025" dirty="0" spc="-1" kern="0">
                <a:solidFill>
                  <a:srgbClr val="14161C"/>
                </a:solidFill>
                <a:latin typeface="Be Vietnam Pro Medium" pitchFamily="34" charset="0"/>
                <a:ea typeface="Be Vietnam Pro Medium" pitchFamily="34" charset="-122"/>
                <a:cs typeface="Be Vietnam Pro Medium" pitchFamily="34" charset="-120"/>
              </a:rPr>
              <a:t> chọn có</a:t>
            </a:r>
            <a:r>
              <a:rPr lang="en-US" sz="2025" dirty="0" spc="1" kern="0">
                <a:solidFill>
                  <a:srgbClr val="14161C"/>
                </a:solidFill>
                <a:latin typeface="Be Vietnam Pro Medium" pitchFamily="34" charset="0"/>
                <a:ea typeface="Be Vietnam Pro Medium" pitchFamily="34" charset="-122"/>
                <a:cs typeface="Be Vietnam Pro Medium" pitchFamily="34" charset="-120"/>
              </a:rPr>
              <a:t> chủ</a:t>
            </a:r>
            <a:r>
              <a:rPr lang="en-US" sz="2025" dirty="0" spc="15" kern="0">
                <a:solidFill>
                  <a:srgbClr val="14161C"/>
                </a:solidFill>
                <a:latin typeface="Be Vietnam Pro Medium" pitchFamily="34" charset="0"/>
                <a:ea typeface="Be Vietnam Pro Medium" pitchFamily="34" charset="-122"/>
                <a:cs typeface="Be Vietnam Pro Medium" pitchFamily="34" charset="-120"/>
              </a:rPr>
              <a:t> đích;</a:t>
            </a:r>
            <a:r>
              <a:rPr lang="en-US" sz="2025" dirty="0" spc="-2" kern="0">
                <a:solidFill>
                  <a:srgbClr val="14161C"/>
                </a:solidFill>
                <a:latin typeface="Be Vietnam Pro Medium" pitchFamily="34" charset="0"/>
                <a:ea typeface="Be Vietnam Pro Medium" pitchFamily="34" charset="-122"/>
                <a:cs typeface="Be Vietnam Pro Medium" pitchFamily="34" charset="-120"/>
              </a:rPr>
              <a:t> không</a:t>
            </a:r>
            <a:r>
              <a:rPr lang="en-US" sz="2025" dirty="0" spc="0" kern="0">
                <a:solidFill>
                  <a:srgbClr val="14161C"/>
                </a:solidFill>
                <a:latin typeface="Be Vietnam Pro Medium" pitchFamily="34" charset="0"/>
                <a:ea typeface="Be Vietnam Pro Medium" pitchFamily="34" charset="-122"/>
                <a:cs typeface="Be Vietnam Pro Medium" pitchFamily="34" charset="-120"/>
              </a:rPr>
              <a:t> phải</a:t>
            </a:r>
            <a:r>
              <a:rPr lang="en-US" sz="2025" dirty="0" spc="15" kern="0">
                <a:solidFill>
                  <a:srgbClr val="14161C"/>
                </a:solidFill>
                <a:latin typeface="Be Vietnam Pro Medium" pitchFamily="34" charset="0"/>
                <a:ea typeface="Be Vietnam Pro Medium" pitchFamily="34" charset="-122"/>
                <a:cs typeface="Be Vietnam Pro Medium" pitchFamily="34" charset="-120"/>
              </a:rPr>
              <a:t> chứng</a:t>
            </a:r>
            <a:r>
              <a:rPr lang="en-US" sz="2025" dirty="0" spc="1" kern="0">
                <a:solidFill>
                  <a:srgbClr val="14161C"/>
                </a:solidFill>
                <a:latin typeface="Be Vietnam Pro Medium" pitchFamily="34" charset="0"/>
                <a:ea typeface="Be Vietnam Pro Medium" pitchFamily="34" charset="-122"/>
                <a:cs typeface="Be Vietnam Pro Medium" pitchFamily="34" charset="-120"/>
              </a:rPr>
              <a:t> nhận</a:t>
            </a:r>
            <a:r>
              <a:rPr lang="en-US" sz="2025" dirty="0" spc="0" kern="0">
                <a:solidFill>
                  <a:srgbClr val="14161C"/>
                </a:solidFill>
                <a:latin typeface="Be Vietnam Pro Medium" pitchFamily="34" charset="0"/>
                <a:ea typeface="Be Vietnam Pro Medium" pitchFamily="34" charset="-122"/>
                <a:cs typeface="Be Vietnam Pro Medium" pitchFamily="34" charset="-120"/>
              </a:rPr>
              <a:t> chính</a:t>
            </a:r>
            <a:r>
              <a:rPr lang="en-US" sz="2025" dirty="0" spc="6" kern="0">
                <a:solidFill>
                  <a:srgbClr val="14161C"/>
                </a:solidFill>
                <a:latin typeface="Be Vietnam Pro Medium" pitchFamily="34" charset="0"/>
                <a:ea typeface="Be Vietnam Pro Medium" pitchFamily="34" charset="-122"/>
                <a:cs typeface="Be Vietnam Pro Medium" pitchFamily="34" charset="-120"/>
              </a:rPr>
              <a:t> thức.</a:t>
            </a:r>
            <a:endParaRPr lang="en-US" sz="2025" dirty="0"/>
          </a:p>
        </p:txBody>
      </p:sp>
      <p:sp>
        <p:nvSpPr>
          <p:cNvPr id="17" name="Text 15"/>
          <p:cNvSpPr/>
          <p:nvPr/>
        </p:nvSpPr>
        <p:spPr>
          <a:xfrm>
            <a:off x="838200" y="9353550"/>
            <a:ext cx="16611600" cy="333375"/>
          </a:xfrm>
          <a:prstGeom prst="rect">
            <a:avLst/>
          </a:prstGeom>
          <a:noFill/>
          <a:ln/>
        </p:spPr>
        <p:txBody>
          <a:bodyPr wrap="square" lIns="0" tIns="8906" rIns="0" bIns="-8906" rtlCol="0" anchor="t"/>
          <a:lstStyle/>
          <a:p>
            <a:pPr algn="l" indent="0" marL="0">
              <a:lnSpc>
                <a:spcPts val="2145"/>
              </a:lnSpc>
              <a:buNone/>
            </a:pPr>
            <a:r>
              <a:rPr lang="en-US" sz="1650" dirty="0" spc="-3" kern="0">
                <a:solidFill>
                  <a:srgbClr val="6B6A66"/>
                </a:solidFill>
                <a:latin typeface="Be Vietnam Pro" pitchFamily="34" charset="0"/>
                <a:ea typeface="Be Vietnam Pro" pitchFamily="34" charset="-122"/>
                <a:cs typeface="Be Vietnam Pro" pitchFamily="34" charset="-120"/>
              </a:rPr>
              <a:t>Nguồn:</a:t>
            </a:r>
            <a:r>
              <a:rPr lang="en-US" sz="1650" dirty="0" spc="-2" kern="0">
                <a:solidFill>
                  <a:srgbClr val="6B6A66"/>
                </a:solidFill>
                <a:latin typeface="Be Vietnam Pro" pitchFamily="34" charset="0"/>
                <a:ea typeface="Be Vietnam Pro" pitchFamily="34" charset="-122"/>
                <a:cs typeface="Be Vietnam Pro" pitchFamily="34" charset="-120"/>
              </a:rPr>
              <a:t> [S4]</a:t>
            </a:r>
            <a:r>
              <a:rPr lang="en-US" sz="1650" dirty="0" spc="2" kern="0">
                <a:solidFill>
                  <a:srgbClr val="6B6A66"/>
                </a:solidFill>
                <a:latin typeface="Be Vietnam Pro" pitchFamily="34" charset="0"/>
                <a:ea typeface="Be Vietnam Pro" pitchFamily="34" charset="-122"/>
                <a:cs typeface="Be Vietnam Pro" pitchFamily="34" charset="-120"/>
              </a:rPr>
              <a:t>  ·  Số</a:t>
            </a:r>
            <a:r>
              <a:rPr lang="en-US" sz="1650" dirty="0" spc="-1" kern="0">
                <a:solidFill>
                  <a:srgbClr val="6B6A66"/>
                </a:solidFill>
                <a:latin typeface="Be Vietnam Pro" pitchFamily="34" charset="0"/>
                <a:ea typeface="Be Vietnam Pro" pitchFamily="34" charset="-122"/>
                <a:cs typeface="Be Vietnam Pro" pitchFamily="34" charset="-120"/>
              </a:rPr>
              <a:t> liệu:</a:t>
            </a:r>
            <a:r>
              <a:rPr lang="en-US" sz="1650" dirty="0" spc="1" kern="0">
                <a:solidFill>
                  <a:srgbClr val="6B6A66"/>
                </a:solidFill>
                <a:latin typeface="Be Vietnam Pro" pitchFamily="34" charset="0"/>
                <a:ea typeface="Be Vietnam Pro" pitchFamily="34" charset="-122"/>
                <a:cs typeface="Be Vietnam Pro" pitchFamily="34" charset="-120"/>
              </a:rPr>
              <a:t> phiên</a:t>
            </a:r>
            <a:r>
              <a:rPr lang="en-US" sz="1650" dirty="0" spc="-1" kern="0">
                <a:solidFill>
                  <a:srgbClr val="6B6A66"/>
                </a:solidFill>
                <a:latin typeface="Be Vietnam Pro" pitchFamily="34" charset="0"/>
                <a:ea typeface="Be Vietnam Pro" pitchFamily="34" charset="-122"/>
                <a:cs typeface="Be Vietnam Pro" pitchFamily="34" charset="-120"/>
              </a:rPr>
              <a:t> quét</a:t>
            </a:r>
            <a:r>
              <a:rPr lang="en-US" sz="1650" dirty="0" spc="-8" kern="0">
                <a:solidFill>
                  <a:srgbClr val="6B6A66"/>
                </a:solidFill>
                <a:latin typeface="Be Vietnam Pro" pitchFamily="34" charset="0"/>
                <a:ea typeface="Be Vietnam Pro" pitchFamily="34" charset="-122"/>
                <a:cs typeface="Be Vietnam Pro" pitchFamily="34" charset="-120"/>
              </a:rPr>
              <a:t> 23/10/2026</a:t>
            </a:r>
            <a:endParaRPr lang="en-US" sz="1650" dirty="0"/>
          </a:p>
        </p:txBody>
      </p:sp>
      <p:sp>
        <p:nvSpPr>
          <p:cNvPr id="18" name="Shape 16"/>
          <p:cNvSpPr/>
          <p:nvPr/>
        </p:nvSpPr>
        <p:spPr>
          <a:xfrm>
            <a:off x="847725" y="9896475"/>
            <a:ext cx="57150" cy="57150"/>
          </a:xfrm>
          <a:prstGeom prst="ellipse">
            <a:avLst/>
          </a:prstGeom>
          <a:solidFill>
            <a:srgbClr val="DDD5C1"/>
          </a:solidFill>
          <a:ln/>
        </p:spPr>
      </p:sp>
      <p:sp>
        <p:nvSpPr>
          <p:cNvPr id="19" name="Shape 17"/>
          <p:cNvSpPr/>
          <p:nvPr/>
        </p:nvSpPr>
        <p:spPr>
          <a:xfrm>
            <a:off x="952500" y="9896475"/>
            <a:ext cx="57150" cy="57150"/>
          </a:xfrm>
          <a:prstGeom prst="ellipse">
            <a:avLst/>
          </a:prstGeom>
          <a:solidFill>
            <a:srgbClr val="DDD5C1"/>
          </a:solidFill>
          <a:ln/>
        </p:spPr>
      </p:sp>
      <p:sp>
        <p:nvSpPr>
          <p:cNvPr id="20" name="Shape 18"/>
          <p:cNvSpPr/>
          <p:nvPr/>
        </p:nvSpPr>
        <p:spPr>
          <a:xfrm>
            <a:off x="1057275" y="9896475"/>
            <a:ext cx="57150" cy="57150"/>
          </a:xfrm>
          <a:prstGeom prst="ellipse">
            <a:avLst/>
          </a:prstGeom>
          <a:solidFill>
            <a:srgbClr val="DDD5C1"/>
          </a:solidFill>
          <a:ln/>
        </p:spPr>
      </p:sp>
      <p:sp>
        <p:nvSpPr>
          <p:cNvPr id="21" name="Shape 19"/>
          <p:cNvSpPr/>
          <p:nvPr/>
        </p:nvSpPr>
        <p:spPr>
          <a:xfrm>
            <a:off x="1162050" y="9896475"/>
            <a:ext cx="57150" cy="57150"/>
          </a:xfrm>
          <a:prstGeom prst="ellipse">
            <a:avLst/>
          </a:prstGeom>
          <a:solidFill>
            <a:srgbClr val="DDD5C1"/>
          </a:solidFill>
          <a:ln/>
        </p:spPr>
      </p:sp>
      <p:sp>
        <p:nvSpPr>
          <p:cNvPr id="22" name="Shape 20"/>
          <p:cNvSpPr/>
          <p:nvPr/>
        </p:nvSpPr>
        <p:spPr>
          <a:xfrm>
            <a:off x="1266825" y="9896475"/>
            <a:ext cx="57150" cy="57150"/>
          </a:xfrm>
          <a:prstGeom prst="ellipse">
            <a:avLst/>
          </a:prstGeom>
          <a:solidFill>
            <a:srgbClr val="DDD5C1"/>
          </a:solidFill>
          <a:ln/>
        </p:spPr>
      </p:sp>
      <p:sp>
        <p:nvSpPr>
          <p:cNvPr id="23" name="Shape 21"/>
          <p:cNvSpPr/>
          <p:nvPr/>
        </p:nvSpPr>
        <p:spPr>
          <a:xfrm>
            <a:off x="1371600" y="9896475"/>
            <a:ext cx="57150" cy="57150"/>
          </a:xfrm>
          <a:prstGeom prst="ellipse">
            <a:avLst/>
          </a:prstGeom>
          <a:solidFill>
            <a:srgbClr val="DDD5C1"/>
          </a:solidFill>
          <a:ln/>
        </p:spPr>
      </p:sp>
      <p:sp>
        <p:nvSpPr>
          <p:cNvPr id="24" name="Shape 22"/>
          <p:cNvSpPr/>
          <p:nvPr/>
        </p:nvSpPr>
        <p:spPr>
          <a:xfrm>
            <a:off x="1476375" y="9896475"/>
            <a:ext cx="57150" cy="57150"/>
          </a:xfrm>
          <a:prstGeom prst="ellipse">
            <a:avLst/>
          </a:prstGeom>
          <a:solidFill>
            <a:srgbClr val="DDD5C1"/>
          </a:solidFill>
          <a:ln/>
        </p:spPr>
      </p:sp>
      <p:sp>
        <p:nvSpPr>
          <p:cNvPr id="25" name="Shape 23"/>
          <p:cNvSpPr/>
          <p:nvPr/>
        </p:nvSpPr>
        <p:spPr>
          <a:xfrm>
            <a:off x="1581150" y="9896475"/>
            <a:ext cx="57150" cy="57150"/>
          </a:xfrm>
          <a:prstGeom prst="ellipse">
            <a:avLst/>
          </a:prstGeom>
          <a:solidFill>
            <a:srgbClr val="DDD5C1"/>
          </a:solidFill>
          <a:ln/>
        </p:spPr>
      </p:sp>
      <p:sp>
        <p:nvSpPr>
          <p:cNvPr id="26" name="Shape 24"/>
          <p:cNvSpPr/>
          <p:nvPr/>
        </p:nvSpPr>
        <p:spPr>
          <a:xfrm>
            <a:off x="1685925" y="9896475"/>
            <a:ext cx="57150" cy="57150"/>
          </a:xfrm>
          <a:prstGeom prst="ellipse">
            <a:avLst/>
          </a:prstGeom>
          <a:solidFill>
            <a:srgbClr val="DDD5C1"/>
          </a:solidFill>
          <a:ln/>
        </p:spPr>
      </p:sp>
      <p:sp>
        <p:nvSpPr>
          <p:cNvPr id="27" name="Shape 25"/>
          <p:cNvSpPr/>
          <p:nvPr/>
        </p:nvSpPr>
        <p:spPr>
          <a:xfrm>
            <a:off x="1790700" y="9896475"/>
            <a:ext cx="57150" cy="57150"/>
          </a:xfrm>
          <a:prstGeom prst="ellipse">
            <a:avLst/>
          </a:prstGeom>
          <a:solidFill>
            <a:srgbClr val="DDD5C1"/>
          </a:solidFill>
          <a:ln/>
        </p:spPr>
      </p:sp>
      <p:sp>
        <p:nvSpPr>
          <p:cNvPr id="28" name="Shape 26"/>
          <p:cNvSpPr/>
          <p:nvPr/>
        </p:nvSpPr>
        <p:spPr>
          <a:xfrm>
            <a:off x="1895475" y="9896475"/>
            <a:ext cx="57150" cy="57150"/>
          </a:xfrm>
          <a:prstGeom prst="ellipse">
            <a:avLst/>
          </a:prstGeom>
          <a:solidFill>
            <a:srgbClr val="DDD5C1"/>
          </a:solidFill>
          <a:ln/>
        </p:spPr>
      </p:sp>
      <p:sp>
        <p:nvSpPr>
          <p:cNvPr id="29" name="Shape 27"/>
          <p:cNvSpPr/>
          <p:nvPr/>
        </p:nvSpPr>
        <p:spPr>
          <a:xfrm>
            <a:off x="2000250" y="9896475"/>
            <a:ext cx="57150" cy="57150"/>
          </a:xfrm>
          <a:prstGeom prst="ellipse">
            <a:avLst/>
          </a:prstGeom>
          <a:solidFill>
            <a:srgbClr val="E8472B"/>
          </a:solidFill>
          <a:ln/>
        </p:spPr>
      </p:sp>
      <p:sp>
        <p:nvSpPr>
          <p:cNvPr id="30" name="Shape 28"/>
          <p:cNvSpPr/>
          <p:nvPr/>
        </p:nvSpPr>
        <p:spPr>
          <a:xfrm>
            <a:off x="2105025" y="9896475"/>
            <a:ext cx="57150" cy="57150"/>
          </a:xfrm>
          <a:prstGeom prst="ellipse">
            <a:avLst/>
          </a:prstGeom>
          <a:solidFill>
            <a:srgbClr val="DDD5C1"/>
          </a:solidFill>
          <a:ln/>
        </p:spPr>
      </p:sp>
      <p:sp>
        <p:nvSpPr>
          <p:cNvPr id="31" name="Shape 29"/>
          <p:cNvSpPr/>
          <p:nvPr/>
        </p:nvSpPr>
        <p:spPr>
          <a:xfrm>
            <a:off x="2209800" y="9896475"/>
            <a:ext cx="57150" cy="57150"/>
          </a:xfrm>
          <a:prstGeom prst="ellipse">
            <a:avLst/>
          </a:prstGeom>
          <a:solidFill>
            <a:srgbClr val="DDD5C1"/>
          </a:solidFill>
          <a:ln/>
        </p:spPr>
      </p:sp>
      <p:sp>
        <p:nvSpPr>
          <p:cNvPr id="32" name="Shape 30"/>
          <p:cNvSpPr/>
          <p:nvPr/>
        </p:nvSpPr>
        <p:spPr>
          <a:xfrm>
            <a:off x="2314575" y="9896475"/>
            <a:ext cx="57150" cy="57150"/>
          </a:xfrm>
          <a:prstGeom prst="ellipse">
            <a:avLst/>
          </a:prstGeom>
          <a:solidFill>
            <a:srgbClr val="DDD5C1"/>
          </a:solidFill>
          <a:ln/>
        </p:spPr>
      </p:sp>
      <p:sp>
        <p:nvSpPr>
          <p:cNvPr id="33" name="Shape 31"/>
          <p:cNvSpPr/>
          <p:nvPr/>
        </p:nvSpPr>
        <p:spPr>
          <a:xfrm>
            <a:off x="2419350" y="9896475"/>
            <a:ext cx="57150" cy="57150"/>
          </a:xfrm>
          <a:prstGeom prst="ellipse">
            <a:avLst/>
          </a:prstGeom>
          <a:solidFill>
            <a:srgbClr val="DDD5C1"/>
          </a:solidFill>
          <a:ln/>
        </p:spPr>
      </p:sp>
      <p:sp>
        <p:nvSpPr>
          <p:cNvPr id="34" name="Shape 32"/>
          <p:cNvSpPr/>
          <p:nvPr/>
        </p:nvSpPr>
        <p:spPr>
          <a:xfrm>
            <a:off x="2524125" y="9896475"/>
            <a:ext cx="57150" cy="57150"/>
          </a:xfrm>
          <a:prstGeom prst="ellipse">
            <a:avLst/>
          </a:prstGeom>
          <a:solidFill>
            <a:srgbClr val="DDD5C1"/>
          </a:solidFill>
          <a:ln/>
        </p:spPr>
      </p:sp>
      <p:sp>
        <p:nvSpPr>
          <p:cNvPr id="35" name="Shape 33"/>
          <p:cNvSpPr/>
          <p:nvPr/>
        </p:nvSpPr>
        <p:spPr>
          <a:xfrm>
            <a:off x="2628900" y="9896475"/>
            <a:ext cx="57150" cy="57150"/>
          </a:xfrm>
          <a:prstGeom prst="ellipse">
            <a:avLst/>
          </a:prstGeom>
          <a:solidFill>
            <a:srgbClr val="DDD5C1"/>
          </a:solidFill>
          <a:ln/>
        </p:spPr>
      </p:sp>
      <p:sp>
        <p:nvSpPr>
          <p:cNvPr id="36" name="Shape 34"/>
          <p:cNvSpPr/>
          <p:nvPr/>
        </p:nvSpPr>
        <p:spPr>
          <a:xfrm>
            <a:off x="2733675" y="9896475"/>
            <a:ext cx="57150" cy="57150"/>
          </a:xfrm>
          <a:prstGeom prst="ellipse">
            <a:avLst/>
          </a:prstGeom>
          <a:solidFill>
            <a:srgbClr val="DDD5C1"/>
          </a:solidFill>
          <a:ln/>
        </p:spPr>
      </p:sp>
      <p:sp>
        <p:nvSpPr>
          <p:cNvPr id="37" name="Shape 35"/>
          <p:cNvSpPr/>
          <p:nvPr/>
        </p:nvSpPr>
        <p:spPr>
          <a:xfrm>
            <a:off x="2838450" y="9896475"/>
            <a:ext cx="57150" cy="57150"/>
          </a:xfrm>
          <a:prstGeom prst="ellipse">
            <a:avLst/>
          </a:prstGeom>
          <a:solidFill>
            <a:srgbClr val="DDD5C1"/>
          </a:solidFill>
          <a:ln/>
        </p:spPr>
      </p:sp>
      <p:sp>
        <p:nvSpPr>
          <p:cNvPr id="38" name="Shape 36"/>
          <p:cNvSpPr/>
          <p:nvPr/>
        </p:nvSpPr>
        <p:spPr>
          <a:xfrm>
            <a:off x="2943225" y="9896475"/>
            <a:ext cx="57150" cy="57150"/>
          </a:xfrm>
          <a:prstGeom prst="ellipse">
            <a:avLst/>
          </a:prstGeom>
          <a:solidFill>
            <a:srgbClr val="DDD5C1"/>
          </a:solidFill>
          <a:ln/>
        </p:spPr>
      </p:sp>
      <p:sp>
        <p:nvSpPr>
          <p:cNvPr id="39" name="Shape 37"/>
          <p:cNvSpPr/>
          <p:nvPr/>
        </p:nvSpPr>
        <p:spPr>
          <a:xfrm>
            <a:off x="3048000" y="9896475"/>
            <a:ext cx="57150" cy="57150"/>
          </a:xfrm>
          <a:prstGeom prst="ellipse">
            <a:avLst/>
          </a:prstGeom>
          <a:solidFill>
            <a:srgbClr val="DDD5C1"/>
          </a:solidFill>
          <a:ln/>
        </p:spPr>
      </p:sp>
      <p:sp>
        <p:nvSpPr>
          <p:cNvPr id="40" name="Shape 38"/>
          <p:cNvSpPr/>
          <p:nvPr/>
        </p:nvSpPr>
        <p:spPr>
          <a:xfrm>
            <a:off x="3152775" y="9896475"/>
            <a:ext cx="57150" cy="57150"/>
          </a:xfrm>
          <a:prstGeom prst="ellipse">
            <a:avLst/>
          </a:prstGeom>
          <a:solidFill>
            <a:srgbClr val="DDD5C1"/>
          </a:solidFill>
          <a:ln/>
        </p:spPr>
      </p:sp>
      <p:sp>
        <p:nvSpPr>
          <p:cNvPr id="41" name="Shape 39"/>
          <p:cNvSpPr/>
          <p:nvPr/>
        </p:nvSpPr>
        <p:spPr>
          <a:xfrm>
            <a:off x="3257550" y="9896475"/>
            <a:ext cx="57150" cy="57150"/>
          </a:xfrm>
          <a:prstGeom prst="ellipse">
            <a:avLst/>
          </a:prstGeom>
          <a:solidFill>
            <a:srgbClr val="DDD5C1"/>
          </a:solidFill>
          <a:ln/>
        </p:spPr>
      </p:sp>
      <p:sp>
        <p:nvSpPr>
          <p:cNvPr id="42" name="Text 40"/>
          <p:cNvSpPr/>
          <p:nvPr/>
        </p:nvSpPr>
        <p:spPr>
          <a:xfrm>
            <a:off x="3667125" y="9734550"/>
            <a:ext cx="10953750" cy="342900"/>
          </a:xfrm>
          <a:prstGeom prst="rect">
            <a:avLst/>
          </a:prstGeom>
          <a:noFill/>
          <a:ln/>
        </p:spPr>
        <p:txBody>
          <a:bodyPr wrap="square" lIns="0" tIns="8906" rIns="0" bIns="-8906" rtlCol="0" anchor="t"/>
          <a:lstStyle/>
          <a:p>
            <a:pPr algn="l" indent="0" marL="0">
              <a:lnSpc>
                <a:spcPts val="2145"/>
              </a:lnSpc>
              <a:buNone/>
            </a:pPr>
            <a:r>
              <a:rPr lang="en-US" sz="1650" dirty="0" spc="-6" kern="0">
                <a:solidFill>
                  <a:srgbClr val="6B6A66"/>
                </a:solidFill>
                <a:latin typeface="Be Vietnam Pro" pitchFamily="34" charset="0"/>
                <a:ea typeface="Be Vietnam Pro" pitchFamily="34" charset="-122"/>
                <a:cs typeface="Be Vietnam Pro" pitchFamily="34" charset="-120"/>
              </a:rPr>
              <a:t>Multiple-report</a:t>
            </a:r>
            <a:r>
              <a:rPr lang="en-US" sz="1650" dirty="0" spc="3" kern="0">
                <a:solidFill>
                  <a:srgbClr val="6B6A66"/>
                </a:solidFill>
                <a:latin typeface="Be Vietnam Pro" pitchFamily="34" charset="0"/>
                <a:ea typeface="Be Vietnam Pro" pitchFamily="34" charset="-122"/>
                <a:cs typeface="Be Vietnam Pro" pitchFamily="34" charset="-120"/>
              </a:rPr>
              <a:t> ·</a:t>
            </a:r>
            <a:r>
              <a:rPr lang="en-US" sz="1650" dirty="0" spc="1" kern="0">
                <a:solidFill>
                  <a:srgbClr val="6B6A66"/>
                </a:solidFill>
                <a:latin typeface="Be Vietnam Pro" pitchFamily="34" charset="0"/>
                <a:ea typeface="Be Vietnam Pro" pitchFamily="34" charset="-122"/>
                <a:cs typeface="Be Vietnam Pro" pitchFamily="34" charset="-120"/>
              </a:rPr>
              <a:t> GitHub</a:t>
            </a:r>
            <a:r>
              <a:rPr lang="en-US" sz="1650" dirty="0" spc="-38" kern="0">
                <a:solidFill>
                  <a:srgbClr val="6B6A66"/>
                </a:solidFill>
                <a:latin typeface="Be Vietnam Pro" pitchFamily="34" charset="0"/>
                <a:ea typeface="Be Vietnam Pro" pitchFamily="34" charset="-122"/>
                <a:cs typeface="Be Vietnam Pro" pitchFamily="34" charset="-120"/>
              </a:rPr>
              <a:t> Top</a:t>
            </a:r>
            <a:r>
              <a:rPr lang="en-US" sz="1650" dirty="0" spc="4" kern="0">
                <a:solidFill>
                  <a:srgbClr val="6B6A66"/>
                </a:solidFill>
                <a:latin typeface="Be Vietnam Pro" pitchFamily="34" charset="0"/>
                <a:ea typeface="Be Vietnam Pro" pitchFamily="34" charset="-122"/>
                <a:cs typeface="Be Vietnam Pro" pitchFamily="34" charset="-120"/>
              </a:rPr>
              <a:t> 3</a:t>
            </a:r>
            <a:r>
              <a:rPr lang="en-US" sz="1650" dirty="0" spc="0" kern="0">
                <a:solidFill>
                  <a:srgbClr val="6B6A66"/>
                </a:solidFill>
                <a:latin typeface="Be Vietnam Pro" pitchFamily="34" charset="0"/>
                <a:ea typeface="Be Vietnam Pro" pitchFamily="34" charset="-122"/>
                <a:cs typeface="Be Vietnam Pro" pitchFamily="34" charset="-120"/>
              </a:rPr>
              <a:t> ·</a:t>
            </a:r>
            <a:r>
              <a:rPr lang="en-US" sz="1650" dirty="0" spc="-22" kern="0">
                <a:solidFill>
                  <a:srgbClr val="6B6A66"/>
                </a:solidFill>
                <a:latin typeface="Be Vietnam Pro" pitchFamily="34" charset="0"/>
                <a:ea typeface="Be Vietnam Pro" pitchFamily="34" charset="-122"/>
                <a:cs typeface="Be Vietnam Pro" pitchFamily="34" charset="-120"/>
              </a:rPr>
              <a:t> 12/24</a:t>
            </a:r>
            <a:endParaRPr lang="en-US" sz="1650" dirty="0"/>
          </a:p>
        </p:txBody>
      </p:sp>
      <p:sp>
        <p:nvSpPr>
          <p:cNvPr id="43" name="Shape 41"/>
          <p:cNvSpPr/>
          <p:nvPr/>
        </p:nvSpPr>
        <p:spPr>
          <a:xfrm>
            <a:off x="15983712" y="9076331"/>
            <a:ext cx="1645920" cy="552301"/>
          </a:xfrm>
          <a:prstGeom prst="roundRect">
            <a:avLst>
              <a:gd name="adj" fmla="val 28000"/>
            </a:avLst>
          </a:prstGeom>
          <a:solidFill>
            <a:srgbClr val="FFFFFF">
              <a:alpha val="82000"/>
            </a:srgbClr>
          </a:solidFill>
          <a:ln/>
        </p:spPr>
      </p:sp>
      <p:pic>
        <p:nvPicPr>
          <p:cNvPr id="44" name="Moda image moda-export-watermark-eeb576d1-6845-47b0-a25b-61f55ca97057"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838200" y="438150"/>
            <a:ext cx="16192500" cy="381000"/>
          </a:xfrm>
          <a:prstGeom prst="rect">
            <a:avLst/>
          </a:prstGeom>
          <a:noFill/>
          <a:ln/>
        </p:spPr>
        <p:txBody>
          <a:bodyPr wrap="square" lIns="0" tIns="10104" rIns="0" bIns="-10104" rtlCol="0" anchor="t"/>
          <a:lstStyle/>
          <a:p>
            <a:pPr algn="l" indent="0" marL="0">
              <a:lnSpc>
                <a:spcPts val="2438"/>
              </a:lnSpc>
              <a:buNone/>
            </a:pPr>
            <a:r>
              <a:rPr lang="en-US" sz="1875" dirty="0" spc="-1" kern="0">
                <a:solidFill>
                  <a:srgbClr val="FFB454"/>
                </a:solidFill>
                <a:latin typeface="Be Vietnam Pro SemiBold" pitchFamily="34" charset="0"/>
                <a:ea typeface="Be Vietnam Pro SemiBold" pitchFamily="34" charset="-122"/>
                <a:cs typeface="Be Vietnam Pro SemiBold" pitchFamily="34" charset="-120"/>
              </a:rPr>
              <a:t>02</a:t>
            </a:r>
            <a:r>
              <a:rPr lang="en-US" sz="1875" dirty="0" spc="-2" kern="0">
                <a:solidFill>
                  <a:srgbClr val="FFB454"/>
                </a:solidFill>
                <a:latin typeface="Be Vietnam Pro SemiBold" pitchFamily="34" charset="0"/>
                <a:ea typeface="Be Vietnam Pro SemiBold" pitchFamily="34" charset="-122"/>
                <a:cs typeface="Be Vietnam Pro SemiBold" pitchFamily="34" charset="-120"/>
              </a:rPr>
              <a:t> /</a:t>
            </a:r>
            <a:r>
              <a:rPr lang="en-US" sz="1875" dirty="0" spc="-3" kern="0">
                <a:solidFill>
                  <a:srgbClr val="FFB454"/>
                </a:solidFill>
                <a:latin typeface="Be Vietnam Pro SemiBold" pitchFamily="34" charset="0"/>
                <a:ea typeface="Be Vietnam Pro SemiBold" pitchFamily="34" charset="-122"/>
                <a:cs typeface="Be Vietnam Pro SemiBold" pitchFamily="34" charset="-120"/>
              </a:rPr>
              <a:t> CƠ CHẾ</a:t>
            </a:r>
            <a:r>
              <a:rPr lang="en-US" sz="1875" dirty="0" spc="-1" kern="0">
                <a:solidFill>
                  <a:srgbClr val="FFB454"/>
                </a:solidFill>
                <a:latin typeface="Be Vietnam Pro SemiBold" pitchFamily="34" charset="0"/>
                <a:ea typeface="Be Vietnam Pro SemiBold" pitchFamily="34" charset="-122"/>
                <a:cs typeface="Be Vietnam Pro SemiBold" pitchFamily="34" charset="-120"/>
              </a:rPr>
              <a:t> SỬ</a:t>
            </a:r>
            <a:r>
              <a:rPr lang="en-US" sz="1875" dirty="0" spc="1" kern="0">
                <a:solidFill>
                  <a:srgbClr val="FFB454"/>
                </a:solidFill>
                <a:latin typeface="Be Vietnam Pro SemiBold" pitchFamily="34" charset="0"/>
                <a:ea typeface="Be Vietnam Pro SemiBold" pitchFamily="34" charset="-122"/>
                <a:cs typeface="Be Vietnam Pro SemiBold" pitchFamily="34" charset="-120"/>
              </a:rPr>
              <a:t> DỤNG</a:t>
            </a:r>
            <a:endParaRPr lang="en-US" sz="1875" dirty="0"/>
          </a:p>
        </p:txBody>
      </p:sp>
      <p:sp>
        <p:nvSpPr>
          <p:cNvPr id="3" name="Text 1"/>
          <p:cNvSpPr/>
          <p:nvPr/>
        </p:nvSpPr>
        <p:spPr>
          <a:xfrm>
            <a:off x="838200" y="1066800"/>
            <a:ext cx="16573500" cy="1476375"/>
          </a:xfrm>
          <a:prstGeom prst="rect">
            <a:avLst/>
          </a:prstGeom>
          <a:noFill/>
          <a:ln/>
        </p:spPr>
        <p:txBody>
          <a:bodyPr wrap="square" lIns="0" tIns="3048" rIns="0" bIns="-3048" rtlCol="0" anchor="t"/>
          <a:lstStyle/>
          <a:p>
            <a:pPr algn="l" indent="0" marL="0">
              <a:lnSpc>
                <a:spcPts val="6240"/>
              </a:lnSpc>
              <a:buNone/>
            </a:pPr>
            <a:r>
              <a:rPr lang="en-US" sz="4800" dirty="0" spc="-35" kern="0">
                <a:solidFill>
                  <a:srgbClr val="F3EEE3"/>
                </a:solidFill>
                <a:latin typeface="Bricolage Grotesque ExtraBold" pitchFamily="34" charset="0"/>
                <a:ea typeface="Bricolage Grotesque ExtraBold" pitchFamily="34" charset="-122"/>
                <a:cs typeface="Bricolage Grotesque ExtraBold" pitchFamily="34" charset="-120"/>
              </a:rPr>
              <a:t>Từ</a:t>
            </a:r>
            <a:r>
              <a:rPr lang="en-US" sz="4800" dirty="0" spc="-1" kern="0">
                <a:solidFill>
                  <a:srgbClr val="F3EEE3"/>
                </a:solidFill>
                <a:latin typeface="Bricolage Grotesque ExtraBold" pitchFamily="34" charset="0"/>
                <a:ea typeface="Bricolage Grotesque ExtraBold" pitchFamily="34" charset="-122"/>
                <a:cs typeface="Bricolage Grotesque ExtraBold" pitchFamily="34" charset="-120"/>
              </a:rPr>
              <a:t> chủ</a:t>
            </a:r>
            <a:r>
              <a:rPr lang="en-US" sz="4800" dirty="0" spc="14" kern="0">
                <a:solidFill>
                  <a:srgbClr val="F3EEE3"/>
                </a:solidFill>
                <a:latin typeface="Bricolage Grotesque ExtraBold" pitchFamily="34" charset="0"/>
                <a:ea typeface="Bricolage Grotesque ExtraBold" pitchFamily="34" charset="-122"/>
                <a:cs typeface="Bricolage Grotesque ExtraBold" pitchFamily="34" charset="-120"/>
              </a:rPr>
              <a:t> đề</a:t>
            </a:r>
            <a:r>
              <a:rPr lang="en-US" sz="4800" dirty="0" spc="-45" kern="0">
                <a:solidFill>
                  <a:srgbClr val="F3EEE3"/>
                </a:solidFill>
                <a:latin typeface="Bricolage Grotesque ExtraBold" pitchFamily="34" charset="0"/>
                <a:ea typeface="Bricolage Grotesque ExtraBold" pitchFamily="34" charset="-122"/>
                <a:cs typeface="Bricolage Grotesque ExtraBold" pitchFamily="34" charset="-120"/>
              </a:rPr>
              <a:t> tới</a:t>
            </a:r>
            <a:r>
              <a:rPr lang="en-US" sz="4800" dirty="0" spc="-6" kern="0">
                <a:solidFill>
                  <a:srgbClr val="F3EEE3"/>
                </a:solidFill>
                <a:latin typeface="Bricolage Grotesque ExtraBold" pitchFamily="34" charset="0"/>
                <a:ea typeface="Bricolage Grotesque ExtraBold" pitchFamily="34" charset="-122"/>
                <a:cs typeface="Bricolage Grotesque ExtraBold" pitchFamily="34" charset="-120"/>
              </a:rPr>
              <a:t> một</a:t>
            </a:r>
            <a:r>
              <a:rPr lang="en-US" sz="4800" dirty="0" spc="-40" kern="0">
                <a:solidFill>
                  <a:srgbClr val="F3EEE3"/>
                </a:solidFill>
                <a:latin typeface="Bricolage Grotesque ExtraBold" pitchFamily="34" charset="0"/>
                <a:ea typeface="Bricolage Grotesque ExtraBold" pitchFamily="34" charset="-122"/>
                <a:cs typeface="Bricolage Grotesque ExtraBold" pitchFamily="34" charset="-120"/>
              </a:rPr>
              <a:t> lựa</a:t>
            </a:r>
            <a:r>
              <a:rPr lang="en-US" sz="4800" dirty="0" spc="-2" kern="0">
                <a:solidFill>
                  <a:srgbClr val="F3EEE3"/>
                </a:solidFill>
                <a:latin typeface="Bricolage Grotesque ExtraBold" pitchFamily="34" charset="0"/>
                <a:ea typeface="Bricolage Grotesque ExtraBold" pitchFamily="34" charset="-122"/>
                <a:cs typeface="Bricolage Grotesque ExtraBold" pitchFamily="34" charset="-120"/>
              </a:rPr>
              <a:t> chọn</a:t>
            </a:r>
            <a:r>
              <a:rPr lang="en-US" sz="4800" dirty="0" spc="-1" kern="0">
                <a:solidFill>
                  <a:srgbClr val="F3EEE3"/>
                </a:solidFill>
                <a:latin typeface="Bricolage Grotesque ExtraBold" pitchFamily="34" charset="0"/>
                <a:ea typeface="Bricolage Grotesque ExtraBold" pitchFamily="34" charset="-122"/>
                <a:cs typeface="Bricolage Grotesque ExtraBold" pitchFamily="34" charset="-120"/>
              </a:rPr>
              <a:t> dùng</a:t>
            </a:r>
            <a:r>
              <a:rPr lang="en-US" sz="4800" dirty="0" spc="-61" kern="0">
                <a:solidFill>
                  <a:srgbClr val="F3EEE3"/>
                </a:solidFill>
                <a:latin typeface="Bricolage Grotesque ExtraBold" pitchFamily="34" charset="0"/>
                <a:ea typeface="Bricolage Grotesque ExtraBold" pitchFamily="34" charset="-122"/>
                <a:cs typeface="Bricolage Grotesque ExtraBold" pitchFamily="34" charset="-120"/>
              </a:rPr>
              <a:t> được</a:t>
            </a:r>
            <a:endParaRPr lang="en-US" sz="4800" dirty="0"/>
          </a:p>
        </p:txBody>
      </p:sp>
      <p:sp>
        <p:nvSpPr>
          <p:cNvPr id="4" name="Connector line-1792794890376-940642692"/>
          <p:cNvSpPr/>
          <p:nvPr/>
        </p:nvSpPr>
        <p:spPr>
          <a:xfrm>
            <a:off x="838200" y="2647950"/>
            <a:ext cx="16611600" cy="0"/>
          </a:xfrm>
          <a:prstGeom prst="line">
            <a:avLst/>
          </a:prstGeom>
          <a:noFill/>
          <a:ln w="28575">
            <a:solidFill>
              <a:srgbClr val="363B4A"/>
            </a:solidFill>
            <a:prstDash val="solid"/>
            <a:headEnd type="none"/>
            <a:tailEnd type="none"/>
          </a:ln>
        </p:spPr>
      </p:sp>
      <p:sp>
        <p:nvSpPr>
          <p:cNvPr id="5" name="Shape 3"/>
          <p:cNvSpPr/>
          <p:nvPr/>
        </p:nvSpPr>
        <p:spPr>
          <a:xfrm>
            <a:off x="838200" y="4038600"/>
            <a:ext cx="3905250" cy="3238500"/>
          </a:xfrm>
          <a:prstGeom prst="roundRect">
            <a:avLst>
              <a:gd name="adj" fmla="val 5294"/>
            </a:avLst>
          </a:prstGeom>
          <a:solidFill>
            <a:srgbClr val="1E212B"/>
          </a:solidFill>
          <a:ln w="9525">
            <a:solidFill>
              <a:srgbClr val="FFB454"/>
            </a:solidFill>
            <a:prstDash val="solid"/>
          </a:ln>
        </p:spPr>
      </p:sp>
      <p:sp>
        <p:nvSpPr>
          <p:cNvPr id="6" name="Text 4"/>
          <p:cNvSpPr/>
          <p:nvPr/>
        </p:nvSpPr>
        <p:spPr>
          <a:xfrm>
            <a:off x="1085850" y="4286250"/>
            <a:ext cx="3333750" cy="476250"/>
          </a:xfrm>
          <a:prstGeom prst="rect">
            <a:avLst/>
          </a:prstGeom>
          <a:noFill/>
          <a:ln/>
        </p:spPr>
        <p:txBody>
          <a:bodyPr wrap="square" lIns="0" tIns="11335" rIns="0" bIns="-11335" rtlCol="0" anchor="t"/>
          <a:lstStyle/>
          <a:p>
            <a:pPr algn="l" indent="0" marL="0">
              <a:lnSpc>
                <a:spcPts val="2730"/>
              </a:lnSpc>
              <a:buNone/>
            </a:pPr>
            <a:r>
              <a:rPr lang="en-US" sz="2100" b="1" dirty="0" kern="0">
                <a:solidFill>
                  <a:srgbClr val="FFB454"/>
                </a:solidFill>
                <a:latin typeface="Be Vietnam Pro" pitchFamily="34" charset="0"/>
                <a:ea typeface="Be Vietnam Pro" pitchFamily="34" charset="-122"/>
                <a:cs typeface="Be Vietnam Pro" pitchFamily="34" charset="-120"/>
              </a:rPr>
              <a:t>01</a:t>
            </a:r>
            <a:endParaRPr lang="en-US" sz="2100" dirty="0"/>
          </a:p>
        </p:txBody>
      </p:sp>
      <p:sp>
        <p:nvSpPr>
          <p:cNvPr id="7" name="Text 5"/>
          <p:cNvSpPr/>
          <p:nvPr/>
        </p:nvSpPr>
        <p:spPr>
          <a:xfrm>
            <a:off x="1085850" y="5000625"/>
            <a:ext cx="3333750" cy="666750"/>
          </a:xfrm>
          <a:prstGeom prst="rect">
            <a:avLst/>
          </a:prstGeom>
          <a:noFill/>
          <a:ln/>
        </p:spPr>
        <p:txBody>
          <a:bodyPr wrap="square" lIns="0" tIns="16192" rIns="0" bIns="-16192" rtlCol="0" anchor="t"/>
          <a:lstStyle/>
          <a:p>
            <a:pPr algn="l" indent="0" marL="0">
              <a:lnSpc>
                <a:spcPts val="3900"/>
              </a:lnSpc>
              <a:buNone/>
            </a:pPr>
            <a:r>
              <a:rPr lang="en-US" sz="3000" b="1" dirty="0" spc="-1" kern="0">
                <a:solidFill>
                  <a:srgbClr val="F3EEE3"/>
                </a:solidFill>
                <a:latin typeface="Be Vietnam Pro" pitchFamily="34" charset="0"/>
                <a:ea typeface="Be Vietnam Pro" pitchFamily="34" charset="-122"/>
                <a:cs typeface="Be Vietnam Pro" pitchFamily="34" charset="-120"/>
              </a:rPr>
              <a:t>Nhu</a:t>
            </a:r>
            <a:r>
              <a:rPr lang="en-US" sz="3000" b="1" dirty="0" spc="1" kern="0">
                <a:solidFill>
                  <a:srgbClr val="F3EEE3"/>
                </a:solidFill>
                <a:latin typeface="Be Vietnam Pro" pitchFamily="34" charset="0"/>
                <a:ea typeface="Be Vietnam Pro" pitchFamily="34" charset="-122"/>
                <a:cs typeface="Be Vietnam Pro" pitchFamily="34" charset="-120"/>
              </a:rPr>
              <a:t> cầu</a:t>
            </a:r>
            <a:endParaRPr lang="en-US" sz="3000" dirty="0"/>
          </a:p>
        </p:txBody>
      </p:sp>
      <p:sp>
        <p:nvSpPr>
          <p:cNvPr id="8" name="Text 6"/>
          <p:cNvSpPr/>
          <p:nvPr/>
        </p:nvSpPr>
        <p:spPr>
          <a:xfrm>
            <a:off x="1085850" y="5953125"/>
            <a:ext cx="3333750" cy="1143000"/>
          </a:xfrm>
          <a:prstGeom prst="rect">
            <a:avLst/>
          </a:prstGeom>
          <a:noFill/>
          <a:ln/>
        </p:spPr>
        <p:txBody>
          <a:bodyPr wrap="square" lIns="0" tIns="12533" rIns="0" bIns="-12533" rtlCol="0" anchor="t"/>
          <a:lstStyle/>
          <a:p>
            <a:pPr algn="l" indent="0" marL="0">
              <a:lnSpc>
                <a:spcPts val="3023"/>
              </a:lnSpc>
              <a:buNone/>
            </a:pPr>
            <a:r>
              <a:rPr lang="en-US" sz="2325" dirty="0" spc="-5" kern="0">
                <a:solidFill>
                  <a:srgbClr val="F3EEE3"/>
                </a:solidFill>
                <a:latin typeface="Be Vietnam Pro" pitchFamily="34" charset="0"/>
                <a:ea typeface="Be Vietnam Pro" pitchFamily="34" charset="-122"/>
                <a:cs typeface="Be Vietnam Pro" pitchFamily="34" charset="-120"/>
              </a:rPr>
              <a:t>Viết</a:t>
            </a:r>
            <a:r>
              <a:rPr lang="en-US" sz="2325" dirty="0" spc="-6" kern="0">
                <a:solidFill>
                  <a:srgbClr val="F3EEE3"/>
                </a:solidFill>
                <a:latin typeface="Be Vietnam Pro" pitchFamily="34" charset="0"/>
                <a:ea typeface="Be Vietnam Pro" pitchFamily="34" charset="-122"/>
                <a:cs typeface="Be Vietnam Pro" pitchFamily="34" charset="-120"/>
              </a:rPr>
              <a:t> một</a:t>
            </a:r>
            <a:r>
              <a:rPr lang="en-US" sz="2325" dirty="0" spc="1" kern="0">
                <a:solidFill>
                  <a:srgbClr val="F3EEE3"/>
                </a:solidFill>
                <a:latin typeface="Be Vietnam Pro" pitchFamily="34" charset="0"/>
                <a:ea typeface="Be Vietnam Pro" pitchFamily="34" charset="-122"/>
                <a:cs typeface="Be Vietnam Pro" pitchFamily="34" charset="-120"/>
              </a:rPr>
              <a:t> câu:</a:t>
            </a:r>
            <a:endParaRPr lang="en-US" sz="2325" dirty="0"/>
          </a:p>
          <a:p>
            <a:pPr algn="l" indent="0" marL="0">
              <a:lnSpc>
                <a:spcPts val="3023"/>
              </a:lnSpc>
              <a:buNone/>
            </a:pPr>
            <a:r>
              <a:rPr lang="en-US" sz="2325" dirty="0" spc="0" kern="0">
                <a:solidFill>
                  <a:srgbClr val="F3EEE3"/>
                </a:solidFill>
                <a:latin typeface="Be Vietnam Pro" pitchFamily="34" charset="0"/>
                <a:ea typeface="Be Vietnam Pro" pitchFamily="34" charset="-122"/>
                <a:cs typeface="Be Vietnam Pro" pitchFamily="34" charset="-120"/>
              </a:rPr>
              <a:t>“Mình</a:t>
            </a:r>
            <a:r>
              <a:rPr lang="en-US" sz="2325" dirty="0" spc="-1" kern="0">
                <a:solidFill>
                  <a:srgbClr val="F3EEE3"/>
                </a:solidFill>
                <a:latin typeface="Be Vietnam Pro" pitchFamily="34" charset="0"/>
                <a:ea typeface="Be Vietnam Pro" pitchFamily="34" charset="-122"/>
                <a:cs typeface="Be Vietnam Pro" pitchFamily="34" charset="-120"/>
              </a:rPr>
              <a:t> cần</a:t>
            </a:r>
            <a:r>
              <a:rPr lang="en-US" sz="2325" dirty="0" spc="-2" kern="0">
                <a:solidFill>
                  <a:srgbClr val="F3EEE3"/>
                </a:solidFill>
                <a:latin typeface="Be Vietnam Pro" pitchFamily="34" charset="0"/>
                <a:ea typeface="Be Vietnam Pro" pitchFamily="34" charset="-122"/>
                <a:cs typeface="Be Vietnam Pro" pitchFamily="34" charset="-120"/>
              </a:rPr>
              <a:t> công</a:t>
            </a:r>
            <a:r>
              <a:rPr lang="en-US" sz="2325" dirty="0" spc="-1" kern="0">
                <a:solidFill>
                  <a:srgbClr val="F3EEE3"/>
                </a:solidFill>
                <a:latin typeface="Be Vietnam Pro" pitchFamily="34" charset="0"/>
                <a:ea typeface="Be Vietnam Pro" pitchFamily="34" charset="-122"/>
                <a:cs typeface="Be Vietnam Pro" pitchFamily="34" charset="-120"/>
              </a:rPr>
              <a:t> cụ</a:t>
            </a:r>
            <a:r>
              <a:rPr lang="en-US" sz="2325" dirty="0" spc="-3" kern="0">
                <a:solidFill>
                  <a:srgbClr val="F3EEE3"/>
                </a:solidFill>
                <a:latin typeface="Be Vietnam Pro" pitchFamily="34" charset="0"/>
                <a:ea typeface="Be Vietnam Pro" pitchFamily="34" charset="-122"/>
                <a:cs typeface="Be Vietnam Pro" pitchFamily="34" charset="-120"/>
              </a:rPr>
              <a:t> gì?”</a:t>
            </a:r>
            <a:endParaRPr lang="en-US" sz="2325" dirty="0"/>
          </a:p>
        </p:txBody>
      </p:sp>
      <p:sp>
        <p:nvSpPr>
          <p:cNvPr id="9" name="Connector line-1792794890380-395925038"/>
          <p:cNvSpPr/>
          <p:nvPr/>
        </p:nvSpPr>
        <p:spPr>
          <a:xfrm>
            <a:off x="4752975" y="5619750"/>
            <a:ext cx="285750" cy="0"/>
          </a:xfrm>
          <a:prstGeom prst="line">
            <a:avLst/>
          </a:prstGeom>
          <a:noFill/>
          <a:ln w="28575">
            <a:solidFill>
              <a:srgbClr val="FFB454"/>
            </a:solidFill>
            <a:prstDash val="solid"/>
            <a:headEnd type="none"/>
            <a:tailEnd type="triangle" w="lg" len="lg"/>
          </a:ln>
        </p:spPr>
      </p:sp>
      <p:sp>
        <p:nvSpPr>
          <p:cNvPr id="10" name="Shape 8"/>
          <p:cNvSpPr/>
          <p:nvPr/>
        </p:nvSpPr>
        <p:spPr>
          <a:xfrm>
            <a:off x="5067300" y="4038600"/>
            <a:ext cx="3905250" cy="3238500"/>
          </a:xfrm>
          <a:prstGeom prst="roundRect">
            <a:avLst>
              <a:gd name="adj" fmla="val 5294"/>
            </a:avLst>
          </a:prstGeom>
          <a:solidFill>
            <a:srgbClr val="1E212B"/>
          </a:solidFill>
          <a:ln w="9525">
            <a:solidFill>
              <a:srgbClr val="FFB454"/>
            </a:solidFill>
            <a:prstDash val="solid"/>
          </a:ln>
        </p:spPr>
      </p:sp>
      <p:sp>
        <p:nvSpPr>
          <p:cNvPr id="11" name="Text 9"/>
          <p:cNvSpPr/>
          <p:nvPr/>
        </p:nvSpPr>
        <p:spPr>
          <a:xfrm>
            <a:off x="5314950" y="4286250"/>
            <a:ext cx="3333750" cy="476250"/>
          </a:xfrm>
          <a:prstGeom prst="rect">
            <a:avLst/>
          </a:prstGeom>
          <a:noFill/>
          <a:ln/>
        </p:spPr>
        <p:txBody>
          <a:bodyPr wrap="square" lIns="0" tIns="11335" rIns="0" bIns="-11335" rtlCol="0" anchor="t"/>
          <a:lstStyle/>
          <a:p>
            <a:pPr algn="l" indent="0" marL="0">
              <a:lnSpc>
                <a:spcPts val="2730"/>
              </a:lnSpc>
              <a:buNone/>
            </a:pPr>
            <a:r>
              <a:rPr lang="en-US" sz="2100" b="1" dirty="0" spc="-5" kern="0">
                <a:solidFill>
                  <a:srgbClr val="FFB454"/>
                </a:solidFill>
                <a:latin typeface="Be Vietnam Pro" pitchFamily="34" charset="0"/>
                <a:ea typeface="Be Vietnam Pro" pitchFamily="34" charset="-122"/>
                <a:cs typeface="Be Vietnam Pro" pitchFamily="34" charset="-120"/>
              </a:rPr>
              <a:t>02</a:t>
            </a:r>
            <a:endParaRPr lang="en-US" sz="2100" dirty="0"/>
          </a:p>
        </p:txBody>
      </p:sp>
      <p:sp>
        <p:nvSpPr>
          <p:cNvPr id="12" name="Text 10"/>
          <p:cNvSpPr/>
          <p:nvPr/>
        </p:nvSpPr>
        <p:spPr>
          <a:xfrm>
            <a:off x="5314950" y="5000625"/>
            <a:ext cx="3333750" cy="666750"/>
          </a:xfrm>
          <a:prstGeom prst="rect">
            <a:avLst/>
          </a:prstGeom>
          <a:noFill/>
          <a:ln/>
        </p:spPr>
        <p:txBody>
          <a:bodyPr wrap="square" lIns="0" tIns="16192" rIns="0" bIns="-16192" rtlCol="0" anchor="t"/>
          <a:lstStyle/>
          <a:p>
            <a:pPr algn="l" indent="0" marL="0">
              <a:lnSpc>
                <a:spcPts val="3900"/>
              </a:lnSpc>
              <a:buNone/>
            </a:pPr>
            <a:r>
              <a:rPr lang="en-US" sz="3000" b="1" dirty="0" spc="1" kern="0">
                <a:solidFill>
                  <a:srgbClr val="F3EEE3"/>
                </a:solidFill>
                <a:latin typeface="Be Vietnam Pro" pitchFamily="34" charset="0"/>
                <a:ea typeface="Be Vietnam Pro" pitchFamily="34" charset="-122"/>
                <a:cs typeface="Be Vietnam Pro" pitchFamily="34" charset="-120"/>
              </a:rPr>
              <a:t>Danh sách</a:t>
            </a:r>
            <a:endParaRPr lang="en-US" sz="3000" dirty="0"/>
          </a:p>
        </p:txBody>
      </p:sp>
      <p:sp>
        <p:nvSpPr>
          <p:cNvPr id="13" name="Text 11"/>
          <p:cNvSpPr/>
          <p:nvPr/>
        </p:nvSpPr>
        <p:spPr>
          <a:xfrm>
            <a:off x="5314950" y="5953125"/>
            <a:ext cx="3333750" cy="1143000"/>
          </a:xfrm>
          <a:prstGeom prst="rect">
            <a:avLst/>
          </a:prstGeom>
          <a:noFill/>
          <a:ln/>
        </p:spPr>
        <p:txBody>
          <a:bodyPr wrap="square" lIns="0" tIns="12533" rIns="0" bIns="-12533" rtlCol="0" anchor="t"/>
          <a:lstStyle/>
          <a:p>
            <a:pPr algn="l" indent="0" marL="0">
              <a:lnSpc>
                <a:spcPts val="3023"/>
              </a:lnSpc>
              <a:buNone/>
            </a:pPr>
            <a:r>
              <a:rPr lang="en-US" sz="2325" dirty="0" spc="0" kern="0">
                <a:solidFill>
                  <a:srgbClr val="F3EEE3"/>
                </a:solidFill>
                <a:latin typeface="Be Vietnam Pro" pitchFamily="34" charset="0"/>
                <a:ea typeface="Be Vietnam Pro" pitchFamily="34" charset="-122"/>
                <a:cs typeface="Be Vietnam Pro" pitchFamily="34" charset="-120"/>
              </a:rPr>
              <a:t>Mở nhóm</a:t>
            </a:r>
            <a:r>
              <a:rPr lang="en-US" sz="2325" dirty="0" spc="1" kern="0">
                <a:solidFill>
                  <a:srgbClr val="F3EEE3"/>
                </a:solidFill>
                <a:latin typeface="Be Vietnam Pro" pitchFamily="34" charset="0"/>
                <a:ea typeface="Be Vietnam Pro" pitchFamily="34" charset="-122"/>
                <a:cs typeface="Be Vietnam Pro" pitchFamily="34" charset="-120"/>
              </a:rPr>
              <a:t> chủ</a:t>
            </a:r>
            <a:r>
              <a:rPr lang="en-US" sz="2325" dirty="0" spc="16" kern="0">
                <a:solidFill>
                  <a:srgbClr val="F3EEE3"/>
                </a:solidFill>
                <a:latin typeface="Be Vietnam Pro" pitchFamily="34" charset="0"/>
                <a:ea typeface="Be Vietnam Pro" pitchFamily="34" charset="-122"/>
                <a:cs typeface="Be Vietnam Pro" pitchFamily="34" charset="-120"/>
              </a:rPr>
              <a:t> đề</a:t>
            </a:r>
            <a:endParaRPr lang="en-US" sz="2325" dirty="0"/>
          </a:p>
          <a:p>
            <a:pPr algn="l" indent="0" marL="0">
              <a:lnSpc>
                <a:spcPts val="3023"/>
              </a:lnSpc>
              <a:buNone/>
            </a:pPr>
            <a:r>
              <a:rPr lang="en-US" sz="2325" dirty="0" spc="-20" kern="0">
                <a:solidFill>
                  <a:srgbClr val="F3EEE3"/>
                </a:solidFill>
                <a:latin typeface="Be Vietnam Pro" pitchFamily="34" charset="0"/>
                <a:ea typeface="Be Vietnam Pro" pitchFamily="34" charset="-122"/>
                <a:cs typeface="Be Vietnam Pro" pitchFamily="34" charset="-120"/>
              </a:rPr>
              <a:t>và</a:t>
            </a:r>
            <a:r>
              <a:rPr lang="en-US" sz="2325" dirty="0" spc="-19" kern="0">
                <a:solidFill>
                  <a:srgbClr val="F3EEE3"/>
                </a:solidFill>
                <a:latin typeface="Be Vietnam Pro" pitchFamily="34" charset="0"/>
                <a:ea typeface="Be Vietnam Pro" pitchFamily="34" charset="-122"/>
                <a:cs typeface="Be Vietnam Pro" pitchFamily="34" charset="-120"/>
              </a:rPr>
              <a:t> repo</a:t>
            </a:r>
            <a:r>
              <a:rPr lang="en-US" sz="2325" dirty="0" spc="-10" kern="0">
                <a:solidFill>
                  <a:srgbClr val="F3EEE3"/>
                </a:solidFill>
                <a:latin typeface="Be Vietnam Pro" pitchFamily="34" charset="0"/>
                <a:ea typeface="Be Vietnam Pro" pitchFamily="34" charset="-122"/>
                <a:cs typeface="Be Vietnam Pro" pitchFamily="34" charset="-120"/>
              </a:rPr>
              <a:t> chuyên</a:t>
            </a:r>
            <a:r>
              <a:rPr lang="en-US" sz="2325" dirty="0" spc="-2" kern="0">
                <a:solidFill>
                  <a:srgbClr val="F3EEE3"/>
                </a:solidFill>
                <a:latin typeface="Be Vietnam Pro" pitchFamily="34" charset="0"/>
                <a:ea typeface="Be Vietnam Pro" pitchFamily="34" charset="-122"/>
                <a:cs typeface="Be Vietnam Pro" pitchFamily="34" charset="-120"/>
              </a:rPr>
              <a:t> sâu.</a:t>
            </a:r>
            <a:endParaRPr lang="en-US" sz="2325" dirty="0"/>
          </a:p>
        </p:txBody>
      </p:sp>
      <p:sp>
        <p:nvSpPr>
          <p:cNvPr id="14" name="Connector line-1792794890383-501377524"/>
          <p:cNvSpPr/>
          <p:nvPr/>
        </p:nvSpPr>
        <p:spPr>
          <a:xfrm>
            <a:off x="8982075" y="5619750"/>
            <a:ext cx="285750" cy="0"/>
          </a:xfrm>
          <a:prstGeom prst="line">
            <a:avLst/>
          </a:prstGeom>
          <a:noFill/>
          <a:ln w="28575">
            <a:solidFill>
              <a:srgbClr val="FFB454"/>
            </a:solidFill>
            <a:prstDash val="solid"/>
            <a:headEnd type="none"/>
            <a:tailEnd type="triangle" w="lg" len="lg"/>
          </a:ln>
        </p:spPr>
      </p:sp>
      <p:sp>
        <p:nvSpPr>
          <p:cNvPr id="15" name="Shape 13"/>
          <p:cNvSpPr/>
          <p:nvPr/>
        </p:nvSpPr>
        <p:spPr>
          <a:xfrm>
            <a:off x="9296400" y="4038600"/>
            <a:ext cx="3905250" cy="3238500"/>
          </a:xfrm>
          <a:prstGeom prst="roundRect">
            <a:avLst>
              <a:gd name="adj" fmla="val 5294"/>
            </a:avLst>
          </a:prstGeom>
          <a:solidFill>
            <a:srgbClr val="1E212B"/>
          </a:solidFill>
          <a:ln w="9525">
            <a:solidFill>
              <a:srgbClr val="FFB454"/>
            </a:solidFill>
            <a:prstDash val="solid"/>
          </a:ln>
        </p:spPr>
      </p:sp>
      <p:sp>
        <p:nvSpPr>
          <p:cNvPr id="16" name="Text 14"/>
          <p:cNvSpPr/>
          <p:nvPr/>
        </p:nvSpPr>
        <p:spPr>
          <a:xfrm>
            <a:off x="9544050" y="4286250"/>
            <a:ext cx="3333750" cy="476250"/>
          </a:xfrm>
          <a:prstGeom prst="rect">
            <a:avLst/>
          </a:prstGeom>
          <a:noFill/>
          <a:ln/>
        </p:spPr>
        <p:txBody>
          <a:bodyPr wrap="square" lIns="0" tIns="11335" rIns="0" bIns="-11335" rtlCol="0" anchor="t"/>
          <a:lstStyle/>
          <a:p>
            <a:pPr algn="l" indent="0" marL="0">
              <a:lnSpc>
                <a:spcPts val="2730"/>
              </a:lnSpc>
              <a:buNone/>
            </a:pPr>
            <a:r>
              <a:rPr lang="en-US" sz="2100" b="1" dirty="0" spc="-1" kern="0">
                <a:solidFill>
                  <a:srgbClr val="FFB454"/>
                </a:solidFill>
                <a:latin typeface="Be Vietnam Pro" pitchFamily="34" charset="0"/>
                <a:ea typeface="Be Vietnam Pro" pitchFamily="34" charset="-122"/>
                <a:cs typeface="Be Vietnam Pro" pitchFamily="34" charset="-120"/>
              </a:rPr>
              <a:t>03</a:t>
            </a:r>
            <a:endParaRPr lang="en-US" sz="2100" dirty="0"/>
          </a:p>
        </p:txBody>
      </p:sp>
      <p:sp>
        <p:nvSpPr>
          <p:cNvPr id="17" name="Text 15"/>
          <p:cNvSpPr/>
          <p:nvPr/>
        </p:nvSpPr>
        <p:spPr>
          <a:xfrm>
            <a:off x="9544050" y="5000625"/>
            <a:ext cx="3333750" cy="666750"/>
          </a:xfrm>
          <a:prstGeom prst="rect">
            <a:avLst/>
          </a:prstGeom>
          <a:noFill/>
          <a:ln/>
        </p:spPr>
        <p:txBody>
          <a:bodyPr wrap="square" lIns="0" tIns="16192" rIns="0" bIns="-16192" rtlCol="0" anchor="t"/>
          <a:lstStyle/>
          <a:p>
            <a:pPr algn="l" indent="0" marL="0">
              <a:lnSpc>
                <a:spcPts val="3900"/>
              </a:lnSpc>
              <a:buNone/>
            </a:pPr>
            <a:r>
              <a:rPr lang="en-US" sz="3000" b="1" dirty="0" spc="-7" kern="0">
                <a:solidFill>
                  <a:srgbClr val="F3EEE3"/>
                </a:solidFill>
                <a:latin typeface="Be Vietnam Pro" pitchFamily="34" charset="0"/>
                <a:ea typeface="Be Vietnam Pro" pitchFamily="34" charset="-122"/>
                <a:cs typeface="Be Vietnam Pro" pitchFamily="34" charset="-120"/>
              </a:rPr>
              <a:t>Ứng</a:t>
            </a:r>
            <a:r>
              <a:rPr lang="en-US" sz="3000" b="1" dirty="0" spc="-5" kern="0">
                <a:solidFill>
                  <a:srgbClr val="F3EEE3"/>
                </a:solidFill>
                <a:latin typeface="Be Vietnam Pro" pitchFamily="34" charset="0"/>
                <a:ea typeface="Be Vietnam Pro" pitchFamily="34" charset="-122"/>
                <a:cs typeface="Be Vietnam Pro" pitchFamily="34" charset="-120"/>
              </a:rPr>
              <a:t> viên</a:t>
            </a:r>
            <a:endParaRPr lang="en-US" sz="3000" dirty="0"/>
          </a:p>
        </p:txBody>
      </p:sp>
      <p:sp>
        <p:nvSpPr>
          <p:cNvPr id="18" name="Text 16"/>
          <p:cNvSpPr/>
          <p:nvPr/>
        </p:nvSpPr>
        <p:spPr>
          <a:xfrm>
            <a:off x="9544050" y="5953125"/>
            <a:ext cx="3333750" cy="1143000"/>
          </a:xfrm>
          <a:prstGeom prst="rect">
            <a:avLst/>
          </a:prstGeom>
          <a:noFill/>
          <a:ln/>
        </p:spPr>
        <p:txBody>
          <a:bodyPr wrap="square" lIns="0" tIns="12533" rIns="0" bIns="-12533" rtlCol="0" anchor="t"/>
          <a:lstStyle/>
          <a:p>
            <a:pPr algn="l" indent="0" marL="0">
              <a:lnSpc>
                <a:spcPts val="3023"/>
              </a:lnSpc>
              <a:buNone/>
            </a:pPr>
            <a:r>
              <a:rPr lang="en-US" sz="2325" dirty="0" spc="1" kern="0">
                <a:solidFill>
                  <a:srgbClr val="F3EEE3"/>
                </a:solidFill>
                <a:latin typeface="Be Vietnam Pro" pitchFamily="34" charset="0"/>
                <a:ea typeface="Be Vietnam Pro" pitchFamily="34" charset="-122"/>
                <a:cs typeface="Be Vietnam Pro" pitchFamily="34" charset="-120"/>
              </a:rPr>
              <a:t>Chọn</a:t>
            </a:r>
            <a:r>
              <a:rPr lang="en-US" sz="2325" dirty="0" spc="-10" kern="0">
                <a:solidFill>
                  <a:srgbClr val="F3EEE3"/>
                </a:solidFill>
                <a:latin typeface="Be Vietnam Pro" pitchFamily="34" charset="0"/>
                <a:ea typeface="Be Vietnam Pro" pitchFamily="34" charset="-122"/>
                <a:cs typeface="Be Vietnam Pro" pitchFamily="34" charset="-120"/>
              </a:rPr>
              <a:t> vài</a:t>
            </a:r>
            <a:r>
              <a:rPr lang="en-US" sz="2325" dirty="0" spc="-12" kern="0">
                <a:solidFill>
                  <a:srgbClr val="F3EEE3"/>
                </a:solidFill>
                <a:latin typeface="Be Vietnam Pro" pitchFamily="34" charset="0"/>
                <a:ea typeface="Be Vietnam Pro" pitchFamily="34" charset="-122"/>
                <a:cs typeface="Be Vietnam Pro" pitchFamily="34" charset="-120"/>
              </a:rPr>
              <a:t> tài nguyên</a:t>
            </a:r>
            <a:endParaRPr lang="en-US" sz="2325" dirty="0"/>
          </a:p>
          <a:p>
            <a:pPr algn="l" indent="0" marL="0">
              <a:lnSpc>
                <a:spcPts val="3023"/>
              </a:lnSpc>
              <a:buNone/>
            </a:pPr>
            <a:r>
              <a:rPr lang="en-US" sz="2325" dirty="0" spc="2" kern="0">
                <a:solidFill>
                  <a:srgbClr val="F3EEE3"/>
                </a:solidFill>
                <a:latin typeface="Be Vietnam Pro" pitchFamily="34" charset="0"/>
                <a:ea typeface="Be Vietnam Pro" pitchFamily="34" charset="-122"/>
                <a:cs typeface="Be Vietnam Pro" pitchFamily="34" charset="-120"/>
              </a:rPr>
              <a:t>có</a:t>
            </a:r>
            <a:r>
              <a:rPr lang="en-US" sz="2325" dirty="0" spc="3" kern="0">
                <a:solidFill>
                  <a:srgbClr val="F3EEE3"/>
                </a:solidFill>
                <a:latin typeface="Be Vietnam Pro" pitchFamily="34" charset="0"/>
                <a:ea typeface="Be Vietnam Pro" pitchFamily="34" charset="-122"/>
                <a:cs typeface="Be Vietnam Pro" pitchFamily="34" charset="-120"/>
              </a:rPr>
              <a:t> phạm</a:t>
            </a:r>
            <a:r>
              <a:rPr lang="en-US" sz="2325" dirty="0" spc="-1" kern="0">
                <a:solidFill>
                  <a:srgbClr val="F3EEE3"/>
                </a:solidFill>
                <a:latin typeface="Be Vietnam Pro" pitchFamily="34" charset="0"/>
                <a:ea typeface="Be Vietnam Pro" pitchFamily="34" charset="-122"/>
                <a:cs typeface="Be Vietnam Pro" pitchFamily="34" charset="-120"/>
              </a:rPr>
              <a:t> vi</a:t>
            </a:r>
            <a:r>
              <a:rPr lang="en-US" sz="2325" dirty="0" spc="2" kern="0">
                <a:solidFill>
                  <a:srgbClr val="F3EEE3"/>
                </a:solidFill>
                <a:latin typeface="Be Vietnam Pro" pitchFamily="34" charset="0"/>
                <a:ea typeface="Be Vietnam Pro" pitchFamily="34" charset="-122"/>
                <a:cs typeface="Be Vietnam Pro" pitchFamily="34" charset="-120"/>
              </a:rPr>
              <a:t> phù hợp.</a:t>
            </a:r>
            <a:endParaRPr lang="en-US" sz="2325" dirty="0"/>
          </a:p>
        </p:txBody>
      </p:sp>
      <p:sp>
        <p:nvSpPr>
          <p:cNvPr id="19" name="Connector line-1792794890386-865211737"/>
          <p:cNvSpPr/>
          <p:nvPr/>
        </p:nvSpPr>
        <p:spPr>
          <a:xfrm>
            <a:off x="13211175" y="5619750"/>
            <a:ext cx="285750" cy="0"/>
          </a:xfrm>
          <a:prstGeom prst="line">
            <a:avLst/>
          </a:prstGeom>
          <a:noFill/>
          <a:ln w="28575">
            <a:solidFill>
              <a:srgbClr val="FFB454"/>
            </a:solidFill>
            <a:prstDash val="solid"/>
            <a:headEnd type="none"/>
            <a:tailEnd type="triangle" w="lg" len="lg"/>
          </a:ln>
        </p:spPr>
      </p:sp>
      <p:sp>
        <p:nvSpPr>
          <p:cNvPr id="20" name="Shape 18"/>
          <p:cNvSpPr/>
          <p:nvPr/>
        </p:nvSpPr>
        <p:spPr>
          <a:xfrm>
            <a:off x="13525500" y="4038600"/>
            <a:ext cx="3905250" cy="3238500"/>
          </a:xfrm>
          <a:prstGeom prst="roundRect">
            <a:avLst>
              <a:gd name="adj" fmla="val 5294"/>
            </a:avLst>
          </a:prstGeom>
          <a:solidFill>
            <a:srgbClr val="1E212B"/>
          </a:solidFill>
          <a:ln w="9525">
            <a:solidFill>
              <a:srgbClr val="FFB454"/>
            </a:solidFill>
            <a:prstDash val="solid"/>
          </a:ln>
        </p:spPr>
      </p:sp>
      <p:sp>
        <p:nvSpPr>
          <p:cNvPr id="21" name="Text 19"/>
          <p:cNvSpPr/>
          <p:nvPr/>
        </p:nvSpPr>
        <p:spPr>
          <a:xfrm>
            <a:off x="13773150" y="4286250"/>
            <a:ext cx="3333750" cy="476250"/>
          </a:xfrm>
          <a:prstGeom prst="rect">
            <a:avLst/>
          </a:prstGeom>
          <a:noFill/>
          <a:ln/>
        </p:spPr>
        <p:txBody>
          <a:bodyPr wrap="square" lIns="0" tIns="11335" rIns="0" bIns="-11335" rtlCol="0" anchor="t"/>
          <a:lstStyle/>
          <a:p>
            <a:pPr algn="l" indent="0" marL="0">
              <a:lnSpc>
                <a:spcPts val="2730"/>
              </a:lnSpc>
              <a:buNone/>
            </a:pPr>
            <a:r>
              <a:rPr lang="en-US" sz="2100" b="1" dirty="0" spc="-3" kern="0">
                <a:solidFill>
                  <a:srgbClr val="FFB454"/>
                </a:solidFill>
                <a:latin typeface="Be Vietnam Pro" pitchFamily="34" charset="0"/>
                <a:ea typeface="Be Vietnam Pro" pitchFamily="34" charset="-122"/>
                <a:cs typeface="Be Vietnam Pro" pitchFamily="34" charset="-120"/>
              </a:rPr>
              <a:t>04</a:t>
            </a:r>
            <a:endParaRPr lang="en-US" sz="2100" dirty="0"/>
          </a:p>
        </p:txBody>
      </p:sp>
      <p:sp>
        <p:nvSpPr>
          <p:cNvPr id="22" name="Text 20"/>
          <p:cNvSpPr/>
          <p:nvPr/>
        </p:nvSpPr>
        <p:spPr>
          <a:xfrm>
            <a:off x="13773150" y="5000625"/>
            <a:ext cx="3333750" cy="666750"/>
          </a:xfrm>
          <a:prstGeom prst="rect">
            <a:avLst/>
          </a:prstGeom>
          <a:noFill/>
          <a:ln/>
        </p:spPr>
        <p:txBody>
          <a:bodyPr wrap="square" lIns="0" tIns="16192" rIns="0" bIns="-16192" rtlCol="0" anchor="t"/>
          <a:lstStyle/>
          <a:p>
            <a:pPr algn="l" indent="0" marL="0">
              <a:lnSpc>
                <a:spcPts val="3900"/>
              </a:lnSpc>
              <a:buNone/>
            </a:pPr>
            <a:r>
              <a:rPr lang="en-US" sz="3000" b="1" dirty="0" spc="1" kern="0">
                <a:solidFill>
                  <a:srgbClr val="F3EEE3"/>
                </a:solidFill>
                <a:latin typeface="Be Vietnam Pro" pitchFamily="34" charset="0"/>
                <a:ea typeface="Be Vietnam Pro" pitchFamily="34" charset="-122"/>
                <a:cs typeface="Be Vietnam Pro" pitchFamily="34" charset="-120"/>
              </a:rPr>
              <a:t>Đánh</a:t>
            </a:r>
            <a:r>
              <a:rPr lang="en-US" sz="3000" b="1" dirty="0" spc="2" kern="0">
                <a:solidFill>
                  <a:srgbClr val="F3EEE3"/>
                </a:solidFill>
                <a:latin typeface="Be Vietnam Pro" pitchFamily="34" charset="0"/>
                <a:ea typeface="Be Vietnam Pro" pitchFamily="34" charset="-122"/>
                <a:cs typeface="Be Vietnam Pro" pitchFamily="34" charset="-120"/>
              </a:rPr>
              <a:t> giá</a:t>
            </a:r>
            <a:endParaRPr lang="en-US" sz="3000" dirty="0"/>
          </a:p>
        </p:txBody>
      </p:sp>
      <p:sp>
        <p:nvSpPr>
          <p:cNvPr id="23" name="Text 21"/>
          <p:cNvSpPr/>
          <p:nvPr/>
        </p:nvSpPr>
        <p:spPr>
          <a:xfrm>
            <a:off x="13773150" y="5953125"/>
            <a:ext cx="3333750" cy="1143000"/>
          </a:xfrm>
          <a:prstGeom prst="rect">
            <a:avLst/>
          </a:prstGeom>
          <a:noFill/>
          <a:ln/>
        </p:spPr>
        <p:txBody>
          <a:bodyPr wrap="square" lIns="0" tIns="12533" rIns="0" bIns="-12533" rtlCol="0" anchor="t"/>
          <a:lstStyle/>
          <a:p>
            <a:pPr algn="l" indent="0" marL="0">
              <a:lnSpc>
                <a:spcPts val="3023"/>
              </a:lnSpc>
              <a:buNone/>
            </a:pPr>
            <a:r>
              <a:rPr lang="en-US" sz="2325" dirty="0" spc="-4" kern="0">
                <a:solidFill>
                  <a:srgbClr val="F3EEE3"/>
                </a:solidFill>
                <a:latin typeface="Be Vietnam Pro" pitchFamily="34" charset="0"/>
                <a:ea typeface="Be Vietnam Pro" pitchFamily="34" charset="-122"/>
                <a:cs typeface="Be Vietnam Pro" pitchFamily="34" charset="-120"/>
              </a:rPr>
              <a:t>Đọc</a:t>
            </a:r>
            <a:r>
              <a:rPr lang="en-US" sz="2325" dirty="0" spc="1" kern="0">
                <a:solidFill>
                  <a:srgbClr val="F3EEE3"/>
                </a:solidFill>
                <a:latin typeface="Be Vietnam Pro" pitchFamily="34" charset="0"/>
                <a:ea typeface="Be Vietnam Pro" pitchFamily="34" charset="-122"/>
                <a:cs typeface="Be Vietnam Pro" pitchFamily="34" charset="-120"/>
              </a:rPr>
              <a:t> docs,</a:t>
            </a:r>
            <a:r>
              <a:rPr lang="en-US" sz="2325" dirty="0" spc="-7" kern="0">
                <a:solidFill>
                  <a:srgbClr val="F3EEE3"/>
                </a:solidFill>
                <a:latin typeface="Be Vietnam Pro" pitchFamily="34" charset="0"/>
                <a:ea typeface="Be Vietnam Pro" pitchFamily="34" charset="-122"/>
                <a:cs typeface="Be Vietnam Pro" pitchFamily="34" charset="-120"/>
              </a:rPr>
              <a:t> giấy</a:t>
            </a:r>
            <a:r>
              <a:rPr lang="en-US" sz="2325" dirty="0" spc="3" kern="0">
                <a:solidFill>
                  <a:srgbClr val="F3EEE3"/>
                </a:solidFill>
                <a:latin typeface="Be Vietnam Pro" pitchFamily="34" charset="0"/>
                <a:ea typeface="Be Vietnam Pro" pitchFamily="34" charset="-122"/>
                <a:cs typeface="Be Vietnam Pro" pitchFamily="34" charset="-120"/>
              </a:rPr>
              <a:t> phép</a:t>
            </a:r>
            <a:endParaRPr lang="en-US" sz="2325" dirty="0"/>
          </a:p>
          <a:p>
            <a:pPr algn="l" indent="0" marL="0">
              <a:lnSpc>
                <a:spcPts val="3023"/>
              </a:lnSpc>
              <a:buNone/>
            </a:pPr>
            <a:r>
              <a:rPr lang="en-US" sz="2325" dirty="0" spc="-20" kern="0">
                <a:solidFill>
                  <a:srgbClr val="F3EEE3"/>
                </a:solidFill>
                <a:latin typeface="Be Vietnam Pro" pitchFamily="34" charset="0"/>
                <a:ea typeface="Be Vietnam Pro" pitchFamily="34" charset="-122"/>
                <a:cs typeface="Be Vietnam Pro" pitchFamily="34" charset="-120"/>
              </a:rPr>
              <a:t>và</a:t>
            </a:r>
            <a:r>
              <a:rPr lang="en-US" sz="2325" dirty="0" spc="-1" kern="0">
                <a:solidFill>
                  <a:srgbClr val="F3EEE3"/>
                </a:solidFill>
                <a:latin typeface="Be Vietnam Pro" pitchFamily="34" charset="0"/>
                <a:ea typeface="Be Vietnam Pro" pitchFamily="34" charset="-122"/>
                <a:cs typeface="Be Vietnam Pro" pitchFamily="34" charset="-120"/>
              </a:rPr>
              <a:t> thử</a:t>
            </a:r>
            <a:r>
              <a:rPr lang="en-US" sz="2325" dirty="0" spc="-6" kern="0">
                <a:solidFill>
                  <a:srgbClr val="F3EEE3"/>
                </a:solidFill>
                <a:latin typeface="Be Vietnam Pro" pitchFamily="34" charset="0"/>
                <a:ea typeface="Be Vietnam Pro" pitchFamily="34" charset="-122"/>
                <a:cs typeface="Be Vietnam Pro" pitchFamily="34" charset="-120"/>
              </a:rPr>
              <a:t> một</a:t>
            </a:r>
            <a:r>
              <a:rPr lang="en-US" sz="2325" dirty="0" spc="-12" kern="0">
                <a:solidFill>
                  <a:srgbClr val="F3EEE3"/>
                </a:solidFill>
                <a:latin typeface="Be Vietnam Pro" pitchFamily="34" charset="0"/>
                <a:ea typeface="Be Vietnam Pro" pitchFamily="34" charset="-122"/>
                <a:cs typeface="Be Vietnam Pro" pitchFamily="34" charset="-120"/>
              </a:rPr>
              <a:t> tác</a:t>
            </a:r>
            <a:r>
              <a:rPr lang="en-US" sz="2325" dirty="0" spc="0" kern="0">
                <a:solidFill>
                  <a:srgbClr val="F3EEE3"/>
                </a:solidFill>
                <a:latin typeface="Be Vietnam Pro" pitchFamily="34" charset="0"/>
                <a:ea typeface="Be Vietnam Pro" pitchFamily="34" charset="-122"/>
                <a:cs typeface="Be Vietnam Pro" pitchFamily="34" charset="-120"/>
              </a:rPr>
              <a:t> vụ.</a:t>
            </a:r>
            <a:endParaRPr lang="en-US" sz="2325" dirty="0"/>
          </a:p>
        </p:txBody>
      </p:sp>
      <p:sp>
        <p:nvSpPr>
          <p:cNvPr id="24" name="Shape 22"/>
          <p:cNvSpPr/>
          <p:nvPr/>
        </p:nvSpPr>
        <p:spPr>
          <a:xfrm>
            <a:off x="838200" y="8515350"/>
            <a:ext cx="16611600" cy="676275"/>
          </a:xfrm>
          <a:prstGeom prst="roundRect">
            <a:avLst>
              <a:gd name="adj" fmla="val 11268"/>
            </a:avLst>
          </a:prstGeom>
          <a:solidFill>
            <a:srgbClr val="252A36"/>
          </a:solidFill>
          <a:ln w="9525">
            <a:solidFill>
              <a:srgbClr val="252A36"/>
            </a:solidFill>
            <a:prstDash val="solid"/>
          </a:ln>
        </p:spPr>
      </p:sp>
      <p:sp>
        <p:nvSpPr>
          <p:cNvPr id="25" name="Text 23"/>
          <p:cNvSpPr/>
          <p:nvPr/>
        </p:nvSpPr>
        <p:spPr>
          <a:xfrm>
            <a:off x="1038225" y="8677275"/>
            <a:ext cx="16240125" cy="457200"/>
          </a:xfrm>
          <a:prstGeom prst="rect">
            <a:avLst/>
          </a:prstGeom>
          <a:noFill/>
          <a:ln/>
        </p:spPr>
        <p:txBody>
          <a:bodyPr wrap="square" lIns="0" tIns="10914" rIns="0" bIns="-10914" rtlCol="0" anchor="t"/>
          <a:lstStyle/>
          <a:p>
            <a:pPr algn="l" indent="0" marL="0">
              <a:lnSpc>
                <a:spcPts val="2633"/>
              </a:lnSpc>
              <a:buNone/>
            </a:pPr>
            <a:r>
              <a:rPr lang="en-US" sz="2025" dirty="0" spc="4" kern="0">
                <a:solidFill>
                  <a:srgbClr val="F3EEE3"/>
                </a:solidFill>
                <a:latin typeface="Be Vietnam Pro Medium" pitchFamily="34" charset="0"/>
                <a:ea typeface="Be Vietnam Pro Medium" pitchFamily="34" charset="-122"/>
                <a:cs typeface="Be Vietnam Pro Medium" pitchFamily="34" charset="-120"/>
              </a:rPr>
              <a:t>Đề</a:t>
            </a:r>
            <a:r>
              <a:rPr lang="en-US" sz="2025" dirty="0" spc="-6" kern="0">
                <a:solidFill>
                  <a:srgbClr val="F3EEE3"/>
                </a:solidFill>
                <a:latin typeface="Be Vietnam Pro Medium" pitchFamily="34" charset="0"/>
                <a:ea typeface="Be Vietnam Pro Medium" pitchFamily="34" charset="-122"/>
                <a:cs typeface="Be Vietnam Pro Medium" pitchFamily="34" charset="-120"/>
              </a:rPr>
              <a:t> xuất</a:t>
            </a:r>
            <a:r>
              <a:rPr lang="en-US" sz="2025" dirty="0" spc="2" kern="0">
                <a:solidFill>
                  <a:srgbClr val="F3EEE3"/>
                </a:solidFill>
                <a:latin typeface="Be Vietnam Pro Medium" pitchFamily="34" charset="0"/>
                <a:ea typeface="Be Vietnam Pro Medium" pitchFamily="34" charset="-122"/>
                <a:cs typeface="Be Vietnam Pro Medium" pitchFamily="34" charset="-120"/>
              </a:rPr>
              <a:t> của</a:t>
            </a:r>
            <a:r>
              <a:rPr lang="en-US" sz="2025" dirty="0" spc="6" kern="0">
                <a:solidFill>
                  <a:srgbClr val="F3EEE3"/>
                </a:solidFill>
                <a:latin typeface="Be Vietnam Pro Medium" pitchFamily="34" charset="0"/>
                <a:ea typeface="Be Vietnam Pro Medium" pitchFamily="34" charset="-122"/>
                <a:cs typeface="Be Vietnam Pro Medium" pitchFamily="34" charset="-120"/>
              </a:rPr>
              <a:t> người</a:t>
            </a:r>
            <a:r>
              <a:rPr lang="en-US" sz="2025" dirty="0" spc="-4" kern="0">
                <a:solidFill>
                  <a:srgbClr val="F3EEE3"/>
                </a:solidFill>
                <a:latin typeface="Be Vietnam Pro Medium" pitchFamily="34" charset="0"/>
                <a:ea typeface="Be Vietnam Pro Medium" pitchFamily="34" charset="-122"/>
                <a:cs typeface="Be Vietnam Pro Medium" pitchFamily="34" charset="-120"/>
              </a:rPr>
              <a:t> viết:</a:t>
            </a:r>
            <a:r>
              <a:rPr lang="en-US" sz="2025" dirty="0" spc="0" kern="0">
                <a:solidFill>
                  <a:srgbClr val="F3EEE3"/>
                </a:solidFill>
                <a:latin typeface="Be Vietnam Pro Medium" pitchFamily="34" charset="0"/>
                <a:ea typeface="Be Vietnam Pro Medium" pitchFamily="34" charset="-122"/>
                <a:cs typeface="Be Vietnam Pro Medium" pitchFamily="34" charset="-120"/>
              </a:rPr>
              <a:t> giới</a:t>
            </a:r>
            <a:r>
              <a:rPr lang="en-US" sz="2025" dirty="0" spc="1" kern="0">
                <a:solidFill>
                  <a:srgbClr val="F3EEE3"/>
                </a:solidFill>
                <a:latin typeface="Be Vietnam Pro Medium" pitchFamily="34" charset="0"/>
                <a:ea typeface="Be Vietnam Pro Medium" pitchFamily="34" charset="-122"/>
                <a:cs typeface="Be Vietnam Pro Medium" pitchFamily="34" charset="-120"/>
              </a:rPr>
              <a:t> hạn</a:t>
            </a:r>
            <a:r>
              <a:rPr lang="en-US" sz="2025" dirty="0" spc="-10" kern="0">
                <a:solidFill>
                  <a:srgbClr val="F3EEE3"/>
                </a:solidFill>
                <a:latin typeface="Be Vietnam Pro Medium" pitchFamily="34" charset="0"/>
                <a:ea typeface="Be Vietnam Pro Medium" pitchFamily="34" charset="-122"/>
                <a:cs typeface="Be Vietnam Pro Medium" pitchFamily="34" charset="-120"/>
              </a:rPr>
              <a:t> vài</a:t>
            </a:r>
            <a:r>
              <a:rPr lang="en-US" sz="2025" dirty="0" spc="23" kern="0">
                <a:solidFill>
                  <a:srgbClr val="F3EEE3"/>
                </a:solidFill>
                <a:latin typeface="Be Vietnam Pro Medium" pitchFamily="34" charset="0"/>
                <a:ea typeface="Be Vietnam Pro Medium" pitchFamily="34" charset="-122"/>
                <a:cs typeface="Be Vietnam Pro Medium" pitchFamily="34" charset="-120"/>
              </a:rPr>
              <a:t> ứng</a:t>
            </a:r>
            <a:r>
              <a:rPr lang="en-US" sz="2025" dirty="0" spc="0" kern="0">
                <a:solidFill>
                  <a:srgbClr val="F3EEE3"/>
                </a:solidFill>
                <a:latin typeface="Be Vietnam Pro Medium" pitchFamily="34" charset="0"/>
                <a:ea typeface="Be Vietnam Pro Medium" pitchFamily="34" charset="-122"/>
                <a:cs typeface="Be Vietnam Pro Medium" pitchFamily="34" charset="-120"/>
              </a:rPr>
              <a:t> viên</a:t>
            </a:r>
            <a:r>
              <a:rPr lang="en-US" sz="2025" dirty="0" spc="15" kern="0">
                <a:solidFill>
                  <a:srgbClr val="F3EEE3"/>
                </a:solidFill>
                <a:latin typeface="Be Vietnam Pro Medium" pitchFamily="34" charset="0"/>
                <a:ea typeface="Be Vietnam Pro Medium" pitchFamily="34" charset="-122"/>
                <a:cs typeface="Be Vietnam Pro Medium" pitchFamily="34" charset="-120"/>
              </a:rPr>
              <a:t> để</a:t>
            </a:r>
            <a:r>
              <a:rPr lang="en-US" sz="2025" dirty="0" spc="-10" kern="0">
                <a:solidFill>
                  <a:srgbClr val="F3EEE3"/>
                </a:solidFill>
                <a:latin typeface="Be Vietnam Pro Medium" pitchFamily="34" charset="0"/>
                <a:ea typeface="Be Vietnam Pro Medium" pitchFamily="34" charset="-122"/>
                <a:cs typeface="Be Vietnam Pro Medium" pitchFamily="34" charset="-120"/>
              </a:rPr>
              <a:t> tránh</a:t>
            </a:r>
            <a:r>
              <a:rPr lang="en-US" sz="2025" dirty="0" spc="20" kern="0">
                <a:solidFill>
                  <a:srgbClr val="F3EEE3"/>
                </a:solidFill>
                <a:latin typeface="Be Vietnam Pro Medium" pitchFamily="34" charset="0"/>
                <a:ea typeface="Be Vietnam Pro Medium" pitchFamily="34" charset="-122"/>
                <a:cs typeface="Be Vietnam Pro Medium" pitchFamily="34" charset="-120"/>
              </a:rPr>
              <a:t> lưu</a:t>
            </a:r>
            <a:r>
              <a:rPr lang="en-US" sz="2025" dirty="0" spc="3" kern="0">
                <a:solidFill>
                  <a:srgbClr val="F3EEE3"/>
                </a:solidFill>
                <a:latin typeface="Be Vietnam Pro Medium" pitchFamily="34" charset="0"/>
                <a:ea typeface="Be Vietnam Pro Medium" pitchFamily="34" charset="-122"/>
                <a:cs typeface="Be Vietnam Pro Medium" pitchFamily="34" charset="-120"/>
              </a:rPr>
              <a:t> quá</a:t>
            </a:r>
            <a:r>
              <a:rPr lang="en-US" sz="2025" dirty="0" spc="-1" kern="0">
                <a:solidFill>
                  <a:srgbClr val="F3EEE3"/>
                </a:solidFill>
                <a:latin typeface="Be Vietnam Pro Medium" pitchFamily="34" charset="0"/>
                <a:ea typeface="Be Vietnam Pro Medium" pitchFamily="34" charset="-122"/>
                <a:cs typeface="Be Vietnam Pro Medium" pitchFamily="34" charset="-120"/>
              </a:rPr>
              <a:t> nhiều</a:t>
            </a:r>
            <a:r>
              <a:rPr lang="en-US" sz="2025" dirty="0" spc="0" kern="0">
                <a:solidFill>
                  <a:srgbClr val="F3EEE3"/>
                </a:solidFill>
                <a:latin typeface="Be Vietnam Pro Medium" pitchFamily="34" charset="0"/>
                <a:ea typeface="Be Vietnam Pro Medium" pitchFamily="34" charset="-122"/>
                <a:cs typeface="Be Vietnam Pro Medium" pitchFamily="34" charset="-120"/>
              </a:rPr>
              <a:t> mà</a:t>
            </a:r>
            <a:r>
              <a:rPr lang="en-US" sz="2025" dirty="0" spc="-1" kern="0">
                <a:solidFill>
                  <a:srgbClr val="F3EEE3"/>
                </a:solidFill>
                <a:latin typeface="Be Vietnam Pro Medium" pitchFamily="34" charset="0"/>
                <a:ea typeface="Be Vietnam Pro Medium" pitchFamily="34" charset="-122"/>
                <a:cs typeface="Be Vietnam Pro Medium" pitchFamily="34" charset="-120"/>
              </a:rPr>
              <a:t> không</a:t>
            </a:r>
            <a:r>
              <a:rPr lang="en-US" sz="2025" dirty="0" spc="1" kern="0">
                <a:solidFill>
                  <a:srgbClr val="F3EEE3"/>
                </a:solidFill>
                <a:latin typeface="Be Vietnam Pro Medium" pitchFamily="34" charset="0"/>
                <a:ea typeface="Be Vietnam Pro Medium" pitchFamily="34" charset="-122"/>
                <a:cs typeface="Be Vietnam Pro Medium" pitchFamily="34" charset="-120"/>
              </a:rPr>
              <a:t> dùng.</a:t>
            </a:r>
            <a:endParaRPr lang="en-US" sz="2025" dirty="0"/>
          </a:p>
        </p:txBody>
      </p:sp>
      <p:sp>
        <p:nvSpPr>
          <p:cNvPr id="26" name="Text 24"/>
          <p:cNvSpPr/>
          <p:nvPr/>
        </p:nvSpPr>
        <p:spPr>
          <a:xfrm>
            <a:off x="838200" y="9353550"/>
            <a:ext cx="16611600" cy="333375"/>
          </a:xfrm>
          <a:prstGeom prst="rect">
            <a:avLst/>
          </a:prstGeom>
          <a:noFill/>
          <a:ln/>
        </p:spPr>
        <p:txBody>
          <a:bodyPr wrap="square" lIns="0" tIns="8906" rIns="0" bIns="-8906" rtlCol="0" anchor="t"/>
          <a:lstStyle/>
          <a:p>
            <a:pPr algn="l" indent="0" marL="0">
              <a:lnSpc>
                <a:spcPts val="2145"/>
              </a:lnSpc>
              <a:buNone/>
            </a:pPr>
            <a:r>
              <a:rPr lang="en-US" sz="1650" dirty="0" spc="-3" kern="0">
                <a:solidFill>
                  <a:srgbClr val="9AA0B5"/>
                </a:solidFill>
                <a:latin typeface="Be Vietnam Pro" pitchFamily="34" charset="0"/>
                <a:ea typeface="Be Vietnam Pro" pitchFamily="34" charset="-122"/>
                <a:cs typeface="Be Vietnam Pro" pitchFamily="34" charset="-120"/>
              </a:rPr>
              <a:t>Nguồn:</a:t>
            </a:r>
            <a:r>
              <a:rPr lang="en-US" sz="1650" dirty="0" spc="-1" kern="0">
                <a:solidFill>
                  <a:srgbClr val="9AA0B5"/>
                </a:solidFill>
                <a:latin typeface="Be Vietnam Pro" pitchFamily="34" charset="0"/>
                <a:ea typeface="Be Vietnam Pro" pitchFamily="34" charset="-122"/>
                <a:cs typeface="Be Vietnam Pro" pitchFamily="34" charset="-120"/>
              </a:rPr>
              <a:t> [S3]</a:t>
            </a:r>
            <a:r>
              <a:rPr lang="en-US" sz="1650" dirty="0" spc="-2" kern="0">
                <a:solidFill>
                  <a:srgbClr val="9AA0B5"/>
                </a:solidFill>
                <a:latin typeface="Be Vietnam Pro" pitchFamily="34" charset="0"/>
                <a:ea typeface="Be Vietnam Pro" pitchFamily="34" charset="-122"/>
                <a:cs typeface="Be Vietnam Pro" pitchFamily="34" charset="-120"/>
              </a:rPr>
              <a:t> [S4]</a:t>
            </a:r>
            <a:r>
              <a:rPr lang="en-US" sz="1650" dirty="0" spc="1" kern="0">
                <a:solidFill>
                  <a:srgbClr val="9AA0B5"/>
                </a:solidFill>
                <a:latin typeface="Be Vietnam Pro" pitchFamily="34" charset="0"/>
                <a:ea typeface="Be Vietnam Pro" pitchFamily="34" charset="-122"/>
                <a:cs typeface="Be Vietnam Pro" pitchFamily="34" charset="-120"/>
              </a:rPr>
              <a:t>  ·</a:t>
            </a:r>
            <a:r>
              <a:rPr lang="en-US" sz="1650" dirty="0" spc="2" kern="0">
                <a:solidFill>
                  <a:srgbClr val="9AA0B5"/>
                </a:solidFill>
                <a:latin typeface="Be Vietnam Pro" pitchFamily="34" charset="0"/>
                <a:ea typeface="Be Vietnam Pro" pitchFamily="34" charset="-122"/>
                <a:cs typeface="Be Vietnam Pro" pitchFamily="34" charset="-120"/>
              </a:rPr>
              <a:t>  Số</a:t>
            </a:r>
            <a:r>
              <a:rPr lang="en-US" sz="1650" dirty="0" spc="-1" kern="0">
                <a:solidFill>
                  <a:srgbClr val="9AA0B5"/>
                </a:solidFill>
                <a:latin typeface="Be Vietnam Pro" pitchFamily="34" charset="0"/>
                <a:ea typeface="Be Vietnam Pro" pitchFamily="34" charset="-122"/>
                <a:cs typeface="Be Vietnam Pro" pitchFamily="34" charset="-120"/>
              </a:rPr>
              <a:t> liệu:</a:t>
            </a:r>
            <a:r>
              <a:rPr lang="en-US" sz="1650" dirty="0" spc="1" kern="0">
                <a:solidFill>
                  <a:srgbClr val="9AA0B5"/>
                </a:solidFill>
                <a:latin typeface="Be Vietnam Pro" pitchFamily="34" charset="0"/>
                <a:ea typeface="Be Vietnam Pro" pitchFamily="34" charset="-122"/>
                <a:cs typeface="Be Vietnam Pro" pitchFamily="34" charset="-120"/>
              </a:rPr>
              <a:t> phiên</a:t>
            </a:r>
            <a:r>
              <a:rPr lang="en-US" sz="1650" dirty="0" spc="-1" kern="0">
                <a:solidFill>
                  <a:srgbClr val="9AA0B5"/>
                </a:solidFill>
                <a:latin typeface="Be Vietnam Pro" pitchFamily="34" charset="0"/>
                <a:ea typeface="Be Vietnam Pro" pitchFamily="34" charset="-122"/>
                <a:cs typeface="Be Vietnam Pro" pitchFamily="34" charset="-120"/>
              </a:rPr>
              <a:t> quét</a:t>
            </a:r>
            <a:r>
              <a:rPr lang="en-US" sz="1650" dirty="0" spc="-8" kern="0">
                <a:solidFill>
                  <a:srgbClr val="9AA0B5"/>
                </a:solidFill>
                <a:latin typeface="Be Vietnam Pro" pitchFamily="34" charset="0"/>
                <a:ea typeface="Be Vietnam Pro" pitchFamily="34" charset="-122"/>
                <a:cs typeface="Be Vietnam Pro" pitchFamily="34" charset="-120"/>
              </a:rPr>
              <a:t> 23/10/2026</a:t>
            </a:r>
            <a:endParaRPr lang="en-US" sz="1650" dirty="0"/>
          </a:p>
        </p:txBody>
      </p:sp>
      <p:sp>
        <p:nvSpPr>
          <p:cNvPr id="27" name="Shape 25"/>
          <p:cNvSpPr/>
          <p:nvPr/>
        </p:nvSpPr>
        <p:spPr>
          <a:xfrm>
            <a:off x="847725" y="9896475"/>
            <a:ext cx="57150" cy="57150"/>
          </a:xfrm>
          <a:prstGeom prst="ellipse">
            <a:avLst/>
          </a:prstGeom>
          <a:solidFill>
            <a:srgbClr val="363B4A"/>
          </a:solidFill>
          <a:ln/>
        </p:spPr>
      </p:sp>
      <p:sp>
        <p:nvSpPr>
          <p:cNvPr id="28" name="Shape 26"/>
          <p:cNvSpPr/>
          <p:nvPr/>
        </p:nvSpPr>
        <p:spPr>
          <a:xfrm>
            <a:off x="952500" y="9896475"/>
            <a:ext cx="57150" cy="57150"/>
          </a:xfrm>
          <a:prstGeom prst="ellipse">
            <a:avLst/>
          </a:prstGeom>
          <a:solidFill>
            <a:srgbClr val="363B4A"/>
          </a:solidFill>
          <a:ln/>
        </p:spPr>
      </p:sp>
      <p:sp>
        <p:nvSpPr>
          <p:cNvPr id="29" name="Shape 27"/>
          <p:cNvSpPr/>
          <p:nvPr/>
        </p:nvSpPr>
        <p:spPr>
          <a:xfrm>
            <a:off x="1057275" y="9896475"/>
            <a:ext cx="57150" cy="57150"/>
          </a:xfrm>
          <a:prstGeom prst="ellipse">
            <a:avLst/>
          </a:prstGeom>
          <a:solidFill>
            <a:srgbClr val="363B4A"/>
          </a:solidFill>
          <a:ln/>
        </p:spPr>
      </p:sp>
      <p:sp>
        <p:nvSpPr>
          <p:cNvPr id="30" name="Shape 28"/>
          <p:cNvSpPr/>
          <p:nvPr/>
        </p:nvSpPr>
        <p:spPr>
          <a:xfrm>
            <a:off x="1162050" y="9896475"/>
            <a:ext cx="57150" cy="57150"/>
          </a:xfrm>
          <a:prstGeom prst="ellipse">
            <a:avLst/>
          </a:prstGeom>
          <a:solidFill>
            <a:srgbClr val="363B4A"/>
          </a:solidFill>
          <a:ln/>
        </p:spPr>
      </p:sp>
      <p:sp>
        <p:nvSpPr>
          <p:cNvPr id="31" name="Shape 29"/>
          <p:cNvSpPr/>
          <p:nvPr/>
        </p:nvSpPr>
        <p:spPr>
          <a:xfrm>
            <a:off x="1266825" y="9896475"/>
            <a:ext cx="57150" cy="57150"/>
          </a:xfrm>
          <a:prstGeom prst="ellipse">
            <a:avLst/>
          </a:prstGeom>
          <a:solidFill>
            <a:srgbClr val="363B4A"/>
          </a:solidFill>
          <a:ln/>
        </p:spPr>
      </p:sp>
      <p:sp>
        <p:nvSpPr>
          <p:cNvPr id="32" name="Shape 30"/>
          <p:cNvSpPr/>
          <p:nvPr/>
        </p:nvSpPr>
        <p:spPr>
          <a:xfrm>
            <a:off x="1371600" y="9896475"/>
            <a:ext cx="57150" cy="57150"/>
          </a:xfrm>
          <a:prstGeom prst="ellipse">
            <a:avLst/>
          </a:prstGeom>
          <a:solidFill>
            <a:srgbClr val="363B4A"/>
          </a:solidFill>
          <a:ln/>
        </p:spPr>
      </p:sp>
      <p:sp>
        <p:nvSpPr>
          <p:cNvPr id="33" name="Shape 31"/>
          <p:cNvSpPr/>
          <p:nvPr/>
        </p:nvSpPr>
        <p:spPr>
          <a:xfrm>
            <a:off x="1476375" y="9896475"/>
            <a:ext cx="57150" cy="57150"/>
          </a:xfrm>
          <a:prstGeom prst="ellipse">
            <a:avLst/>
          </a:prstGeom>
          <a:solidFill>
            <a:srgbClr val="363B4A"/>
          </a:solidFill>
          <a:ln/>
        </p:spPr>
      </p:sp>
      <p:sp>
        <p:nvSpPr>
          <p:cNvPr id="34" name="Shape 32"/>
          <p:cNvSpPr/>
          <p:nvPr/>
        </p:nvSpPr>
        <p:spPr>
          <a:xfrm>
            <a:off x="1581150" y="9896475"/>
            <a:ext cx="57150" cy="57150"/>
          </a:xfrm>
          <a:prstGeom prst="ellipse">
            <a:avLst/>
          </a:prstGeom>
          <a:solidFill>
            <a:srgbClr val="363B4A"/>
          </a:solidFill>
          <a:ln/>
        </p:spPr>
      </p:sp>
      <p:sp>
        <p:nvSpPr>
          <p:cNvPr id="35" name="Shape 33"/>
          <p:cNvSpPr/>
          <p:nvPr/>
        </p:nvSpPr>
        <p:spPr>
          <a:xfrm>
            <a:off x="1685925" y="9896475"/>
            <a:ext cx="57150" cy="57150"/>
          </a:xfrm>
          <a:prstGeom prst="ellipse">
            <a:avLst/>
          </a:prstGeom>
          <a:solidFill>
            <a:srgbClr val="363B4A"/>
          </a:solidFill>
          <a:ln/>
        </p:spPr>
      </p:sp>
      <p:sp>
        <p:nvSpPr>
          <p:cNvPr id="36" name="Shape 34"/>
          <p:cNvSpPr/>
          <p:nvPr/>
        </p:nvSpPr>
        <p:spPr>
          <a:xfrm>
            <a:off x="1790700" y="9896475"/>
            <a:ext cx="57150" cy="57150"/>
          </a:xfrm>
          <a:prstGeom prst="ellipse">
            <a:avLst/>
          </a:prstGeom>
          <a:solidFill>
            <a:srgbClr val="363B4A"/>
          </a:solidFill>
          <a:ln/>
        </p:spPr>
      </p:sp>
      <p:sp>
        <p:nvSpPr>
          <p:cNvPr id="37" name="Shape 35"/>
          <p:cNvSpPr/>
          <p:nvPr/>
        </p:nvSpPr>
        <p:spPr>
          <a:xfrm>
            <a:off x="1895475" y="9896475"/>
            <a:ext cx="57150" cy="57150"/>
          </a:xfrm>
          <a:prstGeom prst="ellipse">
            <a:avLst/>
          </a:prstGeom>
          <a:solidFill>
            <a:srgbClr val="363B4A"/>
          </a:solidFill>
          <a:ln/>
        </p:spPr>
      </p:sp>
      <p:sp>
        <p:nvSpPr>
          <p:cNvPr id="38" name="Shape 36"/>
          <p:cNvSpPr/>
          <p:nvPr/>
        </p:nvSpPr>
        <p:spPr>
          <a:xfrm>
            <a:off x="2000250" y="9896475"/>
            <a:ext cx="57150" cy="57150"/>
          </a:xfrm>
          <a:prstGeom prst="ellipse">
            <a:avLst/>
          </a:prstGeom>
          <a:solidFill>
            <a:srgbClr val="363B4A"/>
          </a:solidFill>
          <a:ln/>
        </p:spPr>
      </p:sp>
      <p:sp>
        <p:nvSpPr>
          <p:cNvPr id="39" name="Shape 37"/>
          <p:cNvSpPr/>
          <p:nvPr/>
        </p:nvSpPr>
        <p:spPr>
          <a:xfrm>
            <a:off x="2105025" y="9896475"/>
            <a:ext cx="57150" cy="57150"/>
          </a:xfrm>
          <a:prstGeom prst="ellipse">
            <a:avLst/>
          </a:prstGeom>
          <a:solidFill>
            <a:srgbClr val="E8472B"/>
          </a:solidFill>
          <a:ln/>
        </p:spPr>
      </p:sp>
      <p:sp>
        <p:nvSpPr>
          <p:cNvPr id="40" name="Shape 38"/>
          <p:cNvSpPr/>
          <p:nvPr/>
        </p:nvSpPr>
        <p:spPr>
          <a:xfrm>
            <a:off x="2209800" y="9896475"/>
            <a:ext cx="57150" cy="57150"/>
          </a:xfrm>
          <a:prstGeom prst="ellipse">
            <a:avLst/>
          </a:prstGeom>
          <a:solidFill>
            <a:srgbClr val="363B4A"/>
          </a:solidFill>
          <a:ln/>
        </p:spPr>
      </p:sp>
      <p:sp>
        <p:nvSpPr>
          <p:cNvPr id="41" name="Shape 39"/>
          <p:cNvSpPr/>
          <p:nvPr/>
        </p:nvSpPr>
        <p:spPr>
          <a:xfrm>
            <a:off x="2314575" y="9896475"/>
            <a:ext cx="57150" cy="57150"/>
          </a:xfrm>
          <a:prstGeom prst="ellipse">
            <a:avLst/>
          </a:prstGeom>
          <a:solidFill>
            <a:srgbClr val="363B4A"/>
          </a:solidFill>
          <a:ln/>
        </p:spPr>
      </p:sp>
      <p:sp>
        <p:nvSpPr>
          <p:cNvPr id="42" name="Shape 40"/>
          <p:cNvSpPr/>
          <p:nvPr/>
        </p:nvSpPr>
        <p:spPr>
          <a:xfrm>
            <a:off x="2419350" y="9896475"/>
            <a:ext cx="57150" cy="57150"/>
          </a:xfrm>
          <a:prstGeom prst="ellipse">
            <a:avLst/>
          </a:prstGeom>
          <a:solidFill>
            <a:srgbClr val="363B4A"/>
          </a:solidFill>
          <a:ln/>
        </p:spPr>
      </p:sp>
      <p:sp>
        <p:nvSpPr>
          <p:cNvPr id="43" name="Shape 41"/>
          <p:cNvSpPr/>
          <p:nvPr/>
        </p:nvSpPr>
        <p:spPr>
          <a:xfrm>
            <a:off x="2524125" y="9896475"/>
            <a:ext cx="57150" cy="57150"/>
          </a:xfrm>
          <a:prstGeom prst="ellipse">
            <a:avLst/>
          </a:prstGeom>
          <a:solidFill>
            <a:srgbClr val="363B4A"/>
          </a:solidFill>
          <a:ln/>
        </p:spPr>
      </p:sp>
      <p:sp>
        <p:nvSpPr>
          <p:cNvPr id="44" name="Shape 42"/>
          <p:cNvSpPr/>
          <p:nvPr/>
        </p:nvSpPr>
        <p:spPr>
          <a:xfrm>
            <a:off x="2628900" y="9896475"/>
            <a:ext cx="57150" cy="57150"/>
          </a:xfrm>
          <a:prstGeom prst="ellipse">
            <a:avLst/>
          </a:prstGeom>
          <a:solidFill>
            <a:srgbClr val="363B4A"/>
          </a:solidFill>
          <a:ln/>
        </p:spPr>
      </p:sp>
      <p:sp>
        <p:nvSpPr>
          <p:cNvPr id="45" name="Shape 43"/>
          <p:cNvSpPr/>
          <p:nvPr/>
        </p:nvSpPr>
        <p:spPr>
          <a:xfrm>
            <a:off x="2733675" y="9896475"/>
            <a:ext cx="57150" cy="57150"/>
          </a:xfrm>
          <a:prstGeom prst="ellipse">
            <a:avLst/>
          </a:prstGeom>
          <a:solidFill>
            <a:srgbClr val="363B4A"/>
          </a:solidFill>
          <a:ln/>
        </p:spPr>
      </p:sp>
      <p:sp>
        <p:nvSpPr>
          <p:cNvPr id="46" name="Shape 44"/>
          <p:cNvSpPr/>
          <p:nvPr/>
        </p:nvSpPr>
        <p:spPr>
          <a:xfrm>
            <a:off x="2838450" y="9896475"/>
            <a:ext cx="57150" cy="57150"/>
          </a:xfrm>
          <a:prstGeom prst="ellipse">
            <a:avLst/>
          </a:prstGeom>
          <a:solidFill>
            <a:srgbClr val="363B4A"/>
          </a:solidFill>
          <a:ln/>
        </p:spPr>
      </p:sp>
      <p:sp>
        <p:nvSpPr>
          <p:cNvPr id="47" name="Shape 45"/>
          <p:cNvSpPr/>
          <p:nvPr/>
        </p:nvSpPr>
        <p:spPr>
          <a:xfrm>
            <a:off x="2943225" y="9896475"/>
            <a:ext cx="57150" cy="57150"/>
          </a:xfrm>
          <a:prstGeom prst="ellipse">
            <a:avLst/>
          </a:prstGeom>
          <a:solidFill>
            <a:srgbClr val="363B4A"/>
          </a:solidFill>
          <a:ln/>
        </p:spPr>
      </p:sp>
      <p:sp>
        <p:nvSpPr>
          <p:cNvPr id="48" name="Shape 46"/>
          <p:cNvSpPr/>
          <p:nvPr/>
        </p:nvSpPr>
        <p:spPr>
          <a:xfrm>
            <a:off x="3048000" y="9896475"/>
            <a:ext cx="57150" cy="57150"/>
          </a:xfrm>
          <a:prstGeom prst="ellipse">
            <a:avLst/>
          </a:prstGeom>
          <a:solidFill>
            <a:srgbClr val="363B4A"/>
          </a:solidFill>
          <a:ln/>
        </p:spPr>
      </p:sp>
      <p:sp>
        <p:nvSpPr>
          <p:cNvPr id="49" name="Shape 47"/>
          <p:cNvSpPr/>
          <p:nvPr/>
        </p:nvSpPr>
        <p:spPr>
          <a:xfrm>
            <a:off x="3152775" y="9896475"/>
            <a:ext cx="57150" cy="57150"/>
          </a:xfrm>
          <a:prstGeom prst="ellipse">
            <a:avLst/>
          </a:prstGeom>
          <a:solidFill>
            <a:srgbClr val="363B4A"/>
          </a:solidFill>
          <a:ln/>
        </p:spPr>
      </p:sp>
      <p:sp>
        <p:nvSpPr>
          <p:cNvPr id="50" name="Shape 48"/>
          <p:cNvSpPr/>
          <p:nvPr/>
        </p:nvSpPr>
        <p:spPr>
          <a:xfrm>
            <a:off x="3257550" y="9896475"/>
            <a:ext cx="57150" cy="57150"/>
          </a:xfrm>
          <a:prstGeom prst="ellipse">
            <a:avLst/>
          </a:prstGeom>
          <a:solidFill>
            <a:srgbClr val="363B4A"/>
          </a:solidFill>
          <a:ln/>
        </p:spPr>
      </p:sp>
      <p:sp>
        <p:nvSpPr>
          <p:cNvPr id="51" name="Text 49"/>
          <p:cNvSpPr/>
          <p:nvPr/>
        </p:nvSpPr>
        <p:spPr>
          <a:xfrm>
            <a:off x="3667125" y="9734550"/>
            <a:ext cx="10953750" cy="342900"/>
          </a:xfrm>
          <a:prstGeom prst="rect">
            <a:avLst/>
          </a:prstGeom>
          <a:noFill/>
          <a:ln/>
        </p:spPr>
        <p:txBody>
          <a:bodyPr wrap="square" lIns="0" tIns="8906" rIns="0" bIns="-8906" rtlCol="0" anchor="t"/>
          <a:lstStyle/>
          <a:p>
            <a:pPr algn="l" indent="0" marL="0">
              <a:lnSpc>
                <a:spcPts val="2145"/>
              </a:lnSpc>
              <a:buNone/>
            </a:pPr>
            <a:r>
              <a:rPr lang="en-US" sz="1650" dirty="0" spc="-6" kern="0">
                <a:solidFill>
                  <a:srgbClr val="9AA0B5"/>
                </a:solidFill>
                <a:latin typeface="Be Vietnam Pro" pitchFamily="34" charset="0"/>
                <a:ea typeface="Be Vietnam Pro" pitchFamily="34" charset="-122"/>
                <a:cs typeface="Be Vietnam Pro" pitchFamily="34" charset="-120"/>
              </a:rPr>
              <a:t>Multiple-report</a:t>
            </a:r>
            <a:r>
              <a:rPr lang="en-US" sz="1650" dirty="0" spc="3" kern="0">
                <a:solidFill>
                  <a:srgbClr val="9AA0B5"/>
                </a:solidFill>
                <a:latin typeface="Be Vietnam Pro" pitchFamily="34" charset="0"/>
                <a:ea typeface="Be Vietnam Pro" pitchFamily="34" charset="-122"/>
                <a:cs typeface="Be Vietnam Pro" pitchFamily="34" charset="-120"/>
              </a:rPr>
              <a:t> ·</a:t>
            </a:r>
            <a:r>
              <a:rPr lang="en-US" sz="1650" dirty="0" spc="1" kern="0">
                <a:solidFill>
                  <a:srgbClr val="9AA0B5"/>
                </a:solidFill>
                <a:latin typeface="Be Vietnam Pro" pitchFamily="34" charset="0"/>
                <a:ea typeface="Be Vietnam Pro" pitchFamily="34" charset="-122"/>
                <a:cs typeface="Be Vietnam Pro" pitchFamily="34" charset="-120"/>
              </a:rPr>
              <a:t> GitHub</a:t>
            </a:r>
            <a:r>
              <a:rPr lang="en-US" sz="1650" dirty="0" spc="-38" kern="0">
                <a:solidFill>
                  <a:srgbClr val="9AA0B5"/>
                </a:solidFill>
                <a:latin typeface="Be Vietnam Pro" pitchFamily="34" charset="0"/>
                <a:ea typeface="Be Vietnam Pro" pitchFamily="34" charset="-122"/>
                <a:cs typeface="Be Vietnam Pro" pitchFamily="34" charset="-120"/>
              </a:rPr>
              <a:t> Top</a:t>
            </a:r>
            <a:r>
              <a:rPr lang="en-US" sz="1650" dirty="0" spc="4" kern="0">
                <a:solidFill>
                  <a:srgbClr val="9AA0B5"/>
                </a:solidFill>
                <a:latin typeface="Be Vietnam Pro" pitchFamily="34" charset="0"/>
                <a:ea typeface="Be Vietnam Pro" pitchFamily="34" charset="-122"/>
                <a:cs typeface="Be Vietnam Pro" pitchFamily="34" charset="-120"/>
              </a:rPr>
              <a:t> 3</a:t>
            </a:r>
            <a:r>
              <a:rPr lang="en-US" sz="1650" dirty="0" spc="0" kern="0">
                <a:solidFill>
                  <a:srgbClr val="9AA0B5"/>
                </a:solidFill>
                <a:latin typeface="Be Vietnam Pro" pitchFamily="34" charset="0"/>
                <a:ea typeface="Be Vietnam Pro" pitchFamily="34" charset="-122"/>
                <a:cs typeface="Be Vietnam Pro" pitchFamily="34" charset="-120"/>
              </a:rPr>
              <a:t> ·</a:t>
            </a:r>
            <a:r>
              <a:rPr lang="en-US" sz="1650" dirty="0" spc="-24" kern="0">
                <a:solidFill>
                  <a:srgbClr val="9AA0B5"/>
                </a:solidFill>
                <a:latin typeface="Be Vietnam Pro" pitchFamily="34" charset="0"/>
                <a:ea typeface="Be Vietnam Pro" pitchFamily="34" charset="-122"/>
                <a:cs typeface="Be Vietnam Pro" pitchFamily="34" charset="-120"/>
              </a:rPr>
              <a:t> 13/24</a:t>
            </a:r>
            <a:endParaRPr lang="en-US" sz="1650" dirty="0"/>
          </a:p>
        </p:txBody>
      </p:sp>
      <p:sp>
        <p:nvSpPr>
          <p:cNvPr id="52" name="Shape 50"/>
          <p:cNvSpPr/>
          <p:nvPr/>
        </p:nvSpPr>
        <p:spPr>
          <a:xfrm>
            <a:off x="15983712" y="9076331"/>
            <a:ext cx="1645920" cy="552301"/>
          </a:xfrm>
          <a:prstGeom prst="roundRect">
            <a:avLst>
              <a:gd name="adj" fmla="val 28000"/>
            </a:avLst>
          </a:prstGeom>
          <a:solidFill>
            <a:srgbClr val="FFFFFF">
              <a:alpha val="82000"/>
            </a:srgbClr>
          </a:solidFill>
          <a:ln/>
        </p:spPr>
      </p:sp>
      <p:pic>
        <p:nvPicPr>
          <p:cNvPr id="53" name="Moda image moda-export-watermark-3668b331-4410-4148-bd71-c8f87330ddc4"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838200" y="438150"/>
            <a:ext cx="16192500" cy="381000"/>
          </a:xfrm>
          <a:prstGeom prst="rect">
            <a:avLst/>
          </a:prstGeom>
          <a:noFill/>
          <a:ln/>
        </p:spPr>
        <p:txBody>
          <a:bodyPr wrap="square" lIns="0" tIns="10104" rIns="0" bIns="-10104" rtlCol="0" anchor="t"/>
          <a:lstStyle/>
          <a:p>
            <a:pPr algn="l" indent="0" marL="0">
              <a:lnSpc>
                <a:spcPts val="2438"/>
              </a:lnSpc>
              <a:buNone/>
            </a:pPr>
            <a:r>
              <a:rPr lang="en-US" sz="1875" dirty="0" spc="-1" kern="0">
                <a:solidFill>
                  <a:srgbClr val="B45309"/>
                </a:solidFill>
                <a:latin typeface="Be Vietnam Pro SemiBold" pitchFamily="34" charset="0"/>
                <a:ea typeface="Be Vietnam Pro SemiBold" pitchFamily="34" charset="-122"/>
                <a:cs typeface="Be Vietnam Pro SemiBold" pitchFamily="34" charset="-120"/>
              </a:rPr>
              <a:t>02</a:t>
            </a:r>
            <a:r>
              <a:rPr lang="en-US" sz="1875" dirty="0" spc="-2" kern="0">
                <a:solidFill>
                  <a:srgbClr val="B45309"/>
                </a:solidFill>
                <a:latin typeface="Be Vietnam Pro SemiBold" pitchFamily="34" charset="0"/>
                <a:ea typeface="Be Vietnam Pro SemiBold" pitchFamily="34" charset="-122"/>
                <a:cs typeface="Be Vietnam Pro SemiBold" pitchFamily="34" charset="-120"/>
              </a:rPr>
              <a:t> /</a:t>
            </a:r>
            <a:r>
              <a:rPr lang="en-US" sz="1875" dirty="0" spc="-4" kern="0">
                <a:solidFill>
                  <a:srgbClr val="B45309"/>
                </a:solidFill>
                <a:latin typeface="Be Vietnam Pro SemiBold" pitchFamily="34" charset="0"/>
                <a:ea typeface="Be Vietnam Pro SemiBold" pitchFamily="34" charset="-122"/>
                <a:cs typeface="Be Vietnam Pro SemiBold" pitchFamily="34" charset="-120"/>
              </a:rPr>
              <a:t> VÍ</a:t>
            </a:r>
            <a:r>
              <a:rPr lang="en-US" sz="1875" dirty="0" spc="-1" kern="0">
                <a:solidFill>
                  <a:srgbClr val="B45309"/>
                </a:solidFill>
                <a:latin typeface="Be Vietnam Pro SemiBold" pitchFamily="34" charset="0"/>
                <a:ea typeface="Be Vietnam Pro SemiBold" pitchFamily="34" charset="-122"/>
                <a:cs typeface="Be Vietnam Pro SemiBold" pitchFamily="34" charset="-120"/>
              </a:rPr>
              <a:t> DỤ</a:t>
            </a:r>
            <a:r>
              <a:rPr lang="en-US" sz="1875" dirty="0" spc="-4" kern="0">
                <a:solidFill>
                  <a:srgbClr val="B45309"/>
                </a:solidFill>
                <a:latin typeface="Be Vietnam Pro SemiBold" pitchFamily="34" charset="0"/>
                <a:ea typeface="Be Vietnam Pro SemiBold" pitchFamily="34" charset="-122"/>
                <a:cs typeface="Be Vietnam Pro SemiBold" pitchFamily="34" charset="-120"/>
              </a:rPr>
              <a:t> CỤ</a:t>
            </a:r>
            <a:r>
              <a:rPr lang="en-US" sz="1875" dirty="0" spc="-2" kern="0">
                <a:solidFill>
                  <a:srgbClr val="B45309"/>
                </a:solidFill>
                <a:latin typeface="Be Vietnam Pro SemiBold" pitchFamily="34" charset="0"/>
                <a:ea typeface="Be Vietnam Pro SemiBold" pitchFamily="34" charset="-122"/>
                <a:cs typeface="Be Vietnam Pro SemiBold" pitchFamily="34" charset="-120"/>
              </a:rPr>
              <a:t> THỂ</a:t>
            </a:r>
            <a:endParaRPr lang="en-US" sz="1875" dirty="0"/>
          </a:p>
        </p:txBody>
      </p:sp>
      <p:sp>
        <p:nvSpPr>
          <p:cNvPr id="3" name="Text 1"/>
          <p:cNvSpPr/>
          <p:nvPr/>
        </p:nvSpPr>
        <p:spPr>
          <a:xfrm>
            <a:off x="838200" y="1066800"/>
            <a:ext cx="16573500" cy="1476375"/>
          </a:xfrm>
          <a:prstGeom prst="rect">
            <a:avLst/>
          </a:prstGeom>
          <a:noFill/>
          <a:ln/>
        </p:spPr>
        <p:txBody>
          <a:bodyPr wrap="square" lIns="0" tIns="3048" rIns="0" bIns="-3048" rtlCol="0" anchor="t"/>
          <a:lstStyle/>
          <a:p>
            <a:pPr algn="l" indent="0" marL="0">
              <a:lnSpc>
                <a:spcPts val="6240"/>
              </a:lnSpc>
              <a:buNone/>
            </a:pPr>
            <a:r>
              <a:rPr lang="en-US" sz="4800" dirty="0" spc="-36" kern="0">
                <a:solidFill>
                  <a:srgbClr val="14161C"/>
                </a:solidFill>
                <a:latin typeface="Bricolage Grotesque ExtraBold" pitchFamily="34" charset="0"/>
                <a:ea typeface="Bricolage Grotesque ExtraBold" pitchFamily="34" charset="-122"/>
                <a:cs typeface="Bricolage Grotesque ExtraBold" pitchFamily="34" charset="-120"/>
              </a:rPr>
              <a:t>Ví</a:t>
            </a:r>
            <a:r>
              <a:rPr lang="en-US" sz="4800" dirty="0" spc="0" kern="0">
                <a:solidFill>
                  <a:srgbClr val="14161C"/>
                </a:solidFill>
                <a:latin typeface="Bricolage Grotesque ExtraBold" pitchFamily="34" charset="0"/>
                <a:ea typeface="Bricolage Grotesque ExtraBold" pitchFamily="34" charset="-122"/>
                <a:cs typeface="Bricolage Grotesque ExtraBold" pitchFamily="34" charset="-120"/>
              </a:rPr>
              <a:t> dụ:</a:t>
            </a:r>
            <a:r>
              <a:rPr lang="en-US" sz="4800" dirty="0" spc="-14" kern="0">
                <a:solidFill>
                  <a:srgbClr val="14161C"/>
                </a:solidFill>
                <a:latin typeface="Bricolage Grotesque ExtraBold" pitchFamily="34" charset="0"/>
                <a:ea typeface="Bricolage Grotesque ExtraBold" pitchFamily="34" charset="-122"/>
                <a:cs typeface="Bricolage Grotesque ExtraBold" pitchFamily="34" charset="-120"/>
              </a:rPr>
              <a:t> tìm</a:t>
            </a:r>
            <a:r>
              <a:rPr lang="en-US" sz="4800" dirty="0" spc="-4" kern="0">
                <a:solidFill>
                  <a:srgbClr val="14161C"/>
                </a:solidFill>
                <a:latin typeface="Bricolage Grotesque ExtraBold" pitchFamily="34" charset="0"/>
                <a:ea typeface="Bricolage Grotesque ExtraBold" pitchFamily="34" charset="-122"/>
                <a:cs typeface="Bricolage Grotesque ExtraBold" pitchFamily="34" charset="-120"/>
              </a:rPr>
              <a:t> tài</a:t>
            </a:r>
            <a:r>
              <a:rPr lang="en-US" sz="4800" dirty="0" spc="0" kern="0">
                <a:solidFill>
                  <a:srgbClr val="14161C"/>
                </a:solidFill>
                <a:latin typeface="Bricolage Grotesque ExtraBold" pitchFamily="34" charset="0"/>
                <a:ea typeface="Bricolage Grotesque ExtraBold" pitchFamily="34" charset="-122"/>
                <a:cs typeface="Bricolage Grotesque ExtraBold" pitchFamily="34" charset="-120"/>
              </a:rPr>
              <a:t> nguyên</a:t>
            </a:r>
            <a:r>
              <a:rPr lang="en-US" sz="4800" dirty="0" spc="-1" kern="0">
                <a:solidFill>
                  <a:srgbClr val="14161C"/>
                </a:solidFill>
                <a:latin typeface="Bricolage Grotesque ExtraBold" pitchFamily="34" charset="0"/>
                <a:ea typeface="Bricolage Grotesque ExtraBold" pitchFamily="34" charset="-122"/>
                <a:cs typeface="Bricolage Grotesque ExtraBold" pitchFamily="34" charset="-120"/>
              </a:rPr>
              <a:t> học</a:t>
            </a:r>
            <a:r>
              <a:rPr lang="en-US" sz="4800" dirty="0" spc="0" kern="0">
                <a:solidFill>
                  <a:srgbClr val="14161C"/>
                </a:solidFill>
                <a:latin typeface="Bricolage Grotesque ExtraBold" pitchFamily="34" charset="0"/>
                <a:ea typeface="Bricolage Grotesque ExtraBold" pitchFamily="34" charset="-122"/>
                <a:cs typeface="Bricolage Grotesque ExtraBold" pitchFamily="34" charset="-120"/>
              </a:rPr>
              <a:t> Node.js</a:t>
            </a:r>
            <a:endParaRPr lang="en-US" sz="4800" dirty="0"/>
          </a:p>
        </p:txBody>
      </p:sp>
      <p:sp>
        <p:nvSpPr>
          <p:cNvPr id="4" name="Connector line-1792794900009-523325127"/>
          <p:cNvSpPr/>
          <p:nvPr/>
        </p:nvSpPr>
        <p:spPr>
          <a:xfrm>
            <a:off x="838200" y="2647950"/>
            <a:ext cx="16611600" cy="0"/>
          </a:xfrm>
          <a:prstGeom prst="line">
            <a:avLst/>
          </a:prstGeom>
          <a:noFill/>
          <a:ln w="28575">
            <a:solidFill>
              <a:srgbClr val="DDD5C1"/>
            </a:solidFill>
            <a:prstDash val="solid"/>
            <a:headEnd type="none"/>
            <a:tailEnd type="none"/>
          </a:ln>
        </p:spPr>
      </p:sp>
      <p:sp>
        <p:nvSpPr>
          <p:cNvPr id="5" name="Text 3"/>
          <p:cNvSpPr/>
          <p:nvPr/>
        </p:nvSpPr>
        <p:spPr>
          <a:xfrm>
            <a:off x="838200" y="3067050"/>
            <a:ext cx="904875" cy="762000"/>
          </a:xfrm>
          <a:prstGeom prst="rect">
            <a:avLst/>
          </a:prstGeom>
          <a:noFill/>
          <a:ln/>
        </p:spPr>
        <p:txBody>
          <a:bodyPr wrap="square" lIns="0" tIns="2667" rIns="0" bIns="-2667" rtlCol="0" anchor="t"/>
          <a:lstStyle/>
          <a:p>
            <a:pPr algn="l" indent="0" marL="0">
              <a:lnSpc>
                <a:spcPts val="5460"/>
              </a:lnSpc>
              <a:buNone/>
            </a:pPr>
            <a:r>
              <a:rPr lang="en-US" sz="4200" dirty="0" spc="-14" kern="0">
                <a:solidFill>
                  <a:srgbClr val="B45309"/>
                </a:solidFill>
                <a:latin typeface="Bricolage Grotesque ExtraBold" pitchFamily="34" charset="0"/>
                <a:ea typeface="Bricolage Grotesque ExtraBold" pitchFamily="34" charset="-122"/>
                <a:cs typeface="Bricolage Grotesque ExtraBold" pitchFamily="34" charset="-120"/>
              </a:rPr>
              <a:t>01</a:t>
            </a:r>
            <a:endParaRPr lang="en-US" sz="4200" dirty="0"/>
          </a:p>
        </p:txBody>
      </p:sp>
      <p:sp>
        <p:nvSpPr>
          <p:cNvPr id="6" name="Text 4"/>
          <p:cNvSpPr/>
          <p:nvPr/>
        </p:nvSpPr>
        <p:spPr>
          <a:xfrm>
            <a:off x="2047875" y="3009900"/>
            <a:ext cx="15240000" cy="457200"/>
          </a:xfrm>
          <a:prstGeom prst="rect">
            <a:avLst/>
          </a:prstGeom>
          <a:noFill/>
          <a:ln/>
        </p:spPr>
        <p:txBody>
          <a:bodyPr wrap="square" lIns="0" tIns="13343" rIns="0" bIns="-13343" rtlCol="0" anchor="t"/>
          <a:lstStyle/>
          <a:p>
            <a:pPr algn="l" indent="0" marL="0">
              <a:lnSpc>
                <a:spcPts val="3218"/>
              </a:lnSpc>
              <a:buNone/>
            </a:pPr>
            <a:r>
              <a:rPr lang="en-US" sz="2475" b="1" dirty="0">
                <a:solidFill>
                  <a:srgbClr val="14161C"/>
                </a:solidFill>
                <a:latin typeface="Be Vietnam Pro" pitchFamily="34" charset="0"/>
                <a:ea typeface="Be Vietnam Pro" pitchFamily="34" charset="-122"/>
                <a:cs typeface="Be Vietnam Pro" pitchFamily="34" charset="-120"/>
              </a:rPr>
              <a:t>Mở Platforms → Node.js</a:t>
            </a:r>
            <a:endParaRPr lang="en-US" sz="2475" dirty="0"/>
          </a:p>
        </p:txBody>
      </p:sp>
      <p:sp>
        <p:nvSpPr>
          <p:cNvPr id="7" name="Text 5"/>
          <p:cNvSpPr/>
          <p:nvPr/>
        </p:nvSpPr>
        <p:spPr>
          <a:xfrm>
            <a:off x="2047875" y="3533775"/>
            <a:ext cx="15240000" cy="600075"/>
          </a:xfrm>
          <a:prstGeom prst="rect">
            <a:avLst/>
          </a:prstGeom>
          <a:noFill/>
          <a:ln/>
        </p:spPr>
        <p:txBody>
          <a:bodyPr wrap="square" lIns="0" tIns="12144" rIns="0" bIns="-12144" rtlCol="0" anchor="t"/>
          <a:lstStyle/>
          <a:p>
            <a:pPr algn="l" indent="0" marL="0">
              <a:lnSpc>
                <a:spcPts val="2925"/>
              </a:lnSpc>
              <a:buNone/>
            </a:pPr>
            <a:r>
              <a:rPr lang="en-US" sz="2250" dirty="0" spc="-1" kern="0">
                <a:solidFill>
                  <a:srgbClr val="14161C"/>
                </a:solidFill>
                <a:latin typeface="Be Vietnam Pro" pitchFamily="34" charset="0"/>
                <a:ea typeface="Be Vietnam Pro" pitchFamily="34" charset="-122"/>
                <a:cs typeface="Be Vietnam Pro" pitchFamily="34" charset="-120"/>
              </a:rPr>
              <a:t>README</a:t>
            </a:r>
            <a:r>
              <a:rPr lang="en-US" sz="2250" dirty="0" spc="-16" kern="0">
                <a:solidFill>
                  <a:srgbClr val="14161C"/>
                </a:solidFill>
                <a:latin typeface="Be Vietnam Pro" pitchFamily="34" charset="0"/>
                <a:ea typeface="Be Vietnam Pro" pitchFamily="34" charset="-122"/>
                <a:cs typeface="Be Vietnam Pro" pitchFamily="34" charset="-120"/>
              </a:rPr>
              <a:t> awesome</a:t>
            </a:r>
            <a:r>
              <a:rPr lang="en-US" sz="2250" dirty="0" spc="5" kern="0">
                <a:solidFill>
                  <a:srgbClr val="14161C"/>
                </a:solidFill>
                <a:latin typeface="Be Vietnam Pro" pitchFamily="34" charset="0"/>
                <a:ea typeface="Be Vietnam Pro" pitchFamily="34" charset="-122"/>
                <a:cs typeface="Be Vietnam Pro" pitchFamily="34" charset="-120"/>
              </a:rPr>
              <a:t> có</a:t>
            </a:r>
            <a:r>
              <a:rPr lang="en-US" sz="2250" dirty="0" spc="-1" kern="0">
                <a:solidFill>
                  <a:srgbClr val="14161C"/>
                </a:solidFill>
                <a:latin typeface="Be Vietnam Pro" pitchFamily="34" charset="0"/>
                <a:ea typeface="Be Vietnam Pro" pitchFamily="34" charset="-122"/>
                <a:cs typeface="Be Vietnam Pro" pitchFamily="34" charset="-120"/>
              </a:rPr>
              <a:t> liên</a:t>
            </a:r>
            <a:r>
              <a:rPr lang="en-US" sz="2250" dirty="0" spc="-31" kern="0">
                <a:solidFill>
                  <a:srgbClr val="14161C"/>
                </a:solidFill>
                <a:latin typeface="Be Vietnam Pro" pitchFamily="34" charset="0"/>
                <a:ea typeface="Be Vietnam Pro" pitchFamily="34" charset="-122"/>
                <a:cs typeface="Be Vietnam Pro" pitchFamily="34" charset="-120"/>
              </a:rPr>
              <a:t> kết</a:t>
            </a:r>
            <a:r>
              <a:rPr lang="en-US" sz="2250" dirty="0" spc="-10" kern="0">
                <a:solidFill>
                  <a:srgbClr val="14161C"/>
                </a:solidFill>
                <a:latin typeface="Be Vietnam Pro" pitchFamily="34" charset="0"/>
                <a:ea typeface="Be Vietnam Pro" pitchFamily="34" charset="-122"/>
                <a:cs typeface="Be Vietnam Pro" pitchFamily="34" charset="-120"/>
              </a:rPr>
              <a:t> tới</a:t>
            </a:r>
            <a:r>
              <a:rPr lang="en-US" sz="2250" dirty="0" spc="1" kern="0">
                <a:solidFill>
                  <a:srgbClr val="14161C"/>
                </a:solidFill>
                <a:latin typeface="Be Vietnam Pro" pitchFamily="34" charset="0"/>
                <a:ea typeface="Be Vietnam Pro" pitchFamily="34" charset="-122"/>
                <a:cs typeface="Be Vietnam Pro" pitchFamily="34" charset="-120"/>
              </a:rPr>
              <a:t> danh</a:t>
            </a:r>
            <a:r>
              <a:rPr lang="en-US" sz="2250" dirty="0" spc="-3" kern="0">
                <a:solidFill>
                  <a:srgbClr val="14161C"/>
                </a:solidFill>
                <a:latin typeface="Be Vietnam Pro" pitchFamily="34" charset="0"/>
                <a:ea typeface="Be Vietnam Pro" pitchFamily="34" charset="-122"/>
                <a:cs typeface="Be Vietnam Pro" pitchFamily="34" charset="-120"/>
              </a:rPr>
              <a:t> sách</a:t>
            </a:r>
            <a:r>
              <a:rPr lang="en-US" sz="2250" dirty="0" spc="-10" kern="0">
                <a:solidFill>
                  <a:srgbClr val="14161C"/>
                </a:solidFill>
                <a:latin typeface="Be Vietnam Pro" pitchFamily="34" charset="0"/>
                <a:ea typeface="Be Vietnam Pro" pitchFamily="34" charset="-122"/>
                <a:cs typeface="Be Vietnam Pro" pitchFamily="34" charset="-120"/>
              </a:rPr>
              <a:t> awesome-nodejs.</a:t>
            </a:r>
            <a:endParaRPr lang="en-US" sz="2250" dirty="0"/>
          </a:p>
        </p:txBody>
      </p:sp>
      <p:sp>
        <p:nvSpPr>
          <p:cNvPr id="8" name="Connector line-1792794900012-246409727"/>
          <p:cNvSpPr/>
          <p:nvPr/>
        </p:nvSpPr>
        <p:spPr>
          <a:xfrm>
            <a:off x="2047875" y="4171950"/>
            <a:ext cx="15401925" cy="0"/>
          </a:xfrm>
          <a:prstGeom prst="line">
            <a:avLst/>
          </a:prstGeom>
          <a:noFill/>
          <a:ln w="28575">
            <a:solidFill>
              <a:srgbClr val="DDD5C1"/>
            </a:solidFill>
            <a:prstDash val="solid"/>
            <a:headEnd type="none"/>
            <a:tailEnd type="none"/>
          </a:ln>
        </p:spPr>
      </p:sp>
      <p:sp>
        <p:nvSpPr>
          <p:cNvPr id="9" name="Text 7"/>
          <p:cNvSpPr/>
          <p:nvPr/>
        </p:nvSpPr>
        <p:spPr>
          <a:xfrm>
            <a:off x="838200" y="4305300"/>
            <a:ext cx="904875" cy="762000"/>
          </a:xfrm>
          <a:prstGeom prst="rect">
            <a:avLst/>
          </a:prstGeom>
          <a:noFill/>
          <a:ln/>
        </p:spPr>
        <p:txBody>
          <a:bodyPr wrap="square" lIns="0" tIns="2667" rIns="0" bIns="-2667" rtlCol="0" anchor="t"/>
          <a:lstStyle/>
          <a:p>
            <a:pPr algn="l" indent="0" marL="0">
              <a:lnSpc>
                <a:spcPts val="5460"/>
              </a:lnSpc>
              <a:buNone/>
            </a:pPr>
            <a:r>
              <a:rPr lang="en-US" sz="4200" dirty="0" spc="-6" kern="0">
                <a:solidFill>
                  <a:srgbClr val="B45309"/>
                </a:solidFill>
                <a:latin typeface="Bricolage Grotesque ExtraBold" pitchFamily="34" charset="0"/>
                <a:ea typeface="Bricolage Grotesque ExtraBold" pitchFamily="34" charset="-122"/>
                <a:cs typeface="Bricolage Grotesque ExtraBold" pitchFamily="34" charset="-120"/>
              </a:rPr>
              <a:t>02</a:t>
            </a:r>
            <a:endParaRPr lang="en-US" sz="4200" dirty="0"/>
          </a:p>
        </p:txBody>
      </p:sp>
      <p:sp>
        <p:nvSpPr>
          <p:cNvPr id="10" name="Text 8"/>
          <p:cNvSpPr/>
          <p:nvPr/>
        </p:nvSpPr>
        <p:spPr>
          <a:xfrm>
            <a:off x="2047875" y="4248150"/>
            <a:ext cx="15240000" cy="457200"/>
          </a:xfrm>
          <a:prstGeom prst="rect">
            <a:avLst/>
          </a:prstGeom>
          <a:noFill/>
          <a:ln/>
        </p:spPr>
        <p:txBody>
          <a:bodyPr wrap="square" lIns="0" tIns="13343" rIns="0" bIns="-13343" rtlCol="0" anchor="t"/>
          <a:lstStyle/>
          <a:p>
            <a:pPr algn="l" indent="0" marL="0">
              <a:lnSpc>
                <a:spcPts val="3218"/>
              </a:lnSpc>
              <a:buNone/>
            </a:pPr>
            <a:r>
              <a:rPr lang="en-US" sz="2475" b="1" dirty="0" spc="-7" kern="0">
                <a:solidFill>
                  <a:srgbClr val="14161C"/>
                </a:solidFill>
                <a:latin typeface="Be Vietnam Pro" pitchFamily="34" charset="0"/>
                <a:ea typeface="Be Vietnam Pro" pitchFamily="34" charset="-122"/>
                <a:cs typeface="Be Vietnam Pro" pitchFamily="34" charset="-120"/>
              </a:rPr>
              <a:t>Chốt</a:t>
            </a:r>
            <a:r>
              <a:rPr lang="en-US" sz="2475" b="1" dirty="0" spc="2" kern="0">
                <a:solidFill>
                  <a:srgbClr val="14161C"/>
                </a:solidFill>
                <a:latin typeface="Be Vietnam Pro" pitchFamily="34" charset="0"/>
                <a:ea typeface="Be Vietnam Pro" pitchFamily="34" charset="-122"/>
                <a:cs typeface="Be Vietnam Pro" pitchFamily="34" charset="-120"/>
              </a:rPr>
              <a:t> nhu</a:t>
            </a:r>
            <a:r>
              <a:rPr lang="en-US" sz="2475" b="1" dirty="0" spc="-1" kern="0">
                <a:solidFill>
                  <a:srgbClr val="14161C"/>
                </a:solidFill>
                <a:latin typeface="Be Vietnam Pro" pitchFamily="34" charset="0"/>
                <a:ea typeface="Be Vietnam Pro" pitchFamily="34" charset="-122"/>
                <a:cs typeface="Be Vietnam Pro" pitchFamily="34" charset="-120"/>
              </a:rPr>
              <a:t> cầu</a:t>
            </a:r>
            <a:r>
              <a:rPr lang="en-US" sz="2475" b="1" dirty="0" spc="-2" kern="0">
                <a:solidFill>
                  <a:srgbClr val="14161C"/>
                </a:solidFill>
                <a:latin typeface="Be Vietnam Pro" pitchFamily="34" charset="0"/>
                <a:ea typeface="Be Vietnam Pro" pitchFamily="34" charset="-122"/>
                <a:cs typeface="Be Vietnam Pro" pitchFamily="34" charset="-120"/>
              </a:rPr>
              <a:t> của</a:t>
            </a:r>
            <a:r>
              <a:rPr lang="en-US" sz="2475" b="1" dirty="0" spc="1" kern="0">
                <a:solidFill>
                  <a:srgbClr val="14161C"/>
                </a:solidFill>
                <a:latin typeface="Be Vietnam Pro" pitchFamily="34" charset="0"/>
                <a:ea typeface="Be Vietnam Pro" pitchFamily="34" charset="-122"/>
                <a:cs typeface="Be Vietnam Pro" pitchFamily="34" charset="-120"/>
              </a:rPr>
              <a:t> bạn</a:t>
            </a:r>
            <a:endParaRPr lang="en-US" sz="2475" dirty="0"/>
          </a:p>
        </p:txBody>
      </p:sp>
      <p:sp>
        <p:nvSpPr>
          <p:cNvPr id="11" name="Text 9"/>
          <p:cNvSpPr/>
          <p:nvPr/>
        </p:nvSpPr>
        <p:spPr>
          <a:xfrm>
            <a:off x="2047875" y="4772025"/>
            <a:ext cx="15240000" cy="600075"/>
          </a:xfrm>
          <a:prstGeom prst="rect">
            <a:avLst/>
          </a:prstGeom>
          <a:noFill/>
          <a:ln/>
        </p:spPr>
        <p:txBody>
          <a:bodyPr wrap="square" lIns="0" tIns="12144" rIns="0" bIns="-12144" rtlCol="0" anchor="t"/>
          <a:lstStyle/>
          <a:p>
            <a:pPr algn="l" indent="0" marL="0">
              <a:lnSpc>
                <a:spcPts val="2925"/>
              </a:lnSpc>
              <a:buNone/>
            </a:pPr>
            <a:r>
              <a:rPr lang="en-US" sz="2250" dirty="0" spc="-2" kern="0">
                <a:solidFill>
                  <a:srgbClr val="14161C"/>
                </a:solidFill>
                <a:latin typeface="Be Vietnam Pro" pitchFamily="34" charset="0"/>
                <a:ea typeface="Be Vietnam Pro" pitchFamily="34" charset="-122"/>
                <a:cs typeface="Be Vietnam Pro" pitchFamily="34" charset="-120"/>
              </a:rPr>
              <a:t>Ví</a:t>
            </a:r>
            <a:r>
              <a:rPr lang="en-US" sz="2250" dirty="0" spc="5" kern="0">
                <a:solidFill>
                  <a:srgbClr val="14161C"/>
                </a:solidFill>
                <a:latin typeface="Be Vietnam Pro" pitchFamily="34" charset="0"/>
                <a:ea typeface="Be Vietnam Pro" pitchFamily="34" charset="-122"/>
                <a:cs typeface="Be Vietnam Pro" pitchFamily="34" charset="-120"/>
              </a:rPr>
              <a:t> dụ</a:t>
            </a:r>
            <a:r>
              <a:rPr lang="en-US" sz="2250" dirty="0" spc="2" kern="0">
                <a:solidFill>
                  <a:srgbClr val="14161C"/>
                </a:solidFill>
                <a:latin typeface="Be Vietnam Pro" pitchFamily="34" charset="0"/>
                <a:ea typeface="Be Vietnam Pro" pitchFamily="34" charset="-122"/>
                <a:cs typeface="Be Vietnam Pro" pitchFamily="34" charset="-120"/>
              </a:rPr>
              <a:t> của</a:t>
            </a:r>
            <a:r>
              <a:rPr lang="en-US" sz="2250" dirty="0" spc="5" kern="0">
                <a:solidFill>
                  <a:srgbClr val="14161C"/>
                </a:solidFill>
                <a:latin typeface="Be Vietnam Pro" pitchFamily="34" charset="0"/>
                <a:ea typeface="Be Vietnam Pro" pitchFamily="34" charset="-122"/>
                <a:cs typeface="Be Vietnam Pro" pitchFamily="34" charset="-120"/>
              </a:rPr>
              <a:t> người</a:t>
            </a:r>
            <a:r>
              <a:rPr lang="en-US" sz="2250" dirty="0" spc="-4" kern="0">
                <a:solidFill>
                  <a:srgbClr val="14161C"/>
                </a:solidFill>
                <a:latin typeface="Be Vietnam Pro" pitchFamily="34" charset="0"/>
                <a:ea typeface="Be Vietnam Pro" pitchFamily="34" charset="-122"/>
                <a:cs typeface="Be Vietnam Pro" pitchFamily="34" charset="-120"/>
              </a:rPr>
              <a:t> viết:</a:t>
            </a:r>
            <a:r>
              <a:rPr lang="en-US" sz="2250" dirty="0" spc="0" kern="0">
                <a:solidFill>
                  <a:srgbClr val="14161C"/>
                </a:solidFill>
                <a:latin typeface="Be Vietnam Pro" pitchFamily="34" charset="0"/>
                <a:ea typeface="Be Vietnam Pro" pitchFamily="34" charset="-122"/>
                <a:cs typeface="Be Vietnam Pro" pitchFamily="34" charset="-120"/>
              </a:rPr>
              <a:t> tìm</a:t>
            </a:r>
            <a:r>
              <a:rPr lang="en-US" sz="2250" dirty="0" spc="-13" kern="0">
                <a:solidFill>
                  <a:srgbClr val="14161C"/>
                </a:solidFill>
                <a:latin typeface="Be Vietnam Pro" pitchFamily="34" charset="0"/>
                <a:ea typeface="Be Vietnam Pro" pitchFamily="34" charset="-122"/>
                <a:cs typeface="Be Vietnam Pro" pitchFamily="34" charset="-120"/>
              </a:rPr>
              <a:t> tài</a:t>
            </a:r>
            <a:r>
              <a:rPr lang="en-US" sz="2250" dirty="0" spc="-12" kern="0">
                <a:solidFill>
                  <a:srgbClr val="14161C"/>
                </a:solidFill>
                <a:latin typeface="Be Vietnam Pro" pitchFamily="34" charset="0"/>
                <a:ea typeface="Be Vietnam Pro" pitchFamily="34" charset="-122"/>
                <a:cs typeface="Be Vietnam Pro" pitchFamily="34" charset="-120"/>
              </a:rPr>
              <a:t> nguyên</a:t>
            </a:r>
            <a:r>
              <a:rPr lang="en-US" sz="2250" dirty="0" spc="17" kern="0">
                <a:solidFill>
                  <a:srgbClr val="14161C"/>
                </a:solidFill>
                <a:latin typeface="Be Vietnam Pro" pitchFamily="34" charset="0"/>
                <a:ea typeface="Be Vietnam Pro" pitchFamily="34" charset="-122"/>
                <a:cs typeface="Be Vietnam Pro" pitchFamily="34" charset="-120"/>
              </a:rPr>
              <a:t> để</a:t>
            </a:r>
            <a:r>
              <a:rPr lang="en-US" sz="2250" dirty="0" spc="-27" kern="0">
                <a:solidFill>
                  <a:srgbClr val="14161C"/>
                </a:solidFill>
                <a:latin typeface="Be Vietnam Pro" pitchFamily="34" charset="0"/>
                <a:ea typeface="Be Vietnam Pro" pitchFamily="34" charset="-122"/>
                <a:cs typeface="Be Vietnam Pro" pitchFamily="34" charset="-120"/>
              </a:rPr>
              <a:t> xây</a:t>
            </a:r>
            <a:r>
              <a:rPr lang="en-US" sz="2250" dirty="0" spc="-4" kern="0">
                <a:solidFill>
                  <a:srgbClr val="14161C"/>
                </a:solidFill>
                <a:latin typeface="Be Vietnam Pro" pitchFamily="34" charset="0"/>
                <a:ea typeface="Be Vietnam Pro" pitchFamily="34" charset="-122"/>
                <a:cs typeface="Be Vietnam Pro" pitchFamily="34" charset="-120"/>
              </a:rPr>
              <a:t> một</a:t>
            </a:r>
            <a:r>
              <a:rPr lang="en-US" sz="2250" dirty="0" spc="0" kern="0">
                <a:solidFill>
                  <a:srgbClr val="14161C"/>
                </a:solidFill>
                <a:latin typeface="Be Vietnam Pro" pitchFamily="34" charset="0"/>
                <a:ea typeface="Be Vietnam Pro" pitchFamily="34" charset="-122"/>
                <a:cs typeface="Be Vietnam Pro" pitchFamily="34" charset="-120"/>
              </a:rPr>
              <a:t> HTTP</a:t>
            </a:r>
            <a:r>
              <a:rPr lang="en-US" sz="2250" dirty="0" spc="4" kern="0">
                <a:solidFill>
                  <a:srgbClr val="14161C"/>
                </a:solidFill>
                <a:latin typeface="Be Vietnam Pro" pitchFamily="34" charset="0"/>
                <a:ea typeface="Be Vietnam Pro" pitchFamily="34" charset="-122"/>
                <a:cs typeface="Be Vietnam Pro" pitchFamily="34" charset="-120"/>
              </a:rPr>
              <a:t> API</a:t>
            </a:r>
            <a:r>
              <a:rPr lang="en-US" sz="2250" dirty="0" spc="3" kern="0">
                <a:solidFill>
                  <a:srgbClr val="14161C"/>
                </a:solidFill>
                <a:latin typeface="Be Vietnam Pro" pitchFamily="34" charset="0"/>
                <a:ea typeface="Be Vietnam Pro" pitchFamily="34" charset="-122"/>
                <a:cs typeface="Be Vietnam Pro" pitchFamily="34" charset="-120"/>
              </a:rPr>
              <a:t> nhỏ.</a:t>
            </a:r>
            <a:endParaRPr lang="en-US" sz="2250" dirty="0"/>
          </a:p>
        </p:txBody>
      </p:sp>
      <p:sp>
        <p:nvSpPr>
          <p:cNvPr id="12" name="Connector line-1792794900015-227227416"/>
          <p:cNvSpPr/>
          <p:nvPr/>
        </p:nvSpPr>
        <p:spPr>
          <a:xfrm>
            <a:off x="2047875" y="5410200"/>
            <a:ext cx="15401925" cy="0"/>
          </a:xfrm>
          <a:prstGeom prst="line">
            <a:avLst/>
          </a:prstGeom>
          <a:noFill/>
          <a:ln w="28575">
            <a:solidFill>
              <a:srgbClr val="DDD5C1"/>
            </a:solidFill>
            <a:prstDash val="solid"/>
            <a:headEnd type="none"/>
            <a:tailEnd type="none"/>
          </a:ln>
        </p:spPr>
      </p:sp>
      <p:sp>
        <p:nvSpPr>
          <p:cNvPr id="13" name="Text 11"/>
          <p:cNvSpPr/>
          <p:nvPr/>
        </p:nvSpPr>
        <p:spPr>
          <a:xfrm>
            <a:off x="838200" y="5543550"/>
            <a:ext cx="904875" cy="762000"/>
          </a:xfrm>
          <a:prstGeom prst="rect">
            <a:avLst/>
          </a:prstGeom>
          <a:noFill/>
          <a:ln/>
        </p:spPr>
        <p:txBody>
          <a:bodyPr wrap="square" lIns="0" tIns="2667" rIns="0" bIns="-2667" rtlCol="0" anchor="t"/>
          <a:lstStyle/>
          <a:p>
            <a:pPr algn="l" indent="0" marL="0">
              <a:lnSpc>
                <a:spcPts val="5460"/>
              </a:lnSpc>
              <a:buNone/>
            </a:pPr>
            <a:r>
              <a:rPr lang="en-US" sz="4200" dirty="0" spc="-12" kern="0">
                <a:solidFill>
                  <a:srgbClr val="B45309"/>
                </a:solidFill>
                <a:latin typeface="Bricolage Grotesque ExtraBold" pitchFamily="34" charset="0"/>
                <a:ea typeface="Bricolage Grotesque ExtraBold" pitchFamily="34" charset="-122"/>
                <a:cs typeface="Bricolage Grotesque ExtraBold" pitchFamily="34" charset="-120"/>
              </a:rPr>
              <a:t>03</a:t>
            </a:r>
            <a:endParaRPr lang="en-US" sz="4200" dirty="0"/>
          </a:p>
        </p:txBody>
      </p:sp>
      <p:sp>
        <p:nvSpPr>
          <p:cNvPr id="14" name="Text 12"/>
          <p:cNvSpPr/>
          <p:nvPr/>
        </p:nvSpPr>
        <p:spPr>
          <a:xfrm>
            <a:off x="2047875" y="5486400"/>
            <a:ext cx="15240000" cy="457200"/>
          </a:xfrm>
          <a:prstGeom prst="rect">
            <a:avLst/>
          </a:prstGeom>
          <a:noFill/>
          <a:ln/>
        </p:spPr>
        <p:txBody>
          <a:bodyPr wrap="square" lIns="0" tIns="13343" rIns="0" bIns="-13343" rtlCol="0" anchor="t"/>
          <a:lstStyle/>
          <a:p>
            <a:pPr algn="l" indent="0" marL="0">
              <a:lnSpc>
                <a:spcPts val="3218"/>
              </a:lnSpc>
              <a:buNone/>
            </a:pPr>
            <a:r>
              <a:rPr lang="en-US" sz="2475" b="1" dirty="0" spc="-17" kern="0">
                <a:solidFill>
                  <a:srgbClr val="14161C"/>
                </a:solidFill>
                <a:latin typeface="Be Vietnam Pro" pitchFamily="34" charset="0"/>
                <a:ea typeface="Be Vietnam Pro" pitchFamily="34" charset="-122"/>
                <a:cs typeface="Be Vietnam Pro" pitchFamily="34" charset="-120"/>
              </a:rPr>
              <a:t>Lập</a:t>
            </a:r>
            <a:r>
              <a:rPr lang="en-US" sz="2475" b="1" dirty="0" spc="1" kern="0">
                <a:solidFill>
                  <a:srgbClr val="14161C"/>
                </a:solidFill>
                <a:latin typeface="Be Vietnam Pro" pitchFamily="34" charset="0"/>
                <a:ea typeface="Be Vietnam Pro" pitchFamily="34" charset="-122"/>
                <a:cs typeface="Be Vietnam Pro" pitchFamily="34" charset="-120"/>
              </a:rPr>
              <a:t> danh sách</a:t>
            </a:r>
            <a:r>
              <a:rPr lang="en-US" sz="2475" b="1" dirty="0" spc="-3" kern="0">
                <a:solidFill>
                  <a:srgbClr val="14161C"/>
                </a:solidFill>
                <a:latin typeface="Be Vietnam Pro" pitchFamily="34" charset="0"/>
                <a:ea typeface="Be Vietnam Pro" pitchFamily="34" charset="-122"/>
                <a:cs typeface="Be Vietnam Pro" pitchFamily="34" charset="-120"/>
              </a:rPr>
              <a:t> ngắn</a:t>
            </a:r>
            <a:endParaRPr lang="en-US" sz="2475" dirty="0"/>
          </a:p>
        </p:txBody>
      </p:sp>
      <p:sp>
        <p:nvSpPr>
          <p:cNvPr id="15" name="Text 13"/>
          <p:cNvSpPr/>
          <p:nvPr/>
        </p:nvSpPr>
        <p:spPr>
          <a:xfrm>
            <a:off x="2047875" y="6010275"/>
            <a:ext cx="15240000" cy="600075"/>
          </a:xfrm>
          <a:prstGeom prst="rect">
            <a:avLst/>
          </a:prstGeom>
          <a:noFill/>
          <a:ln/>
        </p:spPr>
        <p:txBody>
          <a:bodyPr wrap="square" lIns="0" tIns="12144" rIns="0" bIns="-12144" rtlCol="0" anchor="t"/>
          <a:lstStyle/>
          <a:p>
            <a:pPr algn="l" indent="0" marL="0">
              <a:lnSpc>
                <a:spcPts val="2925"/>
              </a:lnSpc>
              <a:buNone/>
            </a:pPr>
            <a:r>
              <a:rPr lang="en-US" sz="2250" dirty="0" spc="0" kern="0">
                <a:solidFill>
                  <a:srgbClr val="14161C"/>
                </a:solidFill>
                <a:latin typeface="Be Vietnam Pro" pitchFamily="34" charset="0"/>
                <a:ea typeface="Be Vietnam Pro" pitchFamily="34" charset="-122"/>
                <a:cs typeface="Be Vietnam Pro" pitchFamily="34" charset="-120"/>
              </a:rPr>
              <a:t>Chọn</a:t>
            </a:r>
            <a:r>
              <a:rPr lang="en-US" sz="2250" dirty="0" spc="-13" kern="0">
                <a:solidFill>
                  <a:srgbClr val="14161C"/>
                </a:solidFill>
                <a:latin typeface="Be Vietnam Pro" pitchFamily="34" charset="0"/>
                <a:ea typeface="Be Vietnam Pro" pitchFamily="34" charset="-122"/>
                <a:cs typeface="Be Vietnam Pro" pitchFamily="34" charset="-120"/>
              </a:rPr>
              <a:t> tài</a:t>
            </a:r>
            <a:r>
              <a:rPr lang="en-US" sz="2250" dirty="0" spc="-2" kern="0">
                <a:solidFill>
                  <a:srgbClr val="14161C"/>
                </a:solidFill>
                <a:latin typeface="Be Vietnam Pro" pitchFamily="34" charset="0"/>
                <a:ea typeface="Be Vietnam Pro" pitchFamily="34" charset="-122"/>
                <a:cs typeface="Be Vietnam Pro" pitchFamily="34" charset="-120"/>
              </a:rPr>
              <a:t> liệu</a:t>
            </a:r>
            <a:r>
              <a:rPr lang="en-US" sz="2250" dirty="0" spc="-3" kern="0">
                <a:solidFill>
                  <a:srgbClr val="14161C"/>
                </a:solidFill>
                <a:latin typeface="Be Vietnam Pro" pitchFamily="34" charset="0"/>
                <a:ea typeface="Be Vietnam Pro" pitchFamily="34" charset="-122"/>
                <a:cs typeface="Be Vietnam Pro" pitchFamily="34" charset="-120"/>
              </a:rPr>
              <a:t> hoặc</a:t>
            </a:r>
            <a:r>
              <a:rPr lang="en-US" sz="2250" dirty="0" spc="3" kern="0">
                <a:solidFill>
                  <a:srgbClr val="14161C"/>
                </a:solidFill>
                <a:latin typeface="Be Vietnam Pro" pitchFamily="34" charset="0"/>
                <a:ea typeface="Be Vietnam Pro" pitchFamily="34" charset="-122"/>
                <a:cs typeface="Be Vietnam Pro" pitchFamily="34" charset="-120"/>
              </a:rPr>
              <a:t> công</a:t>
            </a:r>
            <a:r>
              <a:rPr lang="en-US" sz="2250" dirty="0" spc="5" kern="0">
                <a:solidFill>
                  <a:srgbClr val="14161C"/>
                </a:solidFill>
                <a:latin typeface="Be Vietnam Pro" pitchFamily="34" charset="0"/>
                <a:ea typeface="Be Vietnam Pro" pitchFamily="34" charset="-122"/>
                <a:cs typeface="Be Vietnam Pro" pitchFamily="34" charset="-120"/>
              </a:rPr>
              <a:t> cụ</a:t>
            </a:r>
            <a:r>
              <a:rPr lang="en-US" sz="2250" dirty="0" spc="3" kern="0">
                <a:solidFill>
                  <a:srgbClr val="14161C"/>
                </a:solidFill>
                <a:latin typeface="Be Vietnam Pro" pitchFamily="34" charset="0"/>
                <a:ea typeface="Be Vietnam Pro" pitchFamily="34" charset="-122"/>
                <a:cs typeface="Be Vietnam Pro" pitchFamily="34" charset="-120"/>
              </a:rPr>
              <a:t> phù</a:t>
            </a:r>
            <a:r>
              <a:rPr lang="en-US" sz="2250" dirty="0" spc="2" kern="0">
                <a:solidFill>
                  <a:srgbClr val="14161C"/>
                </a:solidFill>
                <a:latin typeface="Be Vietnam Pro" pitchFamily="34" charset="0"/>
                <a:ea typeface="Be Vietnam Pro" pitchFamily="34" charset="-122"/>
                <a:cs typeface="Be Vietnam Pro" pitchFamily="34" charset="-120"/>
              </a:rPr>
              <a:t> hợp,</a:t>
            </a:r>
            <a:r>
              <a:rPr lang="en-US" sz="2250" dirty="0" spc="-24" kern="0">
                <a:solidFill>
                  <a:srgbClr val="14161C"/>
                </a:solidFill>
                <a:latin typeface="Be Vietnam Pro" pitchFamily="34" charset="0"/>
                <a:ea typeface="Be Vietnam Pro" pitchFamily="34" charset="-122"/>
                <a:cs typeface="Be Vietnam Pro" pitchFamily="34" charset="-120"/>
              </a:rPr>
              <a:t> rồi</a:t>
            </a:r>
            <a:r>
              <a:rPr lang="en-US" sz="2250" dirty="0" spc="3" kern="0">
                <a:solidFill>
                  <a:srgbClr val="14161C"/>
                </a:solidFill>
                <a:latin typeface="Be Vietnam Pro" pitchFamily="34" charset="0"/>
                <a:ea typeface="Be Vietnam Pro" pitchFamily="34" charset="-122"/>
                <a:cs typeface="Be Vietnam Pro" pitchFamily="34" charset="-120"/>
              </a:rPr>
              <a:t> mở</a:t>
            </a:r>
            <a:r>
              <a:rPr lang="en-US" sz="2250" dirty="0" spc="0" kern="0">
                <a:solidFill>
                  <a:srgbClr val="14161C"/>
                </a:solidFill>
                <a:latin typeface="Be Vietnam Pro" pitchFamily="34" charset="0"/>
                <a:ea typeface="Be Vietnam Pro" pitchFamily="34" charset="-122"/>
                <a:cs typeface="Be Vietnam Pro" pitchFamily="34" charset="-120"/>
              </a:rPr>
              <a:t> README</a:t>
            </a:r>
            <a:r>
              <a:rPr lang="en-US" sz="2250" dirty="0" spc="-17" kern="0">
                <a:solidFill>
                  <a:srgbClr val="14161C"/>
                </a:solidFill>
                <a:latin typeface="Be Vietnam Pro" pitchFamily="34" charset="0"/>
                <a:ea typeface="Be Vietnam Pro" pitchFamily="34" charset="-122"/>
                <a:cs typeface="Be Vietnam Pro" pitchFamily="34" charset="-120"/>
              </a:rPr>
              <a:t> và</a:t>
            </a:r>
            <a:r>
              <a:rPr lang="en-US" sz="2250" dirty="0" spc="-13" kern="0">
                <a:solidFill>
                  <a:srgbClr val="14161C"/>
                </a:solidFill>
                <a:latin typeface="Be Vietnam Pro" pitchFamily="34" charset="0"/>
                <a:ea typeface="Be Vietnam Pro" pitchFamily="34" charset="-122"/>
                <a:cs typeface="Be Vietnam Pro" pitchFamily="34" charset="-120"/>
              </a:rPr>
              <a:t> tài</a:t>
            </a:r>
            <a:r>
              <a:rPr lang="en-US" sz="2250" dirty="0" spc="-2" kern="0">
                <a:solidFill>
                  <a:srgbClr val="14161C"/>
                </a:solidFill>
                <a:latin typeface="Be Vietnam Pro" pitchFamily="34" charset="0"/>
                <a:ea typeface="Be Vietnam Pro" pitchFamily="34" charset="-122"/>
                <a:cs typeface="Be Vietnam Pro" pitchFamily="34" charset="-120"/>
              </a:rPr>
              <a:t> liệu</a:t>
            </a:r>
            <a:r>
              <a:rPr lang="en-US" sz="2250" dirty="0" spc="1" kern="0">
                <a:solidFill>
                  <a:srgbClr val="14161C"/>
                </a:solidFill>
                <a:latin typeface="Be Vietnam Pro" pitchFamily="34" charset="0"/>
                <a:ea typeface="Be Vietnam Pro" pitchFamily="34" charset="-122"/>
                <a:cs typeface="Be Vietnam Pro" pitchFamily="34" charset="-120"/>
              </a:rPr>
              <a:t> chính</a:t>
            </a:r>
            <a:r>
              <a:rPr lang="en-US" sz="2250" dirty="0" spc="9" kern="0">
                <a:solidFill>
                  <a:srgbClr val="14161C"/>
                </a:solidFill>
                <a:latin typeface="Be Vietnam Pro" pitchFamily="34" charset="0"/>
                <a:ea typeface="Be Vietnam Pro" pitchFamily="34" charset="-122"/>
                <a:cs typeface="Be Vietnam Pro" pitchFamily="34" charset="-120"/>
              </a:rPr>
              <a:t> thức.</a:t>
            </a:r>
            <a:endParaRPr lang="en-US" sz="2250" dirty="0"/>
          </a:p>
        </p:txBody>
      </p:sp>
      <p:sp>
        <p:nvSpPr>
          <p:cNvPr id="16" name="Connector line-1792794900019-988217131"/>
          <p:cNvSpPr/>
          <p:nvPr/>
        </p:nvSpPr>
        <p:spPr>
          <a:xfrm>
            <a:off x="2047875" y="6648450"/>
            <a:ext cx="15401925" cy="0"/>
          </a:xfrm>
          <a:prstGeom prst="line">
            <a:avLst/>
          </a:prstGeom>
          <a:noFill/>
          <a:ln w="28575">
            <a:solidFill>
              <a:srgbClr val="DDD5C1"/>
            </a:solidFill>
            <a:prstDash val="solid"/>
            <a:headEnd type="none"/>
            <a:tailEnd type="none"/>
          </a:ln>
        </p:spPr>
      </p:sp>
      <p:sp>
        <p:nvSpPr>
          <p:cNvPr id="17" name="Text 15"/>
          <p:cNvSpPr/>
          <p:nvPr/>
        </p:nvSpPr>
        <p:spPr>
          <a:xfrm>
            <a:off x="838200" y="6781800"/>
            <a:ext cx="904875" cy="762000"/>
          </a:xfrm>
          <a:prstGeom prst="rect">
            <a:avLst/>
          </a:prstGeom>
          <a:noFill/>
          <a:ln/>
        </p:spPr>
        <p:txBody>
          <a:bodyPr wrap="square" lIns="0" tIns="2667" rIns="0" bIns="-2667" rtlCol="0" anchor="t"/>
          <a:lstStyle/>
          <a:p>
            <a:pPr algn="l" indent="0" marL="0">
              <a:lnSpc>
                <a:spcPts val="5460"/>
              </a:lnSpc>
              <a:buNone/>
            </a:pPr>
            <a:r>
              <a:rPr lang="en-US" sz="4200" dirty="0" spc="-3" kern="0">
                <a:solidFill>
                  <a:srgbClr val="B45309"/>
                </a:solidFill>
                <a:latin typeface="Bricolage Grotesque ExtraBold" pitchFamily="34" charset="0"/>
                <a:ea typeface="Bricolage Grotesque ExtraBold" pitchFamily="34" charset="-122"/>
                <a:cs typeface="Bricolage Grotesque ExtraBold" pitchFamily="34" charset="-120"/>
              </a:rPr>
              <a:t>04</a:t>
            </a:r>
            <a:endParaRPr lang="en-US" sz="4200" dirty="0"/>
          </a:p>
        </p:txBody>
      </p:sp>
      <p:sp>
        <p:nvSpPr>
          <p:cNvPr id="18" name="Text 16"/>
          <p:cNvSpPr/>
          <p:nvPr/>
        </p:nvSpPr>
        <p:spPr>
          <a:xfrm>
            <a:off x="2047875" y="6724650"/>
            <a:ext cx="15240000" cy="457200"/>
          </a:xfrm>
          <a:prstGeom prst="rect">
            <a:avLst/>
          </a:prstGeom>
          <a:noFill/>
          <a:ln/>
        </p:spPr>
        <p:txBody>
          <a:bodyPr wrap="square" lIns="0" tIns="13343" rIns="0" bIns="-13343" rtlCol="0" anchor="t"/>
          <a:lstStyle/>
          <a:p>
            <a:pPr algn="l" indent="0" marL="0">
              <a:lnSpc>
                <a:spcPts val="3218"/>
              </a:lnSpc>
              <a:buNone/>
            </a:pPr>
            <a:r>
              <a:rPr lang="en-US" sz="2475" b="1" dirty="0" spc="-16" kern="0">
                <a:solidFill>
                  <a:srgbClr val="14161C"/>
                </a:solidFill>
                <a:latin typeface="Be Vietnam Pro" pitchFamily="34" charset="0"/>
                <a:ea typeface="Be Vietnam Pro" pitchFamily="34" charset="-122"/>
                <a:cs typeface="Be Vietnam Pro" pitchFamily="34" charset="-120"/>
              </a:rPr>
              <a:t>Làm</a:t>
            </a:r>
            <a:r>
              <a:rPr lang="en-US" sz="2475" b="1" dirty="0" spc="-1" kern="0">
                <a:solidFill>
                  <a:srgbClr val="14161C"/>
                </a:solidFill>
                <a:latin typeface="Be Vietnam Pro" pitchFamily="34" charset="0"/>
                <a:ea typeface="Be Vietnam Pro" pitchFamily="34" charset="-122"/>
                <a:cs typeface="Be Vietnam Pro" pitchFamily="34" charset="-120"/>
              </a:rPr>
              <a:t> thử</a:t>
            </a:r>
            <a:r>
              <a:rPr lang="en-US" sz="2475" b="1" dirty="0" spc="-10" kern="0">
                <a:solidFill>
                  <a:srgbClr val="14161C"/>
                </a:solidFill>
                <a:latin typeface="Be Vietnam Pro" pitchFamily="34" charset="0"/>
                <a:ea typeface="Be Vietnam Pro" pitchFamily="34" charset="-122"/>
                <a:cs typeface="Be Vietnam Pro" pitchFamily="34" charset="-120"/>
              </a:rPr>
              <a:t> một</a:t>
            </a:r>
            <a:r>
              <a:rPr lang="en-US" sz="2475" b="1" dirty="0" spc="-6" kern="0">
                <a:solidFill>
                  <a:srgbClr val="14161C"/>
                </a:solidFill>
                <a:latin typeface="Be Vietnam Pro" pitchFamily="34" charset="0"/>
                <a:ea typeface="Be Vietnam Pro" pitchFamily="34" charset="-122"/>
                <a:cs typeface="Be Vietnam Pro" pitchFamily="34" charset="-120"/>
              </a:rPr>
              <a:t> việc</a:t>
            </a:r>
            <a:endParaRPr lang="en-US" sz="2475" dirty="0"/>
          </a:p>
        </p:txBody>
      </p:sp>
      <p:sp>
        <p:nvSpPr>
          <p:cNvPr id="19" name="Text 17"/>
          <p:cNvSpPr/>
          <p:nvPr/>
        </p:nvSpPr>
        <p:spPr>
          <a:xfrm>
            <a:off x="2047875" y="7248525"/>
            <a:ext cx="15240000" cy="600075"/>
          </a:xfrm>
          <a:prstGeom prst="rect">
            <a:avLst/>
          </a:prstGeom>
          <a:noFill/>
          <a:ln/>
        </p:spPr>
        <p:txBody>
          <a:bodyPr wrap="square" lIns="0" tIns="12144" rIns="0" bIns="-12144" rtlCol="0" anchor="t"/>
          <a:lstStyle/>
          <a:p>
            <a:pPr algn="l" indent="0" marL="0">
              <a:lnSpc>
                <a:spcPts val="2925"/>
              </a:lnSpc>
              <a:buNone/>
            </a:pPr>
            <a:r>
              <a:rPr lang="en-US" sz="2250" dirty="0" spc="-2" kern="0">
                <a:solidFill>
                  <a:srgbClr val="14161C"/>
                </a:solidFill>
                <a:latin typeface="Be Vietnam Pro" pitchFamily="34" charset="0"/>
                <a:ea typeface="Be Vietnam Pro" pitchFamily="34" charset="-122"/>
                <a:cs typeface="Be Vietnam Pro" pitchFamily="34" charset="-120"/>
              </a:rPr>
              <a:t>Ví</a:t>
            </a:r>
            <a:r>
              <a:rPr lang="en-US" sz="2250" dirty="0" spc="5" kern="0">
                <a:solidFill>
                  <a:srgbClr val="14161C"/>
                </a:solidFill>
                <a:latin typeface="Be Vietnam Pro" pitchFamily="34" charset="0"/>
                <a:ea typeface="Be Vietnam Pro" pitchFamily="34" charset="-122"/>
                <a:cs typeface="Be Vietnam Pro" pitchFamily="34" charset="-120"/>
              </a:rPr>
              <a:t> dụ:</a:t>
            </a:r>
            <a:r>
              <a:rPr lang="en-US" sz="2250" dirty="0" spc="-12" kern="0">
                <a:solidFill>
                  <a:srgbClr val="14161C"/>
                </a:solidFill>
                <a:latin typeface="Be Vietnam Pro" pitchFamily="34" charset="0"/>
                <a:ea typeface="Be Vietnam Pro" pitchFamily="34" charset="-122"/>
                <a:cs typeface="Be Vietnam Pro" pitchFamily="34" charset="-120"/>
              </a:rPr>
              <a:t> tạo</a:t>
            </a:r>
            <a:r>
              <a:rPr lang="en-US" sz="2250" dirty="0" spc="-4" kern="0">
                <a:solidFill>
                  <a:srgbClr val="14161C"/>
                </a:solidFill>
                <a:latin typeface="Be Vietnam Pro" pitchFamily="34" charset="0"/>
                <a:ea typeface="Be Vietnam Pro" pitchFamily="34" charset="-122"/>
                <a:cs typeface="Be Vietnam Pro" pitchFamily="34" charset="-120"/>
              </a:rPr>
              <a:t> một</a:t>
            </a:r>
            <a:r>
              <a:rPr lang="en-US" sz="2250" dirty="0" spc="6" kern="0">
                <a:solidFill>
                  <a:srgbClr val="14161C"/>
                </a:solidFill>
                <a:latin typeface="Be Vietnam Pro" pitchFamily="34" charset="0"/>
                <a:ea typeface="Be Vietnam Pro" pitchFamily="34" charset="-122"/>
                <a:cs typeface="Be Vietnam Pro" pitchFamily="34" charset="-120"/>
              </a:rPr>
              <a:t> đường</a:t>
            </a:r>
            <a:r>
              <a:rPr lang="en-US" sz="2250" dirty="0" spc="2" kern="0">
                <a:solidFill>
                  <a:srgbClr val="14161C"/>
                </a:solidFill>
                <a:latin typeface="Be Vietnam Pro" pitchFamily="34" charset="0"/>
                <a:ea typeface="Be Vietnam Pro" pitchFamily="34" charset="-122"/>
                <a:cs typeface="Be Vietnam Pro" pitchFamily="34" charset="-120"/>
              </a:rPr>
              <a:t> dẫn</a:t>
            </a:r>
            <a:r>
              <a:rPr lang="en-US" sz="2250" dirty="0" spc="-24" kern="0">
                <a:solidFill>
                  <a:srgbClr val="14161C"/>
                </a:solidFill>
                <a:latin typeface="Be Vietnam Pro" pitchFamily="34" charset="0"/>
                <a:ea typeface="Be Vietnam Pro" pitchFamily="34" charset="-122"/>
                <a:cs typeface="Be Vietnam Pro" pitchFamily="34" charset="-120"/>
              </a:rPr>
              <a:t> trả</a:t>
            </a:r>
            <a:r>
              <a:rPr lang="en-US" sz="2250" dirty="0" spc="5" kern="0">
                <a:solidFill>
                  <a:srgbClr val="14161C"/>
                </a:solidFill>
                <a:latin typeface="Be Vietnam Pro" pitchFamily="34" charset="0"/>
                <a:ea typeface="Be Vietnam Pro" pitchFamily="34" charset="-122"/>
                <a:cs typeface="Be Vietnam Pro" pitchFamily="34" charset="-120"/>
              </a:rPr>
              <a:t> dữ</a:t>
            </a:r>
            <a:r>
              <a:rPr lang="en-US" sz="2250" dirty="0" spc="-2" kern="0">
                <a:solidFill>
                  <a:srgbClr val="14161C"/>
                </a:solidFill>
                <a:latin typeface="Be Vietnam Pro" pitchFamily="34" charset="0"/>
                <a:ea typeface="Be Vietnam Pro" pitchFamily="34" charset="-122"/>
                <a:cs typeface="Be Vietnam Pro" pitchFamily="34" charset="-120"/>
              </a:rPr>
              <a:t> liệu; ghi</a:t>
            </a:r>
            <a:r>
              <a:rPr lang="en-US" sz="2250" dirty="0" spc="-29" kern="0">
                <a:solidFill>
                  <a:srgbClr val="14161C"/>
                </a:solidFill>
                <a:latin typeface="Be Vietnam Pro" pitchFamily="34" charset="0"/>
                <a:ea typeface="Be Vietnam Pro" pitchFamily="34" charset="-122"/>
                <a:cs typeface="Be Vietnam Pro" pitchFamily="34" charset="-120"/>
              </a:rPr>
              <a:t> rõ</a:t>
            </a:r>
            <a:r>
              <a:rPr lang="en-US" sz="2250" dirty="0" spc="17" kern="0">
                <a:solidFill>
                  <a:srgbClr val="14161C"/>
                </a:solidFill>
                <a:latin typeface="Be Vietnam Pro" pitchFamily="34" charset="0"/>
                <a:ea typeface="Be Vietnam Pro" pitchFamily="34" charset="-122"/>
                <a:cs typeface="Be Vietnam Pro" pitchFamily="34" charset="-120"/>
              </a:rPr>
              <a:t> điều</a:t>
            </a:r>
            <a:r>
              <a:rPr lang="en-US" sz="2250" dirty="0" spc="4" kern="0">
                <a:solidFill>
                  <a:srgbClr val="14161C"/>
                </a:solidFill>
                <a:latin typeface="Be Vietnam Pro" pitchFamily="34" charset="0"/>
                <a:ea typeface="Be Vietnam Pro" pitchFamily="34" charset="-122"/>
                <a:cs typeface="Be Vietnam Pro" pitchFamily="34" charset="-120"/>
              </a:rPr>
              <a:t> phù</a:t>
            </a:r>
            <a:r>
              <a:rPr lang="en-US" sz="2250" dirty="0" spc="3" kern="0">
                <a:solidFill>
                  <a:srgbClr val="14161C"/>
                </a:solidFill>
                <a:latin typeface="Be Vietnam Pro" pitchFamily="34" charset="0"/>
                <a:ea typeface="Be Vietnam Pro" pitchFamily="34" charset="-122"/>
                <a:cs typeface="Be Vietnam Pro" pitchFamily="34" charset="-120"/>
              </a:rPr>
              <a:t> hợp</a:t>
            </a:r>
            <a:r>
              <a:rPr lang="en-US" sz="2250" dirty="0" spc="-17" kern="0">
                <a:solidFill>
                  <a:srgbClr val="14161C"/>
                </a:solidFill>
                <a:latin typeface="Be Vietnam Pro" pitchFamily="34" charset="0"/>
                <a:ea typeface="Be Vietnam Pro" pitchFamily="34" charset="-122"/>
                <a:cs typeface="Be Vietnam Pro" pitchFamily="34" charset="-120"/>
              </a:rPr>
              <a:t> và</a:t>
            </a:r>
            <a:r>
              <a:rPr lang="en-US" sz="2250" dirty="0" spc="17" kern="0">
                <a:solidFill>
                  <a:srgbClr val="14161C"/>
                </a:solidFill>
                <a:latin typeface="Be Vietnam Pro" pitchFamily="34" charset="0"/>
                <a:ea typeface="Be Vietnam Pro" pitchFamily="34" charset="-122"/>
                <a:cs typeface="Be Vietnam Pro" pitchFamily="34" charset="-120"/>
              </a:rPr>
              <a:t> điều</a:t>
            </a:r>
            <a:r>
              <a:rPr lang="en-US" sz="2250" dirty="0" spc="4" kern="0">
                <a:solidFill>
                  <a:srgbClr val="14161C"/>
                </a:solidFill>
                <a:latin typeface="Be Vietnam Pro" pitchFamily="34" charset="0"/>
                <a:ea typeface="Be Vietnam Pro" pitchFamily="34" charset="-122"/>
                <a:cs typeface="Be Vietnam Pro" pitchFamily="34" charset="-120"/>
              </a:rPr>
              <a:t> còn</a:t>
            </a:r>
            <a:r>
              <a:rPr lang="en-US" sz="2250" dirty="0" spc="0" kern="0">
                <a:solidFill>
                  <a:srgbClr val="14161C"/>
                </a:solidFill>
                <a:latin typeface="Be Vietnam Pro" pitchFamily="34" charset="0"/>
                <a:ea typeface="Be Vietnam Pro" pitchFamily="34" charset="-122"/>
                <a:cs typeface="Be Vietnam Pro" pitchFamily="34" charset="-120"/>
              </a:rPr>
              <a:t> thiếu.</a:t>
            </a:r>
            <a:endParaRPr lang="en-US" sz="2250" dirty="0"/>
          </a:p>
        </p:txBody>
      </p:sp>
      <p:sp>
        <p:nvSpPr>
          <p:cNvPr id="20" name="Shape 18"/>
          <p:cNvSpPr/>
          <p:nvPr/>
        </p:nvSpPr>
        <p:spPr>
          <a:xfrm>
            <a:off x="838200" y="8515350"/>
            <a:ext cx="16611600" cy="676275"/>
          </a:xfrm>
          <a:prstGeom prst="roundRect">
            <a:avLst>
              <a:gd name="adj" fmla="val 11268"/>
            </a:avLst>
          </a:prstGeom>
          <a:solidFill>
            <a:srgbClr val="E8E0CF"/>
          </a:solidFill>
          <a:ln w="9525">
            <a:solidFill>
              <a:srgbClr val="E8E0CF"/>
            </a:solidFill>
            <a:prstDash val="solid"/>
          </a:ln>
        </p:spPr>
      </p:sp>
      <p:sp>
        <p:nvSpPr>
          <p:cNvPr id="21" name="Text 19"/>
          <p:cNvSpPr/>
          <p:nvPr/>
        </p:nvSpPr>
        <p:spPr>
          <a:xfrm>
            <a:off x="1038225" y="8677275"/>
            <a:ext cx="16240125" cy="457200"/>
          </a:xfrm>
          <a:prstGeom prst="rect">
            <a:avLst/>
          </a:prstGeom>
          <a:noFill/>
          <a:ln/>
        </p:spPr>
        <p:txBody>
          <a:bodyPr wrap="square" lIns="0" tIns="10914" rIns="0" bIns="-10914" rtlCol="0" anchor="t"/>
          <a:lstStyle/>
          <a:p>
            <a:pPr algn="l" indent="0" marL="0">
              <a:lnSpc>
                <a:spcPts val="2633"/>
              </a:lnSpc>
              <a:buNone/>
            </a:pPr>
            <a:r>
              <a:rPr lang="en-US" sz="2025" dirty="0" spc="-1" kern="0">
                <a:solidFill>
                  <a:srgbClr val="14161C"/>
                </a:solidFill>
                <a:latin typeface="Be Vietnam Pro Medium" pitchFamily="34" charset="0"/>
                <a:ea typeface="Be Vietnam Pro Medium" pitchFamily="34" charset="-122"/>
                <a:cs typeface="Be Vietnam Pro Medium" pitchFamily="34" charset="-120"/>
              </a:rPr>
              <a:t>Liên</a:t>
            </a:r>
            <a:r>
              <a:rPr lang="en-US" sz="2025" dirty="0" spc="-25" kern="0">
                <a:solidFill>
                  <a:srgbClr val="14161C"/>
                </a:solidFill>
                <a:latin typeface="Be Vietnam Pro Medium" pitchFamily="34" charset="0"/>
                <a:ea typeface="Be Vietnam Pro Medium" pitchFamily="34" charset="-122"/>
                <a:cs typeface="Be Vietnam Pro Medium" pitchFamily="34" charset="-120"/>
              </a:rPr>
              <a:t> kết</a:t>
            </a:r>
            <a:r>
              <a:rPr lang="en-US" sz="2025" dirty="0" spc="-3" kern="0">
                <a:solidFill>
                  <a:srgbClr val="14161C"/>
                </a:solidFill>
                <a:latin typeface="Be Vietnam Pro Medium" pitchFamily="34" charset="0"/>
                <a:ea typeface="Be Vietnam Pro Medium" pitchFamily="34" charset="-122"/>
                <a:cs typeface="Be Vietnam Pro Medium" pitchFamily="34" charset="-120"/>
              </a:rPr>
              <a:t> Node.js</a:t>
            </a:r>
            <a:r>
              <a:rPr lang="en-US" sz="2025" dirty="0" spc="2" kern="0">
                <a:solidFill>
                  <a:srgbClr val="14161C"/>
                </a:solidFill>
                <a:latin typeface="Be Vietnam Pro Medium" pitchFamily="34" charset="0"/>
                <a:ea typeface="Be Vietnam Pro Medium" pitchFamily="34" charset="-122"/>
                <a:cs typeface="Be Vietnam Pro Medium" pitchFamily="34" charset="-120"/>
              </a:rPr>
              <a:t> là</a:t>
            </a:r>
            <a:r>
              <a:rPr lang="en-US" sz="2025" dirty="0" spc="3" kern="0">
                <a:solidFill>
                  <a:srgbClr val="14161C"/>
                </a:solidFill>
                <a:latin typeface="Be Vietnam Pro Medium" pitchFamily="34" charset="0"/>
                <a:ea typeface="Be Vietnam Pro Medium" pitchFamily="34" charset="-122"/>
                <a:cs typeface="Be Vietnam Pro Medium" pitchFamily="34" charset="-120"/>
              </a:rPr>
              <a:t> dữ</a:t>
            </a:r>
            <a:r>
              <a:rPr lang="en-US" sz="2025" dirty="0" spc="0" kern="0">
                <a:solidFill>
                  <a:srgbClr val="14161C"/>
                </a:solidFill>
                <a:latin typeface="Be Vietnam Pro Medium" pitchFamily="34" charset="0"/>
                <a:ea typeface="Be Vietnam Pro Medium" pitchFamily="34" charset="-122"/>
                <a:cs typeface="Be Vietnam Pro Medium" pitchFamily="34" charset="-120"/>
              </a:rPr>
              <a:t> kiện</a:t>
            </a:r>
            <a:r>
              <a:rPr lang="en-US" sz="2025" dirty="0" spc="2" kern="0">
                <a:solidFill>
                  <a:srgbClr val="14161C"/>
                </a:solidFill>
                <a:latin typeface="Be Vietnam Pro Medium" pitchFamily="34" charset="0"/>
                <a:ea typeface="Be Vietnam Pro Medium" pitchFamily="34" charset="-122"/>
                <a:cs typeface="Be Vietnam Pro Medium" pitchFamily="34" charset="-120"/>
              </a:rPr>
              <a:t> từ</a:t>
            </a:r>
            <a:r>
              <a:rPr lang="en-US" sz="2025" dirty="0" spc="0" kern="0">
                <a:solidFill>
                  <a:srgbClr val="14161C"/>
                </a:solidFill>
                <a:latin typeface="Be Vietnam Pro Medium" pitchFamily="34" charset="0"/>
                <a:ea typeface="Be Vietnam Pro Medium" pitchFamily="34" charset="-122"/>
                <a:cs typeface="Be Vietnam Pro Medium" pitchFamily="34" charset="-120"/>
              </a:rPr>
              <a:t> README;</a:t>
            </a:r>
            <a:r>
              <a:rPr lang="en-US" sz="2025" dirty="0" spc="-6" kern="0">
                <a:solidFill>
                  <a:srgbClr val="14161C"/>
                </a:solidFill>
                <a:latin typeface="Be Vietnam Pro Medium" pitchFamily="34" charset="0"/>
                <a:ea typeface="Be Vietnam Pro Medium" pitchFamily="34" charset="-122"/>
                <a:cs typeface="Be Vietnam Pro Medium" pitchFamily="34" charset="-120"/>
              </a:rPr>
              <a:t> tác</a:t>
            </a:r>
            <a:r>
              <a:rPr lang="en-US" sz="2025" dirty="0" spc="3" kern="0">
                <a:solidFill>
                  <a:srgbClr val="14161C"/>
                </a:solidFill>
                <a:latin typeface="Be Vietnam Pro Medium" pitchFamily="34" charset="0"/>
                <a:ea typeface="Be Vietnam Pro Medium" pitchFamily="34" charset="-122"/>
                <a:cs typeface="Be Vietnam Pro Medium" pitchFamily="34" charset="-120"/>
              </a:rPr>
              <a:t> vụ</a:t>
            </a:r>
            <a:r>
              <a:rPr lang="en-US" sz="2025" dirty="0" spc="7" kern="0">
                <a:solidFill>
                  <a:srgbClr val="14161C"/>
                </a:solidFill>
                <a:latin typeface="Be Vietnam Pro Medium" pitchFamily="34" charset="0"/>
                <a:ea typeface="Be Vietnam Pro Medium" pitchFamily="34" charset="-122"/>
                <a:cs typeface="Be Vietnam Pro Medium" pitchFamily="34" charset="-120"/>
              </a:rPr>
              <a:t> thực</a:t>
            </a:r>
            <a:r>
              <a:rPr lang="en-US" sz="2025" dirty="0" spc="0" kern="0">
                <a:solidFill>
                  <a:srgbClr val="14161C"/>
                </a:solidFill>
                <a:latin typeface="Be Vietnam Pro Medium" pitchFamily="34" charset="0"/>
                <a:ea typeface="Be Vietnam Pro Medium" pitchFamily="34" charset="-122"/>
                <a:cs typeface="Be Vietnam Pro Medium" pitchFamily="34" charset="-120"/>
              </a:rPr>
              <a:t> hành</a:t>
            </a:r>
            <a:r>
              <a:rPr lang="en-US" sz="2025" dirty="0" spc="2" kern="0">
                <a:solidFill>
                  <a:srgbClr val="14161C"/>
                </a:solidFill>
                <a:latin typeface="Be Vietnam Pro Medium" pitchFamily="34" charset="0"/>
                <a:ea typeface="Be Vietnam Pro Medium" pitchFamily="34" charset="-122"/>
                <a:cs typeface="Be Vietnam Pro Medium" pitchFamily="34" charset="-120"/>
              </a:rPr>
              <a:t> là</a:t>
            </a:r>
            <a:r>
              <a:rPr lang="en-US" sz="2025" dirty="0" spc="3" kern="0">
                <a:solidFill>
                  <a:srgbClr val="14161C"/>
                </a:solidFill>
                <a:latin typeface="Be Vietnam Pro Medium" pitchFamily="34" charset="0"/>
                <a:ea typeface="Be Vietnam Pro Medium" pitchFamily="34" charset="-122"/>
                <a:cs typeface="Be Vietnam Pro Medium" pitchFamily="34" charset="-120"/>
              </a:rPr>
              <a:t> ví dụ</a:t>
            </a:r>
            <a:r>
              <a:rPr lang="en-US" sz="2025" dirty="0" spc="2" kern="0">
                <a:solidFill>
                  <a:srgbClr val="14161C"/>
                </a:solidFill>
                <a:latin typeface="Be Vietnam Pro Medium" pitchFamily="34" charset="0"/>
                <a:ea typeface="Be Vietnam Pro Medium" pitchFamily="34" charset="-122"/>
                <a:cs typeface="Be Vietnam Pro Medium" pitchFamily="34" charset="-120"/>
              </a:rPr>
              <a:t> của</a:t>
            </a:r>
            <a:r>
              <a:rPr lang="en-US" sz="2025" dirty="0" spc="6" kern="0">
                <a:solidFill>
                  <a:srgbClr val="14161C"/>
                </a:solidFill>
                <a:latin typeface="Be Vietnam Pro Medium" pitchFamily="34" charset="0"/>
                <a:ea typeface="Be Vietnam Pro Medium" pitchFamily="34" charset="-122"/>
                <a:cs typeface="Be Vietnam Pro Medium" pitchFamily="34" charset="-120"/>
              </a:rPr>
              <a:t> người</a:t>
            </a:r>
            <a:r>
              <a:rPr lang="en-US" sz="2025" dirty="0" spc="-4" kern="0">
                <a:solidFill>
                  <a:srgbClr val="14161C"/>
                </a:solidFill>
                <a:latin typeface="Be Vietnam Pro Medium" pitchFamily="34" charset="0"/>
                <a:ea typeface="Be Vietnam Pro Medium" pitchFamily="34" charset="-122"/>
                <a:cs typeface="Be Vietnam Pro Medium" pitchFamily="34" charset="-120"/>
              </a:rPr>
              <a:t> viết.</a:t>
            </a:r>
            <a:endParaRPr lang="en-US" sz="2025" dirty="0"/>
          </a:p>
        </p:txBody>
      </p:sp>
      <p:sp>
        <p:nvSpPr>
          <p:cNvPr id="22" name="Text 20"/>
          <p:cNvSpPr/>
          <p:nvPr/>
        </p:nvSpPr>
        <p:spPr>
          <a:xfrm>
            <a:off x="838200" y="9353550"/>
            <a:ext cx="16611600" cy="333375"/>
          </a:xfrm>
          <a:prstGeom prst="rect">
            <a:avLst/>
          </a:prstGeom>
          <a:noFill/>
          <a:ln/>
        </p:spPr>
        <p:txBody>
          <a:bodyPr wrap="square" lIns="0" tIns="8906" rIns="0" bIns="-8906" rtlCol="0" anchor="t"/>
          <a:lstStyle/>
          <a:p>
            <a:pPr algn="l" indent="0" marL="0">
              <a:lnSpc>
                <a:spcPts val="2145"/>
              </a:lnSpc>
              <a:buNone/>
            </a:pPr>
            <a:r>
              <a:rPr lang="en-US" sz="1650" dirty="0" spc="-3" kern="0">
                <a:solidFill>
                  <a:srgbClr val="6B6A66"/>
                </a:solidFill>
                <a:latin typeface="Be Vietnam Pro" pitchFamily="34" charset="0"/>
                <a:ea typeface="Be Vietnam Pro" pitchFamily="34" charset="-122"/>
                <a:cs typeface="Be Vietnam Pro" pitchFamily="34" charset="-120"/>
              </a:rPr>
              <a:t>Nguồn:</a:t>
            </a:r>
            <a:r>
              <a:rPr lang="en-US" sz="1650" dirty="0" spc="-1" kern="0">
                <a:solidFill>
                  <a:srgbClr val="6B6A66"/>
                </a:solidFill>
                <a:latin typeface="Be Vietnam Pro" pitchFamily="34" charset="0"/>
                <a:ea typeface="Be Vietnam Pro" pitchFamily="34" charset="-122"/>
                <a:cs typeface="Be Vietnam Pro" pitchFamily="34" charset="-120"/>
              </a:rPr>
              <a:t> [S3]</a:t>
            </a:r>
            <a:r>
              <a:rPr lang="en-US" sz="1650" dirty="0" spc="2" kern="0">
                <a:solidFill>
                  <a:srgbClr val="6B6A66"/>
                </a:solidFill>
                <a:latin typeface="Be Vietnam Pro" pitchFamily="34" charset="0"/>
                <a:ea typeface="Be Vietnam Pro" pitchFamily="34" charset="-122"/>
                <a:cs typeface="Be Vietnam Pro" pitchFamily="34" charset="-120"/>
              </a:rPr>
              <a:t>  ·  Số</a:t>
            </a:r>
            <a:r>
              <a:rPr lang="en-US" sz="1650" dirty="0" spc="-1" kern="0">
                <a:solidFill>
                  <a:srgbClr val="6B6A66"/>
                </a:solidFill>
                <a:latin typeface="Be Vietnam Pro" pitchFamily="34" charset="0"/>
                <a:ea typeface="Be Vietnam Pro" pitchFamily="34" charset="-122"/>
                <a:cs typeface="Be Vietnam Pro" pitchFamily="34" charset="-120"/>
              </a:rPr>
              <a:t> liệu:</a:t>
            </a:r>
            <a:r>
              <a:rPr lang="en-US" sz="1650" dirty="0" spc="1" kern="0">
                <a:solidFill>
                  <a:srgbClr val="6B6A66"/>
                </a:solidFill>
                <a:latin typeface="Be Vietnam Pro" pitchFamily="34" charset="0"/>
                <a:ea typeface="Be Vietnam Pro" pitchFamily="34" charset="-122"/>
                <a:cs typeface="Be Vietnam Pro" pitchFamily="34" charset="-120"/>
              </a:rPr>
              <a:t> phiên</a:t>
            </a:r>
            <a:r>
              <a:rPr lang="en-US" sz="1650" dirty="0" spc="-1" kern="0">
                <a:solidFill>
                  <a:srgbClr val="6B6A66"/>
                </a:solidFill>
                <a:latin typeface="Be Vietnam Pro" pitchFamily="34" charset="0"/>
                <a:ea typeface="Be Vietnam Pro" pitchFamily="34" charset="-122"/>
                <a:cs typeface="Be Vietnam Pro" pitchFamily="34" charset="-120"/>
              </a:rPr>
              <a:t> quét</a:t>
            </a:r>
            <a:r>
              <a:rPr lang="en-US" sz="1650" dirty="0" spc="-8" kern="0">
                <a:solidFill>
                  <a:srgbClr val="6B6A66"/>
                </a:solidFill>
                <a:latin typeface="Be Vietnam Pro" pitchFamily="34" charset="0"/>
                <a:ea typeface="Be Vietnam Pro" pitchFamily="34" charset="-122"/>
                <a:cs typeface="Be Vietnam Pro" pitchFamily="34" charset="-120"/>
              </a:rPr>
              <a:t> 23/10/2026</a:t>
            </a:r>
            <a:endParaRPr lang="en-US" sz="1650" dirty="0"/>
          </a:p>
        </p:txBody>
      </p:sp>
      <p:sp>
        <p:nvSpPr>
          <p:cNvPr id="23" name="Shape 21"/>
          <p:cNvSpPr/>
          <p:nvPr/>
        </p:nvSpPr>
        <p:spPr>
          <a:xfrm>
            <a:off x="847725" y="9896475"/>
            <a:ext cx="57150" cy="57150"/>
          </a:xfrm>
          <a:prstGeom prst="ellipse">
            <a:avLst/>
          </a:prstGeom>
          <a:solidFill>
            <a:srgbClr val="DDD5C1"/>
          </a:solidFill>
          <a:ln/>
        </p:spPr>
      </p:sp>
      <p:sp>
        <p:nvSpPr>
          <p:cNvPr id="24" name="Shape 22"/>
          <p:cNvSpPr/>
          <p:nvPr/>
        </p:nvSpPr>
        <p:spPr>
          <a:xfrm>
            <a:off x="952500" y="9896475"/>
            <a:ext cx="57150" cy="57150"/>
          </a:xfrm>
          <a:prstGeom prst="ellipse">
            <a:avLst/>
          </a:prstGeom>
          <a:solidFill>
            <a:srgbClr val="DDD5C1"/>
          </a:solidFill>
          <a:ln/>
        </p:spPr>
      </p:sp>
      <p:sp>
        <p:nvSpPr>
          <p:cNvPr id="25" name="Shape 23"/>
          <p:cNvSpPr/>
          <p:nvPr/>
        </p:nvSpPr>
        <p:spPr>
          <a:xfrm>
            <a:off x="1057275" y="9896475"/>
            <a:ext cx="57150" cy="57150"/>
          </a:xfrm>
          <a:prstGeom prst="ellipse">
            <a:avLst/>
          </a:prstGeom>
          <a:solidFill>
            <a:srgbClr val="DDD5C1"/>
          </a:solidFill>
          <a:ln/>
        </p:spPr>
      </p:sp>
      <p:sp>
        <p:nvSpPr>
          <p:cNvPr id="26" name="Shape 24"/>
          <p:cNvSpPr/>
          <p:nvPr/>
        </p:nvSpPr>
        <p:spPr>
          <a:xfrm>
            <a:off x="1162050" y="9896475"/>
            <a:ext cx="57150" cy="57150"/>
          </a:xfrm>
          <a:prstGeom prst="ellipse">
            <a:avLst/>
          </a:prstGeom>
          <a:solidFill>
            <a:srgbClr val="DDD5C1"/>
          </a:solidFill>
          <a:ln/>
        </p:spPr>
      </p:sp>
      <p:sp>
        <p:nvSpPr>
          <p:cNvPr id="27" name="Shape 25"/>
          <p:cNvSpPr/>
          <p:nvPr/>
        </p:nvSpPr>
        <p:spPr>
          <a:xfrm>
            <a:off x="1266825" y="9896475"/>
            <a:ext cx="57150" cy="57150"/>
          </a:xfrm>
          <a:prstGeom prst="ellipse">
            <a:avLst/>
          </a:prstGeom>
          <a:solidFill>
            <a:srgbClr val="DDD5C1"/>
          </a:solidFill>
          <a:ln/>
        </p:spPr>
      </p:sp>
      <p:sp>
        <p:nvSpPr>
          <p:cNvPr id="28" name="Shape 26"/>
          <p:cNvSpPr/>
          <p:nvPr/>
        </p:nvSpPr>
        <p:spPr>
          <a:xfrm>
            <a:off x="1371600" y="9896475"/>
            <a:ext cx="57150" cy="57150"/>
          </a:xfrm>
          <a:prstGeom prst="ellipse">
            <a:avLst/>
          </a:prstGeom>
          <a:solidFill>
            <a:srgbClr val="DDD5C1"/>
          </a:solidFill>
          <a:ln/>
        </p:spPr>
      </p:sp>
      <p:sp>
        <p:nvSpPr>
          <p:cNvPr id="29" name="Shape 27"/>
          <p:cNvSpPr/>
          <p:nvPr/>
        </p:nvSpPr>
        <p:spPr>
          <a:xfrm>
            <a:off x="1476375" y="9896475"/>
            <a:ext cx="57150" cy="57150"/>
          </a:xfrm>
          <a:prstGeom prst="ellipse">
            <a:avLst/>
          </a:prstGeom>
          <a:solidFill>
            <a:srgbClr val="DDD5C1"/>
          </a:solidFill>
          <a:ln/>
        </p:spPr>
      </p:sp>
      <p:sp>
        <p:nvSpPr>
          <p:cNvPr id="30" name="Shape 28"/>
          <p:cNvSpPr/>
          <p:nvPr/>
        </p:nvSpPr>
        <p:spPr>
          <a:xfrm>
            <a:off x="1581150" y="9896475"/>
            <a:ext cx="57150" cy="57150"/>
          </a:xfrm>
          <a:prstGeom prst="ellipse">
            <a:avLst/>
          </a:prstGeom>
          <a:solidFill>
            <a:srgbClr val="DDD5C1"/>
          </a:solidFill>
          <a:ln/>
        </p:spPr>
      </p:sp>
      <p:sp>
        <p:nvSpPr>
          <p:cNvPr id="31" name="Shape 29"/>
          <p:cNvSpPr/>
          <p:nvPr/>
        </p:nvSpPr>
        <p:spPr>
          <a:xfrm>
            <a:off x="1685925" y="9896475"/>
            <a:ext cx="57150" cy="57150"/>
          </a:xfrm>
          <a:prstGeom prst="ellipse">
            <a:avLst/>
          </a:prstGeom>
          <a:solidFill>
            <a:srgbClr val="DDD5C1"/>
          </a:solidFill>
          <a:ln/>
        </p:spPr>
      </p:sp>
      <p:sp>
        <p:nvSpPr>
          <p:cNvPr id="32" name="Shape 30"/>
          <p:cNvSpPr/>
          <p:nvPr/>
        </p:nvSpPr>
        <p:spPr>
          <a:xfrm>
            <a:off x="1790700" y="9896475"/>
            <a:ext cx="57150" cy="57150"/>
          </a:xfrm>
          <a:prstGeom prst="ellipse">
            <a:avLst/>
          </a:prstGeom>
          <a:solidFill>
            <a:srgbClr val="DDD5C1"/>
          </a:solidFill>
          <a:ln/>
        </p:spPr>
      </p:sp>
      <p:sp>
        <p:nvSpPr>
          <p:cNvPr id="33" name="Shape 31"/>
          <p:cNvSpPr/>
          <p:nvPr/>
        </p:nvSpPr>
        <p:spPr>
          <a:xfrm>
            <a:off x="1895475" y="9896475"/>
            <a:ext cx="57150" cy="57150"/>
          </a:xfrm>
          <a:prstGeom prst="ellipse">
            <a:avLst/>
          </a:prstGeom>
          <a:solidFill>
            <a:srgbClr val="DDD5C1"/>
          </a:solidFill>
          <a:ln/>
        </p:spPr>
      </p:sp>
      <p:sp>
        <p:nvSpPr>
          <p:cNvPr id="34" name="Shape 32"/>
          <p:cNvSpPr/>
          <p:nvPr/>
        </p:nvSpPr>
        <p:spPr>
          <a:xfrm>
            <a:off x="2000250" y="9896475"/>
            <a:ext cx="57150" cy="57150"/>
          </a:xfrm>
          <a:prstGeom prst="ellipse">
            <a:avLst/>
          </a:prstGeom>
          <a:solidFill>
            <a:srgbClr val="DDD5C1"/>
          </a:solidFill>
          <a:ln/>
        </p:spPr>
      </p:sp>
      <p:sp>
        <p:nvSpPr>
          <p:cNvPr id="35" name="Shape 33"/>
          <p:cNvSpPr/>
          <p:nvPr/>
        </p:nvSpPr>
        <p:spPr>
          <a:xfrm>
            <a:off x="2105025" y="9896475"/>
            <a:ext cx="57150" cy="57150"/>
          </a:xfrm>
          <a:prstGeom prst="ellipse">
            <a:avLst/>
          </a:prstGeom>
          <a:solidFill>
            <a:srgbClr val="DDD5C1"/>
          </a:solidFill>
          <a:ln/>
        </p:spPr>
      </p:sp>
      <p:sp>
        <p:nvSpPr>
          <p:cNvPr id="36" name="Shape 34"/>
          <p:cNvSpPr/>
          <p:nvPr/>
        </p:nvSpPr>
        <p:spPr>
          <a:xfrm>
            <a:off x="2209800" y="9896475"/>
            <a:ext cx="57150" cy="57150"/>
          </a:xfrm>
          <a:prstGeom prst="ellipse">
            <a:avLst/>
          </a:prstGeom>
          <a:solidFill>
            <a:srgbClr val="E8472B"/>
          </a:solidFill>
          <a:ln/>
        </p:spPr>
      </p:sp>
      <p:sp>
        <p:nvSpPr>
          <p:cNvPr id="37" name="Shape 35"/>
          <p:cNvSpPr/>
          <p:nvPr/>
        </p:nvSpPr>
        <p:spPr>
          <a:xfrm>
            <a:off x="2314575" y="9896475"/>
            <a:ext cx="57150" cy="57150"/>
          </a:xfrm>
          <a:prstGeom prst="ellipse">
            <a:avLst/>
          </a:prstGeom>
          <a:solidFill>
            <a:srgbClr val="DDD5C1"/>
          </a:solidFill>
          <a:ln/>
        </p:spPr>
      </p:sp>
      <p:sp>
        <p:nvSpPr>
          <p:cNvPr id="38" name="Shape 36"/>
          <p:cNvSpPr/>
          <p:nvPr/>
        </p:nvSpPr>
        <p:spPr>
          <a:xfrm>
            <a:off x="2419350" y="9896475"/>
            <a:ext cx="57150" cy="57150"/>
          </a:xfrm>
          <a:prstGeom prst="ellipse">
            <a:avLst/>
          </a:prstGeom>
          <a:solidFill>
            <a:srgbClr val="DDD5C1"/>
          </a:solidFill>
          <a:ln/>
        </p:spPr>
      </p:sp>
      <p:sp>
        <p:nvSpPr>
          <p:cNvPr id="39" name="Shape 37"/>
          <p:cNvSpPr/>
          <p:nvPr/>
        </p:nvSpPr>
        <p:spPr>
          <a:xfrm>
            <a:off x="2524125" y="9896475"/>
            <a:ext cx="57150" cy="57150"/>
          </a:xfrm>
          <a:prstGeom prst="ellipse">
            <a:avLst/>
          </a:prstGeom>
          <a:solidFill>
            <a:srgbClr val="DDD5C1"/>
          </a:solidFill>
          <a:ln/>
        </p:spPr>
      </p:sp>
      <p:sp>
        <p:nvSpPr>
          <p:cNvPr id="40" name="Shape 38"/>
          <p:cNvSpPr/>
          <p:nvPr/>
        </p:nvSpPr>
        <p:spPr>
          <a:xfrm>
            <a:off x="2628900" y="9896475"/>
            <a:ext cx="57150" cy="57150"/>
          </a:xfrm>
          <a:prstGeom prst="ellipse">
            <a:avLst/>
          </a:prstGeom>
          <a:solidFill>
            <a:srgbClr val="DDD5C1"/>
          </a:solidFill>
          <a:ln/>
        </p:spPr>
      </p:sp>
      <p:sp>
        <p:nvSpPr>
          <p:cNvPr id="41" name="Shape 39"/>
          <p:cNvSpPr/>
          <p:nvPr/>
        </p:nvSpPr>
        <p:spPr>
          <a:xfrm>
            <a:off x="2733675" y="9896475"/>
            <a:ext cx="57150" cy="57150"/>
          </a:xfrm>
          <a:prstGeom prst="ellipse">
            <a:avLst/>
          </a:prstGeom>
          <a:solidFill>
            <a:srgbClr val="DDD5C1"/>
          </a:solidFill>
          <a:ln/>
        </p:spPr>
      </p:sp>
      <p:sp>
        <p:nvSpPr>
          <p:cNvPr id="42" name="Shape 40"/>
          <p:cNvSpPr/>
          <p:nvPr/>
        </p:nvSpPr>
        <p:spPr>
          <a:xfrm>
            <a:off x="2838450" y="9896475"/>
            <a:ext cx="57150" cy="57150"/>
          </a:xfrm>
          <a:prstGeom prst="ellipse">
            <a:avLst/>
          </a:prstGeom>
          <a:solidFill>
            <a:srgbClr val="DDD5C1"/>
          </a:solidFill>
          <a:ln/>
        </p:spPr>
      </p:sp>
      <p:sp>
        <p:nvSpPr>
          <p:cNvPr id="43" name="Shape 41"/>
          <p:cNvSpPr/>
          <p:nvPr/>
        </p:nvSpPr>
        <p:spPr>
          <a:xfrm>
            <a:off x="2943225" y="9896475"/>
            <a:ext cx="57150" cy="57150"/>
          </a:xfrm>
          <a:prstGeom prst="ellipse">
            <a:avLst/>
          </a:prstGeom>
          <a:solidFill>
            <a:srgbClr val="DDD5C1"/>
          </a:solidFill>
          <a:ln/>
        </p:spPr>
      </p:sp>
      <p:sp>
        <p:nvSpPr>
          <p:cNvPr id="44" name="Shape 42"/>
          <p:cNvSpPr/>
          <p:nvPr/>
        </p:nvSpPr>
        <p:spPr>
          <a:xfrm>
            <a:off x="3048000" y="9896475"/>
            <a:ext cx="57150" cy="57150"/>
          </a:xfrm>
          <a:prstGeom prst="ellipse">
            <a:avLst/>
          </a:prstGeom>
          <a:solidFill>
            <a:srgbClr val="DDD5C1"/>
          </a:solidFill>
          <a:ln/>
        </p:spPr>
      </p:sp>
      <p:sp>
        <p:nvSpPr>
          <p:cNvPr id="45" name="Shape 43"/>
          <p:cNvSpPr/>
          <p:nvPr/>
        </p:nvSpPr>
        <p:spPr>
          <a:xfrm>
            <a:off x="3152775" y="9896475"/>
            <a:ext cx="57150" cy="57150"/>
          </a:xfrm>
          <a:prstGeom prst="ellipse">
            <a:avLst/>
          </a:prstGeom>
          <a:solidFill>
            <a:srgbClr val="DDD5C1"/>
          </a:solidFill>
          <a:ln/>
        </p:spPr>
      </p:sp>
      <p:sp>
        <p:nvSpPr>
          <p:cNvPr id="46" name="Shape 44"/>
          <p:cNvSpPr/>
          <p:nvPr/>
        </p:nvSpPr>
        <p:spPr>
          <a:xfrm>
            <a:off x="3257550" y="9896475"/>
            <a:ext cx="57150" cy="57150"/>
          </a:xfrm>
          <a:prstGeom prst="ellipse">
            <a:avLst/>
          </a:prstGeom>
          <a:solidFill>
            <a:srgbClr val="DDD5C1"/>
          </a:solidFill>
          <a:ln/>
        </p:spPr>
      </p:sp>
      <p:sp>
        <p:nvSpPr>
          <p:cNvPr id="47" name="Text 45"/>
          <p:cNvSpPr/>
          <p:nvPr/>
        </p:nvSpPr>
        <p:spPr>
          <a:xfrm>
            <a:off x="3667125" y="9734550"/>
            <a:ext cx="10953750" cy="342900"/>
          </a:xfrm>
          <a:prstGeom prst="rect">
            <a:avLst/>
          </a:prstGeom>
          <a:noFill/>
          <a:ln/>
        </p:spPr>
        <p:txBody>
          <a:bodyPr wrap="square" lIns="0" tIns="8906" rIns="0" bIns="-8906" rtlCol="0" anchor="t"/>
          <a:lstStyle/>
          <a:p>
            <a:pPr algn="l" indent="0" marL="0">
              <a:lnSpc>
                <a:spcPts val="2145"/>
              </a:lnSpc>
              <a:buNone/>
            </a:pPr>
            <a:r>
              <a:rPr lang="en-US" sz="1650" dirty="0" spc="-6" kern="0">
                <a:solidFill>
                  <a:srgbClr val="6B6A66"/>
                </a:solidFill>
                <a:latin typeface="Be Vietnam Pro" pitchFamily="34" charset="0"/>
                <a:ea typeface="Be Vietnam Pro" pitchFamily="34" charset="-122"/>
                <a:cs typeface="Be Vietnam Pro" pitchFamily="34" charset="-120"/>
              </a:rPr>
              <a:t>Multiple-report</a:t>
            </a:r>
            <a:r>
              <a:rPr lang="en-US" sz="1650" dirty="0" spc="3" kern="0">
                <a:solidFill>
                  <a:srgbClr val="6B6A66"/>
                </a:solidFill>
                <a:latin typeface="Be Vietnam Pro" pitchFamily="34" charset="0"/>
                <a:ea typeface="Be Vietnam Pro" pitchFamily="34" charset="-122"/>
                <a:cs typeface="Be Vietnam Pro" pitchFamily="34" charset="-120"/>
              </a:rPr>
              <a:t> ·</a:t>
            </a:r>
            <a:r>
              <a:rPr lang="en-US" sz="1650" dirty="0" spc="1" kern="0">
                <a:solidFill>
                  <a:srgbClr val="6B6A66"/>
                </a:solidFill>
                <a:latin typeface="Be Vietnam Pro" pitchFamily="34" charset="0"/>
                <a:ea typeface="Be Vietnam Pro" pitchFamily="34" charset="-122"/>
                <a:cs typeface="Be Vietnam Pro" pitchFamily="34" charset="-120"/>
              </a:rPr>
              <a:t> GitHub</a:t>
            </a:r>
            <a:r>
              <a:rPr lang="en-US" sz="1650" dirty="0" spc="-38" kern="0">
                <a:solidFill>
                  <a:srgbClr val="6B6A66"/>
                </a:solidFill>
                <a:latin typeface="Be Vietnam Pro" pitchFamily="34" charset="0"/>
                <a:ea typeface="Be Vietnam Pro" pitchFamily="34" charset="-122"/>
                <a:cs typeface="Be Vietnam Pro" pitchFamily="34" charset="-120"/>
              </a:rPr>
              <a:t> Top</a:t>
            </a:r>
            <a:r>
              <a:rPr lang="en-US" sz="1650" dirty="0" spc="4" kern="0">
                <a:solidFill>
                  <a:srgbClr val="6B6A66"/>
                </a:solidFill>
                <a:latin typeface="Be Vietnam Pro" pitchFamily="34" charset="0"/>
                <a:ea typeface="Be Vietnam Pro" pitchFamily="34" charset="-122"/>
                <a:cs typeface="Be Vietnam Pro" pitchFamily="34" charset="-120"/>
              </a:rPr>
              <a:t> 3</a:t>
            </a:r>
            <a:r>
              <a:rPr lang="en-US" sz="1650" dirty="0" spc="0" kern="0">
                <a:solidFill>
                  <a:srgbClr val="6B6A66"/>
                </a:solidFill>
                <a:latin typeface="Be Vietnam Pro" pitchFamily="34" charset="0"/>
                <a:ea typeface="Be Vietnam Pro" pitchFamily="34" charset="-122"/>
                <a:cs typeface="Be Vietnam Pro" pitchFamily="34" charset="-120"/>
              </a:rPr>
              <a:t> ·</a:t>
            </a:r>
            <a:r>
              <a:rPr lang="en-US" sz="1650" dirty="0" spc="-22" kern="0">
                <a:solidFill>
                  <a:srgbClr val="6B6A66"/>
                </a:solidFill>
                <a:latin typeface="Be Vietnam Pro" pitchFamily="34" charset="0"/>
                <a:ea typeface="Be Vietnam Pro" pitchFamily="34" charset="-122"/>
                <a:cs typeface="Be Vietnam Pro" pitchFamily="34" charset="-120"/>
              </a:rPr>
              <a:t> 14/24</a:t>
            </a:r>
            <a:endParaRPr lang="en-US" sz="1650" dirty="0"/>
          </a:p>
        </p:txBody>
      </p:sp>
      <p:sp>
        <p:nvSpPr>
          <p:cNvPr id="48" name="Shape 46"/>
          <p:cNvSpPr/>
          <p:nvPr/>
        </p:nvSpPr>
        <p:spPr>
          <a:xfrm>
            <a:off x="15983712" y="9076331"/>
            <a:ext cx="1645920" cy="552301"/>
          </a:xfrm>
          <a:prstGeom prst="roundRect">
            <a:avLst>
              <a:gd name="adj" fmla="val 28000"/>
            </a:avLst>
          </a:prstGeom>
          <a:solidFill>
            <a:srgbClr val="FFFFFF">
              <a:alpha val="82000"/>
            </a:srgbClr>
          </a:solidFill>
          <a:ln/>
        </p:spPr>
      </p:sp>
      <p:pic>
        <p:nvPicPr>
          <p:cNvPr id="49" name="Moda image moda-export-watermark-3c29fe8a-01f6-40cf-9a6c-48c296e5f737"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838200" y="438150"/>
            <a:ext cx="16192500" cy="381000"/>
          </a:xfrm>
          <a:prstGeom prst="rect">
            <a:avLst/>
          </a:prstGeom>
          <a:noFill/>
          <a:ln/>
        </p:spPr>
        <p:txBody>
          <a:bodyPr wrap="square" lIns="0" tIns="10104" rIns="0" bIns="-10104" rtlCol="0" anchor="t"/>
          <a:lstStyle/>
          <a:p>
            <a:pPr algn="l" indent="0" marL="0">
              <a:lnSpc>
                <a:spcPts val="2438"/>
              </a:lnSpc>
              <a:buNone/>
            </a:pPr>
            <a:r>
              <a:rPr lang="en-US" sz="1875" dirty="0" spc="-1" kern="0">
                <a:solidFill>
                  <a:srgbClr val="B45309"/>
                </a:solidFill>
                <a:latin typeface="Be Vietnam Pro SemiBold" pitchFamily="34" charset="0"/>
                <a:ea typeface="Be Vietnam Pro SemiBold" pitchFamily="34" charset="-122"/>
                <a:cs typeface="Be Vietnam Pro SemiBold" pitchFamily="34" charset="-120"/>
              </a:rPr>
              <a:t>02</a:t>
            </a:r>
            <a:r>
              <a:rPr lang="en-US" sz="1875" dirty="0" spc="-2" kern="0">
                <a:solidFill>
                  <a:srgbClr val="B45309"/>
                </a:solidFill>
                <a:latin typeface="Be Vietnam Pro SemiBold" pitchFamily="34" charset="0"/>
                <a:ea typeface="Be Vietnam Pro SemiBold" pitchFamily="34" charset="-122"/>
                <a:cs typeface="Be Vietnam Pro SemiBold" pitchFamily="34" charset="-120"/>
              </a:rPr>
              <a:t> /</a:t>
            </a:r>
            <a:r>
              <a:rPr lang="en-US" sz="1875" dirty="0" spc="-3" kern="0">
                <a:solidFill>
                  <a:srgbClr val="B45309"/>
                </a:solidFill>
                <a:latin typeface="Be Vietnam Pro SemiBold" pitchFamily="34" charset="0"/>
                <a:ea typeface="Be Vietnam Pro SemiBold" pitchFamily="34" charset="-122"/>
                <a:cs typeface="Be Vietnam Pro SemiBold" pitchFamily="34" charset="-120"/>
              </a:rPr>
              <a:t> ĐIỂM</a:t>
            </a:r>
            <a:r>
              <a:rPr lang="en-US" sz="1875" dirty="0" spc="0" kern="0">
                <a:solidFill>
                  <a:srgbClr val="B45309"/>
                </a:solidFill>
                <a:latin typeface="Be Vietnam Pro SemiBold" pitchFamily="34" charset="0"/>
                <a:ea typeface="Be Vietnam Pro SemiBold" pitchFamily="34" charset="-122"/>
                <a:cs typeface="Be Vietnam Pro SemiBold" pitchFamily="34" charset="-120"/>
              </a:rPr>
              <a:t> DỄ</a:t>
            </a:r>
            <a:r>
              <a:rPr lang="en-US" sz="1875" dirty="0" spc="-2" kern="0">
                <a:solidFill>
                  <a:srgbClr val="B45309"/>
                </a:solidFill>
                <a:latin typeface="Be Vietnam Pro SemiBold" pitchFamily="34" charset="0"/>
                <a:ea typeface="Be Vietnam Pro SemiBold" pitchFamily="34" charset="-122"/>
                <a:cs typeface="Be Vietnam Pro SemiBold" pitchFamily="34" charset="-120"/>
              </a:rPr>
              <a:t> HIỂU NHẦM</a:t>
            </a:r>
            <a:endParaRPr lang="en-US" sz="1875" dirty="0"/>
          </a:p>
        </p:txBody>
      </p:sp>
      <p:sp>
        <p:nvSpPr>
          <p:cNvPr id="3" name="Text 1"/>
          <p:cNvSpPr/>
          <p:nvPr/>
        </p:nvSpPr>
        <p:spPr>
          <a:xfrm>
            <a:off x="838200" y="1066800"/>
            <a:ext cx="16573500" cy="1476375"/>
          </a:xfrm>
          <a:prstGeom prst="rect">
            <a:avLst/>
          </a:prstGeom>
          <a:noFill/>
          <a:ln/>
        </p:spPr>
        <p:txBody>
          <a:bodyPr wrap="square" lIns="0" tIns="3048" rIns="0" bIns="-3048" rtlCol="0" anchor="t"/>
          <a:lstStyle/>
          <a:p>
            <a:pPr algn="l" indent="0" marL="0">
              <a:lnSpc>
                <a:spcPts val="6240"/>
              </a:lnSpc>
              <a:buNone/>
            </a:pPr>
            <a:r>
              <a:rPr lang="en-US" sz="4800" dirty="0" spc="10" kern="0">
                <a:solidFill>
                  <a:srgbClr val="14161C"/>
                </a:solidFill>
                <a:latin typeface="Bricolage Grotesque ExtraBold" pitchFamily="34" charset="0"/>
                <a:ea typeface="Bricolage Grotesque ExtraBold" pitchFamily="34" charset="-122"/>
                <a:cs typeface="Bricolage Grotesque ExtraBold" pitchFamily="34" charset="-120"/>
              </a:rPr>
              <a:t>Đừng</a:t>
            </a:r>
            <a:r>
              <a:rPr lang="en-US" sz="4800" dirty="0" spc="2" kern="0">
                <a:solidFill>
                  <a:srgbClr val="14161C"/>
                </a:solidFill>
                <a:latin typeface="Bricolage Grotesque ExtraBold" pitchFamily="34" charset="0"/>
                <a:ea typeface="Bricolage Grotesque ExtraBold" pitchFamily="34" charset="-122"/>
                <a:cs typeface="Bricolage Grotesque ExtraBold" pitchFamily="34" charset="-120"/>
              </a:rPr>
              <a:t> biến</a:t>
            </a:r>
            <a:r>
              <a:rPr lang="en-US" sz="4800" dirty="0" spc="-1" kern="0">
                <a:solidFill>
                  <a:srgbClr val="14161C"/>
                </a:solidFill>
                <a:latin typeface="Bricolage Grotesque ExtraBold" pitchFamily="34" charset="0"/>
                <a:ea typeface="Bricolage Grotesque ExtraBold" pitchFamily="34" charset="-122"/>
                <a:cs typeface="Bricolage Grotesque ExtraBold" pitchFamily="34" charset="-120"/>
              </a:rPr>
              <a:t> việc</a:t>
            </a:r>
            <a:r>
              <a:rPr lang="en-US" sz="4800" dirty="0" spc="-14" kern="0">
                <a:solidFill>
                  <a:srgbClr val="14161C"/>
                </a:solidFill>
                <a:latin typeface="Bricolage Grotesque ExtraBold" pitchFamily="34" charset="0"/>
                <a:ea typeface="Bricolage Grotesque ExtraBold" pitchFamily="34" charset="-122"/>
                <a:cs typeface="Bricolage Grotesque ExtraBold" pitchFamily="34" charset="-120"/>
              </a:rPr>
              <a:t> tìm</a:t>
            </a:r>
            <a:r>
              <a:rPr lang="en-US" sz="4800" dirty="0" spc="-5" kern="0">
                <a:solidFill>
                  <a:srgbClr val="14161C"/>
                </a:solidFill>
                <a:latin typeface="Bricolage Grotesque ExtraBold" pitchFamily="34" charset="0"/>
                <a:ea typeface="Bricolage Grotesque ExtraBold" pitchFamily="34" charset="-122"/>
                <a:cs typeface="Bricolage Grotesque ExtraBold" pitchFamily="34" charset="-120"/>
              </a:rPr>
              <a:t> tài</a:t>
            </a:r>
            <a:r>
              <a:rPr lang="en-US" sz="4800" dirty="0" spc="1" kern="0">
                <a:solidFill>
                  <a:srgbClr val="14161C"/>
                </a:solidFill>
                <a:latin typeface="Bricolage Grotesque ExtraBold" pitchFamily="34" charset="0"/>
                <a:ea typeface="Bricolage Grotesque ExtraBold" pitchFamily="34" charset="-122"/>
                <a:cs typeface="Bricolage Grotesque ExtraBold" pitchFamily="34" charset="-120"/>
              </a:rPr>
              <a:t> nguyên</a:t>
            </a:r>
            <a:r>
              <a:rPr lang="en-US" sz="4800" dirty="0" spc="-1" kern="0">
                <a:solidFill>
                  <a:srgbClr val="14161C"/>
                </a:solidFill>
                <a:latin typeface="Bricolage Grotesque ExtraBold" pitchFamily="34" charset="0"/>
                <a:ea typeface="Bricolage Grotesque ExtraBold" pitchFamily="34" charset="-122"/>
                <a:cs typeface="Bricolage Grotesque ExtraBold" pitchFamily="34" charset="-120"/>
              </a:rPr>
              <a:t> thành</a:t>
            </a:r>
            <a:r>
              <a:rPr lang="en-US" sz="4800" dirty="0" spc="-16" kern="0">
                <a:solidFill>
                  <a:srgbClr val="14161C"/>
                </a:solidFill>
                <a:latin typeface="Bricolage Grotesque ExtraBold" pitchFamily="34" charset="0"/>
                <a:ea typeface="Bricolage Grotesque ExtraBold" pitchFamily="34" charset="-122"/>
                <a:cs typeface="Bricolage Grotesque ExtraBold" pitchFamily="34" charset="-120"/>
              </a:rPr>
              <a:t> trì</a:t>
            </a:r>
            <a:r>
              <a:rPr lang="en-US" sz="4800" dirty="0" spc="-8" kern="0">
                <a:solidFill>
                  <a:srgbClr val="14161C"/>
                </a:solidFill>
                <a:latin typeface="Bricolage Grotesque ExtraBold" pitchFamily="34" charset="0"/>
                <a:ea typeface="Bricolage Grotesque ExtraBold" pitchFamily="34" charset="-122"/>
                <a:cs typeface="Bricolage Grotesque ExtraBold" pitchFamily="34" charset="-120"/>
              </a:rPr>
              <a:t> hoãn</a:t>
            </a:r>
            <a:endParaRPr lang="en-US" sz="4800" dirty="0"/>
          </a:p>
        </p:txBody>
      </p:sp>
      <p:sp>
        <p:nvSpPr>
          <p:cNvPr id="4" name="Connector line-1792794903073-267507157"/>
          <p:cNvSpPr/>
          <p:nvPr/>
        </p:nvSpPr>
        <p:spPr>
          <a:xfrm>
            <a:off x="838200" y="2647950"/>
            <a:ext cx="16611600" cy="0"/>
          </a:xfrm>
          <a:prstGeom prst="line">
            <a:avLst/>
          </a:prstGeom>
          <a:noFill/>
          <a:ln w="28575">
            <a:solidFill>
              <a:srgbClr val="DDD5C1"/>
            </a:solidFill>
            <a:prstDash val="solid"/>
            <a:headEnd type="none"/>
            <a:tailEnd type="none"/>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38200" y="3124200"/>
          <a:ext cx="13716000" cy="914400"/>
        </p:xfrm>
        <a:graphic>
          <a:graphicData uri="http://schemas.openxmlformats.org/drawingml/2006/table">
            <a:tbl>
              <a:tblPr/>
              <a:tblGrid>
                <a:gridCol w="7000875"/>
                <a:gridCol w="9610725"/>
              </a:tblGrid>
              <a:tr h="1047750">
                <a:tc>
                  <a:txBody>
                    <a:bodyPr/>
                    <a:lstStyle/>
                    <a:p>
                      <a:pPr algn="l" indent="0" marL="0">
                        <a:lnSpc>
                          <a:spcPts val="2925"/>
                        </a:lnSpc>
                        <a:buNone/>
                      </a:pPr>
                      <a:r>
                        <a:rPr lang="en-US" sz="2250" b="1" dirty="0" spc="3" kern="0">
                          <a:solidFill>
                            <a:srgbClr val="FFFFFF"/>
                          </a:solidFill>
                          <a:latin typeface="Be Vietnam Pro" pitchFamily="34" charset="0"/>
                          <a:ea typeface="Be Vietnam Pro" pitchFamily="34" charset="-122"/>
                          <a:cs typeface="Be Vietnam Pro" pitchFamily="34" charset="-120"/>
                        </a:rPr>
                        <a:t>Dễ</a:t>
                      </a:r>
                      <a:r>
                        <a:rPr lang="en-US" sz="2250" b="1" dirty="0" spc="1" kern="0">
                          <a:solidFill>
                            <a:srgbClr val="FFFFFF"/>
                          </a:solidFill>
                          <a:latin typeface="Be Vietnam Pro" pitchFamily="34" charset="0"/>
                          <a:ea typeface="Be Vietnam Pro" pitchFamily="34" charset="-122"/>
                          <a:cs typeface="Be Vietnam Pro" pitchFamily="34" charset="-120"/>
                        </a:rPr>
                        <a:t> nhầm</a:t>
                      </a:r>
                      <a:endParaRPr lang="en-US" sz="1200" dirty="0"/>
                    </a:p>
                  </a:txBody>
                  <a:tcPr marL="219075" marR="219075" marT="219075" marB="219075">
                    <a:lnL w="0" cap="flat" cmpd="sng" algn="ctr">
                      <a:noFill/>
                    </a:lnL>
                    <a:lnR w="0" cap="flat" cmpd="sng" algn="ctr">
                      <a:noFill/>
                    </a:lnR>
                    <a:lnT w="9525" cap="flat" cmpd="sng" algn="ctr">
                      <a:solidFill>
                        <a:srgbClr val="DDD5C1"/>
                      </a:solidFill>
                      <a:prstDash val="solid"/>
                      <a:round/>
                      <a:headEnd type="none" w="med" len="med"/>
                      <a:tailEnd type="none" w="med" len="med"/>
                    </a:lnT>
                    <a:lnB w="0" cap="flat" cmpd="sng" algn="ctr">
                      <a:noFill/>
                    </a:lnB>
                    <a:solidFill>
                      <a:srgbClr val="B45309"/>
                    </a:solidFill>
                  </a:tcPr>
                </a:tc>
                <a:tc>
                  <a:txBody>
                    <a:bodyPr/>
                    <a:lstStyle/>
                    <a:p>
                      <a:pPr algn="l" indent="0" marL="0">
                        <a:lnSpc>
                          <a:spcPts val="2925"/>
                        </a:lnSpc>
                        <a:buNone/>
                      </a:pPr>
                      <a:r>
                        <a:rPr lang="en-US" sz="2250" b="1" dirty="0" spc="8" kern="0">
                          <a:solidFill>
                            <a:srgbClr val="FFFFFF"/>
                          </a:solidFill>
                          <a:latin typeface="Be Vietnam Pro" pitchFamily="34" charset="0"/>
                          <a:ea typeface="Be Vietnam Pro" pitchFamily="34" charset="-122"/>
                          <a:cs typeface="Be Vietnam Pro" pitchFamily="34" charset="-120"/>
                        </a:rPr>
                        <a:t>Cách</a:t>
                      </a:r>
                      <a:r>
                        <a:rPr lang="en-US" sz="2250" b="1" dirty="0" spc="4" kern="0">
                          <a:solidFill>
                            <a:srgbClr val="FFFFFF"/>
                          </a:solidFill>
                          <a:latin typeface="Be Vietnam Pro" pitchFamily="34" charset="0"/>
                          <a:ea typeface="Be Vietnam Pro" pitchFamily="34" charset="-122"/>
                          <a:cs typeface="Be Vietnam Pro" pitchFamily="34" charset="-120"/>
                        </a:rPr>
                        <a:t> xử</a:t>
                      </a:r>
                      <a:r>
                        <a:rPr lang="en-US" sz="2250" b="1" dirty="0" spc="3" kern="0">
                          <a:solidFill>
                            <a:srgbClr val="FFFFFF"/>
                          </a:solidFill>
                          <a:latin typeface="Be Vietnam Pro" pitchFamily="34" charset="0"/>
                          <a:ea typeface="Be Vietnam Pro" pitchFamily="34" charset="-122"/>
                          <a:cs typeface="Be Vietnam Pro" pitchFamily="34" charset="-120"/>
                        </a:rPr>
                        <a:t> lý</a:t>
                      </a:r>
                      <a:r>
                        <a:rPr lang="en-US" sz="2250" b="1" dirty="0" spc="9" kern="0">
                          <a:solidFill>
                            <a:srgbClr val="FFFFFF"/>
                          </a:solidFill>
                          <a:latin typeface="Be Vietnam Pro" pitchFamily="34" charset="0"/>
                          <a:ea typeface="Be Vietnam Pro" pitchFamily="34" charset="-122"/>
                          <a:cs typeface="Be Vietnam Pro" pitchFamily="34" charset="-120"/>
                        </a:rPr>
                        <a:t> đề</a:t>
                      </a:r>
                      <a:r>
                        <a:rPr lang="en-US" sz="2250" b="1" dirty="0" spc="-1" kern="0">
                          <a:solidFill>
                            <a:srgbClr val="FFFFFF"/>
                          </a:solidFill>
                          <a:latin typeface="Be Vietnam Pro" pitchFamily="34" charset="0"/>
                          <a:ea typeface="Be Vietnam Pro" pitchFamily="34" charset="-122"/>
                          <a:cs typeface="Be Vietnam Pro" pitchFamily="34" charset="-120"/>
                        </a:rPr>
                        <a:t> xuất</a:t>
                      </a:r>
                      <a:endParaRPr lang="en-US" sz="1200" dirty="0"/>
                    </a:p>
                  </a:txBody>
                  <a:tcPr marL="219075" marR="219075" marT="219075" marB="219075">
                    <a:lnL w="9525" cap="flat" cmpd="sng" algn="ctr">
                      <a:solidFill>
                        <a:srgbClr val="DDD5C1"/>
                      </a:solidFill>
                      <a:prstDash val="solid"/>
                      <a:round/>
                      <a:headEnd type="none" w="med" len="med"/>
                      <a:tailEnd type="none" w="med" len="med"/>
                    </a:lnL>
                    <a:lnR w="0" cap="flat" cmpd="sng" algn="ctr">
                      <a:noFill/>
                    </a:lnR>
                    <a:lnT w="9525" cap="flat" cmpd="sng" algn="ctr">
                      <a:solidFill>
                        <a:srgbClr val="DDD5C1"/>
                      </a:solidFill>
                      <a:prstDash val="solid"/>
                      <a:round/>
                      <a:headEnd type="none" w="med" len="med"/>
                      <a:tailEnd type="none" w="med" len="med"/>
                    </a:lnT>
                    <a:lnB w="0" cap="flat" cmpd="sng" algn="ctr">
                      <a:noFill/>
                    </a:lnB>
                    <a:solidFill>
                      <a:srgbClr val="B45309"/>
                    </a:solidFill>
                  </a:tcPr>
                </a:tc>
              </a:tr>
              <a:tr h="1047750">
                <a:tc>
                  <a:txBody>
                    <a:bodyPr/>
                    <a:lstStyle/>
                    <a:p>
                      <a:pPr algn="l" indent="0" marL="0">
                        <a:lnSpc>
                          <a:spcPts val="2925"/>
                        </a:lnSpc>
                        <a:buNone/>
                      </a:pPr>
                      <a:r>
                        <a:rPr lang="en-US" sz="2250" dirty="0" spc="-1" kern="0">
                          <a:solidFill>
                            <a:srgbClr val="14161C"/>
                          </a:solidFill>
                          <a:latin typeface="Be Vietnam Pro" pitchFamily="34" charset="0"/>
                          <a:ea typeface="Be Vietnam Pro" pitchFamily="34" charset="-122"/>
                          <a:cs typeface="Be Vietnam Pro" pitchFamily="34" charset="-120"/>
                        </a:rPr>
                        <a:t>Có</a:t>
                      </a:r>
                      <a:r>
                        <a:rPr lang="en-US" sz="2250" dirty="0" spc="-9" kern="0">
                          <a:solidFill>
                            <a:srgbClr val="14161C"/>
                          </a:solidFill>
                          <a:latin typeface="Be Vietnam Pro" pitchFamily="34" charset="0"/>
                          <a:ea typeface="Be Vietnam Pro" pitchFamily="34" charset="-122"/>
                          <a:cs typeface="Be Vietnam Pro" pitchFamily="34" charset="-120"/>
                        </a:rPr>
                        <a:t> badge</a:t>
                      </a:r>
                      <a:r>
                        <a:rPr lang="en-US" sz="2250" dirty="0" spc="-25" kern="0">
                          <a:solidFill>
                            <a:srgbClr val="14161C"/>
                          </a:solidFill>
                          <a:latin typeface="Be Vietnam Pro" pitchFamily="34" charset="0"/>
                          <a:ea typeface="Be Vietnam Pro" pitchFamily="34" charset="-122"/>
                          <a:cs typeface="Be Vietnam Pro" pitchFamily="34" charset="-120"/>
                        </a:rPr>
                        <a:t> Awesome</a:t>
                      </a:r>
                      <a:r>
                        <a:rPr lang="en-US" sz="2250" dirty="0" spc="-1" kern="0">
                          <a:solidFill>
                            <a:srgbClr val="14161C"/>
                          </a:solidFill>
                          <a:latin typeface="Be Vietnam Pro" pitchFamily="34" charset="0"/>
                          <a:ea typeface="Be Vietnam Pro" pitchFamily="34" charset="-122"/>
                          <a:cs typeface="Be Vietnam Pro" pitchFamily="34" charset="-120"/>
                        </a:rPr>
                        <a:t> =</a:t>
                      </a:r>
                      <a:r>
                        <a:rPr lang="en-US" sz="2250" dirty="0" spc="15" kern="0">
                          <a:solidFill>
                            <a:srgbClr val="14161C"/>
                          </a:solidFill>
                          <a:latin typeface="Be Vietnam Pro" pitchFamily="34" charset="0"/>
                          <a:ea typeface="Be Vietnam Pro" pitchFamily="34" charset="-122"/>
                          <a:cs typeface="Be Vietnam Pro" pitchFamily="34" charset="-120"/>
                        </a:rPr>
                        <a:t> đã</a:t>
                      </a:r>
                      <a:r>
                        <a:rPr lang="en-US" sz="2250" dirty="0" spc="9" kern="0">
                          <a:solidFill>
                            <a:srgbClr val="14161C"/>
                          </a:solidFill>
                          <a:latin typeface="Be Vietnam Pro" pitchFamily="34" charset="0"/>
                          <a:ea typeface="Be Vietnam Pro" pitchFamily="34" charset="-122"/>
                          <a:cs typeface="Be Vietnam Pro" pitchFamily="34" charset="-120"/>
                        </a:rPr>
                        <a:t> được</a:t>
                      </a:r>
                      <a:r>
                        <a:rPr lang="en-US" sz="2250" dirty="0" spc="17" kern="0">
                          <a:solidFill>
                            <a:srgbClr val="14161C"/>
                          </a:solidFill>
                          <a:latin typeface="Be Vietnam Pro" pitchFamily="34" charset="0"/>
                          <a:ea typeface="Be Vietnam Pro" pitchFamily="34" charset="-122"/>
                          <a:cs typeface="Be Vietnam Pro" pitchFamily="34" charset="-120"/>
                        </a:rPr>
                        <a:t> chứng</a:t>
                      </a:r>
                      <a:r>
                        <a:rPr lang="en-US" sz="2250" dirty="0" spc="1" kern="0">
                          <a:solidFill>
                            <a:srgbClr val="14161C"/>
                          </a:solidFill>
                          <a:latin typeface="Be Vietnam Pro" pitchFamily="34" charset="0"/>
                          <a:ea typeface="Be Vietnam Pro" pitchFamily="34" charset="-122"/>
                          <a:cs typeface="Be Vietnam Pro" pitchFamily="34" charset="-120"/>
                        </a:rPr>
                        <a:t> nhận</a:t>
                      </a:r>
                      <a:endParaRPr lang="en-US" sz="1200" dirty="0"/>
                    </a:p>
                  </a:txBody>
                  <a:tcPr marL="219075" marR="219075" marT="219075" marB="219075">
                    <a:lnL w="0" cap="flat" cmpd="sng" algn="ctr">
                      <a:noFill/>
                    </a:lnL>
                    <a:lnR w="0" cap="flat" cmpd="sng" algn="ctr">
                      <a:noFill/>
                    </a:lnR>
                    <a:lnT w="9525" cap="flat" cmpd="sng" algn="ctr">
                      <a:solidFill>
                        <a:srgbClr val="DDD5C1"/>
                      </a:solidFill>
                      <a:prstDash val="solid"/>
                      <a:round/>
                      <a:headEnd type="none" w="med" len="med"/>
                      <a:tailEnd type="none" w="med" len="med"/>
                    </a:lnT>
                    <a:lnB w="0" cap="flat" cmpd="sng" algn="ctr">
                      <a:noFill/>
                    </a:lnB>
                    <a:solidFill>
                      <a:srgbClr val="E8E0CF"/>
                    </a:solidFill>
                  </a:tcPr>
                </a:tc>
                <a:tc>
                  <a:txBody>
                    <a:bodyPr/>
                    <a:lstStyle/>
                    <a:p>
                      <a:pPr algn="l" indent="0" marL="0">
                        <a:lnSpc>
                          <a:spcPts val="2925"/>
                        </a:lnSpc>
                        <a:buNone/>
                      </a:pPr>
                      <a:r>
                        <a:rPr lang="en-US" sz="2250" dirty="0" spc="-34" kern="0">
                          <a:solidFill>
                            <a:srgbClr val="14161C"/>
                          </a:solidFill>
                          <a:latin typeface="Be Vietnam Pro" pitchFamily="34" charset="0"/>
                          <a:ea typeface="Be Vietnam Pro" pitchFamily="34" charset="-122"/>
                          <a:cs typeface="Be Vietnam Pro" pitchFamily="34" charset="-120"/>
                        </a:rPr>
                        <a:t>Xem</a:t>
                      </a:r>
                      <a:r>
                        <a:rPr lang="en-US" sz="2250" dirty="0" spc="19" kern="0">
                          <a:solidFill>
                            <a:srgbClr val="14161C"/>
                          </a:solidFill>
                          <a:latin typeface="Be Vietnam Pro" pitchFamily="34" charset="0"/>
                          <a:ea typeface="Be Vietnam Pro" pitchFamily="34" charset="-122"/>
                          <a:cs typeface="Be Vietnam Pro" pitchFamily="34" charset="-120"/>
                        </a:rPr>
                        <a:t> đó</a:t>
                      </a:r>
                      <a:r>
                        <a:rPr lang="en-US" sz="2250" dirty="0" spc="0" kern="0">
                          <a:solidFill>
                            <a:srgbClr val="14161C"/>
                          </a:solidFill>
                          <a:latin typeface="Be Vietnam Pro" pitchFamily="34" charset="0"/>
                          <a:ea typeface="Be Vietnam Pro" pitchFamily="34" charset="-122"/>
                          <a:cs typeface="Be Vietnam Pro" pitchFamily="34" charset="-120"/>
                        </a:rPr>
                        <a:t> là dấu</a:t>
                      </a:r>
                      <a:r>
                        <a:rPr lang="en-US" sz="2250" dirty="0" spc="-1" kern="0">
                          <a:solidFill>
                            <a:srgbClr val="14161C"/>
                          </a:solidFill>
                          <a:latin typeface="Be Vietnam Pro" pitchFamily="34" charset="0"/>
                          <a:ea typeface="Be Vietnam Pro" pitchFamily="34" charset="-122"/>
                          <a:cs typeface="Be Vietnam Pro" pitchFamily="34" charset="-120"/>
                        </a:rPr>
                        <a:t> hiệu</a:t>
                      </a:r>
                      <a:r>
                        <a:rPr lang="en-US" sz="2250" dirty="0" spc="2" kern="0">
                          <a:solidFill>
                            <a:srgbClr val="14161C"/>
                          </a:solidFill>
                          <a:latin typeface="Be Vietnam Pro" pitchFamily="34" charset="0"/>
                          <a:ea typeface="Be Vietnam Pro" pitchFamily="34" charset="-122"/>
                          <a:cs typeface="Be Vietnam Pro" pitchFamily="34" charset="-120"/>
                        </a:rPr>
                        <a:t> của</a:t>
                      </a:r>
                      <a:r>
                        <a:rPr lang="en-US" sz="2250" dirty="0" spc="-4" kern="0">
                          <a:solidFill>
                            <a:srgbClr val="14161C"/>
                          </a:solidFill>
                          <a:latin typeface="Be Vietnam Pro" pitchFamily="34" charset="0"/>
                          <a:ea typeface="Be Vietnam Pro" pitchFamily="34" charset="-122"/>
                          <a:cs typeface="Be Vietnam Pro" pitchFamily="34" charset="-120"/>
                        </a:rPr>
                        <a:t> một</a:t>
                      </a:r>
                      <a:r>
                        <a:rPr lang="en-US" sz="2250" dirty="0" spc="1" kern="0">
                          <a:solidFill>
                            <a:srgbClr val="14161C"/>
                          </a:solidFill>
                          <a:latin typeface="Be Vietnam Pro" pitchFamily="34" charset="0"/>
                          <a:ea typeface="Be Vietnam Pro" pitchFamily="34" charset="-122"/>
                          <a:cs typeface="Be Vietnam Pro" pitchFamily="34" charset="-120"/>
                        </a:rPr>
                        <a:t> danh</a:t>
                      </a:r>
                      <a:r>
                        <a:rPr lang="en-US" sz="2250" dirty="0" spc="-4" kern="0">
                          <a:solidFill>
                            <a:srgbClr val="14161C"/>
                          </a:solidFill>
                          <a:latin typeface="Be Vietnam Pro" pitchFamily="34" charset="0"/>
                          <a:ea typeface="Be Vietnam Pro" pitchFamily="34" charset="-122"/>
                          <a:cs typeface="Be Vietnam Pro" pitchFamily="34" charset="-120"/>
                        </a:rPr>
                        <a:t> sách;</a:t>
                      </a:r>
                      <a:r>
                        <a:rPr lang="en-US" sz="2250" dirty="0" spc="-1" kern="0">
                          <a:solidFill>
                            <a:srgbClr val="14161C"/>
                          </a:solidFill>
                          <a:latin typeface="Be Vietnam Pro" pitchFamily="34" charset="0"/>
                          <a:ea typeface="Be Vietnam Pro" pitchFamily="34" charset="-122"/>
                          <a:cs typeface="Be Vietnam Pro" pitchFamily="34" charset="-120"/>
                        </a:rPr>
                        <a:t> kiểm</a:t>
                      </a:r>
                      <a:r>
                        <a:rPr lang="en-US" sz="2250" dirty="0" spc="-24" kern="0">
                          <a:solidFill>
                            <a:srgbClr val="14161C"/>
                          </a:solidFill>
                          <a:latin typeface="Be Vietnam Pro" pitchFamily="34" charset="0"/>
                          <a:ea typeface="Be Vietnam Pro" pitchFamily="34" charset="-122"/>
                          <a:cs typeface="Be Vietnam Pro" pitchFamily="34" charset="-120"/>
                        </a:rPr>
                        <a:t> tra</a:t>
                      </a:r>
                      <a:r>
                        <a:rPr lang="en-US" sz="2250" dirty="0" spc="-13" kern="0">
                          <a:solidFill>
                            <a:srgbClr val="14161C"/>
                          </a:solidFill>
                          <a:latin typeface="Be Vietnam Pro" pitchFamily="34" charset="0"/>
                          <a:ea typeface="Be Vietnam Pro" pitchFamily="34" charset="-122"/>
                          <a:cs typeface="Be Vietnam Pro" pitchFamily="34" charset="-120"/>
                        </a:rPr>
                        <a:t> tài</a:t>
                      </a:r>
                      <a:r>
                        <a:rPr lang="en-US" sz="2250" dirty="0" spc="-12" kern="0">
                          <a:solidFill>
                            <a:srgbClr val="14161C"/>
                          </a:solidFill>
                          <a:latin typeface="Be Vietnam Pro" pitchFamily="34" charset="0"/>
                          <a:ea typeface="Be Vietnam Pro" pitchFamily="34" charset="-122"/>
                          <a:cs typeface="Be Vietnam Pro" pitchFamily="34" charset="-120"/>
                        </a:rPr>
                        <a:t> nguyên</a:t>
                      </a:r>
                      <a:r>
                        <a:rPr lang="en-US" sz="2250" dirty="0" spc="-7" kern="0">
                          <a:solidFill>
                            <a:srgbClr val="14161C"/>
                          </a:solidFill>
                          <a:latin typeface="Be Vietnam Pro" pitchFamily="34" charset="0"/>
                          <a:ea typeface="Be Vietnam Pro" pitchFamily="34" charset="-122"/>
                          <a:cs typeface="Be Vietnam Pro" pitchFamily="34" charset="-120"/>
                        </a:rPr>
                        <a:t> gốc.</a:t>
                      </a:r>
                      <a:endParaRPr lang="en-US" sz="1200" dirty="0"/>
                    </a:p>
                  </a:txBody>
                  <a:tcPr marL="219075" marR="219075" marT="219075" marB="219075">
                    <a:lnL w="9525" cap="flat" cmpd="sng" algn="ctr">
                      <a:solidFill>
                        <a:srgbClr val="DDD5C1"/>
                      </a:solidFill>
                      <a:prstDash val="solid"/>
                      <a:round/>
                      <a:headEnd type="none" w="med" len="med"/>
                      <a:tailEnd type="none" w="med" len="med"/>
                    </a:lnL>
                    <a:lnR w="0" cap="flat" cmpd="sng" algn="ctr">
                      <a:noFill/>
                    </a:lnR>
                    <a:lnT w="9525" cap="flat" cmpd="sng" algn="ctr">
                      <a:solidFill>
                        <a:srgbClr val="DDD5C1"/>
                      </a:solidFill>
                      <a:prstDash val="solid"/>
                      <a:round/>
                      <a:headEnd type="none" w="med" len="med"/>
                      <a:tailEnd type="none" w="med" len="med"/>
                    </a:lnT>
                    <a:lnB w="0" cap="flat" cmpd="sng" algn="ctr">
                      <a:noFill/>
                    </a:lnB>
                    <a:solidFill>
                      <a:srgbClr val="E8E0CF"/>
                    </a:solidFill>
                  </a:tcPr>
                </a:tc>
              </a:tr>
              <a:tr h="1047750">
                <a:tc>
                  <a:txBody>
                    <a:bodyPr/>
                    <a:lstStyle/>
                    <a:p>
                      <a:pPr algn="l" indent="0" marL="0">
                        <a:lnSpc>
                          <a:spcPts val="2925"/>
                        </a:lnSpc>
                        <a:buNone/>
                      </a:pPr>
                      <a:r>
                        <a:rPr lang="en-US" sz="2250" dirty="0" spc="-3" kern="0">
                          <a:solidFill>
                            <a:srgbClr val="14161C"/>
                          </a:solidFill>
                          <a:latin typeface="Be Vietnam Pro" pitchFamily="34" charset="0"/>
                          <a:ea typeface="Be Vietnam Pro" pitchFamily="34" charset="-122"/>
                          <a:cs typeface="Be Vietnam Pro" pitchFamily="34" charset="-120"/>
                        </a:rPr>
                        <a:t>Nhiều</a:t>
                      </a:r>
                      <a:r>
                        <a:rPr lang="en-US" sz="2250" dirty="0" spc="-6" kern="0">
                          <a:solidFill>
                            <a:srgbClr val="14161C"/>
                          </a:solidFill>
                          <a:latin typeface="Be Vietnam Pro" pitchFamily="34" charset="0"/>
                          <a:ea typeface="Be Vietnam Pro" pitchFamily="34" charset="-122"/>
                          <a:cs typeface="Be Vietnam Pro" pitchFamily="34" charset="-120"/>
                        </a:rPr>
                        <a:t> sao</a:t>
                      </a:r>
                      <a:r>
                        <a:rPr lang="en-US" sz="2250" dirty="0" spc="0" kern="0">
                          <a:solidFill>
                            <a:srgbClr val="14161C"/>
                          </a:solidFill>
                          <a:latin typeface="Be Vietnam Pro" pitchFamily="34" charset="0"/>
                          <a:ea typeface="Be Vietnam Pro" pitchFamily="34" charset="-122"/>
                          <a:cs typeface="Be Vietnam Pro" pitchFamily="34" charset="-120"/>
                        </a:rPr>
                        <a:t> =</a:t>
                      </a:r>
                      <a:r>
                        <a:rPr lang="en-US" sz="2250" dirty="0" spc="4" kern="0">
                          <a:solidFill>
                            <a:srgbClr val="14161C"/>
                          </a:solidFill>
                          <a:latin typeface="Be Vietnam Pro" pitchFamily="34" charset="0"/>
                          <a:ea typeface="Be Vietnam Pro" pitchFamily="34" charset="-122"/>
                          <a:cs typeface="Be Vietnam Pro" pitchFamily="34" charset="-120"/>
                        </a:rPr>
                        <a:t> phù</a:t>
                      </a:r>
                      <a:r>
                        <a:rPr lang="en-US" sz="2250" dirty="0" spc="3" kern="0">
                          <a:solidFill>
                            <a:srgbClr val="14161C"/>
                          </a:solidFill>
                          <a:latin typeface="Be Vietnam Pro" pitchFamily="34" charset="0"/>
                          <a:ea typeface="Be Vietnam Pro" pitchFamily="34" charset="-122"/>
                          <a:cs typeface="Be Vietnam Pro" pitchFamily="34" charset="-120"/>
                        </a:rPr>
                        <a:t> hợp</a:t>
                      </a:r>
                      <a:r>
                        <a:rPr lang="en-US" sz="2250" dirty="0" spc="0" kern="0">
                          <a:solidFill>
                            <a:srgbClr val="14161C"/>
                          </a:solidFill>
                          <a:latin typeface="Be Vietnam Pro" pitchFamily="34" charset="0"/>
                          <a:ea typeface="Be Vietnam Pro" pitchFamily="34" charset="-122"/>
                          <a:cs typeface="Be Vietnam Pro" pitchFamily="34" charset="-120"/>
                        </a:rPr>
                        <a:t> mọi</a:t>
                      </a:r>
                      <a:r>
                        <a:rPr lang="en-US" sz="2250" dirty="0" spc="5" kern="0">
                          <a:solidFill>
                            <a:srgbClr val="14161C"/>
                          </a:solidFill>
                          <a:latin typeface="Be Vietnam Pro" pitchFamily="34" charset="0"/>
                          <a:ea typeface="Be Vietnam Pro" pitchFamily="34" charset="-122"/>
                          <a:cs typeface="Be Vietnam Pro" pitchFamily="34" charset="-120"/>
                        </a:rPr>
                        <a:t> dự</a:t>
                      </a:r>
                      <a:r>
                        <a:rPr lang="en-US" sz="2250" dirty="0" spc="0" kern="0">
                          <a:solidFill>
                            <a:srgbClr val="14161C"/>
                          </a:solidFill>
                          <a:latin typeface="Be Vietnam Pro" pitchFamily="34" charset="0"/>
                          <a:ea typeface="Be Vietnam Pro" pitchFamily="34" charset="-122"/>
                          <a:cs typeface="Be Vietnam Pro" pitchFamily="34" charset="-120"/>
                        </a:rPr>
                        <a:t> án</a:t>
                      </a:r>
                      <a:endParaRPr lang="en-US" sz="1200" dirty="0"/>
                    </a:p>
                  </a:txBody>
                  <a:tcPr marL="219075" marR="219075" marT="219075" marB="219075">
                    <a:lnL w="0" cap="flat" cmpd="sng" algn="ctr">
                      <a:noFill/>
                    </a:lnL>
                    <a:lnR w="0" cap="flat" cmpd="sng" algn="ctr">
                      <a:noFill/>
                    </a:lnR>
                    <a:lnT w="9525" cap="flat" cmpd="sng" algn="ctr">
                      <a:solidFill>
                        <a:srgbClr val="DDD5C1"/>
                      </a:solidFill>
                      <a:prstDash val="solid"/>
                      <a:round/>
                      <a:headEnd type="none" w="med" len="med"/>
                      <a:tailEnd type="none" w="med" len="med"/>
                    </a:lnT>
                    <a:lnB w="0" cap="flat" cmpd="sng" algn="ctr">
                      <a:noFill/>
                    </a:lnB>
                    <a:solidFill>
                      <a:srgbClr val="FBF8F2"/>
                    </a:solidFill>
                  </a:tcPr>
                </a:tc>
                <a:tc>
                  <a:txBody>
                    <a:bodyPr/>
                    <a:lstStyle/>
                    <a:p>
                      <a:pPr algn="l" indent="0" marL="0">
                        <a:lnSpc>
                          <a:spcPts val="2925"/>
                        </a:lnSpc>
                        <a:buNone/>
                      </a:pPr>
                      <a:r>
                        <a:rPr lang="en-US" sz="2250" dirty="0" spc="-1" kern="0">
                          <a:solidFill>
                            <a:srgbClr val="14161C"/>
                          </a:solidFill>
                          <a:latin typeface="Be Vietnam Pro" pitchFamily="34" charset="0"/>
                          <a:ea typeface="Be Vietnam Pro" pitchFamily="34" charset="-122"/>
                          <a:cs typeface="Be Vietnam Pro" pitchFamily="34" charset="-120"/>
                        </a:rPr>
                        <a:t>So</a:t>
                      </a:r>
                      <a:r>
                        <a:rPr lang="en-US" sz="2250" dirty="0" spc="-3" kern="0">
                          <a:solidFill>
                            <a:srgbClr val="14161C"/>
                          </a:solidFill>
                          <a:latin typeface="Be Vietnam Pro" pitchFamily="34" charset="0"/>
                          <a:ea typeface="Be Vietnam Pro" pitchFamily="34" charset="-122"/>
                          <a:cs typeface="Be Vietnam Pro" pitchFamily="34" charset="-120"/>
                        </a:rPr>
                        <a:t> theo</a:t>
                      </a:r>
                      <a:r>
                        <a:rPr lang="en-US" sz="2250" dirty="0" spc="1" kern="0">
                          <a:solidFill>
                            <a:srgbClr val="14161C"/>
                          </a:solidFill>
                          <a:latin typeface="Be Vietnam Pro" pitchFamily="34" charset="0"/>
                          <a:ea typeface="Be Vietnam Pro" pitchFamily="34" charset="-122"/>
                          <a:cs typeface="Be Vietnam Pro" pitchFamily="34" charset="-120"/>
                        </a:rPr>
                        <a:t> nhu</a:t>
                      </a:r>
                      <a:r>
                        <a:rPr lang="en-US" sz="2250" dirty="0" spc="0" kern="0">
                          <a:solidFill>
                            <a:srgbClr val="14161C"/>
                          </a:solidFill>
                          <a:latin typeface="Be Vietnam Pro" pitchFamily="34" charset="0"/>
                          <a:ea typeface="Be Vietnam Pro" pitchFamily="34" charset="-122"/>
                          <a:cs typeface="Be Vietnam Pro" pitchFamily="34" charset="-120"/>
                        </a:rPr>
                        <a:t> cầu,</a:t>
                      </a:r>
                      <a:r>
                        <a:rPr lang="en-US" sz="2250" dirty="0" spc="-13" kern="0">
                          <a:solidFill>
                            <a:srgbClr val="14161C"/>
                          </a:solidFill>
                          <a:latin typeface="Be Vietnam Pro" pitchFamily="34" charset="0"/>
                          <a:ea typeface="Be Vietnam Pro" pitchFamily="34" charset="-122"/>
                          <a:cs typeface="Be Vietnam Pro" pitchFamily="34" charset="-120"/>
                        </a:rPr>
                        <a:t> tài</a:t>
                      </a:r>
                      <a:r>
                        <a:rPr lang="en-US" sz="2250" dirty="0" spc="-3" kern="0">
                          <a:solidFill>
                            <a:srgbClr val="14161C"/>
                          </a:solidFill>
                          <a:latin typeface="Be Vietnam Pro" pitchFamily="34" charset="0"/>
                          <a:ea typeface="Be Vietnam Pro" pitchFamily="34" charset="-122"/>
                          <a:cs typeface="Be Vietnam Pro" pitchFamily="34" charset="-120"/>
                        </a:rPr>
                        <a:t> liệu,</a:t>
                      </a:r>
                      <a:r>
                        <a:rPr lang="en-US" sz="2250" dirty="0" spc="-8" kern="0">
                          <a:solidFill>
                            <a:srgbClr val="14161C"/>
                          </a:solidFill>
                          <a:latin typeface="Be Vietnam Pro" pitchFamily="34" charset="0"/>
                          <a:ea typeface="Be Vietnam Pro" pitchFamily="34" charset="-122"/>
                          <a:cs typeface="Be Vietnam Pro" pitchFamily="34" charset="-120"/>
                        </a:rPr>
                        <a:t> giấy</a:t>
                      </a:r>
                      <a:r>
                        <a:rPr lang="en-US" sz="2250" dirty="0" spc="1" kern="0">
                          <a:solidFill>
                            <a:srgbClr val="14161C"/>
                          </a:solidFill>
                          <a:latin typeface="Be Vietnam Pro" pitchFamily="34" charset="0"/>
                          <a:ea typeface="Be Vietnam Pro" pitchFamily="34" charset="-122"/>
                          <a:cs typeface="Be Vietnam Pro" pitchFamily="34" charset="-120"/>
                        </a:rPr>
                        <a:t> phép</a:t>
                      </a:r>
                      <a:r>
                        <a:rPr lang="en-US" sz="2250" dirty="0" spc="-16" kern="0">
                          <a:solidFill>
                            <a:srgbClr val="14161C"/>
                          </a:solidFill>
                          <a:latin typeface="Be Vietnam Pro" pitchFamily="34" charset="0"/>
                          <a:ea typeface="Be Vietnam Pro" pitchFamily="34" charset="-122"/>
                          <a:cs typeface="Be Vietnam Pro" pitchFamily="34" charset="-120"/>
                        </a:rPr>
                        <a:t> và</a:t>
                      </a:r>
                      <a:r>
                        <a:rPr lang="en-US" sz="2250" dirty="0" spc="2" kern="0">
                          <a:solidFill>
                            <a:srgbClr val="14161C"/>
                          </a:solidFill>
                          <a:latin typeface="Be Vietnam Pro" pitchFamily="34" charset="0"/>
                          <a:ea typeface="Be Vietnam Pro" pitchFamily="34" charset="-122"/>
                          <a:cs typeface="Be Vietnam Pro" pitchFamily="34" charset="-120"/>
                        </a:rPr>
                        <a:t> công</a:t>
                      </a:r>
                      <a:r>
                        <a:rPr lang="en-US" sz="2250" dirty="0" spc="14" kern="0">
                          <a:solidFill>
                            <a:srgbClr val="14161C"/>
                          </a:solidFill>
                          <a:latin typeface="Be Vietnam Pro" pitchFamily="34" charset="0"/>
                          <a:ea typeface="Be Vietnam Pro" pitchFamily="34" charset="-122"/>
                          <a:cs typeface="Be Vietnam Pro" pitchFamily="34" charset="-120"/>
                        </a:rPr>
                        <a:t> sức</a:t>
                      </a:r>
                      <a:r>
                        <a:rPr lang="en-US" sz="2250" dirty="0" spc="1" kern="0">
                          <a:solidFill>
                            <a:srgbClr val="14161C"/>
                          </a:solidFill>
                          <a:latin typeface="Be Vietnam Pro" pitchFamily="34" charset="0"/>
                          <a:ea typeface="Be Vietnam Pro" pitchFamily="34" charset="-122"/>
                          <a:cs typeface="Be Vietnam Pro" pitchFamily="34" charset="-120"/>
                        </a:rPr>
                        <a:t> tích</a:t>
                      </a:r>
                      <a:r>
                        <a:rPr lang="en-US" sz="2250" dirty="0" spc="4" kern="0">
                          <a:solidFill>
                            <a:srgbClr val="14161C"/>
                          </a:solidFill>
                          <a:latin typeface="Be Vietnam Pro" pitchFamily="34" charset="0"/>
                          <a:ea typeface="Be Vietnam Pro" pitchFamily="34" charset="-122"/>
                          <a:cs typeface="Be Vietnam Pro" pitchFamily="34" charset="-120"/>
                        </a:rPr>
                        <a:t> hợp.</a:t>
                      </a:r>
                      <a:endParaRPr lang="en-US" sz="1200" dirty="0"/>
                    </a:p>
                  </a:txBody>
                  <a:tcPr marL="219075" marR="219075" marT="219075" marB="219075">
                    <a:lnL w="9525" cap="flat" cmpd="sng" algn="ctr">
                      <a:solidFill>
                        <a:srgbClr val="DDD5C1"/>
                      </a:solidFill>
                      <a:prstDash val="solid"/>
                      <a:round/>
                      <a:headEnd type="none" w="med" len="med"/>
                      <a:tailEnd type="none" w="med" len="med"/>
                    </a:lnL>
                    <a:lnR w="0" cap="flat" cmpd="sng" algn="ctr">
                      <a:noFill/>
                    </a:lnR>
                    <a:lnT w="9525" cap="flat" cmpd="sng" algn="ctr">
                      <a:solidFill>
                        <a:srgbClr val="DDD5C1"/>
                      </a:solidFill>
                      <a:prstDash val="solid"/>
                      <a:round/>
                      <a:headEnd type="none" w="med" len="med"/>
                      <a:tailEnd type="none" w="med" len="med"/>
                    </a:lnT>
                    <a:lnB w="0" cap="flat" cmpd="sng" algn="ctr">
                      <a:noFill/>
                    </a:lnB>
                    <a:solidFill>
                      <a:srgbClr val="FBF8F2"/>
                    </a:solidFill>
                  </a:tcPr>
                </a:tc>
              </a:tr>
              <a:tr h="1047750">
                <a:tc>
                  <a:txBody>
                    <a:bodyPr/>
                    <a:lstStyle/>
                    <a:p>
                      <a:pPr algn="l" indent="0" marL="0">
                        <a:lnSpc>
                          <a:spcPts val="2925"/>
                        </a:lnSpc>
                        <a:buNone/>
                      </a:pPr>
                      <a:r>
                        <a:rPr lang="en-US" sz="2250" dirty="0" spc="-1" kern="0">
                          <a:solidFill>
                            <a:srgbClr val="14161C"/>
                          </a:solidFill>
                          <a:latin typeface="Be Vietnam Pro" pitchFamily="34" charset="0"/>
                          <a:ea typeface="Be Vietnam Pro" pitchFamily="34" charset="-122"/>
                          <a:cs typeface="Be Vietnam Pro" pitchFamily="34" charset="-120"/>
                        </a:rPr>
                        <a:t>Lưu nhiều liên</a:t>
                      </a:r>
                      <a:r>
                        <a:rPr lang="en-US" sz="2250" dirty="0" spc="-31" kern="0">
                          <a:solidFill>
                            <a:srgbClr val="14161C"/>
                          </a:solidFill>
                          <a:latin typeface="Be Vietnam Pro" pitchFamily="34" charset="0"/>
                          <a:ea typeface="Be Vietnam Pro" pitchFamily="34" charset="-122"/>
                          <a:cs typeface="Be Vietnam Pro" pitchFamily="34" charset="-120"/>
                        </a:rPr>
                        <a:t> kết</a:t>
                      </a:r>
                      <a:r>
                        <a:rPr lang="en-US" sz="2250" dirty="0" spc="1" kern="0">
                          <a:solidFill>
                            <a:srgbClr val="14161C"/>
                          </a:solidFill>
                          <a:latin typeface="Be Vietnam Pro" pitchFamily="34" charset="0"/>
                          <a:ea typeface="Be Vietnam Pro" pitchFamily="34" charset="-122"/>
                          <a:cs typeface="Be Vietnam Pro" pitchFamily="34" charset="-120"/>
                        </a:rPr>
                        <a:t> =</a:t>
                      </a:r>
                      <a:r>
                        <a:rPr lang="en-US" sz="2250" dirty="0" spc="0" kern="0">
                          <a:solidFill>
                            <a:srgbClr val="14161C"/>
                          </a:solidFill>
                          <a:latin typeface="Be Vietnam Pro" pitchFamily="34" charset="0"/>
                          <a:ea typeface="Be Vietnam Pro" pitchFamily="34" charset="-122"/>
                          <a:cs typeface="Be Vietnam Pro" pitchFamily="34" charset="-120"/>
                        </a:rPr>
                        <a:t> học</a:t>
                      </a:r>
                      <a:r>
                        <a:rPr lang="en-US" sz="2250" dirty="0" spc="9" kern="0">
                          <a:solidFill>
                            <a:srgbClr val="14161C"/>
                          </a:solidFill>
                          <a:latin typeface="Be Vietnam Pro" pitchFamily="34" charset="0"/>
                          <a:ea typeface="Be Vietnam Pro" pitchFamily="34" charset="-122"/>
                          <a:cs typeface="Be Vietnam Pro" pitchFamily="34" charset="-120"/>
                        </a:rPr>
                        <a:t> được</a:t>
                      </a:r>
                      <a:r>
                        <a:rPr lang="en-US" sz="2250" dirty="0" spc="-1" kern="0">
                          <a:solidFill>
                            <a:srgbClr val="14161C"/>
                          </a:solidFill>
                          <a:latin typeface="Be Vietnam Pro" pitchFamily="34" charset="0"/>
                          <a:ea typeface="Be Vietnam Pro" pitchFamily="34" charset="-122"/>
                          <a:cs typeface="Be Vietnam Pro" pitchFamily="34" charset="-120"/>
                        </a:rPr>
                        <a:t> nhiều</a:t>
                      </a:r>
                      <a:endParaRPr lang="en-US" sz="1200" dirty="0"/>
                    </a:p>
                  </a:txBody>
                  <a:tcPr marL="219075" marR="219075" marT="219075" marB="219075">
                    <a:lnL w="0" cap="flat" cmpd="sng" algn="ctr">
                      <a:noFill/>
                    </a:lnL>
                    <a:lnR w="0" cap="flat" cmpd="sng" algn="ctr">
                      <a:noFill/>
                    </a:lnR>
                    <a:lnT w="9525" cap="flat" cmpd="sng" algn="ctr">
                      <a:solidFill>
                        <a:srgbClr val="DDD5C1"/>
                      </a:solidFill>
                      <a:prstDash val="solid"/>
                      <a:round/>
                      <a:headEnd type="none" w="med" len="med"/>
                      <a:tailEnd type="none" w="med" len="med"/>
                    </a:lnT>
                    <a:lnB w="0" cap="flat" cmpd="sng" algn="ctr">
                      <a:noFill/>
                    </a:lnB>
                    <a:solidFill>
                      <a:srgbClr val="E8E0CF"/>
                    </a:solidFill>
                  </a:tcPr>
                </a:tc>
                <a:tc>
                  <a:txBody>
                    <a:bodyPr/>
                    <a:lstStyle/>
                    <a:p>
                      <a:pPr algn="l" indent="0" marL="0">
                        <a:lnSpc>
                          <a:spcPts val="2925"/>
                        </a:lnSpc>
                        <a:buNone/>
                      </a:pPr>
                      <a:r>
                        <a:rPr lang="en-US" sz="2250" dirty="0" spc="0" kern="0">
                          <a:solidFill>
                            <a:srgbClr val="14161C"/>
                          </a:solidFill>
                          <a:latin typeface="Be Vietnam Pro" pitchFamily="34" charset="0"/>
                          <a:ea typeface="Be Vietnam Pro" pitchFamily="34" charset="-122"/>
                          <a:cs typeface="Be Vietnam Pro" pitchFamily="34" charset="-120"/>
                        </a:rPr>
                        <a:t>Chọn</a:t>
                      </a:r>
                      <a:r>
                        <a:rPr lang="en-US" sz="2250" dirty="0" spc="-4" kern="0">
                          <a:solidFill>
                            <a:srgbClr val="14161C"/>
                          </a:solidFill>
                          <a:latin typeface="Be Vietnam Pro" pitchFamily="34" charset="0"/>
                          <a:ea typeface="Be Vietnam Pro" pitchFamily="34" charset="-122"/>
                          <a:cs typeface="Be Vietnam Pro" pitchFamily="34" charset="-120"/>
                        </a:rPr>
                        <a:t> một</a:t>
                      </a:r>
                      <a:r>
                        <a:rPr lang="en-US" sz="2250" dirty="0" spc="11" kern="0">
                          <a:solidFill>
                            <a:srgbClr val="14161C"/>
                          </a:solidFill>
                          <a:latin typeface="Be Vietnam Pro" pitchFamily="34" charset="0"/>
                          <a:ea typeface="Be Vietnam Pro" pitchFamily="34" charset="-122"/>
                          <a:cs typeface="Be Vietnam Pro" pitchFamily="34" charset="-120"/>
                        </a:rPr>
                        <a:t> đầu</a:t>
                      </a:r>
                      <a:r>
                        <a:rPr lang="en-US" sz="2250" dirty="0" spc="-32" kern="0">
                          <a:solidFill>
                            <a:srgbClr val="14161C"/>
                          </a:solidFill>
                          <a:latin typeface="Be Vietnam Pro" pitchFamily="34" charset="0"/>
                          <a:ea typeface="Be Vietnam Pro" pitchFamily="34" charset="-122"/>
                          <a:cs typeface="Be Vietnam Pro" pitchFamily="34" charset="-120"/>
                        </a:rPr>
                        <a:t> ra</a:t>
                      </a:r>
                      <a:r>
                        <a:rPr lang="en-US" sz="2250" dirty="0" spc="5" kern="0">
                          <a:solidFill>
                            <a:srgbClr val="14161C"/>
                          </a:solidFill>
                          <a:latin typeface="Be Vietnam Pro" pitchFamily="34" charset="0"/>
                          <a:ea typeface="Be Vietnam Pro" pitchFamily="34" charset="-122"/>
                          <a:cs typeface="Be Vietnam Pro" pitchFamily="34" charset="-120"/>
                        </a:rPr>
                        <a:t> có</a:t>
                      </a:r>
                      <a:r>
                        <a:rPr lang="en-US" sz="2250" dirty="0" spc="0" kern="0">
                          <a:solidFill>
                            <a:srgbClr val="14161C"/>
                          </a:solidFill>
                          <a:latin typeface="Be Vietnam Pro" pitchFamily="34" charset="0"/>
                          <a:ea typeface="Be Vietnam Pro" pitchFamily="34" charset="-122"/>
                          <a:cs typeface="Be Vietnam Pro" pitchFamily="34" charset="-120"/>
                        </a:rPr>
                        <a:t> thể</a:t>
                      </a:r>
                      <a:r>
                        <a:rPr lang="en-US" sz="2250" dirty="0" spc="-2" kern="0">
                          <a:solidFill>
                            <a:srgbClr val="14161C"/>
                          </a:solidFill>
                          <a:latin typeface="Be Vietnam Pro" pitchFamily="34" charset="0"/>
                          <a:ea typeface="Be Vietnam Pro" pitchFamily="34" charset="-122"/>
                          <a:cs typeface="Be Vietnam Pro" pitchFamily="34" charset="-120"/>
                        </a:rPr>
                        <a:t> làm</a:t>
                      </a:r>
                      <a:r>
                        <a:rPr lang="en-US" sz="2250" dirty="0" spc="-16" kern="0">
                          <a:solidFill>
                            <a:srgbClr val="14161C"/>
                          </a:solidFill>
                          <a:latin typeface="Be Vietnam Pro" pitchFamily="34" charset="0"/>
                          <a:ea typeface="Be Vietnam Pro" pitchFamily="34" charset="-122"/>
                          <a:cs typeface="Be Vietnam Pro" pitchFamily="34" charset="-120"/>
                        </a:rPr>
                        <a:t> và</a:t>
                      </a:r>
                      <a:r>
                        <a:rPr lang="en-US" sz="2250" dirty="0" spc="-3" kern="0">
                          <a:solidFill>
                            <a:srgbClr val="14161C"/>
                          </a:solidFill>
                          <a:latin typeface="Be Vietnam Pro" pitchFamily="34" charset="0"/>
                          <a:ea typeface="Be Vietnam Pro" pitchFamily="34" charset="-122"/>
                          <a:cs typeface="Be Vietnam Pro" pitchFamily="34" charset="-120"/>
                        </a:rPr>
                        <a:t> giải</a:t>
                      </a:r>
                      <a:r>
                        <a:rPr lang="en-US" sz="2250" dirty="0" spc="1" kern="0">
                          <a:solidFill>
                            <a:srgbClr val="14161C"/>
                          </a:solidFill>
                          <a:latin typeface="Be Vietnam Pro" pitchFamily="34" charset="0"/>
                          <a:ea typeface="Be Vietnam Pro" pitchFamily="34" charset="-122"/>
                          <a:cs typeface="Be Vietnam Pro" pitchFamily="34" charset="-120"/>
                        </a:rPr>
                        <a:t> thích</a:t>
                      </a:r>
                      <a:r>
                        <a:rPr lang="en-US" sz="2250" dirty="0" spc="8" kern="0">
                          <a:solidFill>
                            <a:srgbClr val="14161C"/>
                          </a:solidFill>
                          <a:latin typeface="Be Vietnam Pro" pitchFamily="34" charset="0"/>
                          <a:ea typeface="Be Vietnam Pro" pitchFamily="34" charset="-122"/>
                          <a:cs typeface="Be Vietnam Pro" pitchFamily="34" charset="-120"/>
                        </a:rPr>
                        <a:t> được.</a:t>
                      </a:r>
                      <a:endParaRPr lang="en-US" sz="1200" dirty="0"/>
                    </a:p>
                  </a:txBody>
                  <a:tcPr marL="219075" marR="219075" marT="219075" marB="219075">
                    <a:lnL w="9525" cap="flat" cmpd="sng" algn="ctr">
                      <a:solidFill>
                        <a:srgbClr val="DDD5C1"/>
                      </a:solidFill>
                      <a:prstDash val="solid"/>
                      <a:round/>
                      <a:headEnd type="none" w="med" len="med"/>
                      <a:tailEnd type="none" w="med" len="med"/>
                    </a:lnL>
                    <a:lnR w="0" cap="flat" cmpd="sng" algn="ctr">
                      <a:noFill/>
                    </a:lnR>
                    <a:lnT w="9525" cap="flat" cmpd="sng" algn="ctr">
                      <a:solidFill>
                        <a:srgbClr val="DDD5C1"/>
                      </a:solidFill>
                      <a:prstDash val="solid"/>
                      <a:round/>
                      <a:headEnd type="none" w="med" len="med"/>
                      <a:tailEnd type="none" w="med" len="med"/>
                    </a:lnT>
                    <a:lnB w="0" cap="flat" cmpd="sng" algn="ctr">
                      <a:noFill/>
                    </a:lnB>
                    <a:solidFill>
                      <a:srgbClr val="E8E0CF"/>
                    </a:solidFill>
                  </a:tcPr>
                </a:tc>
              </a:tr>
              <a:tr h="1047750">
                <a:tc>
                  <a:txBody>
                    <a:bodyPr/>
                    <a:lstStyle/>
                    <a:p>
                      <a:pPr algn="l" indent="0" marL="0">
                        <a:lnSpc>
                          <a:spcPts val="2925"/>
                        </a:lnSpc>
                        <a:buNone/>
                      </a:pPr>
                      <a:r>
                        <a:rPr lang="en-US" sz="2250" dirty="0" spc="-2" kern="0">
                          <a:solidFill>
                            <a:srgbClr val="14161C"/>
                          </a:solidFill>
                          <a:latin typeface="Be Vietnam Pro" pitchFamily="34" charset="0"/>
                          <a:ea typeface="Be Vietnam Pro" pitchFamily="34" charset="-122"/>
                          <a:cs typeface="Be Vietnam Pro" pitchFamily="34" charset="-120"/>
                        </a:rPr>
                        <a:t>Mọi</a:t>
                      </a:r>
                      <a:r>
                        <a:rPr lang="en-US" sz="2250" dirty="0" spc="1" kern="0">
                          <a:solidFill>
                            <a:srgbClr val="14161C"/>
                          </a:solidFill>
                          <a:latin typeface="Be Vietnam Pro" pitchFamily="34" charset="0"/>
                          <a:ea typeface="Be Vietnam Pro" pitchFamily="34" charset="-122"/>
                          <a:cs typeface="Be Vietnam Pro" pitchFamily="34" charset="-120"/>
                        </a:rPr>
                        <a:t> danh</a:t>
                      </a:r>
                      <a:r>
                        <a:rPr lang="en-US" sz="2250" dirty="0" spc="-3" kern="0">
                          <a:solidFill>
                            <a:srgbClr val="14161C"/>
                          </a:solidFill>
                          <a:latin typeface="Be Vietnam Pro" pitchFamily="34" charset="0"/>
                          <a:ea typeface="Be Vietnam Pro" pitchFamily="34" charset="-122"/>
                          <a:cs typeface="Be Vietnam Pro" pitchFamily="34" charset="-120"/>
                        </a:rPr>
                        <a:t> sách</a:t>
                      </a:r>
                      <a:r>
                        <a:rPr lang="en-US" sz="2250" dirty="0" spc="11" kern="0">
                          <a:solidFill>
                            <a:srgbClr val="14161C"/>
                          </a:solidFill>
                          <a:latin typeface="Be Vietnam Pro" pitchFamily="34" charset="0"/>
                          <a:ea typeface="Be Vietnam Pro" pitchFamily="34" charset="-122"/>
                          <a:cs typeface="Be Vietnam Pro" pitchFamily="34" charset="-120"/>
                        </a:rPr>
                        <a:t> đều</a:t>
                      </a:r>
                      <a:r>
                        <a:rPr lang="en-US" sz="2250" dirty="0" spc="2" kern="0">
                          <a:solidFill>
                            <a:srgbClr val="14161C"/>
                          </a:solidFill>
                          <a:latin typeface="Be Vietnam Pro" pitchFamily="34" charset="0"/>
                          <a:ea typeface="Be Vietnam Pro" pitchFamily="34" charset="-122"/>
                          <a:cs typeface="Be Vietnam Pro" pitchFamily="34" charset="-120"/>
                        </a:rPr>
                        <a:t> cập</a:t>
                      </a:r>
                      <a:r>
                        <a:rPr lang="en-US" sz="2250" dirty="0" spc="-9" kern="0">
                          <a:solidFill>
                            <a:srgbClr val="14161C"/>
                          </a:solidFill>
                          <a:latin typeface="Be Vietnam Pro" pitchFamily="34" charset="0"/>
                          <a:ea typeface="Be Vietnam Pro" pitchFamily="34" charset="-122"/>
                          <a:cs typeface="Be Vietnam Pro" pitchFamily="34" charset="-120"/>
                        </a:rPr>
                        <a:t> nhật</a:t>
                      </a:r>
                      <a:r>
                        <a:rPr lang="en-US" sz="2250" dirty="0" spc="1" kern="0">
                          <a:solidFill>
                            <a:srgbClr val="14161C"/>
                          </a:solidFill>
                          <a:latin typeface="Be Vietnam Pro" pitchFamily="34" charset="0"/>
                          <a:ea typeface="Be Vietnam Pro" pitchFamily="34" charset="-122"/>
                          <a:cs typeface="Be Vietnam Pro" pitchFamily="34" charset="-120"/>
                        </a:rPr>
                        <a:t> như</a:t>
                      </a:r>
                      <a:r>
                        <a:rPr lang="en-US" sz="2250" dirty="0" spc="0" kern="0">
                          <a:solidFill>
                            <a:srgbClr val="14161C"/>
                          </a:solidFill>
                          <a:latin typeface="Be Vietnam Pro" pitchFamily="34" charset="0"/>
                          <a:ea typeface="Be Vietnam Pro" pitchFamily="34" charset="-122"/>
                          <a:cs typeface="Be Vietnam Pro" pitchFamily="34" charset="-120"/>
                        </a:rPr>
                        <a:t> nhau</a:t>
                      </a:r>
                      <a:endParaRPr lang="en-US" sz="1200" dirty="0"/>
                    </a:p>
                  </a:txBody>
                  <a:tcPr marL="219075" marR="219075" marT="219075" marB="219075">
                    <a:lnL w="0" cap="flat" cmpd="sng" algn="ctr">
                      <a:noFill/>
                    </a:lnL>
                    <a:lnR w="0" cap="flat" cmpd="sng" algn="ctr">
                      <a:noFill/>
                    </a:lnR>
                    <a:lnT w="9525" cap="flat" cmpd="sng" algn="ctr">
                      <a:solidFill>
                        <a:srgbClr val="DDD5C1"/>
                      </a:solidFill>
                      <a:prstDash val="solid"/>
                      <a:round/>
                      <a:headEnd type="none" w="med" len="med"/>
                      <a:tailEnd type="none" w="med" len="med"/>
                    </a:lnT>
                    <a:lnB w="9525" cap="flat" cmpd="sng" algn="ctr">
                      <a:solidFill>
                        <a:srgbClr val="DDD5C1"/>
                      </a:solidFill>
                      <a:prstDash val="solid"/>
                      <a:round/>
                      <a:headEnd type="none" w="med" len="med"/>
                      <a:tailEnd type="none" w="med" len="med"/>
                    </a:lnB>
                    <a:solidFill>
                      <a:srgbClr val="FBF8F2"/>
                    </a:solidFill>
                  </a:tcPr>
                </a:tc>
                <a:tc>
                  <a:txBody>
                    <a:bodyPr/>
                    <a:lstStyle/>
                    <a:p>
                      <a:pPr algn="l" indent="0" marL="0">
                        <a:lnSpc>
                          <a:spcPts val="2925"/>
                        </a:lnSpc>
                        <a:buNone/>
                      </a:pPr>
                      <a:r>
                        <a:rPr lang="en-US" sz="2250" dirty="0" spc="-3" kern="0">
                          <a:solidFill>
                            <a:srgbClr val="14161C"/>
                          </a:solidFill>
                          <a:latin typeface="Be Vietnam Pro" pitchFamily="34" charset="0"/>
                          <a:ea typeface="Be Vietnam Pro" pitchFamily="34" charset="-122"/>
                          <a:cs typeface="Be Vietnam Pro" pitchFamily="34" charset="-120"/>
                        </a:rPr>
                        <a:t>Kiểm</a:t>
                      </a:r>
                      <a:r>
                        <a:rPr lang="en-US" sz="2250" dirty="0" spc="-24" kern="0">
                          <a:solidFill>
                            <a:srgbClr val="14161C"/>
                          </a:solidFill>
                          <a:latin typeface="Be Vietnam Pro" pitchFamily="34" charset="0"/>
                          <a:ea typeface="Be Vietnam Pro" pitchFamily="34" charset="-122"/>
                          <a:cs typeface="Be Vietnam Pro" pitchFamily="34" charset="-120"/>
                        </a:rPr>
                        <a:t> tra</a:t>
                      </a:r>
                      <a:r>
                        <a:rPr lang="en-US" sz="2250" dirty="0" spc="6" kern="0">
                          <a:solidFill>
                            <a:srgbClr val="14161C"/>
                          </a:solidFill>
                          <a:latin typeface="Be Vietnam Pro" pitchFamily="34" charset="0"/>
                          <a:ea typeface="Be Vietnam Pro" pitchFamily="34" charset="-122"/>
                          <a:cs typeface="Be Vietnam Pro" pitchFamily="34" charset="-120"/>
                        </a:rPr>
                        <a:t> riêng</a:t>
                      </a:r>
                      <a:r>
                        <a:rPr lang="en-US" sz="2250" dirty="0" spc="0" kern="0">
                          <a:solidFill>
                            <a:srgbClr val="14161C"/>
                          </a:solidFill>
                          <a:latin typeface="Be Vietnam Pro" pitchFamily="34" charset="0"/>
                          <a:ea typeface="Be Vietnam Pro" pitchFamily="34" charset="-122"/>
                          <a:cs typeface="Be Vietnam Pro" pitchFamily="34" charset="-120"/>
                        </a:rPr>
                        <a:t> lịch</a:t>
                      </a:r>
                      <a:r>
                        <a:rPr lang="en-US" sz="2250" dirty="0" spc="5" kern="0">
                          <a:solidFill>
                            <a:srgbClr val="14161C"/>
                          </a:solidFill>
                          <a:latin typeface="Be Vietnam Pro" pitchFamily="34" charset="0"/>
                          <a:ea typeface="Be Vietnam Pro" pitchFamily="34" charset="-122"/>
                          <a:cs typeface="Be Vietnam Pro" pitchFamily="34" charset="-120"/>
                        </a:rPr>
                        <a:t> sử</a:t>
                      </a:r>
                      <a:r>
                        <a:rPr lang="en-US" sz="2250" dirty="0" spc="-16" kern="0">
                          <a:solidFill>
                            <a:srgbClr val="14161C"/>
                          </a:solidFill>
                          <a:latin typeface="Be Vietnam Pro" pitchFamily="34" charset="0"/>
                          <a:ea typeface="Be Vietnam Pro" pitchFamily="34" charset="-122"/>
                          <a:cs typeface="Be Vietnam Pro" pitchFamily="34" charset="-120"/>
                        </a:rPr>
                        <a:t> và</a:t>
                      </a:r>
                      <a:r>
                        <a:rPr lang="en-US" sz="2250" dirty="0" spc="0" kern="0">
                          <a:solidFill>
                            <a:srgbClr val="14161C"/>
                          </a:solidFill>
                          <a:latin typeface="Be Vietnam Pro" pitchFamily="34" charset="0"/>
                          <a:ea typeface="Be Vietnam Pro" pitchFamily="34" charset="-122"/>
                          <a:cs typeface="Be Vietnam Pro" pitchFamily="34" charset="-120"/>
                        </a:rPr>
                        <a:t> tình</a:t>
                      </a:r>
                      <a:r>
                        <a:rPr lang="en-US" sz="2250" dirty="0" spc="-16" kern="0">
                          <a:solidFill>
                            <a:srgbClr val="14161C"/>
                          </a:solidFill>
                          <a:latin typeface="Be Vietnam Pro" pitchFamily="34" charset="0"/>
                          <a:ea typeface="Be Vietnam Pro" pitchFamily="34" charset="-122"/>
                          <a:cs typeface="Be Vietnam Pro" pitchFamily="34" charset="-120"/>
                        </a:rPr>
                        <a:t> trạng</a:t>
                      </a:r>
                      <a:r>
                        <a:rPr lang="en-US" sz="2250" dirty="0" spc="2" kern="0">
                          <a:solidFill>
                            <a:srgbClr val="14161C"/>
                          </a:solidFill>
                          <a:latin typeface="Be Vietnam Pro" pitchFamily="34" charset="0"/>
                          <a:ea typeface="Be Vietnam Pro" pitchFamily="34" charset="-122"/>
                          <a:cs typeface="Be Vietnam Pro" pitchFamily="34" charset="-120"/>
                        </a:rPr>
                        <a:t> của</a:t>
                      </a:r>
                      <a:r>
                        <a:rPr lang="en-US" sz="2250" dirty="0" spc="-21" kern="0">
                          <a:solidFill>
                            <a:srgbClr val="14161C"/>
                          </a:solidFill>
                          <a:latin typeface="Be Vietnam Pro" pitchFamily="34" charset="0"/>
                          <a:ea typeface="Be Vietnam Pro" pitchFamily="34" charset="-122"/>
                          <a:cs typeface="Be Vietnam Pro" pitchFamily="34" charset="-120"/>
                        </a:rPr>
                        <a:t> repo</a:t>
                      </a:r>
                      <a:r>
                        <a:rPr lang="en-US" sz="2250" dirty="0" spc="17" kern="0">
                          <a:solidFill>
                            <a:srgbClr val="14161C"/>
                          </a:solidFill>
                          <a:latin typeface="Be Vietnam Pro" pitchFamily="34" charset="0"/>
                          <a:ea typeface="Be Vietnam Pro" pitchFamily="34" charset="-122"/>
                          <a:cs typeface="Be Vietnam Pro" pitchFamily="34" charset="-120"/>
                        </a:rPr>
                        <a:t> đích.</a:t>
                      </a:r>
                      <a:endParaRPr lang="en-US" sz="1200" dirty="0"/>
                    </a:p>
                  </a:txBody>
                  <a:tcPr marL="219075" marR="219075" marT="219075" marB="219075">
                    <a:lnL w="9525" cap="flat" cmpd="sng" algn="ctr">
                      <a:solidFill>
                        <a:srgbClr val="DDD5C1"/>
                      </a:solidFill>
                      <a:prstDash val="solid"/>
                      <a:round/>
                      <a:headEnd type="none" w="med" len="med"/>
                      <a:tailEnd type="none" w="med" len="med"/>
                    </a:lnL>
                    <a:lnR w="0" cap="flat" cmpd="sng" algn="ctr">
                      <a:noFill/>
                    </a:lnR>
                    <a:lnT w="9525" cap="flat" cmpd="sng" algn="ctr">
                      <a:solidFill>
                        <a:srgbClr val="DDD5C1"/>
                      </a:solidFill>
                      <a:prstDash val="solid"/>
                      <a:round/>
                      <a:headEnd type="none" w="med" len="med"/>
                      <a:tailEnd type="none" w="med" len="med"/>
                    </a:lnT>
                    <a:lnB w="9525" cap="flat" cmpd="sng" algn="ctr">
                      <a:solidFill>
                        <a:srgbClr val="DDD5C1"/>
                      </a:solidFill>
                      <a:prstDash val="solid"/>
                      <a:round/>
                      <a:headEnd type="none" w="med" len="med"/>
                      <a:tailEnd type="none" w="med" len="med"/>
                    </a:lnB>
                    <a:solidFill>
                      <a:srgbClr val="FBF8F2"/>
                    </a:solidFill>
                  </a:tcPr>
                </a:tc>
              </a:tr>
            </a:tbl>
          </a:graphicData>
        </a:graphic>
      </p:graphicFrame>
      <p:sp>
        <p:nvSpPr>
          <p:cNvPr id="6" name="Shape 3"/>
          <p:cNvSpPr/>
          <p:nvPr/>
        </p:nvSpPr>
        <p:spPr>
          <a:xfrm>
            <a:off x="838200" y="8515350"/>
            <a:ext cx="16611600" cy="676275"/>
          </a:xfrm>
          <a:prstGeom prst="roundRect">
            <a:avLst>
              <a:gd name="adj" fmla="val 11268"/>
            </a:avLst>
          </a:prstGeom>
          <a:solidFill>
            <a:srgbClr val="E8E0CF"/>
          </a:solidFill>
          <a:ln w="9525">
            <a:solidFill>
              <a:srgbClr val="E8E0CF"/>
            </a:solidFill>
            <a:prstDash val="solid"/>
          </a:ln>
        </p:spPr>
      </p:sp>
      <p:sp>
        <p:nvSpPr>
          <p:cNvPr id="7" name="Text 4"/>
          <p:cNvSpPr/>
          <p:nvPr/>
        </p:nvSpPr>
        <p:spPr>
          <a:xfrm>
            <a:off x="1038225" y="8677275"/>
            <a:ext cx="16240125" cy="457200"/>
          </a:xfrm>
          <a:prstGeom prst="rect">
            <a:avLst/>
          </a:prstGeom>
          <a:noFill/>
          <a:ln/>
        </p:spPr>
        <p:txBody>
          <a:bodyPr wrap="square" lIns="0" tIns="10914" rIns="0" bIns="-10914" rtlCol="0" anchor="t"/>
          <a:lstStyle/>
          <a:p>
            <a:pPr algn="l" indent="0" marL="0">
              <a:lnSpc>
                <a:spcPts val="2633"/>
              </a:lnSpc>
              <a:buNone/>
            </a:pPr>
            <a:r>
              <a:rPr lang="en-US" sz="2025" dirty="0" spc="0" kern="0">
                <a:solidFill>
                  <a:srgbClr val="14161C"/>
                </a:solidFill>
                <a:latin typeface="Be Vietnam Pro Medium" pitchFamily="34" charset="0"/>
                <a:ea typeface="Be Vietnam Pro Medium" pitchFamily="34" charset="-122"/>
                <a:cs typeface="Be Vietnam Pro Medium" pitchFamily="34" charset="-120"/>
              </a:rPr>
              <a:t>Danh</a:t>
            </a:r>
            <a:r>
              <a:rPr lang="en-US" sz="2025" dirty="0" spc="-1" kern="0">
                <a:solidFill>
                  <a:srgbClr val="14161C"/>
                </a:solidFill>
                <a:latin typeface="Be Vietnam Pro Medium" pitchFamily="34" charset="0"/>
                <a:ea typeface="Be Vietnam Pro Medium" pitchFamily="34" charset="-122"/>
                <a:cs typeface="Be Vietnam Pro Medium" pitchFamily="34" charset="-120"/>
              </a:rPr>
              <a:t> sách</a:t>
            </a:r>
            <a:r>
              <a:rPr lang="en-US" sz="2025" dirty="0" spc="1" kern="0">
                <a:solidFill>
                  <a:srgbClr val="14161C"/>
                </a:solidFill>
                <a:latin typeface="Be Vietnam Pro Medium" pitchFamily="34" charset="0"/>
                <a:ea typeface="Be Vietnam Pro Medium" pitchFamily="34" charset="-122"/>
                <a:cs typeface="Be Vietnam Pro Medium" pitchFamily="34" charset="-120"/>
              </a:rPr>
              <a:t> giúp</a:t>
            </a:r>
            <a:r>
              <a:rPr lang="en-US" sz="2025" dirty="0" spc="0" kern="0">
                <a:solidFill>
                  <a:srgbClr val="14161C"/>
                </a:solidFill>
                <a:latin typeface="Be Vietnam Pro Medium" pitchFamily="34" charset="0"/>
                <a:ea typeface="Be Vietnam Pro Medium" pitchFamily="34" charset="-122"/>
                <a:cs typeface="Be Vietnam Pro Medium" pitchFamily="34" charset="-120"/>
              </a:rPr>
              <a:t> khám</a:t>
            </a:r>
            <a:r>
              <a:rPr lang="en-US" sz="2025" dirty="0" spc="1" kern="0">
                <a:solidFill>
                  <a:srgbClr val="14161C"/>
                </a:solidFill>
                <a:latin typeface="Be Vietnam Pro Medium" pitchFamily="34" charset="0"/>
                <a:ea typeface="Be Vietnam Pro Medium" pitchFamily="34" charset="-122"/>
                <a:cs typeface="Be Vietnam Pro Medium" pitchFamily="34" charset="-120"/>
              </a:rPr>
              <a:t> phá;</a:t>
            </a:r>
            <a:r>
              <a:rPr lang="en-US" sz="2025" dirty="0" spc="-13" kern="0">
                <a:solidFill>
                  <a:srgbClr val="14161C"/>
                </a:solidFill>
                <a:latin typeface="Be Vietnam Pro Medium" pitchFamily="34" charset="0"/>
                <a:ea typeface="Be Vietnam Pro Medium" pitchFamily="34" charset="-122"/>
                <a:cs typeface="Be Vietnam Pro Medium" pitchFamily="34" charset="-120"/>
              </a:rPr>
              <a:t> quyết</a:t>
            </a:r>
            <a:r>
              <a:rPr lang="en-US" sz="2025" dirty="0" spc="16" kern="0">
                <a:solidFill>
                  <a:srgbClr val="14161C"/>
                </a:solidFill>
                <a:latin typeface="Be Vietnam Pro Medium" pitchFamily="34" charset="0"/>
                <a:ea typeface="Be Vietnam Pro Medium" pitchFamily="34" charset="-122"/>
                <a:cs typeface="Be Vietnam Pro Medium" pitchFamily="34" charset="-120"/>
              </a:rPr>
              <a:t> định</a:t>
            </a:r>
            <a:r>
              <a:rPr lang="en-US" sz="2025" dirty="0" spc="2" kern="0">
                <a:solidFill>
                  <a:srgbClr val="14161C"/>
                </a:solidFill>
                <a:latin typeface="Be Vietnam Pro Medium" pitchFamily="34" charset="0"/>
                <a:ea typeface="Be Vietnam Pro Medium" pitchFamily="34" charset="-122"/>
                <a:cs typeface="Be Vietnam Pro Medium" pitchFamily="34" charset="-120"/>
              </a:rPr>
              <a:t> cần</a:t>
            </a:r>
            <a:r>
              <a:rPr lang="en-US" sz="2025" dirty="0" spc="11" kern="0">
                <a:solidFill>
                  <a:srgbClr val="14161C"/>
                </a:solidFill>
                <a:latin typeface="Be Vietnam Pro Medium" pitchFamily="34" charset="0"/>
                <a:ea typeface="Be Vietnam Pro Medium" pitchFamily="34" charset="-122"/>
                <a:cs typeface="Be Vietnam Pro Medium" pitchFamily="34" charset="-120"/>
              </a:rPr>
              <a:t> dựa</a:t>
            </a:r>
            <a:r>
              <a:rPr lang="en-US" sz="2025" dirty="0" spc="-12" kern="0">
                <a:solidFill>
                  <a:srgbClr val="14161C"/>
                </a:solidFill>
                <a:latin typeface="Be Vietnam Pro Medium" pitchFamily="34" charset="0"/>
                <a:ea typeface="Be Vietnam Pro Medium" pitchFamily="34" charset="-122"/>
                <a:cs typeface="Be Vietnam Pro Medium" pitchFamily="34" charset="-120"/>
              </a:rPr>
              <a:t> trên</a:t>
            </a:r>
            <a:r>
              <a:rPr lang="en-US" sz="2025" dirty="0" spc="-8" kern="0">
                <a:solidFill>
                  <a:srgbClr val="14161C"/>
                </a:solidFill>
                <a:latin typeface="Be Vietnam Pro Medium" pitchFamily="34" charset="0"/>
                <a:ea typeface="Be Vietnam Pro Medium" pitchFamily="34" charset="-122"/>
                <a:cs typeface="Be Vietnam Pro Medium" pitchFamily="34" charset="-120"/>
              </a:rPr>
              <a:t> tài</a:t>
            </a:r>
            <a:r>
              <a:rPr lang="en-US" sz="2025" dirty="0" spc="-10" kern="0">
                <a:solidFill>
                  <a:srgbClr val="14161C"/>
                </a:solidFill>
                <a:latin typeface="Be Vietnam Pro Medium" pitchFamily="34" charset="0"/>
                <a:ea typeface="Be Vietnam Pro Medium" pitchFamily="34" charset="-122"/>
                <a:cs typeface="Be Vietnam Pro Medium" pitchFamily="34" charset="-120"/>
              </a:rPr>
              <a:t> nguyên</a:t>
            </a:r>
            <a:r>
              <a:rPr lang="en-US" sz="2025" dirty="0" spc="13" kern="0">
                <a:solidFill>
                  <a:srgbClr val="14161C"/>
                </a:solidFill>
                <a:latin typeface="Be Vietnam Pro Medium" pitchFamily="34" charset="0"/>
                <a:ea typeface="Be Vietnam Pro Medium" pitchFamily="34" charset="-122"/>
                <a:cs typeface="Be Vietnam Pro Medium" pitchFamily="34" charset="-120"/>
              </a:rPr>
              <a:t> đích.</a:t>
            </a:r>
            <a:endParaRPr lang="en-US" sz="2025" dirty="0"/>
          </a:p>
        </p:txBody>
      </p:sp>
      <p:sp>
        <p:nvSpPr>
          <p:cNvPr id="8" name="Text 5"/>
          <p:cNvSpPr/>
          <p:nvPr/>
        </p:nvSpPr>
        <p:spPr>
          <a:xfrm>
            <a:off x="838200" y="9353550"/>
            <a:ext cx="16611600" cy="333375"/>
          </a:xfrm>
          <a:prstGeom prst="rect">
            <a:avLst/>
          </a:prstGeom>
          <a:noFill/>
          <a:ln/>
        </p:spPr>
        <p:txBody>
          <a:bodyPr wrap="square" lIns="0" tIns="8906" rIns="0" bIns="-8906" rtlCol="0" anchor="t"/>
          <a:lstStyle/>
          <a:p>
            <a:pPr algn="l" indent="0" marL="0">
              <a:lnSpc>
                <a:spcPts val="2145"/>
              </a:lnSpc>
              <a:buNone/>
            </a:pPr>
            <a:r>
              <a:rPr lang="en-US" sz="1650" dirty="0" spc="-3" kern="0">
                <a:solidFill>
                  <a:srgbClr val="6B6A66"/>
                </a:solidFill>
                <a:latin typeface="Be Vietnam Pro" pitchFamily="34" charset="0"/>
                <a:ea typeface="Be Vietnam Pro" pitchFamily="34" charset="-122"/>
                <a:cs typeface="Be Vietnam Pro" pitchFamily="34" charset="-120"/>
              </a:rPr>
              <a:t>Nguồn:</a:t>
            </a:r>
            <a:r>
              <a:rPr lang="en-US" sz="1650" dirty="0" spc="-1" kern="0">
                <a:solidFill>
                  <a:srgbClr val="6B6A66"/>
                </a:solidFill>
                <a:latin typeface="Be Vietnam Pro" pitchFamily="34" charset="0"/>
                <a:ea typeface="Be Vietnam Pro" pitchFamily="34" charset="-122"/>
                <a:cs typeface="Be Vietnam Pro" pitchFamily="34" charset="-120"/>
              </a:rPr>
              <a:t> [S3]</a:t>
            </a:r>
            <a:r>
              <a:rPr lang="en-US" sz="1650" dirty="0" spc="-2" kern="0">
                <a:solidFill>
                  <a:srgbClr val="6B6A66"/>
                </a:solidFill>
                <a:latin typeface="Be Vietnam Pro" pitchFamily="34" charset="0"/>
                <a:ea typeface="Be Vietnam Pro" pitchFamily="34" charset="-122"/>
                <a:cs typeface="Be Vietnam Pro" pitchFamily="34" charset="-120"/>
              </a:rPr>
              <a:t> [S4]</a:t>
            </a:r>
            <a:r>
              <a:rPr lang="en-US" sz="1650" dirty="0" spc="1" kern="0">
                <a:solidFill>
                  <a:srgbClr val="6B6A66"/>
                </a:solidFill>
                <a:latin typeface="Be Vietnam Pro" pitchFamily="34" charset="0"/>
                <a:ea typeface="Be Vietnam Pro" pitchFamily="34" charset="-122"/>
                <a:cs typeface="Be Vietnam Pro" pitchFamily="34" charset="-120"/>
              </a:rPr>
              <a:t>  ·</a:t>
            </a:r>
            <a:r>
              <a:rPr lang="en-US" sz="1650" dirty="0" spc="2" kern="0">
                <a:solidFill>
                  <a:srgbClr val="6B6A66"/>
                </a:solidFill>
                <a:latin typeface="Be Vietnam Pro" pitchFamily="34" charset="0"/>
                <a:ea typeface="Be Vietnam Pro" pitchFamily="34" charset="-122"/>
                <a:cs typeface="Be Vietnam Pro" pitchFamily="34" charset="-120"/>
              </a:rPr>
              <a:t>  Số</a:t>
            </a:r>
            <a:r>
              <a:rPr lang="en-US" sz="1650" dirty="0" spc="-1" kern="0">
                <a:solidFill>
                  <a:srgbClr val="6B6A66"/>
                </a:solidFill>
                <a:latin typeface="Be Vietnam Pro" pitchFamily="34" charset="0"/>
                <a:ea typeface="Be Vietnam Pro" pitchFamily="34" charset="-122"/>
                <a:cs typeface="Be Vietnam Pro" pitchFamily="34" charset="-120"/>
              </a:rPr>
              <a:t> liệu:</a:t>
            </a:r>
            <a:r>
              <a:rPr lang="en-US" sz="1650" dirty="0" spc="1" kern="0">
                <a:solidFill>
                  <a:srgbClr val="6B6A66"/>
                </a:solidFill>
                <a:latin typeface="Be Vietnam Pro" pitchFamily="34" charset="0"/>
                <a:ea typeface="Be Vietnam Pro" pitchFamily="34" charset="-122"/>
                <a:cs typeface="Be Vietnam Pro" pitchFamily="34" charset="-120"/>
              </a:rPr>
              <a:t> phiên</a:t>
            </a:r>
            <a:r>
              <a:rPr lang="en-US" sz="1650" dirty="0" spc="-1" kern="0">
                <a:solidFill>
                  <a:srgbClr val="6B6A66"/>
                </a:solidFill>
                <a:latin typeface="Be Vietnam Pro" pitchFamily="34" charset="0"/>
                <a:ea typeface="Be Vietnam Pro" pitchFamily="34" charset="-122"/>
                <a:cs typeface="Be Vietnam Pro" pitchFamily="34" charset="-120"/>
              </a:rPr>
              <a:t> quét</a:t>
            </a:r>
            <a:r>
              <a:rPr lang="en-US" sz="1650" dirty="0" spc="-8" kern="0">
                <a:solidFill>
                  <a:srgbClr val="6B6A66"/>
                </a:solidFill>
                <a:latin typeface="Be Vietnam Pro" pitchFamily="34" charset="0"/>
                <a:ea typeface="Be Vietnam Pro" pitchFamily="34" charset="-122"/>
                <a:cs typeface="Be Vietnam Pro" pitchFamily="34" charset="-120"/>
              </a:rPr>
              <a:t> 23/10/2026</a:t>
            </a:r>
            <a:endParaRPr lang="en-US" sz="1650" dirty="0"/>
          </a:p>
        </p:txBody>
      </p:sp>
      <p:sp>
        <p:nvSpPr>
          <p:cNvPr id="9" name="Shape 6"/>
          <p:cNvSpPr/>
          <p:nvPr/>
        </p:nvSpPr>
        <p:spPr>
          <a:xfrm>
            <a:off x="847725" y="9896475"/>
            <a:ext cx="57150" cy="57150"/>
          </a:xfrm>
          <a:prstGeom prst="ellipse">
            <a:avLst/>
          </a:prstGeom>
          <a:solidFill>
            <a:srgbClr val="DDD5C1"/>
          </a:solidFill>
          <a:ln/>
        </p:spPr>
      </p:sp>
      <p:sp>
        <p:nvSpPr>
          <p:cNvPr id="10" name="Shape 7"/>
          <p:cNvSpPr/>
          <p:nvPr/>
        </p:nvSpPr>
        <p:spPr>
          <a:xfrm>
            <a:off x="952500" y="9896475"/>
            <a:ext cx="57150" cy="57150"/>
          </a:xfrm>
          <a:prstGeom prst="ellipse">
            <a:avLst/>
          </a:prstGeom>
          <a:solidFill>
            <a:srgbClr val="DDD5C1"/>
          </a:solidFill>
          <a:ln/>
        </p:spPr>
      </p:sp>
      <p:sp>
        <p:nvSpPr>
          <p:cNvPr id="11" name="Shape 8"/>
          <p:cNvSpPr/>
          <p:nvPr/>
        </p:nvSpPr>
        <p:spPr>
          <a:xfrm>
            <a:off x="1057275" y="9896475"/>
            <a:ext cx="57150" cy="57150"/>
          </a:xfrm>
          <a:prstGeom prst="ellipse">
            <a:avLst/>
          </a:prstGeom>
          <a:solidFill>
            <a:srgbClr val="DDD5C1"/>
          </a:solidFill>
          <a:ln/>
        </p:spPr>
      </p:sp>
      <p:sp>
        <p:nvSpPr>
          <p:cNvPr id="12" name="Shape 9"/>
          <p:cNvSpPr/>
          <p:nvPr/>
        </p:nvSpPr>
        <p:spPr>
          <a:xfrm>
            <a:off x="1162050" y="9896475"/>
            <a:ext cx="57150" cy="57150"/>
          </a:xfrm>
          <a:prstGeom prst="ellipse">
            <a:avLst/>
          </a:prstGeom>
          <a:solidFill>
            <a:srgbClr val="DDD5C1"/>
          </a:solidFill>
          <a:ln/>
        </p:spPr>
      </p:sp>
      <p:sp>
        <p:nvSpPr>
          <p:cNvPr id="13" name="Shape 10"/>
          <p:cNvSpPr/>
          <p:nvPr/>
        </p:nvSpPr>
        <p:spPr>
          <a:xfrm>
            <a:off x="1266825" y="9896475"/>
            <a:ext cx="57150" cy="57150"/>
          </a:xfrm>
          <a:prstGeom prst="ellipse">
            <a:avLst/>
          </a:prstGeom>
          <a:solidFill>
            <a:srgbClr val="DDD5C1"/>
          </a:solidFill>
          <a:ln/>
        </p:spPr>
      </p:sp>
      <p:sp>
        <p:nvSpPr>
          <p:cNvPr id="14" name="Shape 11"/>
          <p:cNvSpPr/>
          <p:nvPr/>
        </p:nvSpPr>
        <p:spPr>
          <a:xfrm>
            <a:off x="1371600" y="9896475"/>
            <a:ext cx="57150" cy="57150"/>
          </a:xfrm>
          <a:prstGeom prst="ellipse">
            <a:avLst/>
          </a:prstGeom>
          <a:solidFill>
            <a:srgbClr val="DDD5C1"/>
          </a:solidFill>
          <a:ln/>
        </p:spPr>
      </p:sp>
      <p:sp>
        <p:nvSpPr>
          <p:cNvPr id="15" name="Shape 12"/>
          <p:cNvSpPr/>
          <p:nvPr/>
        </p:nvSpPr>
        <p:spPr>
          <a:xfrm>
            <a:off x="1476375" y="9896475"/>
            <a:ext cx="57150" cy="57150"/>
          </a:xfrm>
          <a:prstGeom prst="ellipse">
            <a:avLst/>
          </a:prstGeom>
          <a:solidFill>
            <a:srgbClr val="DDD5C1"/>
          </a:solidFill>
          <a:ln/>
        </p:spPr>
      </p:sp>
      <p:sp>
        <p:nvSpPr>
          <p:cNvPr id="16" name="Shape 13"/>
          <p:cNvSpPr/>
          <p:nvPr/>
        </p:nvSpPr>
        <p:spPr>
          <a:xfrm>
            <a:off x="1581150" y="9896475"/>
            <a:ext cx="57150" cy="57150"/>
          </a:xfrm>
          <a:prstGeom prst="ellipse">
            <a:avLst/>
          </a:prstGeom>
          <a:solidFill>
            <a:srgbClr val="DDD5C1"/>
          </a:solidFill>
          <a:ln/>
        </p:spPr>
      </p:sp>
      <p:sp>
        <p:nvSpPr>
          <p:cNvPr id="17" name="Shape 14"/>
          <p:cNvSpPr/>
          <p:nvPr/>
        </p:nvSpPr>
        <p:spPr>
          <a:xfrm>
            <a:off x="1685925" y="9896475"/>
            <a:ext cx="57150" cy="57150"/>
          </a:xfrm>
          <a:prstGeom prst="ellipse">
            <a:avLst/>
          </a:prstGeom>
          <a:solidFill>
            <a:srgbClr val="DDD5C1"/>
          </a:solidFill>
          <a:ln/>
        </p:spPr>
      </p:sp>
      <p:sp>
        <p:nvSpPr>
          <p:cNvPr id="18" name="Shape 15"/>
          <p:cNvSpPr/>
          <p:nvPr/>
        </p:nvSpPr>
        <p:spPr>
          <a:xfrm>
            <a:off x="1790700" y="9896475"/>
            <a:ext cx="57150" cy="57150"/>
          </a:xfrm>
          <a:prstGeom prst="ellipse">
            <a:avLst/>
          </a:prstGeom>
          <a:solidFill>
            <a:srgbClr val="DDD5C1"/>
          </a:solidFill>
          <a:ln/>
        </p:spPr>
      </p:sp>
      <p:sp>
        <p:nvSpPr>
          <p:cNvPr id="19" name="Shape 16"/>
          <p:cNvSpPr/>
          <p:nvPr/>
        </p:nvSpPr>
        <p:spPr>
          <a:xfrm>
            <a:off x="1895475" y="9896475"/>
            <a:ext cx="57150" cy="57150"/>
          </a:xfrm>
          <a:prstGeom prst="ellipse">
            <a:avLst/>
          </a:prstGeom>
          <a:solidFill>
            <a:srgbClr val="DDD5C1"/>
          </a:solidFill>
          <a:ln/>
        </p:spPr>
      </p:sp>
      <p:sp>
        <p:nvSpPr>
          <p:cNvPr id="20" name="Shape 17"/>
          <p:cNvSpPr/>
          <p:nvPr/>
        </p:nvSpPr>
        <p:spPr>
          <a:xfrm>
            <a:off x="2000250" y="9896475"/>
            <a:ext cx="57150" cy="57150"/>
          </a:xfrm>
          <a:prstGeom prst="ellipse">
            <a:avLst/>
          </a:prstGeom>
          <a:solidFill>
            <a:srgbClr val="DDD5C1"/>
          </a:solidFill>
          <a:ln/>
        </p:spPr>
      </p:sp>
      <p:sp>
        <p:nvSpPr>
          <p:cNvPr id="21" name="Shape 18"/>
          <p:cNvSpPr/>
          <p:nvPr/>
        </p:nvSpPr>
        <p:spPr>
          <a:xfrm>
            <a:off x="2105025" y="9896475"/>
            <a:ext cx="57150" cy="57150"/>
          </a:xfrm>
          <a:prstGeom prst="ellipse">
            <a:avLst/>
          </a:prstGeom>
          <a:solidFill>
            <a:srgbClr val="DDD5C1"/>
          </a:solidFill>
          <a:ln/>
        </p:spPr>
      </p:sp>
      <p:sp>
        <p:nvSpPr>
          <p:cNvPr id="22" name="Shape 19"/>
          <p:cNvSpPr/>
          <p:nvPr/>
        </p:nvSpPr>
        <p:spPr>
          <a:xfrm>
            <a:off x="2209800" y="9896475"/>
            <a:ext cx="57150" cy="57150"/>
          </a:xfrm>
          <a:prstGeom prst="ellipse">
            <a:avLst/>
          </a:prstGeom>
          <a:solidFill>
            <a:srgbClr val="DDD5C1"/>
          </a:solidFill>
          <a:ln/>
        </p:spPr>
      </p:sp>
      <p:sp>
        <p:nvSpPr>
          <p:cNvPr id="23" name="Shape 20"/>
          <p:cNvSpPr/>
          <p:nvPr/>
        </p:nvSpPr>
        <p:spPr>
          <a:xfrm>
            <a:off x="2314575" y="9896475"/>
            <a:ext cx="57150" cy="57150"/>
          </a:xfrm>
          <a:prstGeom prst="ellipse">
            <a:avLst/>
          </a:prstGeom>
          <a:solidFill>
            <a:srgbClr val="E8472B"/>
          </a:solidFill>
          <a:ln/>
        </p:spPr>
      </p:sp>
      <p:sp>
        <p:nvSpPr>
          <p:cNvPr id="24" name="Shape 21"/>
          <p:cNvSpPr/>
          <p:nvPr/>
        </p:nvSpPr>
        <p:spPr>
          <a:xfrm>
            <a:off x="2419350" y="9896475"/>
            <a:ext cx="57150" cy="57150"/>
          </a:xfrm>
          <a:prstGeom prst="ellipse">
            <a:avLst/>
          </a:prstGeom>
          <a:solidFill>
            <a:srgbClr val="DDD5C1"/>
          </a:solidFill>
          <a:ln/>
        </p:spPr>
      </p:sp>
      <p:sp>
        <p:nvSpPr>
          <p:cNvPr id="25" name="Shape 22"/>
          <p:cNvSpPr/>
          <p:nvPr/>
        </p:nvSpPr>
        <p:spPr>
          <a:xfrm>
            <a:off x="2524125" y="9896475"/>
            <a:ext cx="57150" cy="57150"/>
          </a:xfrm>
          <a:prstGeom prst="ellipse">
            <a:avLst/>
          </a:prstGeom>
          <a:solidFill>
            <a:srgbClr val="DDD5C1"/>
          </a:solidFill>
          <a:ln/>
        </p:spPr>
      </p:sp>
      <p:sp>
        <p:nvSpPr>
          <p:cNvPr id="26" name="Shape 23"/>
          <p:cNvSpPr/>
          <p:nvPr/>
        </p:nvSpPr>
        <p:spPr>
          <a:xfrm>
            <a:off x="2628900" y="9896475"/>
            <a:ext cx="57150" cy="57150"/>
          </a:xfrm>
          <a:prstGeom prst="ellipse">
            <a:avLst/>
          </a:prstGeom>
          <a:solidFill>
            <a:srgbClr val="DDD5C1"/>
          </a:solidFill>
          <a:ln/>
        </p:spPr>
      </p:sp>
      <p:sp>
        <p:nvSpPr>
          <p:cNvPr id="27" name="Shape 24"/>
          <p:cNvSpPr/>
          <p:nvPr/>
        </p:nvSpPr>
        <p:spPr>
          <a:xfrm>
            <a:off x="2733675" y="9896475"/>
            <a:ext cx="57150" cy="57150"/>
          </a:xfrm>
          <a:prstGeom prst="ellipse">
            <a:avLst/>
          </a:prstGeom>
          <a:solidFill>
            <a:srgbClr val="DDD5C1"/>
          </a:solidFill>
          <a:ln/>
        </p:spPr>
      </p:sp>
      <p:sp>
        <p:nvSpPr>
          <p:cNvPr id="28" name="Shape 25"/>
          <p:cNvSpPr/>
          <p:nvPr/>
        </p:nvSpPr>
        <p:spPr>
          <a:xfrm>
            <a:off x="2838450" y="9896475"/>
            <a:ext cx="57150" cy="57150"/>
          </a:xfrm>
          <a:prstGeom prst="ellipse">
            <a:avLst/>
          </a:prstGeom>
          <a:solidFill>
            <a:srgbClr val="DDD5C1"/>
          </a:solidFill>
          <a:ln/>
        </p:spPr>
      </p:sp>
      <p:sp>
        <p:nvSpPr>
          <p:cNvPr id="29" name="Shape 26"/>
          <p:cNvSpPr/>
          <p:nvPr/>
        </p:nvSpPr>
        <p:spPr>
          <a:xfrm>
            <a:off x="2943225" y="9896475"/>
            <a:ext cx="57150" cy="57150"/>
          </a:xfrm>
          <a:prstGeom prst="ellipse">
            <a:avLst/>
          </a:prstGeom>
          <a:solidFill>
            <a:srgbClr val="DDD5C1"/>
          </a:solidFill>
          <a:ln/>
        </p:spPr>
      </p:sp>
      <p:sp>
        <p:nvSpPr>
          <p:cNvPr id="30" name="Shape 27"/>
          <p:cNvSpPr/>
          <p:nvPr/>
        </p:nvSpPr>
        <p:spPr>
          <a:xfrm>
            <a:off x="3048000" y="9896475"/>
            <a:ext cx="57150" cy="57150"/>
          </a:xfrm>
          <a:prstGeom prst="ellipse">
            <a:avLst/>
          </a:prstGeom>
          <a:solidFill>
            <a:srgbClr val="DDD5C1"/>
          </a:solidFill>
          <a:ln/>
        </p:spPr>
      </p:sp>
      <p:sp>
        <p:nvSpPr>
          <p:cNvPr id="31" name="Shape 28"/>
          <p:cNvSpPr/>
          <p:nvPr/>
        </p:nvSpPr>
        <p:spPr>
          <a:xfrm>
            <a:off x="3152775" y="9896475"/>
            <a:ext cx="57150" cy="57150"/>
          </a:xfrm>
          <a:prstGeom prst="ellipse">
            <a:avLst/>
          </a:prstGeom>
          <a:solidFill>
            <a:srgbClr val="DDD5C1"/>
          </a:solidFill>
          <a:ln/>
        </p:spPr>
      </p:sp>
      <p:sp>
        <p:nvSpPr>
          <p:cNvPr id="32" name="Shape 29"/>
          <p:cNvSpPr/>
          <p:nvPr/>
        </p:nvSpPr>
        <p:spPr>
          <a:xfrm>
            <a:off x="3257550" y="9896475"/>
            <a:ext cx="57150" cy="57150"/>
          </a:xfrm>
          <a:prstGeom prst="ellipse">
            <a:avLst/>
          </a:prstGeom>
          <a:solidFill>
            <a:srgbClr val="DDD5C1"/>
          </a:solidFill>
          <a:ln/>
        </p:spPr>
      </p:sp>
      <p:sp>
        <p:nvSpPr>
          <p:cNvPr id="33" name="Text 30"/>
          <p:cNvSpPr/>
          <p:nvPr/>
        </p:nvSpPr>
        <p:spPr>
          <a:xfrm>
            <a:off x="3667125" y="9734550"/>
            <a:ext cx="10953750" cy="342900"/>
          </a:xfrm>
          <a:prstGeom prst="rect">
            <a:avLst/>
          </a:prstGeom>
          <a:noFill/>
          <a:ln/>
        </p:spPr>
        <p:txBody>
          <a:bodyPr wrap="square" lIns="0" tIns="8906" rIns="0" bIns="-8906" rtlCol="0" anchor="t"/>
          <a:lstStyle/>
          <a:p>
            <a:pPr algn="l" indent="0" marL="0">
              <a:lnSpc>
                <a:spcPts val="2145"/>
              </a:lnSpc>
              <a:buNone/>
            </a:pPr>
            <a:r>
              <a:rPr lang="en-US" sz="1650" dirty="0" spc="-6" kern="0">
                <a:solidFill>
                  <a:srgbClr val="6B6A66"/>
                </a:solidFill>
                <a:latin typeface="Be Vietnam Pro" pitchFamily="34" charset="0"/>
                <a:ea typeface="Be Vietnam Pro" pitchFamily="34" charset="-122"/>
                <a:cs typeface="Be Vietnam Pro" pitchFamily="34" charset="-120"/>
              </a:rPr>
              <a:t>Multiple-report</a:t>
            </a:r>
            <a:r>
              <a:rPr lang="en-US" sz="1650" dirty="0" spc="3" kern="0">
                <a:solidFill>
                  <a:srgbClr val="6B6A66"/>
                </a:solidFill>
                <a:latin typeface="Be Vietnam Pro" pitchFamily="34" charset="0"/>
                <a:ea typeface="Be Vietnam Pro" pitchFamily="34" charset="-122"/>
                <a:cs typeface="Be Vietnam Pro" pitchFamily="34" charset="-120"/>
              </a:rPr>
              <a:t> ·</a:t>
            </a:r>
            <a:r>
              <a:rPr lang="en-US" sz="1650" dirty="0" spc="1" kern="0">
                <a:solidFill>
                  <a:srgbClr val="6B6A66"/>
                </a:solidFill>
                <a:latin typeface="Be Vietnam Pro" pitchFamily="34" charset="0"/>
                <a:ea typeface="Be Vietnam Pro" pitchFamily="34" charset="-122"/>
                <a:cs typeface="Be Vietnam Pro" pitchFamily="34" charset="-120"/>
              </a:rPr>
              <a:t> GitHub</a:t>
            </a:r>
            <a:r>
              <a:rPr lang="en-US" sz="1650" dirty="0" spc="-38" kern="0">
                <a:solidFill>
                  <a:srgbClr val="6B6A66"/>
                </a:solidFill>
                <a:latin typeface="Be Vietnam Pro" pitchFamily="34" charset="0"/>
                <a:ea typeface="Be Vietnam Pro" pitchFamily="34" charset="-122"/>
                <a:cs typeface="Be Vietnam Pro" pitchFamily="34" charset="-120"/>
              </a:rPr>
              <a:t> Top</a:t>
            </a:r>
            <a:r>
              <a:rPr lang="en-US" sz="1650" dirty="0" spc="4" kern="0">
                <a:solidFill>
                  <a:srgbClr val="6B6A66"/>
                </a:solidFill>
                <a:latin typeface="Be Vietnam Pro" pitchFamily="34" charset="0"/>
                <a:ea typeface="Be Vietnam Pro" pitchFamily="34" charset="-122"/>
                <a:cs typeface="Be Vietnam Pro" pitchFamily="34" charset="-120"/>
              </a:rPr>
              <a:t> 3</a:t>
            </a:r>
            <a:r>
              <a:rPr lang="en-US" sz="1650" dirty="0" spc="0" kern="0">
                <a:solidFill>
                  <a:srgbClr val="6B6A66"/>
                </a:solidFill>
                <a:latin typeface="Be Vietnam Pro" pitchFamily="34" charset="0"/>
                <a:ea typeface="Be Vietnam Pro" pitchFamily="34" charset="-122"/>
                <a:cs typeface="Be Vietnam Pro" pitchFamily="34" charset="-120"/>
              </a:rPr>
              <a:t> ·</a:t>
            </a:r>
            <a:r>
              <a:rPr lang="en-US" sz="1650" dirty="0" spc="-21" kern="0">
                <a:solidFill>
                  <a:srgbClr val="6B6A66"/>
                </a:solidFill>
                <a:latin typeface="Be Vietnam Pro" pitchFamily="34" charset="0"/>
                <a:ea typeface="Be Vietnam Pro" pitchFamily="34" charset="-122"/>
                <a:cs typeface="Be Vietnam Pro" pitchFamily="34" charset="-120"/>
              </a:rPr>
              <a:t> 15/24</a:t>
            </a:r>
            <a:endParaRPr lang="en-US" sz="1650" dirty="0"/>
          </a:p>
        </p:txBody>
      </p:sp>
      <p:sp>
        <p:nvSpPr>
          <p:cNvPr id="34" name="Shape 31"/>
          <p:cNvSpPr/>
          <p:nvPr/>
        </p:nvSpPr>
        <p:spPr>
          <a:xfrm>
            <a:off x="15983712" y="9076331"/>
            <a:ext cx="1645920" cy="552301"/>
          </a:xfrm>
          <a:prstGeom prst="roundRect">
            <a:avLst>
              <a:gd name="adj" fmla="val 28000"/>
            </a:avLst>
          </a:prstGeom>
          <a:solidFill>
            <a:srgbClr val="FFFFFF">
              <a:alpha val="82000"/>
            </a:srgbClr>
          </a:solidFill>
          <a:ln/>
        </p:spPr>
      </p:sp>
      <p:pic>
        <p:nvPicPr>
          <p:cNvPr id="35" name="Moda image moda-export-watermark-aa033227-0306-45d0-a78b-807173c48bf0"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838200" y="438150"/>
            <a:ext cx="16192500" cy="381000"/>
          </a:xfrm>
          <a:prstGeom prst="rect">
            <a:avLst/>
          </a:prstGeom>
          <a:noFill/>
          <a:ln/>
        </p:spPr>
        <p:txBody>
          <a:bodyPr wrap="square" lIns="0" tIns="10104" rIns="0" bIns="-10104" rtlCol="0" anchor="t"/>
          <a:lstStyle/>
          <a:p>
            <a:pPr algn="l" indent="0" marL="0">
              <a:lnSpc>
                <a:spcPts val="2438"/>
              </a:lnSpc>
              <a:buNone/>
            </a:pPr>
            <a:r>
              <a:rPr lang="en-US" sz="1875" dirty="0" spc="-1" kern="0">
                <a:solidFill>
                  <a:srgbClr val="3DD6A0"/>
                </a:solidFill>
                <a:latin typeface="Be Vietnam Pro SemiBold" pitchFamily="34" charset="0"/>
                <a:ea typeface="Be Vietnam Pro SemiBold" pitchFamily="34" charset="-122"/>
                <a:cs typeface="Be Vietnam Pro SemiBold" pitchFamily="34" charset="-120"/>
              </a:rPr>
              <a:t>03</a:t>
            </a:r>
            <a:r>
              <a:rPr lang="en-US" sz="1875" dirty="0" spc="-2" kern="0">
                <a:solidFill>
                  <a:srgbClr val="3DD6A0"/>
                </a:solidFill>
                <a:latin typeface="Be Vietnam Pro SemiBold" pitchFamily="34" charset="0"/>
                <a:ea typeface="Be Vietnam Pro SemiBold" pitchFamily="34" charset="-122"/>
                <a:cs typeface="Be Vietnam Pro SemiBold" pitchFamily="34" charset="-120"/>
              </a:rPr>
              <a:t> /</a:t>
            </a:r>
            <a:r>
              <a:rPr lang="en-US" sz="1875" dirty="0" spc="-1" kern="0">
                <a:solidFill>
                  <a:srgbClr val="3DD6A0"/>
                </a:solidFill>
                <a:latin typeface="Be Vietnam Pro SemiBold" pitchFamily="34" charset="0"/>
                <a:ea typeface="Be Vietnam Pro SemiBold" pitchFamily="34" charset="-122"/>
                <a:cs typeface="Be Vietnam Pro SemiBold" pitchFamily="34" charset="-120"/>
              </a:rPr>
              <a:t> PUBLIC-APIS</a:t>
            </a:r>
            <a:endParaRPr lang="en-US" sz="1875" dirty="0"/>
          </a:p>
        </p:txBody>
      </p:sp>
      <p:sp>
        <p:nvSpPr>
          <p:cNvPr id="3" name="Text 1"/>
          <p:cNvSpPr/>
          <p:nvPr/>
        </p:nvSpPr>
        <p:spPr>
          <a:xfrm>
            <a:off x="838200" y="1066800"/>
            <a:ext cx="16573500" cy="1476375"/>
          </a:xfrm>
          <a:prstGeom prst="rect">
            <a:avLst/>
          </a:prstGeom>
          <a:noFill/>
          <a:ln/>
        </p:spPr>
        <p:txBody>
          <a:bodyPr wrap="square" lIns="0" tIns="3048" rIns="0" bIns="-3048" rtlCol="0" anchor="t"/>
          <a:lstStyle/>
          <a:p>
            <a:pPr algn="l" indent="0" marL="0">
              <a:lnSpc>
                <a:spcPts val="6240"/>
              </a:lnSpc>
              <a:buNone/>
            </a:pPr>
            <a:r>
              <a:rPr lang="en-US" sz="4800" dirty="0" spc="2" kern="0">
                <a:solidFill>
                  <a:srgbClr val="F3EEE3"/>
                </a:solidFill>
                <a:latin typeface="Bricolage Grotesque ExtraBold" pitchFamily="34" charset="0"/>
                <a:ea typeface="Bricolage Grotesque ExtraBold" pitchFamily="34" charset="-122"/>
                <a:cs typeface="Bricolage Grotesque ExtraBold" pitchFamily="34" charset="-120"/>
              </a:rPr>
              <a:t>public-apis:</a:t>
            </a:r>
            <a:r>
              <a:rPr lang="en-US" sz="4800" dirty="0" spc="-12" kern="0">
                <a:solidFill>
                  <a:srgbClr val="F3EEE3"/>
                </a:solidFill>
                <a:latin typeface="Bricolage Grotesque ExtraBold" pitchFamily="34" charset="0"/>
                <a:ea typeface="Bricolage Grotesque ExtraBold" pitchFamily="34" charset="-122"/>
                <a:cs typeface="Bricolage Grotesque ExtraBold" pitchFamily="34" charset="-120"/>
              </a:rPr>
              <a:t> tìm</a:t>
            </a:r>
            <a:r>
              <a:rPr lang="en-US" sz="4800" dirty="0" spc="-1" kern="0">
                <a:solidFill>
                  <a:srgbClr val="F3EEE3"/>
                </a:solidFill>
                <a:latin typeface="Bricolage Grotesque ExtraBold" pitchFamily="34" charset="0"/>
                <a:ea typeface="Bricolage Grotesque ExtraBold" pitchFamily="34" charset="-122"/>
                <a:cs typeface="Bricolage Grotesque ExtraBold" pitchFamily="34" charset="-120"/>
              </a:rPr>
              <a:t> dịch</a:t>
            </a:r>
            <a:r>
              <a:rPr lang="en-US" sz="4800" dirty="0" spc="-2" kern="0">
                <a:solidFill>
                  <a:srgbClr val="F3EEE3"/>
                </a:solidFill>
                <a:latin typeface="Bricolage Grotesque ExtraBold" pitchFamily="34" charset="0"/>
                <a:ea typeface="Bricolage Grotesque ExtraBold" pitchFamily="34" charset="-122"/>
                <a:cs typeface="Bricolage Grotesque ExtraBold" pitchFamily="34" charset="-120"/>
              </a:rPr>
              <a:t> vụ cho</a:t>
            </a:r>
            <a:r>
              <a:rPr lang="en-US" sz="4800" dirty="0" spc="8" kern="0">
                <a:solidFill>
                  <a:srgbClr val="F3EEE3"/>
                </a:solidFill>
                <a:latin typeface="Bricolage Grotesque ExtraBold" pitchFamily="34" charset="0"/>
                <a:ea typeface="Bricolage Grotesque ExtraBold" pitchFamily="34" charset="-122"/>
                <a:cs typeface="Bricolage Grotesque ExtraBold" pitchFamily="34" charset="-120"/>
              </a:rPr>
              <a:t> ứng</a:t>
            </a:r>
            <a:r>
              <a:rPr lang="en-US" sz="4800" dirty="0" spc="-1" kern="0">
                <a:solidFill>
                  <a:srgbClr val="F3EEE3"/>
                </a:solidFill>
                <a:latin typeface="Bricolage Grotesque ExtraBold" pitchFamily="34" charset="0"/>
                <a:ea typeface="Bricolage Grotesque ExtraBold" pitchFamily="34" charset="-122"/>
                <a:cs typeface="Bricolage Grotesque ExtraBold" pitchFamily="34" charset="-120"/>
              </a:rPr>
              <a:t> dụng</a:t>
            </a:r>
            <a:endParaRPr lang="en-US" sz="4800" dirty="0"/>
          </a:p>
        </p:txBody>
      </p:sp>
      <p:sp>
        <p:nvSpPr>
          <p:cNvPr id="4" name="Connector line-1792794906212-406045389"/>
          <p:cNvSpPr/>
          <p:nvPr/>
        </p:nvSpPr>
        <p:spPr>
          <a:xfrm>
            <a:off x="838200" y="2647950"/>
            <a:ext cx="16611600" cy="0"/>
          </a:xfrm>
          <a:prstGeom prst="line">
            <a:avLst/>
          </a:prstGeom>
          <a:noFill/>
          <a:ln w="28575">
            <a:solidFill>
              <a:srgbClr val="363B4A"/>
            </a:solidFill>
            <a:prstDash val="solid"/>
            <a:headEnd type="none"/>
            <a:tailEnd type="none"/>
          </a:ln>
        </p:spPr>
      </p:sp>
      <p:sp>
        <p:nvSpPr>
          <p:cNvPr id="5" name="Shape 3"/>
          <p:cNvSpPr/>
          <p:nvPr/>
        </p:nvSpPr>
        <p:spPr>
          <a:xfrm>
            <a:off x="838200" y="3143250"/>
            <a:ext cx="76200" cy="4572000"/>
          </a:xfrm>
          <a:prstGeom prst="rect">
            <a:avLst/>
          </a:prstGeom>
          <a:solidFill>
            <a:srgbClr val="3DD6A0"/>
          </a:solidFill>
          <a:ln w="9525">
            <a:solidFill>
              <a:srgbClr val="3DD6A0"/>
            </a:solidFill>
            <a:prstDash val="solid"/>
          </a:ln>
        </p:spPr>
      </p:sp>
      <p:sp>
        <p:nvSpPr>
          <p:cNvPr id="6" name="Text 4"/>
          <p:cNvSpPr/>
          <p:nvPr/>
        </p:nvSpPr>
        <p:spPr>
          <a:xfrm>
            <a:off x="1181100" y="3143250"/>
            <a:ext cx="10429875" cy="4667250"/>
          </a:xfrm>
          <a:prstGeom prst="rect">
            <a:avLst/>
          </a:prstGeom>
          <a:noFill/>
          <a:ln/>
        </p:spPr>
        <p:txBody>
          <a:bodyPr wrap="square" lIns="0" tIns="14573" rIns="0" bIns="-14573" rtlCol="0" anchor="t"/>
          <a:lstStyle/>
          <a:p>
            <a:pPr algn="l" indent="0" marL="0">
              <a:lnSpc>
                <a:spcPts val="3510"/>
              </a:lnSpc>
              <a:buNone/>
            </a:pPr>
            <a:r>
              <a:rPr lang="en-US" sz="2700" dirty="0" spc="0" kern="0">
                <a:solidFill>
                  <a:srgbClr val="F3EEE3"/>
                </a:solidFill>
                <a:latin typeface="Be Vietnam Pro" pitchFamily="34" charset="0"/>
                <a:ea typeface="Be Vietnam Pro" pitchFamily="34" charset="-122"/>
                <a:cs typeface="Be Vietnam Pro" pitchFamily="34" charset="-120"/>
              </a:rPr>
              <a:t>public-apis</a:t>
            </a:r>
            <a:r>
              <a:rPr lang="en-US" sz="2700" dirty="0" spc="-1" kern="0">
                <a:solidFill>
                  <a:srgbClr val="F3EEE3"/>
                </a:solidFill>
                <a:latin typeface="Be Vietnam Pro" pitchFamily="34" charset="0"/>
                <a:ea typeface="Be Vietnam Pro" pitchFamily="34" charset="-122"/>
                <a:cs typeface="Be Vietnam Pro" pitchFamily="34" charset="-120"/>
              </a:rPr>
              <a:t> là</a:t>
            </a:r>
            <a:r>
              <a:rPr lang="en-US" sz="2700" dirty="0" spc="-3" kern="0">
                <a:solidFill>
                  <a:srgbClr val="F3EEE3"/>
                </a:solidFill>
                <a:latin typeface="Be Vietnam Pro" pitchFamily="34" charset="0"/>
                <a:ea typeface="Be Vietnam Pro" pitchFamily="34" charset="-122"/>
                <a:cs typeface="Be Vietnam Pro" pitchFamily="34" charset="-120"/>
              </a:rPr>
              <a:t> danh</a:t>
            </a:r>
            <a:r>
              <a:rPr lang="en-US" sz="2700" dirty="0" spc="-6" kern="0">
                <a:solidFill>
                  <a:srgbClr val="F3EEE3"/>
                </a:solidFill>
                <a:latin typeface="Be Vietnam Pro" pitchFamily="34" charset="0"/>
                <a:ea typeface="Be Vietnam Pro" pitchFamily="34" charset="-122"/>
                <a:cs typeface="Be Vietnam Pro" pitchFamily="34" charset="-120"/>
              </a:rPr>
              <a:t> sách</a:t>
            </a:r>
            <a:r>
              <a:rPr lang="en-US" sz="2700" dirty="0" spc="2" kern="0">
                <a:solidFill>
                  <a:srgbClr val="F3EEE3"/>
                </a:solidFill>
                <a:latin typeface="Be Vietnam Pro" pitchFamily="34" charset="0"/>
                <a:ea typeface="Be Vietnam Pro" pitchFamily="34" charset="-122"/>
                <a:cs typeface="Be Vietnam Pro" pitchFamily="34" charset="-120"/>
              </a:rPr>
              <a:t> các</a:t>
            </a:r>
            <a:r>
              <a:rPr lang="en-US" sz="2700" dirty="0" spc="-2" kern="0">
                <a:solidFill>
                  <a:srgbClr val="F3EEE3"/>
                </a:solidFill>
                <a:latin typeface="Be Vietnam Pro" pitchFamily="34" charset="0"/>
                <a:ea typeface="Be Vietnam Pro" pitchFamily="34" charset="-122"/>
                <a:cs typeface="Be Vietnam Pro" pitchFamily="34" charset="-120"/>
              </a:rPr>
              <a:t> giao</a:t>
            </a:r>
            <a:r>
              <a:rPr lang="en-US" sz="2700" dirty="0" spc="-3" kern="0">
                <a:solidFill>
                  <a:srgbClr val="F3EEE3"/>
                </a:solidFill>
                <a:latin typeface="Be Vietnam Pro" pitchFamily="34" charset="0"/>
                <a:ea typeface="Be Vietnam Pro" pitchFamily="34" charset="-122"/>
                <a:cs typeface="Be Vietnam Pro" pitchFamily="34" charset="-120"/>
              </a:rPr>
              <a:t> diện</a:t>
            </a:r>
            <a:r>
              <a:rPr lang="en-US" sz="2700" dirty="0" spc="-2" kern="0">
                <a:solidFill>
                  <a:srgbClr val="F3EEE3"/>
                </a:solidFill>
                <a:latin typeface="Be Vietnam Pro" pitchFamily="34" charset="0"/>
                <a:ea typeface="Be Vietnam Pro" pitchFamily="34" charset="-122"/>
                <a:cs typeface="Be Vietnam Pro" pitchFamily="34" charset="-120"/>
              </a:rPr>
              <a:t> lập</a:t>
            </a:r>
            <a:r>
              <a:rPr lang="en-US" sz="2700" dirty="0" spc="7" kern="0">
                <a:solidFill>
                  <a:srgbClr val="F3EEE3"/>
                </a:solidFill>
                <a:latin typeface="Be Vietnam Pro" pitchFamily="34" charset="0"/>
                <a:ea typeface="Be Vietnam Pro" pitchFamily="34" charset="-122"/>
                <a:cs typeface="Be Vietnam Pro" pitchFamily="34" charset="-120"/>
              </a:rPr>
              <a:t> trình</a:t>
            </a:r>
            <a:r>
              <a:rPr lang="en-US" sz="2700" dirty="0" spc="25" kern="0">
                <a:solidFill>
                  <a:srgbClr val="F3EEE3"/>
                </a:solidFill>
                <a:latin typeface="Be Vietnam Pro" pitchFamily="34" charset="0"/>
                <a:ea typeface="Be Vietnam Pro" pitchFamily="34" charset="-122"/>
                <a:cs typeface="Be Vietnam Pro" pitchFamily="34" charset="-120"/>
              </a:rPr>
              <a:t> ứng</a:t>
            </a:r>
            <a:r>
              <a:rPr lang="en-US" sz="2700" dirty="0" spc="-3" kern="0">
                <a:solidFill>
                  <a:srgbClr val="F3EEE3"/>
                </a:solidFill>
                <a:latin typeface="Be Vietnam Pro" pitchFamily="34" charset="0"/>
                <a:ea typeface="Be Vietnam Pro" pitchFamily="34" charset="-122"/>
                <a:cs typeface="Be Vietnam Pro" pitchFamily="34" charset="-120"/>
              </a:rPr>
              <a:t> dụng</a:t>
            </a:r>
            <a:r>
              <a:rPr lang="en-US" sz="2700" dirty="0" spc="-2" kern="0">
                <a:solidFill>
                  <a:srgbClr val="F3EEE3"/>
                </a:solidFill>
                <a:latin typeface="Be Vietnam Pro" pitchFamily="34" charset="0"/>
                <a:ea typeface="Be Vietnam Pro" pitchFamily="34" charset="-122"/>
                <a:cs typeface="Be Vietnam Pro" pitchFamily="34" charset="-120"/>
              </a:rPr>
              <a:t> (API)</a:t>
            </a:r>
            <a:r>
              <a:rPr lang="en-US" sz="2700" dirty="0" spc="-1" kern="0">
                <a:solidFill>
                  <a:srgbClr val="F3EEE3"/>
                </a:solidFill>
                <a:latin typeface="Be Vietnam Pro" pitchFamily="34" charset="0"/>
                <a:ea typeface="Be Vietnam Pro" pitchFamily="34" charset="-122"/>
                <a:cs typeface="Be Vietnam Pro" pitchFamily="34" charset="-120"/>
              </a:rPr>
              <a:t> công khai,</a:t>
            </a:r>
            <a:r>
              <a:rPr lang="en-US" sz="2700" dirty="0" spc="9" kern="0">
                <a:solidFill>
                  <a:srgbClr val="F3EEE3"/>
                </a:solidFill>
                <a:latin typeface="Be Vietnam Pro" pitchFamily="34" charset="0"/>
                <a:ea typeface="Be Vietnam Pro" pitchFamily="34" charset="-122"/>
                <a:cs typeface="Be Vietnam Pro" pitchFamily="34" charset="-120"/>
              </a:rPr>
              <a:t> được</a:t>
            </a:r>
            <a:r>
              <a:rPr lang="en-US" sz="2700" dirty="0" spc="-2" kern="0">
                <a:solidFill>
                  <a:srgbClr val="F3EEE3"/>
                </a:solidFill>
                <a:latin typeface="Be Vietnam Pro" pitchFamily="34" charset="0"/>
                <a:ea typeface="Be Vietnam Pro" pitchFamily="34" charset="-122"/>
                <a:cs typeface="Be Vietnam Pro" pitchFamily="34" charset="-120"/>
              </a:rPr>
              <a:t> phân</a:t>
            </a:r>
            <a:r>
              <a:rPr lang="en-US" sz="2700" dirty="0" spc="-4" kern="0">
                <a:solidFill>
                  <a:srgbClr val="F3EEE3"/>
                </a:solidFill>
                <a:latin typeface="Be Vietnam Pro" pitchFamily="34" charset="0"/>
                <a:ea typeface="Be Vietnam Pro" pitchFamily="34" charset="-122"/>
                <a:cs typeface="Be Vietnam Pro" pitchFamily="34" charset="-120"/>
              </a:rPr>
              <a:t> loại</a:t>
            </a:r>
            <a:r>
              <a:rPr lang="en-US" sz="2700" dirty="0" spc="-2" kern="0">
                <a:solidFill>
                  <a:srgbClr val="F3EEE3"/>
                </a:solidFill>
                <a:latin typeface="Be Vietnam Pro" pitchFamily="34" charset="0"/>
                <a:ea typeface="Be Vietnam Pro" pitchFamily="34" charset="-122"/>
                <a:cs typeface="Be Vietnam Pro" pitchFamily="34" charset="-120"/>
              </a:rPr>
              <a:t> theo lĩnh</a:t>
            </a:r>
            <a:r>
              <a:rPr lang="en-US" sz="2700" dirty="0" spc="7" kern="0">
                <a:solidFill>
                  <a:srgbClr val="F3EEE3"/>
                </a:solidFill>
                <a:latin typeface="Be Vietnam Pro" pitchFamily="34" charset="0"/>
                <a:ea typeface="Be Vietnam Pro" pitchFamily="34" charset="-122"/>
                <a:cs typeface="Be Vietnam Pro" pitchFamily="34" charset="-120"/>
              </a:rPr>
              <a:t> vực.</a:t>
            </a:r>
            <a:r>
              <a:rPr lang="en-US" sz="2700" dirty="0" spc="-1" kern="0">
                <a:solidFill>
                  <a:srgbClr val="F3EEE3"/>
                </a:solidFill>
                <a:latin typeface="Be Vietnam Pro" pitchFamily="34" charset="0"/>
                <a:ea typeface="Be Vietnam Pro" pitchFamily="34" charset="-122"/>
                <a:cs typeface="Be Vietnam Pro" pitchFamily="34" charset="-120"/>
              </a:rPr>
              <a:t> API là</a:t>
            </a:r>
            <a:r>
              <a:rPr lang="en-US" sz="2700" dirty="0" spc="1" kern="0">
                <a:solidFill>
                  <a:srgbClr val="F3EEE3"/>
                </a:solidFill>
                <a:latin typeface="Be Vietnam Pro" pitchFamily="34" charset="0"/>
                <a:ea typeface="Be Vietnam Pro" pitchFamily="34" charset="-122"/>
                <a:cs typeface="Be Vietnam Pro" pitchFamily="34" charset="-120"/>
              </a:rPr>
              <a:t> cách</a:t>
            </a:r>
            <a:r>
              <a:rPr lang="en-US" sz="2700" dirty="0" spc="6" kern="0">
                <a:solidFill>
                  <a:srgbClr val="F3EEE3"/>
                </a:solidFill>
                <a:latin typeface="Be Vietnam Pro" pitchFamily="34" charset="0"/>
                <a:ea typeface="Be Vietnam Pro" pitchFamily="34" charset="-122"/>
                <a:cs typeface="Be Vietnam Pro" pitchFamily="34" charset="-120"/>
              </a:rPr>
              <a:t> chương</a:t>
            </a:r>
            <a:r>
              <a:rPr lang="en-US" sz="2700" dirty="0" spc="7" kern="0">
                <a:solidFill>
                  <a:srgbClr val="F3EEE3"/>
                </a:solidFill>
                <a:latin typeface="Be Vietnam Pro" pitchFamily="34" charset="0"/>
                <a:ea typeface="Be Vietnam Pro" pitchFamily="34" charset="-122"/>
                <a:cs typeface="Be Vietnam Pro" pitchFamily="34" charset="-120"/>
              </a:rPr>
              <a:t> trình</a:t>
            </a:r>
            <a:r>
              <a:rPr lang="en-US" sz="2700" dirty="0" spc="-26" kern="0">
                <a:solidFill>
                  <a:srgbClr val="F3EEE3"/>
                </a:solidFill>
                <a:latin typeface="Be Vietnam Pro" pitchFamily="34" charset="0"/>
                <a:ea typeface="Be Vietnam Pro" pitchFamily="34" charset="-122"/>
                <a:cs typeface="Be Vietnam Pro" pitchFamily="34" charset="-120"/>
              </a:rPr>
              <a:t> yêu</a:t>
            </a:r>
            <a:r>
              <a:rPr lang="en-US" sz="2700" dirty="0" spc="1" kern="0">
                <a:solidFill>
                  <a:srgbClr val="F3EEE3"/>
                </a:solidFill>
                <a:latin typeface="Be Vietnam Pro" pitchFamily="34" charset="0"/>
                <a:ea typeface="Be Vietnam Pro" pitchFamily="34" charset="-122"/>
                <a:cs typeface="Be Vietnam Pro" pitchFamily="34" charset="-120"/>
              </a:rPr>
              <a:t> cầu</a:t>
            </a:r>
            <a:r>
              <a:rPr lang="en-US" sz="2700" dirty="0" spc="-3" kern="0">
                <a:solidFill>
                  <a:srgbClr val="F3EEE3"/>
                </a:solidFill>
                <a:latin typeface="Be Vietnam Pro" pitchFamily="34" charset="0"/>
                <a:ea typeface="Be Vietnam Pro" pitchFamily="34" charset="-122"/>
                <a:cs typeface="Be Vietnam Pro" pitchFamily="34" charset="-120"/>
              </a:rPr>
              <a:t> dữ</a:t>
            </a:r>
            <a:r>
              <a:rPr lang="en-US" sz="2700" dirty="0" spc="-1" kern="0">
                <a:solidFill>
                  <a:srgbClr val="F3EEE3"/>
                </a:solidFill>
                <a:latin typeface="Be Vietnam Pro" pitchFamily="34" charset="0"/>
                <a:ea typeface="Be Vietnam Pro" pitchFamily="34" charset="-122"/>
                <a:cs typeface="Be Vietnam Pro" pitchFamily="34" charset="-120"/>
              </a:rPr>
              <a:t> liệu</a:t>
            </a:r>
            <a:r>
              <a:rPr lang="en-US" sz="2700" dirty="0" spc="-4" kern="0">
                <a:solidFill>
                  <a:srgbClr val="F3EEE3"/>
                </a:solidFill>
                <a:latin typeface="Be Vietnam Pro" pitchFamily="34" charset="0"/>
                <a:ea typeface="Be Vietnam Pro" pitchFamily="34" charset="-122"/>
                <a:cs typeface="Be Vietnam Pro" pitchFamily="34" charset="-120"/>
              </a:rPr>
              <a:t> hoặc</a:t>
            </a:r>
            <a:r>
              <a:rPr lang="en-US" sz="2700" dirty="0" spc="9" kern="0">
                <a:solidFill>
                  <a:srgbClr val="F3EEE3"/>
                </a:solidFill>
                <a:latin typeface="Be Vietnam Pro" pitchFamily="34" charset="0"/>
                <a:ea typeface="Be Vietnam Pro" pitchFamily="34" charset="-122"/>
                <a:cs typeface="Be Vietnam Pro" pitchFamily="34" charset="-120"/>
              </a:rPr>
              <a:t> chức</a:t>
            </a:r>
            <a:r>
              <a:rPr lang="en-US" sz="2700" dirty="0" spc="-2" kern="0">
                <a:solidFill>
                  <a:srgbClr val="F3EEE3"/>
                </a:solidFill>
                <a:latin typeface="Be Vietnam Pro" pitchFamily="34" charset="0"/>
                <a:ea typeface="Be Vietnam Pro" pitchFamily="34" charset="-122"/>
                <a:cs typeface="Be Vietnam Pro" pitchFamily="34" charset="-120"/>
              </a:rPr>
              <a:t> năng</a:t>
            </a:r>
            <a:r>
              <a:rPr lang="en-US" sz="2700" dirty="0" spc="-1" kern="0">
                <a:solidFill>
                  <a:srgbClr val="F3EEE3"/>
                </a:solidFill>
                <a:latin typeface="Be Vietnam Pro" pitchFamily="34" charset="0"/>
                <a:ea typeface="Be Vietnam Pro" pitchFamily="34" charset="-122"/>
                <a:cs typeface="Be Vietnam Pro" pitchFamily="34" charset="-120"/>
              </a:rPr>
              <a:t> từ</a:t>
            </a:r>
            <a:r>
              <a:rPr lang="en-US" sz="2700" dirty="0" spc="-8" kern="0">
                <a:solidFill>
                  <a:srgbClr val="F3EEE3"/>
                </a:solidFill>
                <a:latin typeface="Be Vietnam Pro" pitchFamily="34" charset="0"/>
                <a:ea typeface="Be Vietnam Pro" pitchFamily="34" charset="-122"/>
                <a:cs typeface="Be Vietnam Pro" pitchFamily="34" charset="-120"/>
              </a:rPr>
              <a:t> một</a:t>
            </a:r>
            <a:r>
              <a:rPr lang="en-US" sz="2700" dirty="0" spc="-3" kern="0">
                <a:solidFill>
                  <a:srgbClr val="F3EEE3"/>
                </a:solidFill>
                <a:latin typeface="Be Vietnam Pro" pitchFamily="34" charset="0"/>
                <a:ea typeface="Be Vietnam Pro" pitchFamily="34" charset="-122"/>
                <a:cs typeface="Be Vietnam Pro" pitchFamily="34" charset="-120"/>
              </a:rPr>
              <a:t> hệ</a:t>
            </a:r>
            <a:r>
              <a:rPr lang="en-US" sz="2700" dirty="0" spc="-1" kern="0">
                <a:solidFill>
                  <a:srgbClr val="F3EEE3"/>
                </a:solidFill>
                <a:latin typeface="Be Vietnam Pro" pitchFamily="34" charset="0"/>
                <a:ea typeface="Be Vietnam Pro" pitchFamily="34" charset="-122"/>
                <a:cs typeface="Be Vietnam Pro" pitchFamily="34" charset="-120"/>
              </a:rPr>
              <a:t> thống khác.</a:t>
            </a:r>
            <a:r>
              <a:rPr lang="en-US" sz="2700" dirty="0" spc="-29" kern="0">
                <a:solidFill>
                  <a:srgbClr val="F3EEE3"/>
                </a:solidFill>
                <a:latin typeface="Be Vietnam Pro" pitchFamily="34" charset="0"/>
                <a:ea typeface="Be Vietnam Pro" pitchFamily="34" charset="-122"/>
                <a:cs typeface="Be Vietnam Pro" pitchFamily="34" charset="-120"/>
              </a:rPr>
              <a:t> Repo</a:t>
            </a:r>
            <a:r>
              <a:rPr lang="en-US" sz="2700" dirty="0" spc="-3" kern="0">
                <a:solidFill>
                  <a:srgbClr val="F3EEE3"/>
                </a:solidFill>
                <a:latin typeface="Be Vietnam Pro" pitchFamily="34" charset="0"/>
                <a:ea typeface="Be Vietnam Pro" pitchFamily="34" charset="-122"/>
                <a:cs typeface="Be Vietnam Pro" pitchFamily="34" charset="-120"/>
              </a:rPr>
              <a:t> giúp</a:t>
            </a:r>
            <a:r>
              <a:rPr lang="en-US" sz="2700" dirty="0" spc="-5" kern="0">
                <a:solidFill>
                  <a:srgbClr val="F3EEE3"/>
                </a:solidFill>
                <a:latin typeface="Be Vietnam Pro" pitchFamily="34" charset="0"/>
                <a:ea typeface="Be Vietnam Pro" pitchFamily="34" charset="-122"/>
                <a:cs typeface="Be Vietnam Pro" pitchFamily="34" charset="-120"/>
              </a:rPr>
              <a:t> bạn</a:t>
            </a:r>
            <a:r>
              <a:rPr lang="en-US" sz="2700" dirty="0" spc="-1" kern="0">
                <a:solidFill>
                  <a:srgbClr val="F3EEE3"/>
                </a:solidFill>
                <a:latin typeface="Be Vietnam Pro" pitchFamily="34" charset="0"/>
                <a:ea typeface="Be Vietnam Pro" pitchFamily="34" charset="-122"/>
                <a:cs typeface="Be Vietnam Pro" pitchFamily="34" charset="-120"/>
              </a:rPr>
              <a:t> tìm</a:t>
            </a:r>
            <a:r>
              <a:rPr lang="en-US" sz="2700" dirty="0" spc="-2" kern="0">
                <a:solidFill>
                  <a:srgbClr val="F3EEE3"/>
                </a:solidFill>
                <a:latin typeface="Be Vietnam Pro" pitchFamily="34" charset="0"/>
                <a:ea typeface="Be Vietnam Pro" pitchFamily="34" charset="-122"/>
                <a:cs typeface="Be Vietnam Pro" pitchFamily="34" charset="-120"/>
              </a:rPr>
              <a:t> nhà</a:t>
            </a:r>
            <a:r>
              <a:rPr lang="en-US" sz="2700" dirty="0" spc="0" kern="0">
                <a:solidFill>
                  <a:srgbClr val="F3EEE3"/>
                </a:solidFill>
                <a:latin typeface="Be Vietnam Pro" pitchFamily="34" charset="0"/>
                <a:ea typeface="Be Vietnam Pro" pitchFamily="34" charset="-122"/>
                <a:cs typeface="Be Vietnam Pro" pitchFamily="34" charset="-120"/>
              </a:rPr>
              <a:t> cung cấp</a:t>
            </a:r>
            <a:r>
              <a:rPr lang="en-US" sz="2700" dirty="0" spc="-18" kern="0">
                <a:solidFill>
                  <a:srgbClr val="F3EEE3"/>
                </a:solidFill>
                <a:latin typeface="Be Vietnam Pro" pitchFamily="34" charset="0"/>
                <a:ea typeface="Be Vietnam Pro" pitchFamily="34" charset="-122"/>
                <a:cs typeface="Be Vietnam Pro" pitchFamily="34" charset="-120"/>
              </a:rPr>
              <a:t> và</a:t>
            </a:r>
            <a:r>
              <a:rPr lang="en-US" sz="2700" dirty="0" spc="10" kern="0">
                <a:solidFill>
                  <a:srgbClr val="F3EEE3"/>
                </a:solidFill>
                <a:latin typeface="Be Vietnam Pro" pitchFamily="34" charset="0"/>
                <a:ea typeface="Be Vietnam Pro" pitchFamily="34" charset="-122"/>
                <a:cs typeface="Be Vietnam Pro" pitchFamily="34" charset="-120"/>
              </a:rPr>
              <a:t> đọc</a:t>
            </a:r>
            <a:r>
              <a:rPr lang="en-US" sz="2700" dirty="0" spc="-3" kern="0">
                <a:solidFill>
                  <a:srgbClr val="F3EEE3"/>
                </a:solidFill>
                <a:latin typeface="Be Vietnam Pro" pitchFamily="34" charset="0"/>
                <a:ea typeface="Be Vietnam Pro" pitchFamily="34" charset="-122"/>
                <a:cs typeface="Be Vietnam Pro" pitchFamily="34" charset="-120"/>
              </a:rPr>
              <a:t> nhanh</a:t>
            </a:r>
            <a:r>
              <a:rPr lang="en-US" sz="2700" dirty="0" spc="21" kern="0">
                <a:solidFill>
                  <a:srgbClr val="F3EEE3"/>
                </a:solidFill>
                <a:latin typeface="Be Vietnam Pro" pitchFamily="34" charset="0"/>
                <a:ea typeface="Be Vietnam Pro" pitchFamily="34" charset="-122"/>
                <a:cs typeface="Be Vietnam Pro" pitchFamily="34" charset="-120"/>
              </a:rPr>
              <a:t> điều</a:t>
            </a:r>
            <a:r>
              <a:rPr lang="en-US" sz="2700" dirty="0" spc="-3" kern="0">
                <a:solidFill>
                  <a:srgbClr val="F3EEE3"/>
                </a:solidFill>
                <a:latin typeface="Be Vietnam Pro" pitchFamily="34" charset="0"/>
                <a:ea typeface="Be Vietnam Pro" pitchFamily="34" charset="-122"/>
                <a:cs typeface="Be Vietnam Pro" pitchFamily="34" charset="-120"/>
              </a:rPr>
              <a:t> kiện</a:t>
            </a:r>
            <a:r>
              <a:rPr lang="en-US" sz="2700" dirty="0" spc="-38" kern="0">
                <a:solidFill>
                  <a:srgbClr val="F3EEE3"/>
                </a:solidFill>
                <a:latin typeface="Be Vietnam Pro" pitchFamily="34" charset="0"/>
                <a:ea typeface="Be Vietnam Pro" pitchFamily="34" charset="-122"/>
                <a:cs typeface="Be Vietnam Pro" pitchFamily="34" charset="-120"/>
              </a:rPr>
              <a:t> kết</a:t>
            </a:r>
            <a:r>
              <a:rPr lang="en-US" sz="2700" dirty="0" spc="-3" kern="0">
                <a:solidFill>
                  <a:srgbClr val="F3EEE3"/>
                </a:solidFill>
                <a:latin typeface="Be Vietnam Pro" pitchFamily="34" charset="0"/>
                <a:ea typeface="Be Vietnam Pro" pitchFamily="34" charset="-122"/>
                <a:cs typeface="Be Vietnam Pro" pitchFamily="34" charset="-120"/>
              </a:rPr>
              <a:t> nối</a:t>
            </a:r>
            <a:r>
              <a:rPr lang="en-US" sz="2700" dirty="0" spc="0" kern="0">
                <a:solidFill>
                  <a:srgbClr val="F3EEE3"/>
                </a:solidFill>
                <a:latin typeface="Be Vietnam Pro" pitchFamily="34" charset="0"/>
                <a:ea typeface="Be Vietnam Pro" pitchFamily="34" charset="-122"/>
                <a:cs typeface="Be Vietnam Pro" pitchFamily="34" charset="-120"/>
              </a:rPr>
              <a:t> như</a:t>
            </a:r>
            <a:r>
              <a:rPr lang="en-US" sz="2700" dirty="0" spc="-21" kern="0">
                <a:solidFill>
                  <a:srgbClr val="F3EEE3"/>
                </a:solidFill>
                <a:latin typeface="Be Vietnam Pro" pitchFamily="34" charset="0"/>
                <a:ea typeface="Be Vietnam Pro" pitchFamily="34" charset="-122"/>
                <a:cs typeface="Be Vietnam Pro" pitchFamily="34" charset="-120"/>
              </a:rPr>
              <a:t> xác</a:t>
            </a:r>
            <a:r>
              <a:rPr lang="en-US" sz="2700" dirty="0" spc="8" kern="0">
                <a:solidFill>
                  <a:srgbClr val="F3EEE3"/>
                </a:solidFill>
                <a:latin typeface="Be Vietnam Pro" pitchFamily="34" charset="0"/>
                <a:ea typeface="Be Vietnam Pro" pitchFamily="34" charset="-122"/>
                <a:cs typeface="Be Vietnam Pro" pitchFamily="34" charset="-120"/>
              </a:rPr>
              <a:t> thực,</a:t>
            </a:r>
            <a:r>
              <a:rPr lang="en-US" sz="2700" dirty="0" spc="2" kern="0">
                <a:solidFill>
                  <a:srgbClr val="F3EEE3"/>
                </a:solidFill>
                <a:latin typeface="Be Vietnam Pro" pitchFamily="34" charset="0"/>
                <a:ea typeface="Be Vietnam Pro" pitchFamily="34" charset="-122"/>
                <a:cs typeface="Be Vietnam Pro" pitchFamily="34" charset="-120"/>
              </a:rPr>
              <a:t> HTTPS</a:t>
            </a:r>
            <a:r>
              <a:rPr lang="en-US" sz="2700" dirty="0" spc="-18" kern="0">
                <a:solidFill>
                  <a:srgbClr val="F3EEE3"/>
                </a:solidFill>
                <a:latin typeface="Be Vietnam Pro" pitchFamily="34" charset="0"/>
                <a:ea typeface="Be Vietnam Pro" pitchFamily="34" charset="-122"/>
                <a:cs typeface="Be Vietnam Pro" pitchFamily="34" charset="-120"/>
              </a:rPr>
              <a:t> và</a:t>
            </a:r>
            <a:r>
              <a:rPr lang="en-US" sz="2700" dirty="0" spc="-3" kern="0">
                <a:solidFill>
                  <a:srgbClr val="F3EEE3"/>
                </a:solidFill>
                <a:latin typeface="Be Vietnam Pro" pitchFamily="34" charset="0"/>
                <a:ea typeface="Be Vietnam Pro" pitchFamily="34" charset="-122"/>
                <a:cs typeface="Be Vietnam Pro" pitchFamily="34" charset="-120"/>
              </a:rPr>
              <a:t> CORS.</a:t>
            </a:r>
            <a:r>
              <a:rPr lang="en-US" sz="2700" dirty="0" spc="-2" kern="0">
                <a:solidFill>
                  <a:srgbClr val="F3EEE3"/>
                </a:solidFill>
                <a:latin typeface="Be Vietnam Pro" pitchFamily="34" charset="0"/>
                <a:ea typeface="Be Vietnam Pro" pitchFamily="34" charset="-122"/>
                <a:cs typeface="Be Vietnam Pro" pitchFamily="34" charset="-120"/>
              </a:rPr>
              <a:t> Việc</a:t>
            </a:r>
            <a:r>
              <a:rPr lang="en-US" sz="2700" dirty="0" spc="0" kern="0">
                <a:solidFill>
                  <a:srgbClr val="F3EEE3"/>
                </a:solidFill>
                <a:latin typeface="Be Vietnam Pro" pitchFamily="34" charset="0"/>
                <a:ea typeface="Be Vietnam Pro" pitchFamily="34" charset="-122"/>
                <a:cs typeface="Be Vietnam Pro" pitchFamily="34" charset="-120"/>
              </a:rPr>
              <a:t> tích</a:t>
            </a:r>
            <a:r>
              <a:rPr lang="en-US" sz="2700" dirty="0" spc="-2" kern="0">
                <a:solidFill>
                  <a:srgbClr val="F3EEE3"/>
                </a:solidFill>
                <a:latin typeface="Be Vietnam Pro" pitchFamily="34" charset="0"/>
                <a:ea typeface="Be Vietnam Pro" pitchFamily="34" charset="-122"/>
                <a:cs typeface="Be Vietnam Pro" pitchFamily="34" charset="-120"/>
              </a:rPr>
              <a:t> hợp</a:t>
            </a:r>
            <a:r>
              <a:rPr lang="en-US" sz="2700" dirty="0" spc="-3" kern="0">
                <a:solidFill>
                  <a:srgbClr val="F3EEE3"/>
                </a:solidFill>
                <a:latin typeface="Be Vietnam Pro" pitchFamily="34" charset="0"/>
                <a:ea typeface="Be Vietnam Pro" pitchFamily="34" charset="-122"/>
                <a:cs typeface="Be Vietnam Pro" pitchFamily="34" charset="-120"/>
              </a:rPr>
              <a:t> diễn</a:t>
            </a:r>
            <a:r>
              <a:rPr lang="en-US" sz="2700" dirty="0" spc="-40" kern="0">
                <a:solidFill>
                  <a:srgbClr val="F3EEE3"/>
                </a:solidFill>
                <a:latin typeface="Be Vietnam Pro" pitchFamily="34" charset="0"/>
                <a:ea typeface="Be Vietnam Pro" pitchFamily="34" charset="-122"/>
                <a:cs typeface="Be Vietnam Pro" pitchFamily="34" charset="-120"/>
              </a:rPr>
              <a:t> ra</a:t>
            </a:r>
            <a:r>
              <a:rPr lang="en-US" sz="2700" dirty="0" spc="-2" kern="0">
                <a:solidFill>
                  <a:srgbClr val="F3EEE3"/>
                </a:solidFill>
                <a:latin typeface="Be Vietnam Pro" pitchFamily="34" charset="0"/>
                <a:ea typeface="Be Vietnam Pro" pitchFamily="34" charset="-122"/>
                <a:cs typeface="Be Vietnam Pro" pitchFamily="34" charset="-120"/>
              </a:rPr>
              <a:t> theo</a:t>
            </a:r>
            <a:r>
              <a:rPr lang="en-US" sz="2700" dirty="0" spc="-13" kern="0">
                <a:solidFill>
                  <a:srgbClr val="F3EEE3"/>
                </a:solidFill>
                <a:latin typeface="Be Vietnam Pro" pitchFamily="34" charset="0"/>
                <a:ea typeface="Be Vietnam Pro" pitchFamily="34" charset="-122"/>
                <a:cs typeface="Be Vietnam Pro" pitchFamily="34" charset="-120"/>
              </a:rPr>
              <a:t> tài</a:t>
            </a:r>
            <a:r>
              <a:rPr lang="en-US" sz="2700" dirty="0" spc="-1" kern="0">
                <a:solidFill>
                  <a:srgbClr val="F3EEE3"/>
                </a:solidFill>
                <a:latin typeface="Be Vietnam Pro" pitchFamily="34" charset="0"/>
                <a:ea typeface="Be Vietnam Pro" pitchFamily="34" charset="-122"/>
                <a:cs typeface="Be Vietnam Pro" pitchFamily="34" charset="-120"/>
              </a:rPr>
              <a:t> liệu</a:t>
            </a:r>
            <a:r>
              <a:rPr lang="en-US" sz="2700" dirty="0" spc="-2" kern="0">
                <a:solidFill>
                  <a:srgbClr val="F3EEE3"/>
                </a:solidFill>
                <a:latin typeface="Be Vietnam Pro" pitchFamily="34" charset="0"/>
                <a:ea typeface="Be Vietnam Pro" pitchFamily="34" charset="-122"/>
                <a:cs typeface="Be Vietnam Pro" pitchFamily="34" charset="-120"/>
              </a:rPr>
              <a:t> của</a:t>
            </a:r>
            <a:r>
              <a:rPr lang="en-US" sz="2700" dirty="0" spc="20" kern="0">
                <a:solidFill>
                  <a:srgbClr val="F3EEE3"/>
                </a:solidFill>
                <a:latin typeface="Be Vietnam Pro" pitchFamily="34" charset="0"/>
                <a:ea typeface="Be Vietnam Pro" pitchFamily="34" charset="-122"/>
                <a:cs typeface="Be Vietnam Pro" pitchFamily="34" charset="-120"/>
              </a:rPr>
              <a:t> từng</a:t>
            </a:r>
            <a:r>
              <a:rPr lang="en-US" sz="2700" dirty="0" spc="-1" kern="0">
                <a:solidFill>
                  <a:srgbClr val="F3EEE3"/>
                </a:solidFill>
                <a:latin typeface="Be Vietnam Pro" pitchFamily="34" charset="0"/>
                <a:ea typeface="Be Vietnam Pro" pitchFamily="34" charset="-122"/>
                <a:cs typeface="Be Vietnam Pro" pitchFamily="34" charset="-120"/>
              </a:rPr>
              <a:t> dịch</a:t>
            </a:r>
            <a:r>
              <a:rPr lang="en-US" sz="2700" dirty="0" spc="-2" kern="0">
                <a:solidFill>
                  <a:srgbClr val="F3EEE3"/>
                </a:solidFill>
                <a:latin typeface="Be Vietnam Pro" pitchFamily="34" charset="0"/>
                <a:ea typeface="Be Vietnam Pro" pitchFamily="34" charset="-122"/>
                <a:cs typeface="Be Vietnam Pro" pitchFamily="34" charset="-120"/>
              </a:rPr>
              <a:t> vụ.</a:t>
            </a:r>
            <a:r>
              <a:rPr lang="en-US" sz="2700" dirty="0" spc="-1" kern="0">
                <a:solidFill>
                  <a:srgbClr val="F3EEE3"/>
                </a:solidFill>
                <a:latin typeface="Be Vietnam Pro" pitchFamily="34" charset="0"/>
                <a:ea typeface="Be Vietnam Pro" pitchFamily="34" charset="-122"/>
                <a:cs typeface="Be Vietnam Pro" pitchFamily="34" charset="-120"/>
              </a:rPr>
              <a:t> “Công</a:t>
            </a:r>
            <a:r>
              <a:rPr lang="en-US" sz="2700" dirty="0" spc="-2" kern="0">
                <a:solidFill>
                  <a:srgbClr val="F3EEE3"/>
                </a:solidFill>
                <a:latin typeface="Be Vietnam Pro" pitchFamily="34" charset="0"/>
                <a:ea typeface="Be Vietnam Pro" pitchFamily="34" charset="-122"/>
                <a:cs typeface="Be Vietnam Pro" pitchFamily="34" charset="-120"/>
              </a:rPr>
              <a:t> khai” không</a:t>
            </a:r>
            <a:r>
              <a:rPr lang="en-US" sz="2700" dirty="0" spc="9" kern="0">
                <a:solidFill>
                  <a:srgbClr val="F3EEE3"/>
                </a:solidFill>
                <a:latin typeface="Be Vietnam Pro" pitchFamily="34" charset="0"/>
                <a:ea typeface="Be Vietnam Pro" pitchFamily="34" charset="-122"/>
                <a:cs typeface="Be Vietnam Pro" pitchFamily="34" charset="-120"/>
              </a:rPr>
              <a:t> đồng</a:t>
            </a:r>
            <a:r>
              <a:rPr lang="en-US" sz="2700" dirty="0" spc="-3" kern="0">
                <a:solidFill>
                  <a:srgbClr val="F3EEE3"/>
                </a:solidFill>
                <a:latin typeface="Be Vietnam Pro" pitchFamily="34" charset="0"/>
                <a:ea typeface="Be Vietnam Pro" pitchFamily="34" charset="-122"/>
                <a:cs typeface="Be Vietnam Pro" pitchFamily="34" charset="-120"/>
              </a:rPr>
              <a:t> nghĩa</a:t>
            </a:r>
            <a:r>
              <a:rPr lang="en-US" sz="2700" dirty="0" spc="-14" kern="0">
                <a:solidFill>
                  <a:srgbClr val="F3EEE3"/>
                </a:solidFill>
                <a:latin typeface="Be Vietnam Pro" pitchFamily="34" charset="0"/>
                <a:ea typeface="Be Vietnam Pro" pitchFamily="34" charset="-122"/>
                <a:cs typeface="Be Vietnam Pro" pitchFamily="34" charset="-120"/>
              </a:rPr>
              <a:t> với</a:t>
            </a:r>
            <a:r>
              <a:rPr lang="en-US" sz="2700" dirty="0" spc="-3" kern="0">
                <a:solidFill>
                  <a:srgbClr val="F3EEE3"/>
                </a:solidFill>
                <a:latin typeface="Be Vietnam Pro" pitchFamily="34" charset="0"/>
                <a:ea typeface="Be Vietnam Pro" pitchFamily="34" charset="-122"/>
                <a:cs typeface="Be Vietnam Pro" pitchFamily="34" charset="-120"/>
              </a:rPr>
              <a:t> miễn phí</a:t>
            </a:r>
            <a:r>
              <a:rPr lang="en-US" sz="2700" dirty="0" spc="-2" kern="0">
                <a:solidFill>
                  <a:srgbClr val="F3EEE3"/>
                </a:solidFill>
                <a:latin typeface="Be Vietnam Pro" pitchFamily="34" charset="0"/>
                <a:ea typeface="Be Vietnam Pro" pitchFamily="34" charset="-122"/>
                <a:cs typeface="Be Vietnam Pro" pitchFamily="34" charset="-120"/>
              </a:rPr>
              <a:t> không</a:t>
            </a:r>
            <a:r>
              <a:rPr lang="en-US" sz="2700" dirty="0" spc="-1" kern="0">
                <a:solidFill>
                  <a:srgbClr val="F3EEE3"/>
                </a:solidFill>
                <a:latin typeface="Be Vietnam Pro" pitchFamily="34" charset="0"/>
                <a:ea typeface="Be Vietnam Pro" pitchFamily="34" charset="-122"/>
                <a:cs typeface="Be Vietnam Pro" pitchFamily="34" charset="-120"/>
              </a:rPr>
              <a:t> giới hạn;</a:t>
            </a:r>
            <a:r>
              <a:rPr lang="en-US" sz="2700" dirty="0" spc="6" kern="0">
                <a:solidFill>
                  <a:srgbClr val="F3EEE3"/>
                </a:solidFill>
                <a:latin typeface="Be Vietnam Pro" pitchFamily="34" charset="0"/>
                <a:ea typeface="Be Vietnam Pro" pitchFamily="34" charset="-122"/>
                <a:cs typeface="Be Vietnam Pro" pitchFamily="34" charset="-120"/>
              </a:rPr>
              <a:t> hướng</a:t>
            </a:r>
            <a:r>
              <a:rPr lang="en-US" sz="2700" dirty="0" spc="-2" kern="0">
                <a:solidFill>
                  <a:srgbClr val="F3EEE3"/>
                </a:solidFill>
                <a:latin typeface="Be Vietnam Pro" pitchFamily="34" charset="0"/>
                <a:ea typeface="Be Vietnam Pro" pitchFamily="34" charset="-122"/>
                <a:cs typeface="Be Vietnam Pro" pitchFamily="34" charset="-120"/>
              </a:rPr>
              <a:t> dẫn</a:t>
            </a:r>
            <a:r>
              <a:rPr lang="en-US" sz="2700" dirty="0" spc="9" kern="0">
                <a:solidFill>
                  <a:srgbClr val="F3EEE3"/>
                </a:solidFill>
                <a:latin typeface="Be Vietnam Pro" pitchFamily="34" charset="0"/>
                <a:ea typeface="Be Vietnam Pro" pitchFamily="34" charset="-122"/>
                <a:cs typeface="Be Vietnam Pro" pitchFamily="34" charset="-120"/>
              </a:rPr>
              <a:t> đóng</a:t>
            </a:r>
            <a:r>
              <a:rPr lang="en-US" sz="2700" dirty="0" spc="-16" kern="0">
                <a:solidFill>
                  <a:srgbClr val="F3EEE3"/>
                </a:solidFill>
                <a:latin typeface="Be Vietnam Pro" pitchFamily="34" charset="0"/>
                <a:ea typeface="Be Vietnam Pro" pitchFamily="34" charset="-122"/>
                <a:cs typeface="Be Vietnam Pro" pitchFamily="34" charset="-120"/>
              </a:rPr>
              <a:t> góp</a:t>
            </a:r>
            <a:r>
              <a:rPr lang="en-US" sz="2700" dirty="0" spc="-1" kern="0">
                <a:solidFill>
                  <a:srgbClr val="F3EEE3"/>
                </a:solidFill>
                <a:latin typeface="Be Vietnam Pro" pitchFamily="34" charset="0"/>
                <a:ea typeface="Be Vietnam Pro" pitchFamily="34" charset="-122"/>
                <a:cs typeface="Be Vietnam Pro" pitchFamily="34" charset="-120"/>
              </a:rPr>
              <a:t> chấp</a:t>
            </a:r>
            <a:r>
              <a:rPr lang="en-US" sz="2700" dirty="0" spc="-2" kern="0">
                <a:solidFill>
                  <a:srgbClr val="F3EEE3"/>
                </a:solidFill>
                <a:latin typeface="Be Vietnam Pro" pitchFamily="34" charset="0"/>
                <a:ea typeface="Be Vietnam Pro" pitchFamily="34" charset="-122"/>
                <a:cs typeface="Be Vietnam Pro" pitchFamily="34" charset="-120"/>
              </a:rPr>
              <a:t> nhận</a:t>
            </a:r>
            <a:r>
              <a:rPr lang="en-US" sz="2700" dirty="0" spc="1" kern="0">
                <a:solidFill>
                  <a:srgbClr val="F3EEE3"/>
                </a:solidFill>
                <a:latin typeface="Be Vietnam Pro" pitchFamily="34" charset="0"/>
                <a:ea typeface="Be Vietnam Pro" pitchFamily="34" charset="-122"/>
                <a:cs typeface="Be Vietnam Pro" pitchFamily="34" charset="-120"/>
              </a:rPr>
              <a:t> cả</a:t>
            </a:r>
            <a:r>
              <a:rPr lang="en-US" sz="2700" dirty="0" spc="-1" kern="0">
                <a:solidFill>
                  <a:srgbClr val="F3EEE3"/>
                </a:solidFill>
                <a:latin typeface="Be Vietnam Pro" pitchFamily="34" charset="0"/>
                <a:ea typeface="Be Vietnam Pro" pitchFamily="34" charset="-122"/>
                <a:cs typeface="Be Vietnam Pro" pitchFamily="34" charset="-120"/>
              </a:rPr>
              <a:t> dịch vụ có</a:t>
            </a:r>
            <a:r>
              <a:rPr lang="en-US" sz="2700" dirty="0" spc="-15" kern="0">
                <a:solidFill>
                  <a:srgbClr val="F3EEE3"/>
                </a:solidFill>
                <a:latin typeface="Be Vietnam Pro" pitchFamily="34" charset="0"/>
                <a:ea typeface="Be Vietnam Pro" pitchFamily="34" charset="-122"/>
                <a:cs typeface="Be Vietnam Pro" pitchFamily="34" charset="-120"/>
              </a:rPr>
              <a:t> gói</a:t>
            </a:r>
            <a:r>
              <a:rPr lang="en-US" sz="2700" dirty="0" spc="-3" kern="0">
                <a:solidFill>
                  <a:srgbClr val="F3EEE3"/>
                </a:solidFill>
                <a:latin typeface="Be Vietnam Pro" pitchFamily="34" charset="0"/>
                <a:ea typeface="Be Vietnam Pro" pitchFamily="34" charset="-122"/>
                <a:cs typeface="Be Vietnam Pro" pitchFamily="34" charset="-120"/>
              </a:rPr>
              <a:t> miễn phí.</a:t>
            </a:r>
            <a:r>
              <a:rPr lang="en-US" sz="2700" dirty="0" spc="0" kern="0">
                <a:solidFill>
                  <a:srgbClr val="F3EEE3"/>
                </a:solidFill>
                <a:latin typeface="Be Vietnam Pro" pitchFamily="34" charset="0"/>
                <a:ea typeface="Be Vietnam Pro" pitchFamily="34" charset="-122"/>
                <a:cs typeface="Be Vietnam Pro" pitchFamily="34" charset="-120"/>
              </a:rPr>
              <a:t> [S5][S6]</a:t>
            </a:r>
            <a:endParaRPr lang="en-US" sz="2700" dirty="0"/>
          </a:p>
        </p:txBody>
      </p:sp>
      <p:sp>
        <p:nvSpPr>
          <p:cNvPr id="7" name="Shape 5"/>
          <p:cNvSpPr/>
          <p:nvPr/>
        </p:nvSpPr>
        <p:spPr>
          <a:xfrm>
            <a:off x="12192000" y="3095625"/>
            <a:ext cx="5257800" cy="1476375"/>
          </a:xfrm>
          <a:prstGeom prst="roundRect">
            <a:avLst>
              <a:gd name="adj" fmla="val 11613"/>
            </a:avLst>
          </a:prstGeom>
          <a:solidFill>
            <a:srgbClr val="1E212B"/>
          </a:solidFill>
          <a:ln w="9525">
            <a:solidFill>
              <a:srgbClr val="363B4A"/>
            </a:solidFill>
            <a:prstDash val="solid"/>
          </a:ln>
        </p:spPr>
      </p:sp>
      <p:sp>
        <p:nvSpPr>
          <p:cNvPr id="8" name="Text 6"/>
          <p:cNvSpPr/>
          <p:nvPr/>
        </p:nvSpPr>
        <p:spPr>
          <a:xfrm>
            <a:off x="12439650" y="3238500"/>
            <a:ext cx="4762500" cy="419100"/>
          </a:xfrm>
          <a:prstGeom prst="rect">
            <a:avLst/>
          </a:prstGeom>
          <a:noFill/>
          <a:ln/>
        </p:spPr>
        <p:txBody>
          <a:bodyPr wrap="square" lIns="0" tIns="10525" rIns="0" bIns="-10525" rtlCol="0" anchor="t"/>
          <a:lstStyle/>
          <a:p>
            <a:pPr algn="l" indent="0" marL="0">
              <a:lnSpc>
                <a:spcPts val="2535"/>
              </a:lnSpc>
              <a:buNone/>
            </a:pPr>
            <a:r>
              <a:rPr lang="en-US" sz="1950" b="1" dirty="0" spc="-8" kern="0">
                <a:solidFill>
                  <a:srgbClr val="3DD6A0"/>
                </a:solidFill>
                <a:latin typeface="Be Vietnam Pro" pitchFamily="34" charset="0"/>
                <a:ea typeface="Be Vietnam Pro" pitchFamily="34" charset="-122"/>
                <a:cs typeface="Be Vietnam Pro" pitchFamily="34" charset="-120"/>
              </a:rPr>
              <a:t>BẠN</a:t>
            </a:r>
            <a:r>
              <a:rPr lang="en-US" sz="1950" b="1" dirty="0" spc="-22" kern="0">
                <a:solidFill>
                  <a:srgbClr val="3DD6A0"/>
                </a:solidFill>
                <a:latin typeface="Be Vietnam Pro" pitchFamily="34" charset="0"/>
                <a:ea typeface="Be Vietnam Pro" pitchFamily="34" charset="-122"/>
                <a:cs typeface="Be Vietnam Pro" pitchFamily="34" charset="-120"/>
              </a:rPr>
              <a:t> CẦN</a:t>
            </a:r>
            <a:endParaRPr lang="en-US" sz="1950" dirty="0"/>
          </a:p>
        </p:txBody>
      </p:sp>
      <p:sp>
        <p:nvSpPr>
          <p:cNvPr id="9" name="Text 7"/>
          <p:cNvSpPr/>
          <p:nvPr/>
        </p:nvSpPr>
        <p:spPr>
          <a:xfrm>
            <a:off x="12439650" y="3695700"/>
            <a:ext cx="4762500" cy="762000"/>
          </a:xfrm>
          <a:prstGeom prst="rect">
            <a:avLst/>
          </a:prstGeom>
          <a:noFill/>
          <a:ln/>
        </p:spPr>
        <p:txBody>
          <a:bodyPr wrap="square" lIns="0" tIns="12144" rIns="0" bIns="-12144" rtlCol="0" anchor="t"/>
          <a:lstStyle/>
          <a:p>
            <a:pPr algn="l" indent="0" marL="0">
              <a:lnSpc>
                <a:spcPts val="2925"/>
              </a:lnSpc>
              <a:buNone/>
            </a:pPr>
            <a:r>
              <a:rPr lang="en-US" sz="2250" dirty="0" spc="3" kern="0">
                <a:solidFill>
                  <a:srgbClr val="F3EEE3"/>
                </a:solidFill>
                <a:latin typeface="Be Vietnam Pro" pitchFamily="34" charset="0"/>
                <a:ea typeface="Be Vietnam Pro" pitchFamily="34" charset="-122"/>
                <a:cs typeface="Be Vietnam Pro" pitchFamily="34" charset="-120"/>
              </a:rPr>
              <a:t>Dữ</a:t>
            </a:r>
            <a:r>
              <a:rPr lang="en-US" sz="2250" dirty="0" spc="-2" kern="0">
                <a:solidFill>
                  <a:srgbClr val="F3EEE3"/>
                </a:solidFill>
                <a:latin typeface="Be Vietnam Pro" pitchFamily="34" charset="0"/>
                <a:ea typeface="Be Vietnam Pro" pitchFamily="34" charset="-122"/>
                <a:cs typeface="Be Vietnam Pro" pitchFamily="34" charset="-120"/>
              </a:rPr>
              <a:t> liệu</a:t>
            </a:r>
            <a:r>
              <a:rPr lang="en-US" sz="2250" dirty="0" spc="-3" kern="0">
                <a:solidFill>
                  <a:srgbClr val="F3EEE3"/>
                </a:solidFill>
                <a:latin typeface="Be Vietnam Pro" pitchFamily="34" charset="0"/>
                <a:ea typeface="Be Vietnam Pro" pitchFamily="34" charset="-122"/>
                <a:cs typeface="Be Vietnam Pro" pitchFamily="34" charset="-120"/>
              </a:rPr>
              <a:t> hoặc</a:t>
            </a:r>
            <a:r>
              <a:rPr lang="en-US" sz="2250" dirty="0" spc="11" kern="0">
                <a:solidFill>
                  <a:srgbClr val="F3EEE3"/>
                </a:solidFill>
                <a:latin typeface="Be Vietnam Pro" pitchFamily="34" charset="0"/>
                <a:ea typeface="Be Vietnam Pro" pitchFamily="34" charset="-122"/>
                <a:cs typeface="Be Vietnam Pro" pitchFamily="34" charset="-120"/>
              </a:rPr>
              <a:t> chức</a:t>
            </a:r>
            <a:r>
              <a:rPr lang="en-US" sz="2250" dirty="0" spc="-1" kern="0">
                <a:solidFill>
                  <a:srgbClr val="F3EEE3"/>
                </a:solidFill>
                <a:latin typeface="Be Vietnam Pro" pitchFamily="34" charset="0"/>
                <a:ea typeface="Be Vietnam Pro" pitchFamily="34" charset="-122"/>
                <a:cs typeface="Be Vietnam Pro" pitchFamily="34" charset="-120"/>
              </a:rPr>
              <a:t> năng</a:t>
            </a:r>
            <a:r>
              <a:rPr lang="en-US" sz="2250" dirty="0" spc="5" kern="0">
                <a:solidFill>
                  <a:srgbClr val="F3EEE3"/>
                </a:solidFill>
                <a:latin typeface="Be Vietnam Pro" pitchFamily="34" charset="0"/>
                <a:ea typeface="Be Vietnam Pro" pitchFamily="34" charset="-122"/>
                <a:cs typeface="Be Vietnam Pro" pitchFamily="34" charset="-120"/>
              </a:rPr>
              <a:t> có</a:t>
            </a:r>
            <a:r>
              <a:rPr lang="en-US" sz="2250" dirty="0" spc="-2" kern="0">
                <a:solidFill>
                  <a:srgbClr val="F3EEE3"/>
                </a:solidFill>
                <a:latin typeface="Be Vietnam Pro" pitchFamily="34" charset="0"/>
                <a:ea typeface="Be Vietnam Pro" pitchFamily="34" charset="-122"/>
                <a:cs typeface="Be Vietnam Pro" pitchFamily="34" charset="-120"/>
              </a:rPr>
              <a:t> sẵn.</a:t>
            </a:r>
            <a:endParaRPr lang="en-US" sz="2250" dirty="0"/>
          </a:p>
        </p:txBody>
      </p:sp>
      <p:sp>
        <p:nvSpPr>
          <p:cNvPr id="10" name="Shape 8"/>
          <p:cNvSpPr/>
          <p:nvPr/>
        </p:nvSpPr>
        <p:spPr>
          <a:xfrm>
            <a:off x="12192000" y="4781550"/>
            <a:ext cx="5257800" cy="1476375"/>
          </a:xfrm>
          <a:prstGeom prst="roundRect">
            <a:avLst>
              <a:gd name="adj" fmla="val 11613"/>
            </a:avLst>
          </a:prstGeom>
          <a:solidFill>
            <a:srgbClr val="1E212B"/>
          </a:solidFill>
          <a:ln w="9525">
            <a:solidFill>
              <a:srgbClr val="363B4A"/>
            </a:solidFill>
            <a:prstDash val="solid"/>
          </a:ln>
        </p:spPr>
      </p:sp>
      <p:sp>
        <p:nvSpPr>
          <p:cNvPr id="11" name="Text 9"/>
          <p:cNvSpPr/>
          <p:nvPr/>
        </p:nvSpPr>
        <p:spPr>
          <a:xfrm>
            <a:off x="12439650" y="4924425"/>
            <a:ext cx="4762500" cy="419100"/>
          </a:xfrm>
          <a:prstGeom prst="rect">
            <a:avLst/>
          </a:prstGeom>
          <a:noFill/>
          <a:ln/>
        </p:spPr>
        <p:txBody>
          <a:bodyPr wrap="square" lIns="0" tIns="10525" rIns="0" bIns="-10525" rtlCol="0" anchor="t"/>
          <a:lstStyle/>
          <a:p>
            <a:pPr algn="l" indent="0" marL="0">
              <a:lnSpc>
                <a:spcPts val="2535"/>
              </a:lnSpc>
              <a:buNone/>
            </a:pPr>
            <a:r>
              <a:rPr lang="en-US" sz="1950" b="1" dirty="0" spc="1" kern="0">
                <a:solidFill>
                  <a:srgbClr val="3DD6A0"/>
                </a:solidFill>
                <a:latin typeface="Be Vietnam Pro" pitchFamily="34" charset="0"/>
                <a:ea typeface="Be Vietnam Pro" pitchFamily="34" charset="-122"/>
                <a:cs typeface="Be Vietnam Pro" pitchFamily="34" charset="-120"/>
              </a:rPr>
              <a:t>REPO</a:t>
            </a:r>
            <a:r>
              <a:rPr lang="en-US" sz="1950" b="1" dirty="0" spc="-1" kern="0">
                <a:solidFill>
                  <a:srgbClr val="3DD6A0"/>
                </a:solidFill>
                <a:latin typeface="Be Vietnam Pro" pitchFamily="34" charset="0"/>
                <a:ea typeface="Be Vietnam Pro" pitchFamily="34" charset="-122"/>
                <a:cs typeface="Be Vietnam Pro" pitchFamily="34" charset="-120"/>
              </a:rPr>
              <a:t> CUNG</a:t>
            </a:r>
            <a:r>
              <a:rPr lang="en-US" sz="1950" b="1" dirty="0" spc="-21" kern="0">
                <a:solidFill>
                  <a:srgbClr val="3DD6A0"/>
                </a:solidFill>
                <a:latin typeface="Be Vietnam Pro" pitchFamily="34" charset="0"/>
                <a:ea typeface="Be Vietnam Pro" pitchFamily="34" charset="-122"/>
                <a:cs typeface="Be Vietnam Pro" pitchFamily="34" charset="-120"/>
              </a:rPr>
              <a:t> CẤP</a:t>
            </a:r>
            <a:endParaRPr lang="en-US" sz="1950" dirty="0"/>
          </a:p>
        </p:txBody>
      </p:sp>
      <p:sp>
        <p:nvSpPr>
          <p:cNvPr id="12" name="Text 10"/>
          <p:cNvSpPr/>
          <p:nvPr/>
        </p:nvSpPr>
        <p:spPr>
          <a:xfrm>
            <a:off x="12439650" y="5381625"/>
            <a:ext cx="4762500" cy="762000"/>
          </a:xfrm>
          <a:prstGeom prst="rect">
            <a:avLst/>
          </a:prstGeom>
          <a:noFill/>
          <a:ln/>
        </p:spPr>
        <p:txBody>
          <a:bodyPr wrap="square" lIns="0" tIns="12144" rIns="0" bIns="-12144" rtlCol="0" anchor="t"/>
          <a:lstStyle/>
          <a:p>
            <a:pPr algn="l" indent="0" marL="0">
              <a:lnSpc>
                <a:spcPts val="2925"/>
              </a:lnSpc>
              <a:buNone/>
            </a:pPr>
            <a:r>
              <a:rPr lang="en-US" sz="2250" dirty="0" spc="-1" kern="0">
                <a:solidFill>
                  <a:srgbClr val="F3EEE3"/>
                </a:solidFill>
                <a:latin typeface="Be Vietnam Pro" pitchFamily="34" charset="0"/>
                <a:ea typeface="Be Vietnam Pro" pitchFamily="34" charset="-122"/>
                <a:cs typeface="Be Vietnam Pro" pitchFamily="34" charset="-120"/>
              </a:rPr>
              <a:t>Danh</a:t>
            </a:r>
            <a:r>
              <a:rPr lang="en-US" sz="2250" dirty="0" spc="3" kern="0">
                <a:solidFill>
                  <a:srgbClr val="F3EEE3"/>
                </a:solidFill>
                <a:latin typeface="Be Vietnam Pro" pitchFamily="34" charset="0"/>
                <a:ea typeface="Be Vietnam Pro" pitchFamily="34" charset="-122"/>
                <a:cs typeface="Be Vietnam Pro" pitchFamily="34" charset="-120"/>
              </a:rPr>
              <a:t> mục</a:t>
            </a:r>
            <a:r>
              <a:rPr lang="en-US" sz="2250" dirty="0" spc="-17" kern="0">
                <a:solidFill>
                  <a:srgbClr val="F3EEE3"/>
                </a:solidFill>
                <a:latin typeface="Be Vietnam Pro" pitchFamily="34" charset="0"/>
                <a:ea typeface="Be Vietnam Pro" pitchFamily="34" charset="-122"/>
                <a:cs typeface="Be Vietnam Pro" pitchFamily="34" charset="-120"/>
              </a:rPr>
              <a:t> và</a:t>
            </a:r>
            <a:r>
              <a:rPr lang="en-US" sz="2250" dirty="0" spc="-1" kern="0">
                <a:solidFill>
                  <a:srgbClr val="F3EEE3"/>
                </a:solidFill>
                <a:latin typeface="Be Vietnam Pro" pitchFamily="34" charset="0"/>
                <a:ea typeface="Be Vietnam Pro" pitchFamily="34" charset="-122"/>
                <a:cs typeface="Be Vietnam Pro" pitchFamily="34" charset="-120"/>
              </a:rPr>
              <a:t> liên</a:t>
            </a:r>
            <a:r>
              <a:rPr lang="en-US" sz="2250" dirty="0" spc="-31" kern="0">
                <a:solidFill>
                  <a:srgbClr val="F3EEE3"/>
                </a:solidFill>
                <a:latin typeface="Be Vietnam Pro" pitchFamily="34" charset="0"/>
                <a:ea typeface="Be Vietnam Pro" pitchFamily="34" charset="-122"/>
                <a:cs typeface="Be Vietnam Pro" pitchFamily="34" charset="-120"/>
              </a:rPr>
              <a:t> kết</a:t>
            </a:r>
            <a:r>
              <a:rPr lang="en-US" sz="2250" dirty="0" spc="-13" kern="0">
                <a:solidFill>
                  <a:srgbClr val="F3EEE3"/>
                </a:solidFill>
                <a:latin typeface="Be Vietnam Pro" pitchFamily="34" charset="0"/>
                <a:ea typeface="Be Vietnam Pro" pitchFamily="34" charset="-122"/>
                <a:cs typeface="Be Vietnam Pro" pitchFamily="34" charset="-120"/>
              </a:rPr>
              <a:t> tài</a:t>
            </a:r>
            <a:r>
              <a:rPr lang="en-US" sz="2250" dirty="0" spc="0" kern="0">
                <a:solidFill>
                  <a:srgbClr val="F3EEE3"/>
                </a:solidFill>
                <a:latin typeface="Be Vietnam Pro" pitchFamily="34" charset="0"/>
                <a:ea typeface="Be Vietnam Pro" pitchFamily="34" charset="-122"/>
                <a:cs typeface="Be Vietnam Pro" pitchFamily="34" charset="-120"/>
              </a:rPr>
              <a:t> liệu.</a:t>
            </a:r>
            <a:endParaRPr lang="en-US" sz="2250" dirty="0"/>
          </a:p>
        </p:txBody>
      </p:sp>
      <p:sp>
        <p:nvSpPr>
          <p:cNvPr id="13" name="Shape 11"/>
          <p:cNvSpPr/>
          <p:nvPr/>
        </p:nvSpPr>
        <p:spPr>
          <a:xfrm>
            <a:off x="12192000" y="6467475"/>
            <a:ext cx="5257800" cy="1476375"/>
          </a:xfrm>
          <a:prstGeom prst="roundRect">
            <a:avLst>
              <a:gd name="adj" fmla="val 11613"/>
            </a:avLst>
          </a:prstGeom>
          <a:solidFill>
            <a:srgbClr val="1E212B"/>
          </a:solidFill>
          <a:ln w="9525">
            <a:solidFill>
              <a:srgbClr val="363B4A"/>
            </a:solidFill>
            <a:prstDash val="solid"/>
          </a:ln>
        </p:spPr>
      </p:sp>
      <p:sp>
        <p:nvSpPr>
          <p:cNvPr id="14" name="Text 12"/>
          <p:cNvSpPr/>
          <p:nvPr/>
        </p:nvSpPr>
        <p:spPr>
          <a:xfrm>
            <a:off x="12439650" y="6610350"/>
            <a:ext cx="4762500" cy="419100"/>
          </a:xfrm>
          <a:prstGeom prst="rect">
            <a:avLst/>
          </a:prstGeom>
          <a:noFill/>
          <a:ln/>
        </p:spPr>
        <p:txBody>
          <a:bodyPr wrap="square" lIns="0" tIns="10525" rIns="0" bIns="-10525" rtlCol="0" anchor="t"/>
          <a:lstStyle/>
          <a:p>
            <a:pPr algn="l" indent="0" marL="0">
              <a:lnSpc>
                <a:spcPts val="2535"/>
              </a:lnSpc>
              <a:buNone/>
            </a:pPr>
            <a:r>
              <a:rPr lang="en-US" sz="1950" b="1" dirty="0" spc="0" kern="0">
                <a:solidFill>
                  <a:srgbClr val="3DD6A0"/>
                </a:solidFill>
                <a:latin typeface="Be Vietnam Pro" pitchFamily="34" charset="0"/>
                <a:ea typeface="Be Vietnam Pro" pitchFamily="34" charset="-122"/>
                <a:cs typeface="Be Vietnam Pro" pitchFamily="34" charset="-120"/>
              </a:rPr>
              <a:t>NHÀ</a:t>
            </a:r>
            <a:r>
              <a:rPr lang="en-US" sz="1950" b="1" dirty="0" spc="-1" kern="0">
                <a:solidFill>
                  <a:srgbClr val="3DD6A0"/>
                </a:solidFill>
                <a:latin typeface="Be Vietnam Pro" pitchFamily="34" charset="0"/>
                <a:ea typeface="Be Vietnam Pro" pitchFamily="34" charset="-122"/>
                <a:cs typeface="Be Vietnam Pro" pitchFamily="34" charset="-120"/>
              </a:rPr>
              <a:t> CUNG</a:t>
            </a:r>
            <a:r>
              <a:rPr lang="en-US" sz="1950" b="1" dirty="0" spc="-21" kern="0">
                <a:solidFill>
                  <a:srgbClr val="3DD6A0"/>
                </a:solidFill>
                <a:latin typeface="Be Vietnam Pro" pitchFamily="34" charset="0"/>
                <a:ea typeface="Be Vietnam Pro" pitchFamily="34" charset="-122"/>
                <a:cs typeface="Be Vietnam Pro" pitchFamily="34" charset="-120"/>
              </a:rPr>
              <a:t> CẤP</a:t>
            </a:r>
            <a:r>
              <a:rPr lang="en-US" sz="1950" b="1" dirty="0" spc="6" kern="0">
                <a:solidFill>
                  <a:srgbClr val="3DD6A0"/>
                </a:solidFill>
                <a:latin typeface="Be Vietnam Pro" pitchFamily="34" charset="0"/>
                <a:ea typeface="Be Vietnam Pro" pitchFamily="34" charset="-122"/>
                <a:cs typeface="Be Vietnam Pro" pitchFamily="34" charset="-120"/>
              </a:rPr>
              <a:t> QUY</a:t>
            </a:r>
            <a:r>
              <a:rPr lang="en-US" sz="1950" b="1" dirty="0" spc="2" kern="0">
                <a:solidFill>
                  <a:srgbClr val="3DD6A0"/>
                </a:solidFill>
                <a:latin typeface="Be Vietnam Pro" pitchFamily="34" charset="0"/>
                <a:ea typeface="Be Vietnam Pro" pitchFamily="34" charset="-122"/>
                <a:cs typeface="Be Vietnam Pro" pitchFamily="34" charset="-120"/>
              </a:rPr>
              <a:t> ĐỊNH</a:t>
            </a:r>
            <a:endParaRPr lang="en-US" sz="1950" dirty="0"/>
          </a:p>
        </p:txBody>
      </p:sp>
      <p:sp>
        <p:nvSpPr>
          <p:cNvPr id="15" name="Text 13"/>
          <p:cNvSpPr/>
          <p:nvPr/>
        </p:nvSpPr>
        <p:spPr>
          <a:xfrm>
            <a:off x="12439650" y="7067550"/>
            <a:ext cx="4762500" cy="762000"/>
          </a:xfrm>
          <a:prstGeom prst="rect">
            <a:avLst/>
          </a:prstGeom>
          <a:noFill/>
          <a:ln/>
        </p:spPr>
        <p:txBody>
          <a:bodyPr wrap="square" lIns="0" tIns="12144" rIns="0" bIns="-12144" rtlCol="0" anchor="t"/>
          <a:lstStyle/>
          <a:p>
            <a:pPr algn="l" indent="0" marL="0">
              <a:lnSpc>
                <a:spcPts val="2925"/>
              </a:lnSpc>
              <a:buNone/>
            </a:pPr>
            <a:r>
              <a:rPr lang="en-US" sz="2250" dirty="0" spc="-41" kern="0">
                <a:solidFill>
                  <a:srgbClr val="F3EEE3"/>
                </a:solidFill>
                <a:latin typeface="Be Vietnam Pro" pitchFamily="34" charset="0"/>
                <a:ea typeface="Be Vietnam Pro" pitchFamily="34" charset="-122"/>
                <a:cs typeface="Be Vietnam Pro" pitchFamily="34" charset="-120"/>
              </a:rPr>
              <a:t>Truy</a:t>
            </a:r>
            <a:r>
              <a:rPr lang="en-US" sz="2250" dirty="0" spc="0" kern="0">
                <a:solidFill>
                  <a:srgbClr val="F3EEE3"/>
                </a:solidFill>
                <a:latin typeface="Be Vietnam Pro" pitchFamily="34" charset="0"/>
                <a:ea typeface="Be Vietnam Pro" pitchFamily="34" charset="-122"/>
                <a:cs typeface="Be Vietnam Pro" pitchFamily="34" charset="-120"/>
              </a:rPr>
              <a:t> cập, hạn</a:t>
            </a:r>
            <a:r>
              <a:rPr lang="en-US" sz="2250" dirty="0" spc="11" kern="0">
                <a:solidFill>
                  <a:srgbClr val="F3EEE3"/>
                </a:solidFill>
                <a:latin typeface="Be Vietnam Pro" pitchFamily="34" charset="0"/>
                <a:ea typeface="Be Vietnam Pro" pitchFamily="34" charset="-122"/>
                <a:cs typeface="Be Vietnam Pro" pitchFamily="34" charset="-120"/>
              </a:rPr>
              <a:t> mức</a:t>
            </a:r>
            <a:r>
              <a:rPr lang="en-US" sz="2250" dirty="0" spc="-16" kern="0">
                <a:solidFill>
                  <a:srgbClr val="F3EEE3"/>
                </a:solidFill>
                <a:latin typeface="Be Vietnam Pro" pitchFamily="34" charset="0"/>
                <a:ea typeface="Be Vietnam Pro" pitchFamily="34" charset="-122"/>
                <a:cs typeface="Be Vietnam Pro" pitchFamily="34" charset="-120"/>
              </a:rPr>
              <a:t> và</a:t>
            </a:r>
            <a:r>
              <a:rPr lang="en-US" sz="2250" dirty="0" spc="17" kern="0">
                <a:solidFill>
                  <a:srgbClr val="F3EEE3"/>
                </a:solidFill>
                <a:latin typeface="Be Vietnam Pro" pitchFamily="34" charset="0"/>
                <a:ea typeface="Be Vietnam Pro" pitchFamily="34" charset="-122"/>
                <a:cs typeface="Be Vietnam Pro" pitchFamily="34" charset="-120"/>
              </a:rPr>
              <a:t> điều</a:t>
            </a:r>
            <a:r>
              <a:rPr lang="en-US" sz="2250" dirty="0" spc="-2" kern="0">
                <a:solidFill>
                  <a:srgbClr val="F3EEE3"/>
                </a:solidFill>
                <a:latin typeface="Be Vietnam Pro" pitchFamily="34" charset="0"/>
                <a:ea typeface="Be Vietnam Pro" pitchFamily="34" charset="-122"/>
                <a:cs typeface="Be Vietnam Pro" pitchFamily="34" charset="-120"/>
              </a:rPr>
              <a:t> khoản.</a:t>
            </a:r>
            <a:endParaRPr lang="en-US" sz="2250" dirty="0"/>
          </a:p>
        </p:txBody>
      </p:sp>
      <p:sp>
        <p:nvSpPr>
          <p:cNvPr id="16" name="Text 14"/>
          <p:cNvSpPr/>
          <p:nvPr/>
        </p:nvSpPr>
        <p:spPr>
          <a:xfrm>
            <a:off x="838200" y="9353550"/>
            <a:ext cx="16611600" cy="333375"/>
          </a:xfrm>
          <a:prstGeom prst="rect">
            <a:avLst/>
          </a:prstGeom>
          <a:noFill/>
          <a:ln/>
        </p:spPr>
        <p:txBody>
          <a:bodyPr wrap="square" lIns="0" tIns="8906" rIns="0" bIns="-8906" rtlCol="0" anchor="t"/>
          <a:lstStyle/>
          <a:p>
            <a:pPr algn="l" indent="0" marL="0">
              <a:lnSpc>
                <a:spcPts val="2145"/>
              </a:lnSpc>
              <a:buNone/>
            </a:pPr>
            <a:r>
              <a:rPr lang="en-US" sz="1650" dirty="0" spc="-3" kern="0">
                <a:solidFill>
                  <a:srgbClr val="9AA0B5"/>
                </a:solidFill>
                <a:latin typeface="Be Vietnam Pro" pitchFamily="34" charset="0"/>
                <a:ea typeface="Be Vietnam Pro" pitchFamily="34" charset="-122"/>
                <a:cs typeface="Be Vietnam Pro" pitchFamily="34" charset="-120"/>
              </a:rPr>
              <a:t>Nguồn:</a:t>
            </a:r>
            <a:r>
              <a:rPr lang="en-US" sz="1650" dirty="0" spc="-1" kern="0">
                <a:solidFill>
                  <a:srgbClr val="9AA0B5"/>
                </a:solidFill>
                <a:latin typeface="Be Vietnam Pro" pitchFamily="34" charset="0"/>
                <a:ea typeface="Be Vietnam Pro" pitchFamily="34" charset="-122"/>
                <a:cs typeface="Be Vietnam Pro" pitchFamily="34" charset="-120"/>
              </a:rPr>
              <a:t> [S5]</a:t>
            </a:r>
            <a:r>
              <a:rPr lang="en-US" sz="1650" dirty="0" spc="-2" kern="0">
                <a:solidFill>
                  <a:srgbClr val="9AA0B5"/>
                </a:solidFill>
                <a:latin typeface="Be Vietnam Pro" pitchFamily="34" charset="0"/>
                <a:ea typeface="Be Vietnam Pro" pitchFamily="34" charset="-122"/>
                <a:cs typeface="Be Vietnam Pro" pitchFamily="34" charset="-120"/>
              </a:rPr>
              <a:t> [S6]</a:t>
            </a:r>
            <a:r>
              <a:rPr lang="en-US" sz="1650" dirty="0" spc="1" kern="0">
                <a:solidFill>
                  <a:srgbClr val="9AA0B5"/>
                </a:solidFill>
                <a:latin typeface="Be Vietnam Pro" pitchFamily="34" charset="0"/>
                <a:ea typeface="Be Vietnam Pro" pitchFamily="34" charset="-122"/>
                <a:cs typeface="Be Vietnam Pro" pitchFamily="34" charset="-120"/>
              </a:rPr>
              <a:t>  ·</a:t>
            </a:r>
            <a:r>
              <a:rPr lang="en-US" sz="1650" dirty="0" spc="2" kern="0">
                <a:solidFill>
                  <a:srgbClr val="9AA0B5"/>
                </a:solidFill>
                <a:latin typeface="Be Vietnam Pro" pitchFamily="34" charset="0"/>
                <a:ea typeface="Be Vietnam Pro" pitchFamily="34" charset="-122"/>
                <a:cs typeface="Be Vietnam Pro" pitchFamily="34" charset="-120"/>
              </a:rPr>
              <a:t>  Số</a:t>
            </a:r>
            <a:r>
              <a:rPr lang="en-US" sz="1650" dirty="0" spc="-1" kern="0">
                <a:solidFill>
                  <a:srgbClr val="9AA0B5"/>
                </a:solidFill>
                <a:latin typeface="Be Vietnam Pro" pitchFamily="34" charset="0"/>
                <a:ea typeface="Be Vietnam Pro" pitchFamily="34" charset="-122"/>
                <a:cs typeface="Be Vietnam Pro" pitchFamily="34" charset="-120"/>
              </a:rPr>
              <a:t> liệu:</a:t>
            </a:r>
            <a:r>
              <a:rPr lang="en-US" sz="1650" dirty="0" spc="1" kern="0">
                <a:solidFill>
                  <a:srgbClr val="9AA0B5"/>
                </a:solidFill>
                <a:latin typeface="Be Vietnam Pro" pitchFamily="34" charset="0"/>
                <a:ea typeface="Be Vietnam Pro" pitchFamily="34" charset="-122"/>
                <a:cs typeface="Be Vietnam Pro" pitchFamily="34" charset="-120"/>
              </a:rPr>
              <a:t> phiên</a:t>
            </a:r>
            <a:r>
              <a:rPr lang="en-US" sz="1650" dirty="0" spc="-1" kern="0">
                <a:solidFill>
                  <a:srgbClr val="9AA0B5"/>
                </a:solidFill>
                <a:latin typeface="Be Vietnam Pro" pitchFamily="34" charset="0"/>
                <a:ea typeface="Be Vietnam Pro" pitchFamily="34" charset="-122"/>
                <a:cs typeface="Be Vietnam Pro" pitchFamily="34" charset="-120"/>
              </a:rPr>
              <a:t> quét</a:t>
            </a:r>
            <a:r>
              <a:rPr lang="en-US" sz="1650" dirty="0" spc="-8" kern="0">
                <a:solidFill>
                  <a:srgbClr val="9AA0B5"/>
                </a:solidFill>
                <a:latin typeface="Be Vietnam Pro" pitchFamily="34" charset="0"/>
                <a:ea typeface="Be Vietnam Pro" pitchFamily="34" charset="-122"/>
                <a:cs typeface="Be Vietnam Pro" pitchFamily="34" charset="-120"/>
              </a:rPr>
              <a:t> 23/10/2026</a:t>
            </a:r>
            <a:endParaRPr lang="en-US" sz="1650" dirty="0"/>
          </a:p>
        </p:txBody>
      </p:sp>
      <p:sp>
        <p:nvSpPr>
          <p:cNvPr id="17" name="Shape 15"/>
          <p:cNvSpPr/>
          <p:nvPr/>
        </p:nvSpPr>
        <p:spPr>
          <a:xfrm>
            <a:off x="847725" y="9896475"/>
            <a:ext cx="57150" cy="57150"/>
          </a:xfrm>
          <a:prstGeom prst="ellipse">
            <a:avLst/>
          </a:prstGeom>
          <a:solidFill>
            <a:srgbClr val="363B4A"/>
          </a:solidFill>
          <a:ln/>
        </p:spPr>
      </p:sp>
      <p:sp>
        <p:nvSpPr>
          <p:cNvPr id="18" name="Shape 16"/>
          <p:cNvSpPr/>
          <p:nvPr/>
        </p:nvSpPr>
        <p:spPr>
          <a:xfrm>
            <a:off x="952500" y="9896475"/>
            <a:ext cx="57150" cy="57150"/>
          </a:xfrm>
          <a:prstGeom prst="ellipse">
            <a:avLst/>
          </a:prstGeom>
          <a:solidFill>
            <a:srgbClr val="363B4A"/>
          </a:solidFill>
          <a:ln/>
        </p:spPr>
      </p:sp>
      <p:sp>
        <p:nvSpPr>
          <p:cNvPr id="19" name="Shape 17"/>
          <p:cNvSpPr/>
          <p:nvPr/>
        </p:nvSpPr>
        <p:spPr>
          <a:xfrm>
            <a:off x="1057275" y="9896475"/>
            <a:ext cx="57150" cy="57150"/>
          </a:xfrm>
          <a:prstGeom prst="ellipse">
            <a:avLst/>
          </a:prstGeom>
          <a:solidFill>
            <a:srgbClr val="363B4A"/>
          </a:solidFill>
          <a:ln/>
        </p:spPr>
      </p:sp>
      <p:sp>
        <p:nvSpPr>
          <p:cNvPr id="20" name="Shape 18"/>
          <p:cNvSpPr/>
          <p:nvPr/>
        </p:nvSpPr>
        <p:spPr>
          <a:xfrm>
            <a:off x="1162050" y="9896475"/>
            <a:ext cx="57150" cy="57150"/>
          </a:xfrm>
          <a:prstGeom prst="ellipse">
            <a:avLst/>
          </a:prstGeom>
          <a:solidFill>
            <a:srgbClr val="363B4A"/>
          </a:solidFill>
          <a:ln/>
        </p:spPr>
      </p:sp>
      <p:sp>
        <p:nvSpPr>
          <p:cNvPr id="21" name="Shape 19"/>
          <p:cNvSpPr/>
          <p:nvPr/>
        </p:nvSpPr>
        <p:spPr>
          <a:xfrm>
            <a:off x="1266825" y="9896475"/>
            <a:ext cx="57150" cy="57150"/>
          </a:xfrm>
          <a:prstGeom prst="ellipse">
            <a:avLst/>
          </a:prstGeom>
          <a:solidFill>
            <a:srgbClr val="363B4A"/>
          </a:solidFill>
          <a:ln/>
        </p:spPr>
      </p:sp>
      <p:sp>
        <p:nvSpPr>
          <p:cNvPr id="22" name="Shape 20"/>
          <p:cNvSpPr/>
          <p:nvPr/>
        </p:nvSpPr>
        <p:spPr>
          <a:xfrm>
            <a:off x="1371600" y="9896475"/>
            <a:ext cx="57150" cy="57150"/>
          </a:xfrm>
          <a:prstGeom prst="ellipse">
            <a:avLst/>
          </a:prstGeom>
          <a:solidFill>
            <a:srgbClr val="363B4A"/>
          </a:solidFill>
          <a:ln/>
        </p:spPr>
      </p:sp>
      <p:sp>
        <p:nvSpPr>
          <p:cNvPr id="23" name="Shape 21"/>
          <p:cNvSpPr/>
          <p:nvPr/>
        </p:nvSpPr>
        <p:spPr>
          <a:xfrm>
            <a:off x="1476375" y="9896475"/>
            <a:ext cx="57150" cy="57150"/>
          </a:xfrm>
          <a:prstGeom prst="ellipse">
            <a:avLst/>
          </a:prstGeom>
          <a:solidFill>
            <a:srgbClr val="363B4A"/>
          </a:solidFill>
          <a:ln/>
        </p:spPr>
      </p:sp>
      <p:sp>
        <p:nvSpPr>
          <p:cNvPr id="24" name="Shape 22"/>
          <p:cNvSpPr/>
          <p:nvPr/>
        </p:nvSpPr>
        <p:spPr>
          <a:xfrm>
            <a:off x="1581150" y="9896475"/>
            <a:ext cx="57150" cy="57150"/>
          </a:xfrm>
          <a:prstGeom prst="ellipse">
            <a:avLst/>
          </a:prstGeom>
          <a:solidFill>
            <a:srgbClr val="363B4A"/>
          </a:solidFill>
          <a:ln/>
        </p:spPr>
      </p:sp>
      <p:sp>
        <p:nvSpPr>
          <p:cNvPr id="25" name="Shape 23"/>
          <p:cNvSpPr/>
          <p:nvPr/>
        </p:nvSpPr>
        <p:spPr>
          <a:xfrm>
            <a:off x="1685925" y="9896475"/>
            <a:ext cx="57150" cy="57150"/>
          </a:xfrm>
          <a:prstGeom prst="ellipse">
            <a:avLst/>
          </a:prstGeom>
          <a:solidFill>
            <a:srgbClr val="363B4A"/>
          </a:solidFill>
          <a:ln/>
        </p:spPr>
      </p:sp>
      <p:sp>
        <p:nvSpPr>
          <p:cNvPr id="26" name="Shape 24"/>
          <p:cNvSpPr/>
          <p:nvPr/>
        </p:nvSpPr>
        <p:spPr>
          <a:xfrm>
            <a:off x="1790700" y="9896475"/>
            <a:ext cx="57150" cy="57150"/>
          </a:xfrm>
          <a:prstGeom prst="ellipse">
            <a:avLst/>
          </a:prstGeom>
          <a:solidFill>
            <a:srgbClr val="363B4A"/>
          </a:solidFill>
          <a:ln/>
        </p:spPr>
      </p:sp>
      <p:sp>
        <p:nvSpPr>
          <p:cNvPr id="27" name="Shape 25"/>
          <p:cNvSpPr/>
          <p:nvPr/>
        </p:nvSpPr>
        <p:spPr>
          <a:xfrm>
            <a:off x="1895475" y="9896475"/>
            <a:ext cx="57150" cy="57150"/>
          </a:xfrm>
          <a:prstGeom prst="ellipse">
            <a:avLst/>
          </a:prstGeom>
          <a:solidFill>
            <a:srgbClr val="363B4A"/>
          </a:solidFill>
          <a:ln/>
        </p:spPr>
      </p:sp>
      <p:sp>
        <p:nvSpPr>
          <p:cNvPr id="28" name="Shape 26"/>
          <p:cNvSpPr/>
          <p:nvPr/>
        </p:nvSpPr>
        <p:spPr>
          <a:xfrm>
            <a:off x="2000250" y="9896475"/>
            <a:ext cx="57150" cy="57150"/>
          </a:xfrm>
          <a:prstGeom prst="ellipse">
            <a:avLst/>
          </a:prstGeom>
          <a:solidFill>
            <a:srgbClr val="363B4A"/>
          </a:solidFill>
          <a:ln/>
        </p:spPr>
      </p:sp>
      <p:sp>
        <p:nvSpPr>
          <p:cNvPr id="29" name="Shape 27"/>
          <p:cNvSpPr/>
          <p:nvPr/>
        </p:nvSpPr>
        <p:spPr>
          <a:xfrm>
            <a:off x="2105025" y="9896475"/>
            <a:ext cx="57150" cy="57150"/>
          </a:xfrm>
          <a:prstGeom prst="ellipse">
            <a:avLst/>
          </a:prstGeom>
          <a:solidFill>
            <a:srgbClr val="363B4A"/>
          </a:solidFill>
          <a:ln/>
        </p:spPr>
      </p:sp>
      <p:sp>
        <p:nvSpPr>
          <p:cNvPr id="30" name="Shape 28"/>
          <p:cNvSpPr/>
          <p:nvPr/>
        </p:nvSpPr>
        <p:spPr>
          <a:xfrm>
            <a:off x="2209800" y="9896475"/>
            <a:ext cx="57150" cy="57150"/>
          </a:xfrm>
          <a:prstGeom prst="ellipse">
            <a:avLst/>
          </a:prstGeom>
          <a:solidFill>
            <a:srgbClr val="363B4A"/>
          </a:solidFill>
          <a:ln/>
        </p:spPr>
      </p:sp>
      <p:sp>
        <p:nvSpPr>
          <p:cNvPr id="31" name="Shape 29"/>
          <p:cNvSpPr/>
          <p:nvPr/>
        </p:nvSpPr>
        <p:spPr>
          <a:xfrm>
            <a:off x="2314575" y="9896475"/>
            <a:ext cx="57150" cy="57150"/>
          </a:xfrm>
          <a:prstGeom prst="ellipse">
            <a:avLst/>
          </a:prstGeom>
          <a:solidFill>
            <a:srgbClr val="363B4A"/>
          </a:solidFill>
          <a:ln/>
        </p:spPr>
      </p:sp>
      <p:sp>
        <p:nvSpPr>
          <p:cNvPr id="32" name="Shape 30"/>
          <p:cNvSpPr/>
          <p:nvPr/>
        </p:nvSpPr>
        <p:spPr>
          <a:xfrm>
            <a:off x="2419350" y="9896475"/>
            <a:ext cx="57150" cy="57150"/>
          </a:xfrm>
          <a:prstGeom prst="ellipse">
            <a:avLst/>
          </a:prstGeom>
          <a:solidFill>
            <a:srgbClr val="E8472B"/>
          </a:solidFill>
          <a:ln/>
        </p:spPr>
      </p:sp>
      <p:sp>
        <p:nvSpPr>
          <p:cNvPr id="33" name="Shape 31"/>
          <p:cNvSpPr/>
          <p:nvPr/>
        </p:nvSpPr>
        <p:spPr>
          <a:xfrm>
            <a:off x="2524125" y="9896475"/>
            <a:ext cx="57150" cy="57150"/>
          </a:xfrm>
          <a:prstGeom prst="ellipse">
            <a:avLst/>
          </a:prstGeom>
          <a:solidFill>
            <a:srgbClr val="363B4A"/>
          </a:solidFill>
          <a:ln/>
        </p:spPr>
      </p:sp>
      <p:sp>
        <p:nvSpPr>
          <p:cNvPr id="34" name="Shape 32"/>
          <p:cNvSpPr/>
          <p:nvPr/>
        </p:nvSpPr>
        <p:spPr>
          <a:xfrm>
            <a:off x="2628900" y="9896475"/>
            <a:ext cx="57150" cy="57150"/>
          </a:xfrm>
          <a:prstGeom prst="ellipse">
            <a:avLst/>
          </a:prstGeom>
          <a:solidFill>
            <a:srgbClr val="363B4A"/>
          </a:solidFill>
          <a:ln/>
        </p:spPr>
      </p:sp>
      <p:sp>
        <p:nvSpPr>
          <p:cNvPr id="35" name="Shape 33"/>
          <p:cNvSpPr/>
          <p:nvPr/>
        </p:nvSpPr>
        <p:spPr>
          <a:xfrm>
            <a:off x="2733675" y="9896475"/>
            <a:ext cx="57150" cy="57150"/>
          </a:xfrm>
          <a:prstGeom prst="ellipse">
            <a:avLst/>
          </a:prstGeom>
          <a:solidFill>
            <a:srgbClr val="363B4A"/>
          </a:solidFill>
          <a:ln/>
        </p:spPr>
      </p:sp>
      <p:sp>
        <p:nvSpPr>
          <p:cNvPr id="36" name="Shape 34"/>
          <p:cNvSpPr/>
          <p:nvPr/>
        </p:nvSpPr>
        <p:spPr>
          <a:xfrm>
            <a:off x="2838450" y="9896475"/>
            <a:ext cx="57150" cy="57150"/>
          </a:xfrm>
          <a:prstGeom prst="ellipse">
            <a:avLst/>
          </a:prstGeom>
          <a:solidFill>
            <a:srgbClr val="363B4A"/>
          </a:solidFill>
          <a:ln/>
        </p:spPr>
      </p:sp>
      <p:sp>
        <p:nvSpPr>
          <p:cNvPr id="37" name="Shape 35"/>
          <p:cNvSpPr/>
          <p:nvPr/>
        </p:nvSpPr>
        <p:spPr>
          <a:xfrm>
            <a:off x="2943225" y="9896475"/>
            <a:ext cx="57150" cy="57150"/>
          </a:xfrm>
          <a:prstGeom prst="ellipse">
            <a:avLst/>
          </a:prstGeom>
          <a:solidFill>
            <a:srgbClr val="363B4A"/>
          </a:solidFill>
          <a:ln/>
        </p:spPr>
      </p:sp>
      <p:sp>
        <p:nvSpPr>
          <p:cNvPr id="38" name="Shape 36"/>
          <p:cNvSpPr/>
          <p:nvPr/>
        </p:nvSpPr>
        <p:spPr>
          <a:xfrm>
            <a:off x="3048000" y="9896475"/>
            <a:ext cx="57150" cy="57150"/>
          </a:xfrm>
          <a:prstGeom prst="ellipse">
            <a:avLst/>
          </a:prstGeom>
          <a:solidFill>
            <a:srgbClr val="363B4A"/>
          </a:solidFill>
          <a:ln/>
        </p:spPr>
      </p:sp>
      <p:sp>
        <p:nvSpPr>
          <p:cNvPr id="39" name="Shape 37"/>
          <p:cNvSpPr/>
          <p:nvPr/>
        </p:nvSpPr>
        <p:spPr>
          <a:xfrm>
            <a:off x="3152775" y="9896475"/>
            <a:ext cx="57150" cy="57150"/>
          </a:xfrm>
          <a:prstGeom prst="ellipse">
            <a:avLst/>
          </a:prstGeom>
          <a:solidFill>
            <a:srgbClr val="363B4A"/>
          </a:solidFill>
          <a:ln/>
        </p:spPr>
      </p:sp>
      <p:sp>
        <p:nvSpPr>
          <p:cNvPr id="40" name="Shape 38"/>
          <p:cNvSpPr/>
          <p:nvPr/>
        </p:nvSpPr>
        <p:spPr>
          <a:xfrm>
            <a:off x="3257550" y="9896475"/>
            <a:ext cx="57150" cy="57150"/>
          </a:xfrm>
          <a:prstGeom prst="ellipse">
            <a:avLst/>
          </a:prstGeom>
          <a:solidFill>
            <a:srgbClr val="363B4A"/>
          </a:solidFill>
          <a:ln/>
        </p:spPr>
      </p:sp>
      <p:sp>
        <p:nvSpPr>
          <p:cNvPr id="41" name="Text 39"/>
          <p:cNvSpPr/>
          <p:nvPr/>
        </p:nvSpPr>
        <p:spPr>
          <a:xfrm>
            <a:off x="3667125" y="9734550"/>
            <a:ext cx="10953750" cy="342900"/>
          </a:xfrm>
          <a:prstGeom prst="rect">
            <a:avLst/>
          </a:prstGeom>
          <a:noFill/>
          <a:ln/>
        </p:spPr>
        <p:txBody>
          <a:bodyPr wrap="square" lIns="0" tIns="8906" rIns="0" bIns="-8906" rtlCol="0" anchor="t"/>
          <a:lstStyle/>
          <a:p>
            <a:pPr algn="l" indent="0" marL="0">
              <a:lnSpc>
                <a:spcPts val="2145"/>
              </a:lnSpc>
              <a:buNone/>
            </a:pPr>
            <a:r>
              <a:rPr lang="en-US" sz="1650" dirty="0" spc="-6" kern="0">
                <a:solidFill>
                  <a:srgbClr val="9AA0B5"/>
                </a:solidFill>
                <a:latin typeface="Be Vietnam Pro" pitchFamily="34" charset="0"/>
                <a:ea typeface="Be Vietnam Pro" pitchFamily="34" charset="-122"/>
                <a:cs typeface="Be Vietnam Pro" pitchFamily="34" charset="-120"/>
              </a:rPr>
              <a:t>Multiple-report</a:t>
            </a:r>
            <a:r>
              <a:rPr lang="en-US" sz="1650" dirty="0" spc="3" kern="0">
                <a:solidFill>
                  <a:srgbClr val="9AA0B5"/>
                </a:solidFill>
                <a:latin typeface="Be Vietnam Pro" pitchFamily="34" charset="0"/>
                <a:ea typeface="Be Vietnam Pro" pitchFamily="34" charset="-122"/>
                <a:cs typeface="Be Vietnam Pro" pitchFamily="34" charset="-120"/>
              </a:rPr>
              <a:t> ·</a:t>
            </a:r>
            <a:r>
              <a:rPr lang="en-US" sz="1650" dirty="0" spc="1" kern="0">
                <a:solidFill>
                  <a:srgbClr val="9AA0B5"/>
                </a:solidFill>
                <a:latin typeface="Be Vietnam Pro" pitchFamily="34" charset="0"/>
                <a:ea typeface="Be Vietnam Pro" pitchFamily="34" charset="-122"/>
                <a:cs typeface="Be Vietnam Pro" pitchFamily="34" charset="-120"/>
              </a:rPr>
              <a:t> GitHub</a:t>
            </a:r>
            <a:r>
              <a:rPr lang="en-US" sz="1650" dirty="0" spc="-38" kern="0">
                <a:solidFill>
                  <a:srgbClr val="9AA0B5"/>
                </a:solidFill>
                <a:latin typeface="Be Vietnam Pro" pitchFamily="34" charset="0"/>
                <a:ea typeface="Be Vietnam Pro" pitchFamily="34" charset="-122"/>
                <a:cs typeface="Be Vietnam Pro" pitchFamily="34" charset="-120"/>
              </a:rPr>
              <a:t> Top</a:t>
            </a:r>
            <a:r>
              <a:rPr lang="en-US" sz="1650" dirty="0" spc="4" kern="0">
                <a:solidFill>
                  <a:srgbClr val="9AA0B5"/>
                </a:solidFill>
                <a:latin typeface="Be Vietnam Pro" pitchFamily="34" charset="0"/>
                <a:ea typeface="Be Vietnam Pro" pitchFamily="34" charset="-122"/>
                <a:cs typeface="Be Vietnam Pro" pitchFamily="34" charset="-120"/>
              </a:rPr>
              <a:t> 3</a:t>
            </a:r>
            <a:r>
              <a:rPr lang="en-US" sz="1650" dirty="0" spc="0" kern="0">
                <a:solidFill>
                  <a:srgbClr val="9AA0B5"/>
                </a:solidFill>
                <a:latin typeface="Be Vietnam Pro" pitchFamily="34" charset="0"/>
                <a:ea typeface="Be Vietnam Pro" pitchFamily="34" charset="-122"/>
                <a:cs typeface="Be Vietnam Pro" pitchFamily="34" charset="-120"/>
              </a:rPr>
              <a:t> ·</a:t>
            </a:r>
            <a:r>
              <a:rPr lang="en-US" sz="1650" dirty="0" spc="-22" kern="0">
                <a:solidFill>
                  <a:srgbClr val="9AA0B5"/>
                </a:solidFill>
                <a:latin typeface="Be Vietnam Pro" pitchFamily="34" charset="0"/>
                <a:ea typeface="Be Vietnam Pro" pitchFamily="34" charset="-122"/>
                <a:cs typeface="Be Vietnam Pro" pitchFamily="34" charset="-120"/>
              </a:rPr>
              <a:t> 16/24</a:t>
            </a:r>
            <a:endParaRPr lang="en-US" sz="1650" dirty="0"/>
          </a:p>
        </p:txBody>
      </p:sp>
      <p:sp>
        <p:nvSpPr>
          <p:cNvPr id="42" name="Shape 40"/>
          <p:cNvSpPr/>
          <p:nvPr/>
        </p:nvSpPr>
        <p:spPr>
          <a:xfrm>
            <a:off x="15983712" y="9076331"/>
            <a:ext cx="1645920" cy="552301"/>
          </a:xfrm>
          <a:prstGeom prst="roundRect">
            <a:avLst>
              <a:gd name="adj" fmla="val 28000"/>
            </a:avLst>
          </a:prstGeom>
          <a:solidFill>
            <a:srgbClr val="FFFFFF">
              <a:alpha val="82000"/>
            </a:srgbClr>
          </a:solidFill>
          <a:ln/>
        </p:spPr>
      </p:sp>
      <p:pic>
        <p:nvPicPr>
          <p:cNvPr id="43" name="Moda image moda-export-watermark-46716a18-9fab-4975-b646-af269592b48b"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838200" y="438150"/>
            <a:ext cx="16192500" cy="381000"/>
          </a:xfrm>
          <a:prstGeom prst="rect">
            <a:avLst/>
          </a:prstGeom>
          <a:noFill/>
          <a:ln/>
        </p:spPr>
        <p:txBody>
          <a:bodyPr wrap="square" lIns="0" tIns="10104" rIns="0" bIns="-10104" rtlCol="0" anchor="t"/>
          <a:lstStyle/>
          <a:p>
            <a:pPr algn="l" indent="0" marL="0">
              <a:lnSpc>
                <a:spcPts val="2438"/>
              </a:lnSpc>
              <a:buNone/>
            </a:pPr>
            <a:r>
              <a:rPr lang="en-US" sz="1875" dirty="0" spc="-1" kern="0">
                <a:solidFill>
                  <a:srgbClr val="0F766E"/>
                </a:solidFill>
                <a:latin typeface="Be Vietnam Pro SemiBold" pitchFamily="34" charset="0"/>
                <a:ea typeface="Be Vietnam Pro SemiBold" pitchFamily="34" charset="-122"/>
                <a:cs typeface="Be Vietnam Pro SemiBold" pitchFamily="34" charset="-120"/>
              </a:rPr>
              <a:t>03</a:t>
            </a:r>
            <a:r>
              <a:rPr lang="en-US" sz="1875" dirty="0" spc="-2" kern="0">
                <a:solidFill>
                  <a:srgbClr val="0F766E"/>
                </a:solidFill>
                <a:latin typeface="Be Vietnam Pro SemiBold" pitchFamily="34" charset="0"/>
                <a:ea typeface="Be Vietnam Pro SemiBold" pitchFamily="34" charset="-122"/>
                <a:cs typeface="Be Vietnam Pro SemiBold" pitchFamily="34" charset="-120"/>
              </a:rPr>
              <a:t> /</a:t>
            </a:r>
            <a:r>
              <a:rPr lang="en-US" sz="1875" dirty="0" spc="-5" kern="0">
                <a:solidFill>
                  <a:srgbClr val="0F766E"/>
                </a:solidFill>
                <a:latin typeface="Be Vietnam Pro SemiBold" pitchFamily="34" charset="0"/>
                <a:ea typeface="Be Vietnam Pro SemiBold" pitchFamily="34" charset="-122"/>
                <a:cs typeface="Be Vietnam Pro SemiBold" pitchFamily="34" charset="-120"/>
              </a:rPr>
              <a:t> BẢN</a:t>
            </a:r>
            <a:r>
              <a:rPr lang="en-US" sz="1875" dirty="0" spc="-1" kern="0">
                <a:solidFill>
                  <a:srgbClr val="0F766E"/>
                </a:solidFill>
                <a:latin typeface="Be Vietnam Pro SemiBold" pitchFamily="34" charset="0"/>
                <a:ea typeface="Be Vietnam Pro SemiBold" pitchFamily="34" charset="-122"/>
                <a:cs typeface="Be Vietnam Pro SemiBold" pitchFamily="34" charset="-120"/>
              </a:rPr>
              <a:t> ĐỒ</a:t>
            </a:r>
            <a:r>
              <a:rPr lang="en-US" sz="1875" dirty="0" spc="0" kern="0">
                <a:solidFill>
                  <a:srgbClr val="0F766E"/>
                </a:solidFill>
                <a:latin typeface="Be Vietnam Pro SemiBold" pitchFamily="34" charset="0"/>
                <a:ea typeface="Be Vietnam Pro SemiBold" pitchFamily="34" charset="-122"/>
                <a:cs typeface="Be Vietnam Pro SemiBold" pitchFamily="34" charset="-120"/>
              </a:rPr>
              <a:t> NỘI</a:t>
            </a:r>
            <a:r>
              <a:rPr lang="en-US" sz="1875" dirty="0" spc="2" kern="0">
                <a:solidFill>
                  <a:srgbClr val="0F766E"/>
                </a:solidFill>
                <a:latin typeface="Be Vietnam Pro SemiBold" pitchFamily="34" charset="0"/>
                <a:ea typeface="Be Vietnam Pro SemiBold" pitchFamily="34" charset="-122"/>
                <a:cs typeface="Be Vietnam Pro SemiBold" pitchFamily="34" charset="-120"/>
              </a:rPr>
              <a:t> DUNG</a:t>
            </a:r>
            <a:endParaRPr lang="en-US" sz="1875" dirty="0"/>
          </a:p>
        </p:txBody>
      </p:sp>
      <p:sp>
        <p:nvSpPr>
          <p:cNvPr id="3" name="Text 1"/>
          <p:cNvSpPr/>
          <p:nvPr/>
        </p:nvSpPr>
        <p:spPr>
          <a:xfrm>
            <a:off x="838200" y="1066800"/>
            <a:ext cx="16573500" cy="1476375"/>
          </a:xfrm>
          <a:prstGeom prst="rect">
            <a:avLst/>
          </a:prstGeom>
          <a:noFill/>
          <a:ln/>
        </p:spPr>
        <p:txBody>
          <a:bodyPr wrap="square" lIns="0" tIns="3048" rIns="0" bIns="-3048" rtlCol="0" anchor="t"/>
          <a:lstStyle/>
          <a:p>
            <a:pPr algn="l" indent="0" marL="0">
              <a:lnSpc>
                <a:spcPts val="6240"/>
              </a:lnSpc>
              <a:buNone/>
            </a:pPr>
            <a:r>
              <a:rPr lang="en-US" sz="4800" dirty="0" spc="13" kern="0">
                <a:solidFill>
                  <a:srgbClr val="14161C"/>
                </a:solidFill>
                <a:latin typeface="Bricolage Grotesque ExtraBold" pitchFamily="34" charset="0"/>
                <a:ea typeface="Bricolage Grotesque ExtraBold" pitchFamily="34" charset="-122"/>
                <a:cs typeface="Bricolage Grotesque ExtraBold" pitchFamily="34" charset="-120"/>
              </a:rPr>
              <a:t>Dữ</a:t>
            </a:r>
            <a:r>
              <a:rPr lang="en-US" sz="4800" dirty="0" spc="2" kern="0">
                <a:solidFill>
                  <a:srgbClr val="14161C"/>
                </a:solidFill>
                <a:latin typeface="Bricolage Grotesque ExtraBold" pitchFamily="34" charset="0"/>
                <a:ea typeface="Bricolage Grotesque ExtraBold" pitchFamily="34" charset="-122"/>
                <a:cs typeface="Bricolage Grotesque ExtraBold" pitchFamily="34" charset="-120"/>
              </a:rPr>
              <a:t> liệu</a:t>
            </a:r>
            <a:r>
              <a:rPr lang="en-US" sz="4800" dirty="0" spc="-1" kern="0">
                <a:solidFill>
                  <a:srgbClr val="14161C"/>
                </a:solidFill>
                <a:latin typeface="Bricolage Grotesque ExtraBold" pitchFamily="34" charset="0"/>
                <a:ea typeface="Bricolage Grotesque ExtraBold" pitchFamily="34" charset="-122"/>
                <a:cs typeface="Bricolage Grotesque ExtraBold" pitchFamily="34" charset="-120"/>
              </a:rPr>
              <a:t> cho</a:t>
            </a:r>
            <a:r>
              <a:rPr lang="en-US" sz="4800" dirty="0" spc="1" kern="0">
                <a:solidFill>
                  <a:srgbClr val="14161C"/>
                </a:solidFill>
                <a:latin typeface="Bricolage Grotesque ExtraBold" pitchFamily="34" charset="0"/>
                <a:ea typeface="Bricolage Grotesque ExtraBold" pitchFamily="34" charset="-122"/>
                <a:cs typeface="Bricolage Grotesque ExtraBold" pitchFamily="34" charset="-120"/>
              </a:rPr>
              <a:t> nhiều</a:t>
            </a:r>
            <a:r>
              <a:rPr lang="en-US" sz="4800" dirty="0" spc="2" kern="0">
                <a:solidFill>
                  <a:srgbClr val="14161C"/>
                </a:solidFill>
                <a:latin typeface="Bricolage Grotesque ExtraBold" pitchFamily="34" charset="0"/>
                <a:ea typeface="Bricolage Grotesque ExtraBold" pitchFamily="34" charset="-122"/>
                <a:cs typeface="Bricolage Grotesque ExtraBold" pitchFamily="34" charset="-120"/>
              </a:rPr>
              <a:t> kiểu</a:t>
            </a:r>
            <a:r>
              <a:rPr lang="en-US" sz="4800" dirty="0" spc="3" kern="0">
                <a:solidFill>
                  <a:srgbClr val="14161C"/>
                </a:solidFill>
                <a:latin typeface="Bricolage Grotesque ExtraBold" pitchFamily="34" charset="0"/>
                <a:ea typeface="Bricolage Grotesque ExtraBold" pitchFamily="34" charset="-122"/>
                <a:cs typeface="Bricolage Grotesque ExtraBold" pitchFamily="34" charset="-120"/>
              </a:rPr>
              <a:t> dự</a:t>
            </a:r>
            <a:r>
              <a:rPr lang="en-US" sz="4800" dirty="0" spc="-3" kern="0">
                <a:solidFill>
                  <a:srgbClr val="14161C"/>
                </a:solidFill>
                <a:latin typeface="Bricolage Grotesque ExtraBold" pitchFamily="34" charset="0"/>
                <a:ea typeface="Bricolage Grotesque ExtraBold" pitchFamily="34" charset="-122"/>
                <a:cs typeface="Bricolage Grotesque ExtraBold" pitchFamily="34" charset="-120"/>
              </a:rPr>
              <a:t> án</a:t>
            </a:r>
            <a:endParaRPr lang="en-US" sz="4800" dirty="0"/>
          </a:p>
        </p:txBody>
      </p:sp>
      <p:sp>
        <p:nvSpPr>
          <p:cNvPr id="4" name="Connector line-1792794909314-361436290"/>
          <p:cNvSpPr/>
          <p:nvPr/>
        </p:nvSpPr>
        <p:spPr>
          <a:xfrm>
            <a:off x="838200" y="2647950"/>
            <a:ext cx="16611600" cy="0"/>
          </a:xfrm>
          <a:prstGeom prst="line">
            <a:avLst/>
          </a:prstGeom>
          <a:noFill/>
          <a:ln w="28575">
            <a:solidFill>
              <a:srgbClr val="DDD5C1"/>
            </a:solidFill>
            <a:prstDash val="solid"/>
            <a:headEnd type="none"/>
            <a:tailEnd type="none"/>
          </a:ln>
        </p:spPr>
      </p:sp>
      <p:sp>
        <p:nvSpPr>
          <p:cNvPr id="5" name="Shape 3"/>
          <p:cNvSpPr/>
          <p:nvPr/>
        </p:nvSpPr>
        <p:spPr>
          <a:xfrm>
            <a:off x="838200" y="3048000"/>
            <a:ext cx="8153400" cy="2266950"/>
          </a:xfrm>
          <a:prstGeom prst="roundRect">
            <a:avLst>
              <a:gd name="adj" fmla="val 7563"/>
            </a:avLst>
          </a:prstGeom>
          <a:solidFill>
            <a:srgbClr val="FBF8F2"/>
          </a:solidFill>
          <a:ln w="9525">
            <a:solidFill>
              <a:srgbClr val="DDD5C1"/>
            </a:solidFill>
            <a:prstDash val="solid"/>
          </a:ln>
        </p:spPr>
      </p:sp>
      <p:sp>
        <p:nvSpPr>
          <p:cNvPr id="6" name="Text 4"/>
          <p:cNvSpPr/>
          <p:nvPr/>
        </p:nvSpPr>
        <p:spPr>
          <a:xfrm>
            <a:off x="1104900" y="3257550"/>
            <a:ext cx="7620000" cy="514350"/>
          </a:xfrm>
          <a:prstGeom prst="rect">
            <a:avLst/>
          </a:prstGeom>
          <a:noFill/>
          <a:ln/>
        </p:spPr>
        <p:txBody>
          <a:bodyPr wrap="square" lIns="0" tIns="11724" rIns="0" bIns="-11724" rtlCol="0" anchor="t"/>
          <a:lstStyle/>
          <a:p>
            <a:pPr algn="l" indent="0" marL="0">
              <a:lnSpc>
                <a:spcPts val="2828"/>
              </a:lnSpc>
              <a:buNone/>
            </a:pPr>
            <a:r>
              <a:rPr lang="en-US" sz="2175" b="1" dirty="0" spc="-3" kern="0">
                <a:solidFill>
                  <a:srgbClr val="0F766E"/>
                </a:solidFill>
                <a:latin typeface="Be Vietnam Pro" pitchFamily="34" charset="0"/>
                <a:ea typeface="Be Vietnam Pro" pitchFamily="34" charset="-122"/>
                <a:cs typeface="Be Vietnam Pro" pitchFamily="34" charset="-120"/>
              </a:rPr>
              <a:t>DỮ</a:t>
            </a:r>
            <a:r>
              <a:rPr lang="en-US" sz="2175" b="1" dirty="0" spc="3" kern="0">
                <a:solidFill>
                  <a:srgbClr val="0F766E"/>
                </a:solidFill>
                <a:latin typeface="Be Vietnam Pro" pitchFamily="34" charset="0"/>
                <a:ea typeface="Be Vietnam Pro" pitchFamily="34" charset="-122"/>
                <a:cs typeface="Be Vietnam Pro" pitchFamily="34" charset="-120"/>
              </a:rPr>
              <a:t> LIỆU THẾ</a:t>
            </a:r>
            <a:r>
              <a:rPr lang="en-US" sz="2175" b="1" dirty="0" spc="4" kern="0">
                <a:solidFill>
                  <a:srgbClr val="0F766E"/>
                </a:solidFill>
                <a:latin typeface="Be Vietnam Pro" pitchFamily="34" charset="0"/>
                <a:ea typeface="Be Vietnam Pro" pitchFamily="34" charset="-122"/>
                <a:cs typeface="Be Vietnam Pro" pitchFamily="34" charset="-120"/>
              </a:rPr>
              <a:t> GIỚI</a:t>
            </a:r>
            <a:endParaRPr lang="en-US" sz="2175" dirty="0"/>
          </a:p>
        </p:txBody>
      </p:sp>
      <p:sp>
        <p:nvSpPr>
          <p:cNvPr id="7" name="Text 5"/>
          <p:cNvSpPr/>
          <p:nvPr/>
        </p:nvSpPr>
        <p:spPr>
          <a:xfrm>
            <a:off x="1104900" y="3886200"/>
            <a:ext cx="7620000" cy="1333500"/>
          </a:xfrm>
          <a:prstGeom prst="rect">
            <a:avLst/>
          </a:prstGeom>
          <a:noFill/>
          <a:ln/>
        </p:spPr>
        <p:txBody>
          <a:bodyPr wrap="square" lIns="0" tIns="13343" rIns="0" bIns="-13343" rtlCol="0" anchor="t"/>
          <a:lstStyle/>
          <a:p>
            <a:pPr algn="l" indent="0" marL="0">
              <a:lnSpc>
                <a:spcPts val="3218"/>
              </a:lnSpc>
              <a:buNone/>
            </a:pPr>
            <a:r>
              <a:rPr lang="en-US" sz="2475" dirty="0" spc="-26" kern="0">
                <a:solidFill>
                  <a:srgbClr val="14161C"/>
                </a:solidFill>
                <a:latin typeface="Be Vietnam Pro" pitchFamily="34" charset="0"/>
                <a:ea typeface="Be Vietnam Pro" pitchFamily="34" charset="-122"/>
                <a:cs typeface="Be Vietnam Pro" pitchFamily="34" charset="-120"/>
              </a:rPr>
              <a:t>Weather</a:t>
            </a:r>
            <a:r>
              <a:rPr lang="en-US" sz="2475" dirty="0" spc="-1" kern="0">
                <a:solidFill>
                  <a:srgbClr val="14161C"/>
                </a:solidFill>
                <a:latin typeface="Be Vietnam Pro" pitchFamily="34" charset="0"/>
                <a:ea typeface="Be Vietnam Pro" pitchFamily="34" charset="-122"/>
                <a:cs typeface="Be Vietnam Pro" pitchFamily="34" charset="-120"/>
              </a:rPr>
              <a:t> ·</a:t>
            </a:r>
            <a:r>
              <a:rPr lang="en-US" sz="2475" dirty="0" spc="-17" kern="0">
                <a:solidFill>
                  <a:srgbClr val="14161C"/>
                </a:solidFill>
                <a:latin typeface="Be Vietnam Pro" pitchFamily="34" charset="0"/>
                <a:ea typeface="Be Vietnam Pro" pitchFamily="34" charset="-122"/>
                <a:cs typeface="Be Vietnam Pro" pitchFamily="34" charset="-120"/>
              </a:rPr>
              <a:t> Environment</a:t>
            </a:r>
            <a:endParaRPr lang="en-US" sz="2475" dirty="0"/>
          </a:p>
          <a:p>
            <a:pPr algn="l" indent="0" marL="0">
              <a:lnSpc>
                <a:spcPts val="3218"/>
              </a:lnSpc>
              <a:buNone/>
            </a:pPr>
            <a:r>
              <a:rPr lang="en-US" sz="2475" dirty="0" spc="-15" kern="0">
                <a:solidFill>
                  <a:srgbClr val="14161C"/>
                </a:solidFill>
                <a:latin typeface="Be Vietnam Pro" pitchFamily="34" charset="0"/>
                <a:ea typeface="Be Vietnam Pro" pitchFamily="34" charset="-122"/>
                <a:cs typeface="Be Vietnam Pro" pitchFamily="34" charset="-120"/>
              </a:rPr>
              <a:t>Government</a:t>
            </a:r>
            <a:r>
              <a:rPr lang="en-US" sz="2475" dirty="0" spc="-2" kern="0">
                <a:solidFill>
                  <a:srgbClr val="14161C"/>
                </a:solidFill>
                <a:latin typeface="Be Vietnam Pro" pitchFamily="34" charset="0"/>
                <a:ea typeface="Be Vietnam Pro" pitchFamily="34" charset="-122"/>
                <a:cs typeface="Be Vietnam Pro" pitchFamily="34" charset="-120"/>
              </a:rPr>
              <a:t> ·</a:t>
            </a:r>
            <a:r>
              <a:rPr lang="en-US" sz="2475" dirty="0" spc="-4" kern="0">
                <a:solidFill>
                  <a:srgbClr val="14161C"/>
                </a:solidFill>
                <a:latin typeface="Be Vietnam Pro" pitchFamily="34" charset="0"/>
                <a:ea typeface="Be Vietnam Pro" pitchFamily="34" charset="-122"/>
                <a:cs typeface="Be Vietnam Pro" pitchFamily="34" charset="-120"/>
              </a:rPr>
              <a:t> Open</a:t>
            </a:r>
            <a:r>
              <a:rPr lang="en-US" sz="2475" dirty="0" spc="-21" kern="0">
                <a:solidFill>
                  <a:srgbClr val="14161C"/>
                </a:solidFill>
                <a:latin typeface="Be Vietnam Pro" pitchFamily="34" charset="0"/>
                <a:ea typeface="Be Vietnam Pro" pitchFamily="34" charset="-122"/>
                <a:cs typeface="Be Vietnam Pro" pitchFamily="34" charset="-120"/>
              </a:rPr>
              <a:t> Data</a:t>
            </a:r>
            <a:endParaRPr lang="en-US" sz="2475" dirty="0"/>
          </a:p>
          <a:p>
            <a:pPr algn="l" indent="0" marL="0">
              <a:lnSpc>
                <a:spcPts val="3218"/>
              </a:lnSpc>
              <a:buNone/>
            </a:pPr>
            <a:r>
              <a:rPr lang="en-US" sz="2475" dirty="0" spc="-4" kern="0">
                <a:solidFill>
                  <a:srgbClr val="14161C"/>
                </a:solidFill>
                <a:latin typeface="Be Vietnam Pro" pitchFamily="34" charset="0"/>
                <a:ea typeface="Be Vietnam Pro" pitchFamily="34" charset="-122"/>
                <a:cs typeface="Be Vietnam Pro" pitchFamily="34" charset="-120"/>
              </a:rPr>
              <a:t>Ví</a:t>
            </a:r>
            <a:r>
              <a:rPr lang="en-US" sz="2475" dirty="0" spc="-2" kern="0">
                <a:solidFill>
                  <a:srgbClr val="14161C"/>
                </a:solidFill>
                <a:latin typeface="Be Vietnam Pro" pitchFamily="34" charset="0"/>
                <a:ea typeface="Be Vietnam Pro" pitchFamily="34" charset="-122"/>
                <a:cs typeface="Be Vietnam Pro" pitchFamily="34" charset="-120"/>
              </a:rPr>
              <a:t> dụ:</a:t>
            </a:r>
            <a:r>
              <a:rPr lang="en-US" sz="2475" dirty="0" spc="-17" kern="0">
                <a:solidFill>
                  <a:srgbClr val="14161C"/>
                </a:solidFill>
                <a:latin typeface="Be Vietnam Pro" pitchFamily="34" charset="0"/>
                <a:ea typeface="Be Vietnam Pro" pitchFamily="34" charset="-122"/>
                <a:cs typeface="Be Vietnam Pro" pitchFamily="34" charset="-120"/>
              </a:rPr>
              <a:t> trang</a:t>
            </a:r>
            <a:r>
              <a:rPr lang="en-US" sz="2475" dirty="0" spc="1" kern="0">
                <a:solidFill>
                  <a:srgbClr val="14161C"/>
                </a:solidFill>
                <a:latin typeface="Be Vietnam Pro" pitchFamily="34" charset="0"/>
                <a:ea typeface="Be Vietnam Pro" pitchFamily="34" charset="-122"/>
                <a:cs typeface="Be Vietnam Pro" pitchFamily="34" charset="-120"/>
              </a:rPr>
              <a:t> thông</a:t>
            </a:r>
            <a:r>
              <a:rPr lang="en-US" sz="2475" dirty="0" spc="0" kern="0">
                <a:solidFill>
                  <a:srgbClr val="14161C"/>
                </a:solidFill>
                <a:latin typeface="Be Vietnam Pro" pitchFamily="34" charset="0"/>
                <a:ea typeface="Be Vietnam Pro" pitchFamily="34" charset="-122"/>
                <a:cs typeface="Be Vietnam Pro" pitchFamily="34" charset="-120"/>
              </a:rPr>
              <a:t> tin</a:t>
            </a:r>
            <a:r>
              <a:rPr lang="en-US" sz="2475" dirty="0" spc="23" kern="0">
                <a:solidFill>
                  <a:srgbClr val="14161C"/>
                </a:solidFill>
                <a:latin typeface="Be Vietnam Pro" pitchFamily="34" charset="0"/>
                <a:ea typeface="Be Vietnam Pro" pitchFamily="34" charset="-122"/>
                <a:cs typeface="Be Vietnam Pro" pitchFamily="34" charset="-120"/>
              </a:rPr>
              <a:t> địa</a:t>
            </a:r>
            <a:r>
              <a:rPr lang="en-US" sz="2475" dirty="0" spc="6" kern="0">
                <a:solidFill>
                  <a:srgbClr val="14161C"/>
                </a:solidFill>
                <a:latin typeface="Be Vietnam Pro" pitchFamily="34" charset="0"/>
                <a:ea typeface="Be Vietnam Pro" pitchFamily="34" charset="-122"/>
                <a:cs typeface="Be Vietnam Pro" pitchFamily="34" charset="-120"/>
              </a:rPr>
              <a:t> phương.</a:t>
            </a:r>
            <a:endParaRPr lang="en-US" sz="2475" dirty="0"/>
          </a:p>
        </p:txBody>
      </p:sp>
      <p:sp>
        <p:nvSpPr>
          <p:cNvPr id="8" name="Shape 6"/>
          <p:cNvSpPr/>
          <p:nvPr/>
        </p:nvSpPr>
        <p:spPr>
          <a:xfrm>
            <a:off x="9296400" y="3048000"/>
            <a:ext cx="8153400" cy="2266950"/>
          </a:xfrm>
          <a:prstGeom prst="roundRect">
            <a:avLst>
              <a:gd name="adj" fmla="val 7563"/>
            </a:avLst>
          </a:prstGeom>
          <a:solidFill>
            <a:srgbClr val="FBF8F2"/>
          </a:solidFill>
          <a:ln w="9525">
            <a:solidFill>
              <a:srgbClr val="DDD5C1"/>
            </a:solidFill>
            <a:prstDash val="solid"/>
          </a:ln>
        </p:spPr>
      </p:sp>
      <p:sp>
        <p:nvSpPr>
          <p:cNvPr id="9" name="Text 7"/>
          <p:cNvSpPr/>
          <p:nvPr/>
        </p:nvSpPr>
        <p:spPr>
          <a:xfrm>
            <a:off x="9563100" y="3257550"/>
            <a:ext cx="7620000" cy="514350"/>
          </a:xfrm>
          <a:prstGeom prst="rect">
            <a:avLst/>
          </a:prstGeom>
          <a:noFill/>
          <a:ln/>
        </p:spPr>
        <p:txBody>
          <a:bodyPr wrap="square" lIns="0" tIns="11724" rIns="0" bIns="-11724" rtlCol="0" anchor="t"/>
          <a:lstStyle/>
          <a:p>
            <a:pPr algn="l" indent="0" marL="0">
              <a:lnSpc>
                <a:spcPts val="2828"/>
              </a:lnSpc>
              <a:buNone/>
            </a:pPr>
            <a:r>
              <a:rPr lang="en-US" sz="2175" b="1" dirty="0" spc="2" kern="0">
                <a:solidFill>
                  <a:srgbClr val="0F766E"/>
                </a:solidFill>
                <a:latin typeface="Be Vietnam Pro" pitchFamily="34" charset="0"/>
                <a:ea typeface="Be Vietnam Pro" pitchFamily="34" charset="-122"/>
                <a:cs typeface="Be Vietnam Pro" pitchFamily="34" charset="-120"/>
              </a:rPr>
              <a:t>KINH</a:t>
            </a:r>
            <a:r>
              <a:rPr lang="en-US" sz="2175" b="1" dirty="0" spc="-14" kern="0">
                <a:solidFill>
                  <a:srgbClr val="0F766E"/>
                </a:solidFill>
                <a:latin typeface="Be Vietnam Pro" pitchFamily="34" charset="0"/>
                <a:ea typeface="Be Vietnam Pro" pitchFamily="34" charset="-122"/>
                <a:cs typeface="Be Vietnam Pro" pitchFamily="34" charset="-120"/>
              </a:rPr>
              <a:t> DOANH</a:t>
            </a:r>
            <a:r>
              <a:rPr lang="en-US" sz="2175" b="1" dirty="0" spc="-1" kern="0">
                <a:solidFill>
                  <a:srgbClr val="0F766E"/>
                </a:solidFill>
                <a:latin typeface="Be Vietnam Pro" pitchFamily="34" charset="0"/>
                <a:ea typeface="Be Vietnam Pro" pitchFamily="34" charset="-122"/>
                <a:cs typeface="Be Vietnam Pro" pitchFamily="34" charset="-120"/>
              </a:rPr>
              <a:t> &amp;</a:t>
            </a:r>
            <a:r>
              <a:rPr lang="en-US" sz="2175" b="1" dirty="0" spc="1" kern="0">
                <a:solidFill>
                  <a:srgbClr val="0F766E"/>
                </a:solidFill>
                <a:latin typeface="Be Vietnam Pro" pitchFamily="34" charset="0"/>
                <a:ea typeface="Be Vietnam Pro" pitchFamily="34" charset="-122"/>
                <a:cs typeface="Be Vietnam Pro" pitchFamily="34" charset="-120"/>
              </a:rPr>
              <a:t> DI</a:t>
            </a:r>
            <a:r>
              <a:rPr lang="en-US" sz="2175" b="1" dirty="0" spc="6" kern="0">
                <a:solidFill>
                  <a:srgbClr val="0F766E"/>
                </a:solidFill>
                <a:latin typeface="Be Vietnam Pro" pitchFamily="34" charset="0"/>
                <a:ea typeface="Be Vietnam Pro" pitchFamily="34" charset="-122"/>
                <a:cs typeface="Be Vietnam Pro" pitchFamily="34" charset="-120"/>
              </a:rPr>
              <a:t> CHUYỂN</a:t>
            </a:r>
            <a:endParaRPr lang="en-US" sz="2175" dirty="0"/>
          </a:p>
        </p:txBody>
      </p:sp>
      <p:sp>
        <p:nvSpPr>
          <p:cNvPr id="10" name="Text 8"/>
          <p:cNvSpPr/>
          <p:nvPr/>
        </p:nvSpPr>
        <p:spPr>
          <a:xfrm>
            <a:off x="9563100" y="3886200"/>
            <a:ext cx="7620000" cy="1333500"/>
          </a:xfrm>
          <a:prstGeom prst="rect">
            <a:avLst/>
          </a:prstGeom>
          <a:noFill/>
          <a:ln/>
        </p:spPr>
        <p:txBody>
          <a:bodyPr wrap="square" lIns="0" tIns="13343" rIns="0" bIns="-13343" rtlCol="0" anchor="t"/>
          <a:lstStyle/>
          <a:p>
            <a:pPr algn="l" indent="0" marL="0">
              <a:lnSpc>
                <a:spcPts val="3218"/>
              </a:lnSpc>
              <a:buNone/>
            </a:pPr>
            <a:r>
              <a:rPr lang="en-US" sz="2475" dirty="0" spc="3" kern="0">
                <a:solidFill>
                  <a:srgbClr val="14161C"/>
                </a:solidFill>
                <a:latin typeface="Be Vietnam Pro" pitchFamily="34" charset="0"/>
                <a:ea typeface="Be Vietnam Pro" pitchFamily="34" charset="-122"/>
                <a:cs typeface="Be Vietnam Pro" pitchFamily="34" charset="-120"/>
              </a:rPr>
              <a:t>Finance</a:t>
            </a:r>
            <a:r>
              <a:rPr lang="en-US" sz="2475" dirty="0" spc="0" kern="0">
                <a:solidFill>
                  <a:srgbClr val="14161C"/>
                </a:solidFill>
                <a:latin typeface="Be Vietnam Pro" pitchFamily="34" charset="0"/>
                <a:ea typeface="Be Vietnam Pro" pitchFamily="34" charset="-122"/>
                <a:cs typeface="Be Vietnam Pro" pitchFamily="34" charset="-120"/>
              </a:rPr>
              <a:t> ·</a:t>
            </a:r>
            <a:r>
              <a:rPr lang="en-US" sz="2475" dirty="0" spc="-19" kern="0">
                <a:solidFill>
                  <a:srgbClr val="14161C"/>
                </a:solidFill>
                <a:latin typeface="Be Vietnam Pro" pitchFamily="34" charset="0"/>
                <a:ea typeface="Be Vietnam Pro" pitchFamily="34" charset="-122"/>
                <a:cs typeface="Be Vietnam Pro" pitchFamily="34" charset="-120"/>
              </a:rPr>
              <a:t> Currency</a:t>
            </a:r>
            <a:r>
              <a:rPr lang="en-US" sz="2475" dirty="0" spc="-13" kern="0">
                <a:solidFill>
                  <a:srgbClr val="14161C"/>
                </a:solidFill>
                <a:latin typeface="Be Vietnam Pro" pitchFamily="34" charset="0"/>
                <a:ea typeface="Be Vietnam Pro" pitchFamily="34" charset="-122"/>
                <a:cs typeface="Be Vietnam Pro" pitchFamily="34" charset="-120"/>
              </a:rPr>
              <a:t> Exchange</a:t>
            </a:r>
            <a:endParaRPr lang="en-US" sz="2475" dirty="0"/>
          </a:p>
          <a:p>
            <a:pPr algn="l" indent="0" marL="0">
              <a:lnSpc>
                <a:spcPts val="3218"/>
              </a:lnSpc>
              <a:buNone/>
            </a:pPr>
            <a:r>
              <a:rPr lang="en-US" sz="2475" dirty="0" spc="-2" kern="0">
                <a:solidFill>
                  <a:srgbClr val="14161C"/>
                </a:solidFill>
                <a:latin typeface="Be Vietnam Pro" pitchFamily="34" charset="0"/>
                <a:ea typeface="Be Vietnam Pro" pitchFamily="34" charset="-122"/>
                <a:cs typeface="Be Vietnam Pro" pitchFamily="34" charset="-120"/>
              </a:rPr>
              <a:t>Geocoding</a:t>
            </a:r>
            <a:r>
              <a:rPr lang="en-US" sz="2475" dirty="0" spc="-1" kern="0">
                <a:solidFill>
                  <a:srgbClr val="14161C"/>
                </a:solidFill>
                <a:latin typeface="Be Vietnam Pro" pitchFamily="34" charset="0"/>
                <a:ea typeface="Be Vietnam Pro" pitchFamily="34" charset="-122"/>
                <a:cs typeface="Be Vietnam Pro" pitchFamily="34" charset="-120"/>
              </a:rPr>
              <a:t> ·</a:t>
            </a:r>
            <a:r>
              <a:rPr lang="en-US" sz="2475" dirty="0" spc="-26" kern="0">
                <a:solidFill>
                  <a:srgbClr val="14161C"/>
                </a:solidFill>
                <a:latin typeface="Be Vietnam Pro" pitchFamily="34" charset="0"/>
                <a:ea typeface="Be Vietnam Pro" pitchFamily="34" charset="-122"/>
                <a:cs typeface="Be Vietnam Pro" pitchFamily="34" charset="-120"/>
              </a:rPr>
              <a:t> Transportation</a:t>
            </a:r>
            <a:endParaRPr lang="en-US" sz="2475" dirty="0"/>
          </a:p>
          <a:p>
            <a:pPr algn="l" indent="0" marL="0">
              <a:lnSpc>
                <a:spcPts val="3218"/>
              </a:lnSpc>
              <a:buNone/>
            </a:pPr>
            <a:r>
              <a:rPr lang="en-US" sz="2475" dirty="0" spc="-4" kern="0">
                <a:solidFill>
                  <a:srgbClr val="14161C"/>
                </a:solidFill>
                <a:latin typeface="Be Vietnam Pro" pitchFamily="34" charset="0"/>
                <a:ea typeface="Be Vietnam Pro" pitchFamily="34" charset="-122"/>
                <a:cs typeface="Be Vietnam Pro" pitchFamily="34" charset="-120"/>
              </a:rPr>
              <a:t>Ví</a:t>
            </a:r>
            <a:r>
              <a:rPr lang="en-US" sz="2475" dirty="0" spc="-2" kern="0">
                <a:solidFill>
                  <a:srgbClr val="14161C"/>
                </a:solidFill>
                <a:latin typeface="Be Vietnam Pro" pitchFamily="34" charset="0"/>
                <a:ea typeface="Be Vietnam Pro" pitchFamily="34" charset="-122"/>
                <a:cs typeface="Be Vietnam Pro" pitchFamily="34" charset="-120"/>
              </a:rPr>
              <a:t> dụ:</a:t>
            </a:r>
            <a:r>
              <a:rPr lang="en-US" sz="2475" dirty="0" spc="-1" kern="0">
                <a:solidFill>
                  <a:srgbClr val="14161C"/>
                </a:solidFill>
                <a:latin typeface="Be Vietnam Pro" pitchFamily="34" charset="0"/>
                <a:ea typeface="Be Vietnam Pro" pitchFamily="34" charset="-122"/>
                <a:cs typeface="Be Vietnam Pro" pitchFamily="34" charset="-120"/>
              </a:rPr>
              <a:t> bảng</a:t>
            </a:r>
            <a:r>
              <a:rPr lang="en-US" sz="2475" dirty="0" spc="1" kern="0">
                <a:solidFill>
                  <a:srgbClr val="14161C"/>
                </a:solidFill>
                <a:latin typeface="Be Vietnam Pro" pitchFamily="34" charset="0"/>
                <a:ea typeface="Be Vietnam Pro" pitchFamily="34" charset="-122"/>
                <a:cs typeface="Be Vietnam Pro" pitchFamily="34" charset="-120"/>
              </a:rPr>
              <a:t> thông tin</a:t>
            </a:r>
            <a:r>
              <a:rPr lang="en-US" sz="2475" dirty="0" spc="-2" kern="0">
                <a:solidFill>
                  <a:srgbClr val="14161C"/>
                </a:solidFill>
                <a:latin typeface="Be Vietnam Pro" pitchFamily="34" charset="0"/>
                <a:ea typeface="Be Vietnam Pro" pitchFamily="34" charset="-122"/>
                <a:cs typeface="Be Vietnam Pro" pitchFamily="34" charset="-120"/>
              </a:rPr>
              <a:t> du</a:t>
            </a:r>
            <a:r>
              <a:rPr lang="en-US" sz="2475" dirty="0" spc="0" kern="0">
                <a:solidFill>
                  <a:srgbClr val="14161C"/>
                </a:solidFill>
                <a:latin typeface="Be Vietnam Pro" pitchFamily="34" charset="0"/>
                <a:ea typeface="Be Vietnam Pro" pitchFamily="34" charset="-122"/>
                <a:cs typeface="Be Vietnam Pro" pitchFamily="34" charset="-120"/>
              </a:rPr>
              <a:t> lịch.</a:t>
            </a:r>
            <a:endParaRPr lang="en-US" sz="2475" dirty="0"/>
          </a:p>
        </p:txBody>
      </p:sp>
      <p:sp>
        <p:nvSpPr>
          <p:cNvPr id="11" name="Shape 9"/>
          <p:cNvSpPr/>
          <p:nvPr/>
        </p:nvSpPr>
        <p:spPr>
          <a:xfrm>
            <a:off x="838200" y="5543550"/>
            <a:ext cx="8153400" cy="2266950"/>
          </a:xfrm>
          <a:prstGeom prst="roundRect">
            <a:avLst>
              <a:gd name="adj" fmla="val 7563"/>
            </a:avLst>
          </a:prstGeom>
          <a:solidFill>
            <a:srgbClr val="FBF8F2"/>
          </a:solidFill>
          <a:ln w="9525">
            <a:solidFill>
              <a:srgbClr val="DDD5C1"/>
            </a:solidFill>
            <a:prstDash val="solid"/>
          </a:ln>
        </p:spPr>
      </p:sp>
      <p:sp>
        <p:nvSpPr>
          <p:cNvPr id="12" name="Text 10"/>
          <p:cNvSpPr/>
          <p:nvPr/>
        </p:nvSpPr>
        <p:spPr>
          <a:xfrm>
            <a:off x="1104900" y="5753100"/>
            <a:ext cx="7620000" cy="514350"/>
          </a:xfrm>
          <a:prstGeom prst="rect">
            <a:avLst/>
          </a:prstGeom>
          <a:noFill/>
          <a:ln/>
        </p:spPr>
        <p:txBody>
          <a:bodyPr wrap="square" lIns="0" tIns="11724" rIns="0" bIns="-11724" rtlCol="0" anchor="t"/>
          <a:lstStyle/>
          <a:p>
            <a:pPr algn="l" indent="0" marL="0">
              <a:lnSpc>
                <a:spcPts val="2828"/>
              </a:lnSpc>
              <a:buNone/>
            </a:pPr>
            <a:r>
              <a:rPr lang="en-US" sz="2175" b="1" dirty="0" spc="4" kern="0">
                <a:solidFill>
                  <a:srgbClr val="0F766E"/>
                </a:solidFill>
                <a:latin typeface="Be Vietnam Pro" pitchFamily="34" charset="0"/>
                <a:ea typeface="Be Vietnam Pro" pitchFamily="34" charset="-122"/>
                <a:cs typeface="Be Vietnam Pro" pitchFamily="34" charset="-120"/>
              </a:rPr>
              <a:t>NỘI</a:t>
            </a:r>
            <a:r>
              <a:rPr lang="en-US" sz="2175" b="1" dirty="0" spc="2" kern="0">
                <a:solidFill>
                  <a:srgbClr val="0F766E"/>
                </a:solidFill>
                <a:latin typeface="Be Vietnam Pro" pitchFamily="34" charset="0"/>
                <a:ea typeface="Be Vietnam Pro" pitchFamily="34" charset="-122"/>
                <a:cs typeface="Be Vietnam Pro" pitchFamily="34" charset="-120"/>
              </a:rPr>
              <a:t> DUNG</a:t>
            </a:r>
            <a:r>
              <a:rPr lang="en-US" sz="2175" b="1" dirty="0" spc="-1" kern="0">
                <a:solidFill>
                  <a:srgbClr val="0F766E"/>
                </a:solidFill>
                <a:latin typeface="Be Vietnam Pro" pitchFamily="34" charset="0"/>
                <a:ea typeface="Be Vietnam Pro" pitchFamily="34" charset="-122"/>
                <a:cs typeface="Be Vietnam Pro" pitchFamily="34" charset="-120"/>
              </a:rPr>
              <a:t> &amp;</a:t>
            </a:r>
            <a:r>
              <a:rPr lang="en-US" sz="2175" b="1" dirty="0" spc="3" kern="0">
                <a:solidFill>
                  <a:srgbClr val="0F766E"/>
                </a:solidFill>
                <a:latin typeface="Be Vietnam Pro" pitchFamily="34" charset="0"/>
                <a:ea typeface="Be Vietnam Pro" pitchFamily="34" charset="-122"/>
                <a:cs typeface="Be Vietnam Pro" pitchFamily="34" charset="-120"/>
              </a:rPr>
              <a:t> GIẢI</a:t>
            </a:r>
            <a:r>
              <a:rPr lang="en-US" sz="2175" b="1" dirty="0" spc="0" kern="0">
                <a:solidFill>
                  <a:srgbClr val="0F766E"/>
                </a:solidFill>
                <a:latin typeface="Be Vietnam Pro" pitchFamily="34" charset="0"/>
                <a:ea typeface="Be Vietnam Pro" pitchFamily="34" charset="-122"/>
                <a:cs typeface="Be Vietnam Pro" pitchFamily="34" charset="-120"/>
              </a:rPr>
              <a:t> TRÍ</a:t>
            </a:r>
            <a:endParaRPr lang="en-US" sz="2175" dirty="0"/>
          </a:p>
        </p:txBody>
      </p:sp>
      <p:sp>
        <p:nvSpPr>
          <p:cNvPr id="13" name="Text 11"/>
          <p:cNvSpPr/>
          <p:nvPr/>
        </p:nvSpPr>
        <p:spPr>
          <a:xfrm>
            <a:off x="1104900" y="6381750"/>
            <a:ext cx="7620000" cy="1333500"/>
          </a:xfrm>
          <a:prstGeom prst="rect">
            <a:avLst/>
          </a:prstGeom>
          <a:noFill/>
          <a:ln/>
        </p:spPr>
        <p:txBody>
          <a:bodyPr wrap="square" lIns="0" tIns="13343" rIns="0" bIns="-13343" rtlCol="0" anchor="t"/>
          <a:lstStyle/>
          <a:p>
            <a:pPr algn="l" indent="0" marL="0">
              <a:lnSpc>
                <a:spcPts val="3218"/>
              </a:lnSpc>
              <a:buNone/>
            </a:pPr>
            <a:r>
              <a:rPr lang="en-US" sz="2475" dirty="0" spc="-12" kern="0">
                <a:solidFill>
                  <a:srgbClr val="14161C"/>
                </a:solidFill>
                <a:latin typeface="Be Vietnam Pro" pitchFamily="34" charset="0"/>
                <a:ea typeface="Be Vietnam Pro" pitchFamily="34" charset="-122"/>
                <a:cs typeface="Be Vietnam Pro" pitchFamily="34" charset="-120"/>
              </a:rPr>
              <a:t>Books</a:t>
            </a:r>
            <a:r>
              <a:rPr lang="en-US" sz="2475" dirty="0" spc="0" kern="0">
                <a:solidFill>
                  <a:srgbClr val="14161C"/>
                </a:solidFill>
                <a:latin typeface="Be Vietnam Pro" pitchFamily="34" charset="0"/>
                <a:ea typeface="Be Vietnam Pro" pitchFamily="34" charset="-122"/>
                <a:cs typeface="Be Vietnam Pro" pitchFamily="34" charset="-120"/>
              </a:rPr>
              <a:t> · Music</a:t>
            </a:r>
            <a:r>
              <a:rPr lang="en-US" sz="2475" dirty="0" spc="-1" kern="0">
                <a:solidFill>
                  <a:srgbClr val="14161C"/>
                </a:solidFill>
                <a:latin typeface="Be Vietnam Pro" pitchFamily="34" charset="0"/>
                <a:ea typeface="Be Vietnam Pro" pitchFamily="34" charset="-122"/>
                <a:cs typeface="Be Vietnam Pro" pitchFamily="34" charset="-120"/>
              </a:rPr>
              <a:t> ·</a:t>
            </a:r>
            <a:r>
              <a:rPr lang="en-US" sz="2475" dirty="0" spc="-18" kern="0">
                <a:solidFill>
                  <a:srgbClr val="14161C"/>
                </a:solidFill>
                <a:latin typeface="Be Vietnam Pro" pitchFamily="34" charset="0"/>
                <a:ea typeface="Be Vietnam Pro" pitchFamily="34" charset="-122"/>
                <a:cs typeface="Be Vietnam Pro" pitchFamily="34" charset="-120"/>
              </a:rPr>
              <a:t> News</a:t>
            </a:r>
            <a:endParaRPr lang="en-US" sz="2475" dirty="0"/>
          </a:p>
          <a:p>
            <a:pPr algn="l" indent="0" marL="0">
              <a:lnSpc>
                <a:spcPts val="3218"/>
              </a:lnSpc>
              <a:buNone/>
            </a:pPr>
            <a:r>
              <a:rPr lang="en-US" sz="2475" dirty="0" spc="-2" kern="0">
                <a:solidFill>
                  <a:srgbClr val="14161C"/>
                </a:solidFill>
                <a:latin typeface="Be Vietnam Pro" pitchFamily="34" charset="0"/>
                <a:ea typeface="Be Vietnam Pro" pitchFamily="34" charset="-122"/>
                <a:cs typeface="Be Vietnam Pro" pitchFamily="34" charset="-120"/>
              </a:rPr>
              <a:t>Games</a:t>
            </a:r>
            <a:r>
              <a:rPr lang="en-US" sz="2475" dirty="0" spc="-6" kern="0">
                <a:solidFill>
                  <a:srgbClr val="14161C"/>
                </a:solidFill>
                <a:latin typeface="Be Vietnam Pro" pitchFamily="34" charset="0"/>
                <a:ea typeface="Be Vietnam Pro" pitchFamily="34" charset="-122"/>
                <a:cs typeface="Be Vietnam Pro" pitchFamily="34" charset="-120"/>
              </a:rPr>
              <a:t> &amp;</a:t>
            </a:r>
            <a:r>
              <a:rPr lang="en-US" sz="2475" dirty="0" spc="0" kern="0">
                <a:solidFill>
                  <a:srgbClr val="14161C"/>
                </a:solidFill>
                <a:latin typeface="Be Vietnam Pro" pitchFamily="34" charset="0"/>
                <a:ea typeface="Be Vietnam Pro" pitchFamily="34" charset="-122"/>
                <a:cs typeface="Be Vietnam Pro" pitchFamily="34" charset="-120"/>
              </a:rPr>
              <a:t> Comics</a:t>
            </a:r>
            <a:r>
              <a:rPr lang="en-US" sz="2475" dirty="0" spc="1" kern="0">
                <a:solidFill>
                  <a:srgbClr val="14161C"/>
                </a:solidFill>
                <a:latin typeface="Be Vietnam Pro" pitchFamily="34" charset="0"/>
                <a:ea typeface="Be Vietnam Pro" pitchFamily="34" charset="-122"/>
                <a:cs typeface="Be Vietnam Pro" pitchFamily="34" charset="-120"/>
              </a:rPr>
              <a:t> ·</a:t>
            </a:r>
            <a:r>
              <a:rPr lang="en-US" sz="2475" dirty="0" spc="0" kern="0">
                <a:solidFill>
                  <a:srgbClr val="14161C"/>
                </a:solidFill>
                <a:latin typeface="Be Vietnam Pro" pitchFamily="34" charset="0"/>
                <a:ea typeface="Be Vietnam Pro" pitchFamily="34" charset="-122"/>
                <a:cs typeface="Be Vietnam Pro" pitchFamily="34" charset="-120"/>
              </a:rPr>
              <a:t> Animals</a:t>
            </a:r>
            <a:endParaRPr lang="en-US" sz="2475" dirty="0"/>
          </a:p>
          <a:p>
            <a:pPr algn="l" indent="0" marL="0">
              <a:lnSpc>
                <a:spcPts val="3218"/>
              </a:lnSpc>
              <a:buNone/>
            </a:pPr>
            <a:r>
              <a:rPr lang="en-US" sz="2475" dirty="0" spc="-4" kern="0">
                <a:solidFill>
                  <a:srgbClr val="14161C"/>
                </a:solidFill>
                <a:latin typeface="Be Vietnam Pro" pitchFamily="34" charset="0"/>
                <a:ea typeface="Be Vietnam Pro" pitchFamily="34" charset="-122"/>
                <a:cs typeface="Be Vietnam Pro" pitchFamily="34" charset="-120"/>
              </a:rPr>
              <a:t>Ví</a:t>
            </a:r>
            <a:r>
              <a:rPr lang="en-US" sz="2475" dirty="0" spc="-2" kern="0">
                <a:solidFill>
                  <a:srgbClr val="14161C"/>
                </a:solidFill>
                <a:latin typeface="Be Vietnam Pro" pitchFamily="34" charset="0"/>
                <a:ea typeface="Be Vietnam Pro" pitchFamily="34" charset="-122"/>
                <a:cs typeface="Be Vietnam Pro" pitchFamily="34" charset="-120"/>
              </a:rPr>
              <a:t> dụ:</a:t>
            </a:r>
            <a:r>
              <a:rPr lang="en-US" sz="2475" dirty="0" spc="26" kern="0">
                <a:solidFill>
                  <a:srgbClr val="14161C"/>
                </a:solidFill>
                <a:latin typeface="Be Vietnam Pro" pitchFamily="34" charset="0"/>
                <a:ea typeface="Be Vietnam Pro" pitchFamily="34" charset="-122"/>
                <a:cs typeface="Be Vietnam Pro" pitchFamily="34" charset="-120"/>
              </a:rPr>
              <a:t> ứng</a:t>
            </a:r>
            <a:r>
              <a:rPr lang="en-US" sz="2475" dirty="0" spc="1" kern="0">
                <a:solidFill>
                  <a:srgbClr val="14161C"/>
                </a:solidFill>
                <a:latin typeface="Be Vietnam Pro" pitchFamily="34" charset="0"/>
                <a:ea typeface="Be Vietnam Pro" pitchFamily="34" charset="-122"/>
                <a:cs typeface="Be Vietnam Pro" pitchFamily="34" charset="-120"/>
              </a:rPr>
              <a:t> dụng</a:t>
            </a:r>
            <a:r>
              <a:rPr lang="en-US" sz="2475" dirty="0" spc="0" kern="0">
                <a:solidFill>
                  <a:srgbClr val="14161C"/>
                </a:solidFill>
                <a:latin typeface="Be Vietnam Pro" pitchFamily="34" charset="0"/>
                <a:ea typeface="Be Vietnam Pro" pitchFamily="34" charset="-122"/>
                <a:cs typeface="Be Vietnam Pro" pitchFamily="34" charset="-120"/>
              </a:rPr>
              <a:t> khám</a:t>
            </a:r>
            <a:r>
              <a:rPr lang="en-US" sz="2475" dirty="0" spc="1" kern="0">
                <a:solidFill>
                  <a:srgbClr val="14161C"/>
                </a:solidFill>
                <a:latin typeface="Be Vietnam Pro" pitchFamily="34" charset="0"/>
                <a:ea typeface="Be Vietnam Pro" pitchFamily="34" charset="-122"/>
                <a:cs typeface="Be Vietnam Pro" pitchFamily="34" charset="-120"/>
              </a:rPr>
              <a:t> phá nội</a:t>
            </a:r>
            <a:r>
              <a:rPr lang="en-US" sz="2475" dirty="0" spc="0" kern="0">
                <a:solidFill>
                  <a:srgbClr val="14161C"/>
                </a:solidFill>
                <a:latin typeface="Be Vietnam Pro" pitchFamily="34" charset="0"/>
                <a:ea typeface="Be Vietnam Pro" pitchFamily="34" charset="-122"/>
                <a:cs typeface="Be Vietnam Pro" pitchFamily="34" charset="-120"/>
              </a:rPr>
              <a:t> dung.</a:t>
            </a:r>
            <a:endParaRPr lang="en-US" sz="2475" dirty="0"/>
          </a:p>
        </p:txBody>
      </p:sp>
      <p:sp>
        <p:nvSpPr>
          <p:cNvPr id="14" name="Shape 12"/>
          <p:cNvSpPr/>
          <p:nvPr/>
        </p:nvSpPr>
        <p:spPr>
          <a:xfrm>
            <a:off x="9296400" y="5543550"/>
            <a:ext cx="8153400" cy="2266950"/>
          </a:xfrm>
          <a:prstGeom prst="roundRect">
            <a:avLst>
              <a:gd name="adj" fmla="val 7563"/>
            </a:avLst>
          </a:prstGeom>
          <a:solidFill>
            <a:srgbClr val="FBF8F2"/>
          </a:solidFill>
          <a:ln w="9525">
            <a:solidFill>
              <a:srgbClr val="DDD5C1"/>
            </a:solidFill>
            <a:prstDash val="solid"/>
          </a:ln>
        </p:spPr>
      </p:sp>
      <p:sp>
        <p:nvSpPr>
          <p:cNvPr id="15" name="Text 13"/>
          <p:cNvSpPr/>
          <p:nvPr/>
        </p:nvSpPr>
        <p:spPr>
          <a:xfrm>
            <a:off x="9563100" y="5753100"/>
            <a:ext cx="7620000" cy="514350"/>
          </a:xfrm>
          <a:prstGeom prst="rect">
            <a:avLst/>
          </a:prstGeom>
          <a:noFill/>
          <a:ln/>
        </p:spPr>
        <p:txBody>
          <a:bodyPr wrap="square" lIns="0" tIns="11724" rIns="0" bIns="-11724" rtlCol="0" anchor="t"/>
          <a:lstStyle/>
          <a:p>
            <a:pPr algn="l" indent="0" marL="0">
              <a:lnSpc>
                <a:spcPts val="2828"/>
              </a:lnSpc>
              <a:buNone/>
            </a:pPr>
            <a:r>
              <a:rPr lang="en-US" sz="2175" b="1" dirty="0" spc="1" kern="0">
                <a:solidFill>
                  <a:srgbClr val="0F766E"/>
                </a:solidFill>
                <a:latin typeface="Be Vietnam Pro" pitchFamily="34" charset="0"/>
                <a:ea typeface="Be Vietnam Pro" pitchFamily="34" charset="-122"/>
                <a:cs typeface="Be Vietnam Pro" pitchFamily="34" charset="-120"/>
              </a:rPr>
              <a:t>THỰC</a:t>
            </a:r>
            <a:r>
              <a:rPr lang="en-US" sz="2175" b="1" dirty="0" spc="2" kern="0">
                <a:solidFill>
                  <a:srgbClr val="0F766E"/>
                </a:solidFill>
                <a:latin typeface="Be Vietnam Pro" pitchFamily="34" charset="0"/>
                <a:ea typeface="Be Vietnam Pro" pitchFamily="34" charset="-122"/>
                <a:cs typeface="Be Vietnam Pro" pitchFamily="34" charset="-120"/>
              </a:rPr>
              <a:t> HÀNH</a:t>
            </a:r>
            <a:r>
              <a:rPr lang="en-US" sz="2175" b="1" dirty="0" spc="-43" kern="0">
                <a:solidFill>
                  <a:srgbClr val="0F766E"/>
                </a:solidFill>
                <a:latin typeface="Be Vietnam Pro" pitchFamily="34" charset="0"/>
                <a:ea typeface="Be Vietnam Pro" pitchFamily="34" charset="-122"/>
                <a:cs typeface="Be Vietnam Pro" pitchFamily="34" charset="-120"/>
              </a:rPr>
              <a:t> PHÁT</a:t>
            </a:r>
            <a:r>
              <a:rPr lang="en-US" sz="2175" b="1" dirty="0" spc="3" kern="0">
                <a:solidFill>
                  <a:srgbClr val="0F766E"/>
                </a:solidFill>
                <a:latin typeface="Be Vietnam Pro" pitchFamily="34" charset="0"/>
                <a:ea typeface="Be Vietnam Pro" pitchFamily="34" charset="-122"/>
                <a:cs typeface="Be Vietnam Pro" pitchFamily="34" charset="-120"/>
              </a:rPr>
              <a:t> TRIỂN</a:t>
            </a:r>
            <a:endParaRPr lang="en-US" sz="2175" dirty="0"/>
          </a:p>
        </p:txBody>
      </p:sp>
      <p:sp>
        <p:nvSpPr>
          <p:cNvPr id="16" name="Text 14"/>
          <p:cNvSpPr/>
          <p:nvPr/>
        </p:nvSpPr>
        <p:spPr>
          <a:xfrm>
            <a:off x="9563100" y="6381750"/>
            <a:ext cx="7620000" cy="1333500"/>
          </a:xfrm>
          <a:prstGeom prst="rect">
            <a:avLst/>
          </a:prstGeom>
          <a:noFill/>
          <a:ln/>
        </p:spPr>
        <p:txBody>
          <a:bodyPr wrap="square" lIns="0" tIns="13343" rIns="0" bIns="-13343" rtlCol="0" anchor="t"/>
          <a:lstStyle/>
          <a:p>
            <a:pPr algn="l" indent="0" marL="0">
              <a:lnSpc>
                <a:spcPts val="3218"/>
              </a:lnSpc>
              <a:buNone/>
            </a:pPr>
            <a:r>
              <a:rPr lang="en-US" sz="2475" dirty="0" spc="-66" kern="0">
                <a:solidFill>
                  <a:srgbClr val="14161C"/>
                </a:solidFill>
                <a:latin typeface="Be Vietnam Pro" pitchFamily="34" charset="0"/>
                <a:ea typeface="Be Vietnam Pro" pitchFamily="34" charset="-122"/>
                <a:cs typeface="Be Vietnam Pro" pitchFamily="34" charset="-120"/>
              </a:rPr>
              <a:t>Test</a:t>
            </a:r>
            <a:r>
              <a:rPr lang="en-US" sz="2475" dirty="0" spc="-21" kern="0">
                <a:solidFill>
                  <a:srgbClr val="14161C"/>
                </a:solidFill>
                <a:latin typeface="Be Vietnam Pro" pitchFamily="34" charset="0"/>
                <a:ea typeface="Be Vietnam Pro" pitchFamily="34" charset="-122"/>
                <a:cs typeface="Be Vietnam Pro" pitchFamily="34" charset="-120"/>
              </a:rPr>
              <a:t> Data</a:t>
            </a:r>
            <a:r>
              <a:rPr lang="en-US" sz="2475" dirty="0" spc="1" kern="0">
                <a:solidFill>
                  <a:srgbClr val="14161C"/>
                </a:solidFill>
                <a:latin typeface="Be Vietnam Pro" pitchFamily="34" charset="0"/>
                <a:ea typeface="Be Vietnam Pro" pitchFamily="34" charset="-122"/>
                <a:cs typeface="Be Vietnam Pro" pitchFamily="34" charset="-120"/>
              </a:rPr>
              <a:t> ·</a:t>
            </a:r>
            <a:r>
              <a:rPr lang="en-US" sz="2475" dirty="0" spc="-13" kern="0">
                <a:solidFill>
                  <a:srgbClr val="14161C"/>
                </a:solidFill>
                <a:latin typeface="Be Vietnam Pro" pitchFamily="34" charset="0"/>
                <a:ea typeface="Be Vietnam Pro" pitchFamily="34" charset="-122"/>
                <a:cs typeface="Be Vietnam Pro" pitchFamily="34" charset="-120"/>
              </a:rPr>
              <a:t> Development</a:t>
            </a:r>
            <a:endParaRPr lang="en-US" sz="2475" dirty="0"/>
          </a:p>
          <a:p>
            <a:pPr algn="l" indent="0" marL="0">
              <a:lnSpc>
                <a:spcPts val="3218"/>
              </a:lnSpc>
              <a:buNone/>
            </a:pPr>
            <a:r>
              <a:rPr lang="en-US" sz="2475" dirty="0" spc="-24" kern="0">
                <a:solidFill>
                  <a:srgbClr val="14161C"/>
                </a:solidFill>
                <a:latin typeface="Be Vietnam Pro" pitchFamily="34" charset="0"/>
                <a:ea typeface="Be Vietnam Pro" pitchFamily="34" charset="-122"/>
                <a:cs typeface="Be Vietnam Pro" pitchFamily="34" charset="-120"/>
              </a:rPr>
              <a:t>Data</a:t>
            </a:r>
            <a:r>
              <a:rPr lang="en-US" sz="2475" dirty="0" spc="-14" kern="0">
                <a:solidFill>
                  <a:srgbClr val="14161C"/>
                </a:solidFill>
                <a:latin typeface="Be Vietnam Pro" pitchFamily="34" charset="0"/>
                <a:ea typeface="Be Vietnam Pro" pitchFamily="34" charset="-122"/>
                <a:cs typeface="Be Vietnam Pro" pitchFamily="34" charset="-120"/>
              </a:rPr>
              <a:t> Validation</a:t>
            </a:r>
            <a:r>
              <a:rPr lang="en-US" sz="2475" dirty="0" spc="2" kern="0">
                <a:solidFill>
                  <a:srgbClr val="14161C"/>
                </a:solidFill>
                <a:latin typeface="Be Vietnam Pro" pitchFamily="34" charset="0"/>
                <a:ea typeface="Be Vietnam Pro" pitchFamily="34" charset="-122"/>
                <a:cs typeface="Be Vietnam Pro" pitchFamily="34" charset="-120"/>
              </a:rPr>
              <a:t> ·</a:t>
            </a:r>
            <a:r>
              <a:rPr lang="en-US" sz="2475" dirty="0" spc="-9" kern="0">
                <a:solidFill>
                  <a:srgbClr val="14161C"/>
                </a:solidFill>
                <a:latin typeface="Be Vietnam Pro" pitchFamily="34" charset="0"/>
                <a:ea typeface="Be Vietnam Pro" pitchFamily="34" charset="-122"/>
                <a:cs typeface="Be Vietnam Pro" pitchFamily="34" charset="-120"/>
              </a:rPr>
              <a:t> Authentication</a:t>
            </a:r>
            <a:endParaRPr lang="en-US" sz="2475" dirty="0"/>
          </a:p>
          <a:p>
            <a:pPr algn="l" indent="0" marL="0">
              <a:lnSpc>
                <a:spcPts val="3218"/>
              </a:lnSpc>
              <a:buNone/>
            </a:pPr>
            <a:r>
              <a:rPr lang="en-US" sz="2475" dirty="0" spc="-4" kern="0">
                <a:solidFill>
                  <a:srgbClr val="14161C"/>
                </a:solidFill>
                <a:latin typeface="Be Vietnam Pro" pitchFamily="34" charset="0"/>
                <a:ea typeface="Be Vietnam Pro" pitchFamily="34" charset="-122"/>
                <a:cs typeface="Be Vietnam Pro" pitchFamily="34" charset="-120"/>
              </a:rPr>
              <a:t>Ví</a:t>
            </a:r>
            <a:r>
              <a:rPr lang="en-US" sz="2475" dirty="0" spc="-2" kern="0">
                <a:solidFill>
                  <a:srgbClr val="14161C"/>
                </a:solidFill>
                <a:latin typeface="Be Vietnam Pro" pitchFamily="34" charset="0"/>
                <a:ea typeface="Be Vietnam Pro" pitchFamily="34" charset="-122"/>
                <a:cs typeface="Be Vietnam Pro" pitchFamily="34" charset="-120"/>
              </a:rPr>
              <a:t> dụ:</a:t>
            </a:r>
            <a:r>
              <a:rPr lang="en-US" sz="2475" dirty="0" spc="1" kern="0">
                <a:solidFill>
                  <a:srgbClr val="14161C"/>
                </a:solidFill>
                <a:latin typeface="Be Vietnam Pro" pitchFamily="34" charset="0"/>
                <a:ea typeface="Be Vietnam Pro" pitchFamily="34" charset="-122"/>
                <a:cs typeface="Be Vietnam Pro" pitchFamily="34" charset="-120"/>
              </a:rPr>
              <a:t> giao</a:t>
            </a:r>
            <a:r>
              <a:rPr lang="en-US" sz="2475" dirty="0" spc="0" kern="0">
                <a:solidFill>
                  <a:srgbClr val="14161C"/>
                </a:solidFill>
                <a:latin typeface="Be Vietnam Pro" pitchFamily="34" charset="0"/>
                <a:ea typeface="Be Vietnam Pro" pitchFamily="34" charset="-122"/>
                <a:cs typeface="Be Vietnam Pro" pitchFamily="34" charset="-120"/>
              </a:rPr>
              <a:t> diện</a:t>
            </a:r>
            <a:r>
              <a:rPr lang="en-US" sz="2475" dirty="0" spc="1" kern="0">
                <a:solidFill>
                  <a:srgbClr val="14161C"/>
                </a:solidFill>
                <a:latin typeface="Be Vietnam Pro" pitchFamily="34" charset="0"/>
                <a:ea typeface="Be Vietnam Pro" pitchFamily="34" charset="-122"/>
                <a:cs typeface="Be Vietnam Pro" pitchFamily="34" charset="-120"/>
              </a:rPr>
              <a:t> dùng</a:t>
            </a:r>
            <a:r>
              <a:rPr lang="en-US" sz="2475" dirty="0" spc="-2" kern="0">
                <a:solidFill>
                  <a:srgbClr val="14161C"/>
                </a:solidFill>
                <a:latin typeface="Be Vietnam Pro" pitchFamily="34" charset="0"/>
                <a:ea typeface="Be Vietnam Pro" pitchFamily="34" charset="-122"/>
                <a:cs typeface="Be Vietnam Pro" pitchFamily="34" charset="-120"/>
              </a:rPr>
              <a:t> dữ</a:t>
            </a:r>
            <a:r>
              <a:rPr lang="en-US" sz="2475" dirty="0" spc="0" kern="0">
                <a:solidFill>
                  <a:srgbClr val="14161C"/>
                </a:solidFill>
                <a:latin typeface="Be Vietnam Pro" pitchFamily="34" charset="0"/>
                <a:ea typeface="Be Vietnam Pro" pitchFamily="34" charset="-122"/>
                <a:cs typeface="Be Vietnam Pro" pitchFamily="34" charset="-120"/>
              </a:rPr>
              <a:t> liệu giả.</a:t>
            </a:r>
            <a:endParaRPr lang="en-US" sz="2475" dirty="0"/>
          </a:p>
        </p:txBody>
      </p:sp>
      <p:sp>
        <p:nvSpPr>
          <p:cNvPr id="17" name="Shape 15"/>
          <p:cNvSpPr/>
          <p:nvPr/>
        </p:nvSpPr>
        <p:spPr>
          <a:xfrm>
            <a:off x="838200" y="8515350"/>
            <a:ext cx="16611600" cy="676275"/>
          </a:xfrm>
          <a:prstGeom prst="roundRect">
            <a:avLst>
              <a:gd name="adj" fmla="val 11268"/>
            </a:avLst>
          </a:prstGeom>
          <a:solidFill>
            <a:srgbClr val="E8E0CF"/>
          </a:solidFill>
          <a:ln w="9525">
            <a:solidFill>
              <a:srgbClr val="E8E0CF"/>
            </a:solidFill>
            <a:prstDash val="solid"/>
          </a:ln>
        </p:spPr>
      </p:sp>
      <p:sp>
        <p:nvSpPr>
          <p:cNvPr id="18" name="Text 16"/>
          <p:cNvSpPr/>
          <p:nvPr/>
        </p:nvSpPr>
        <p:spPr>
          <a:xfrm>
            <a:off x="1038225" y="8677275"/>
            <a:ext cx="16240125" cy="457200"/>
          </a:xfrm>
          <a:prstGeom prst="rect">
            <a:avLst/>
          </a:prstGeom>
          <a:noFill/>
          <a:ln/>
        </p:spPr>
        <p:txBody>
          <a:bodyPr wrap="square" lIns="0" tIns="10914" rIns="0" bIns="-10914" rtlCol="0" anchor="t"/>
          <a:lstStyle/>
          <a:p>
            <a:pPr algn="l" indent="0" marL="0">
              <a:lnSpc>
                <a:spcPts val="2633"/>
              </a:lnSpc>
              <a:buNone/>
            </a:pPr>
            <a:r>
              <a:rPr lang="en-US" sz="2025" dirty="0" spc="-63" kern="0">
                <a:solidFill>
                  <a:srgbClr val="14161C"/>
                </a:solidFill>
                <a:latin typeface="Be Vietnam Pro Medium" pitchFamily="34" charset="0"/>
                <a:ea typeface="Be Vietnam Pro Medium" pitchFamily="34" charset="-122"/>
                <a:cs typeface="Be Vietnam Pro Medium" pitchFamily="34" charset="-120"/>
              </a:rPr>
              <a:t>Tên</a:t>
            </a:r>
            <a:r>
              <a:rPr lang="en-US" sz="2025" dirty="0" spc="-2" kern="0">
                <a:solidFill>
                  <a:srgbClr val="14161C"/>
                </a:solidFill>
                <a:latin typeface="Be Vietnam Pro Medium" pitchFamily="34" charset="0"/>
                <a:ea typeface="Be Vietnam Pro Medium" pitchFamily="34" charset="-122"/>
                <a:cs typeface="Be Vietnam Pro Medium" pitchFamily="34" charset="-120"/>
              </a:rPr>
              <a:t> nhóm</a:t>
            </a:r>
            <a:r>
              <a:rPr lang="en-US" sz="2025" dirty="0" spc="-5" kern="0">
                <a:solidFill>
                  <a:srgbClr val="14161C"/>
                </a:solidFill>
                <a:latin typeface="Be Vietnam Pro Medium" pitchFamily="34" charset="0"/>
                <a:ea typeface="Be Vietnam Pro Medium" pitchFamily="34" charset="-122"/>
                <a:cs typeface="Be Vietnam Pro Medium" pitchFamily="34" charset="-120"/>
              </a:rPr>
              <a:t> lấy</a:t>
            </a:r>
            <a:r>
              <a:rPr lang="en-US" sz="2025" dirty="0" spc="1" kern="0">
                <a:solidFill>
                  <a:srgbClr val="14161C"/>
                </a:solidFill>
                <a:latin typeface="Be Vietnam Pro Medium" pitchFamily="34" charset="0"/>
                <a:ea typeface="Be Vietnam Pro Medium" pitchFamily="34" charset="-122"/>
                <a:cs typeface="Be Vietnam Pro Medium" pitchFamily="34" charset="-120"/>
              </a:rPr>
              <a:t> từ</a:t>
            </a:r>
            <a:r>
              <a:rPr lang="en-US" sz="2025" dirty="0" spc="0" kern="0">
                <a:solidFill>
                  <a:srgbClr val="14161C"/>
                </a:solidFill>
                <a:latin typeface="Be Vietnam Pro Medium" pitchFamily="34" charset="0"/>
                <a:ea typeface="Be Vietnam Pro Medium" pitchFamily="34" charset="-122"/>
                <a:cs typeface="Be Vietnam Pro Medium" pitchFamily="34" charset="-120"/>
              </a:rPr>
              <a:t> README;</a:t>
            </a:r>
            <a:r>
              <a:rPr lang="en-US" sz="2025" dirty="0" spc="2" kern="0">
                <a:solidFill>
                  <a:srgbClr val="14161C"/>
                </a:solidFill>
                <a:latin typeface="Be Vietnam Pro Medium" pitchFamily="34" charset="0"/>
                <a:ea typeface="Be Vietnam Pro Medium" pitchFamily="34" charset="-122"/>
                <a:cs typeface="Be Vietnam Pro Medium" pitchFamily="34" charset="-120"/>
              </a:rPr>
              <a:t> các</a:t>
            </a:r>
            <a:r>
              <a:rPr lang="en-US" sz="2025" dirty="0" spc="3" kern="0">
                <a:solidFill>
                  <a:srgbClr val="14161C"/>
                </a:solidFill>
                <a:latin typeface="Be Vietnam Pro Medium" pitchFamily="34" charset="0"/>
                <a:ea typeface="Be Vietnam Pro Medium" pitchFamily="34" charset="-122"/>
                <a:cs typeface="Be Vietnam Pro Medium" pitchFamily="34" charset="-120"/>
              </a:rPr>
              <a:t> ý</a:t>
            </a:r>
            <a:r>
              <a:rPr lang="en-US" sz="2025" dirty="0" spc="6" kern="0">
                <a:solidFill>
                  <a:srgbClr val="14161C"/>
                </a:solidFill>
                <a:latin typeface="Be Vietnam Pro Medium" pitchFamily="34" charset="0"/>
                <a:ea typeface="Be Vietnam Pro Medium" pitchFamily="34" charset="-122"/>
                <a:cs typeface="Be Vietnam Pro Medium" pitchFamily="34" charset="-120"/>
              </a:rPr>
              <a:t> tưởng</a:t>
            </a:r>
            <a:r>
              <a:rPr lang="en-US" sz="2025" dirty="0" spc="23" kern="0">
                <a:solidFill>
                  <a:srgbClr val="14161C"/>
                </a:solidFill>
                <a:latin typeface="Be Vietnam Pro Medium" pitchFamily="34" charset="0"/>
                <a:ea typeface="Be Vietnam Pro Medium" pitchFamily="34" charset="-122"/>
                <a:cs typeface="Be Vietnam Pro Medium" pitchFamily="34" charset="-120"/>
              </a:rPr>
              <a:t> ứng</a:t>
            </a:r>
            <a:r>
              <a:rPr lang="en-US" sz="2025" dirty="0" spc="1" kern="0">
                <a:solidFill>
                  <a:srgbClr val="14161C"/>
                </a:solidFill>
                <a:latin typeface="Be Vietnam Pro Medium" pitchFamily="34" charset="0"/>
                <a:ea typeface="Be Vietnam Pro Medium" pitchFamily="34" charset="-122"/>
                <a:cs typeface="Be Vietnam Pro Medium" pitchFamily="34" charset="-120"/>
              </a:rPr>
              <a:t> dụng</a:t>
            </a:r>
            <a:r>
              <a:rPr lang="en-US" sz="2025" dirty="0" spc="2" kern="0">
                <a:solidFill>
                  <a:srgbClr val="14161C"/>
                </a:solidFill>
                <a:latin typeface="Be Vietnam Pro Medium" pitchFamily="34" charset="0"/>
                <a:ea typeface="Be Vietnam Pro Medium" pitchFamily="34" charset="-122"/>
                <a:cs typeface="Be Vietnam Pro Medium" pitchFamily="34" charset="-120"/>
              </a:rPr>
              <a:t> là</a:t>
            </a:r>
            <a:r>
              <a:rPr lang="en-US" sz="2025" dirty="0" spc="3" kern="0">
                <a:solidFill>
                  <a:srgbClr val="14161C"/>
                </a:solidFill>
                <a:latin typeface="Be Vietnam Pro Medium" pitchFamily="34" charset="0"/>
                <a:ea typeface="Be Vietnam Pro Medium" pitchFamily="34" charset="-122"/>
                <a:cs typeface="Be Vietnam Pro Medium" pitchFamily="34" charset="-120"/>
              </a:rPr>
              <a:t> ví</a:t>
            </a:r>
            <a:r>
              <a:rPr lang="en-US" sz="2025" dirty="0" spc="4" kern="0">
                <a:solidFill>
                  <a:srgbClr val="14161C"/>
                </a:solidFill>
                <a:latin typeface="Be Vietnam Pro Medium" pitchFamily="34" charset="0"/>
                <a:ea typeface="Be Vietnam Pro Medium" pitchFamily="34" charset="-122"/>
                <a:cs typeface="Be Vietnam Pro Medium" pitchFamily="34" charset="-120"/>
              </a:rPr>
              <a:t> dụ</a:t>
            </a:r>
            <a:r>
              <a:rPr lang="en-US" sz="2025" dirty="0" spc="1" kern="0">
                <a:solidFill>
                  <a:srgbClr val="14161C"/>
                </a:solidFill>
                <a:latin typeface="Be Vietnam Pro Medium" pitchFamily="34" charset="0"/>
                <a:ea typeface="Be Vietnam Pro Medium" pitchFamily="34" charset="-122"/>
                <a:cs typeface="Be Vietnam Pro Medium" pitchFamily="34" charset="-120"/>
              </a:rPr>
              <a:t> của</a:t>
            </a:r>
            <a:r>
              <a:rPr lang="en-US" sz="2025" dirty="0" spc="6" kern="0">
                <a:solidFill>
                  <a:srgbClr val="14161C"/>
                </a:solidFill>
                <a:latin typeface="Be Vietnam Pro Medium" pitchFamily="34" charset="0"/>
                <a:ea typeface="Be Vietnam Pro Medium" pitchFamily="34" charset="-122"/>
                <a:cs typeface="Be Vietnam Pro Medium" pitchFamily="34" charset="-120"/>
              </a:rPr>
              <a:t> người</a:t>
            </a:r>
            <a:r>
              <a:rPr lang="en-US" sz="2025" dirty="0" spc="-3" kern="0">
                <a:solidFill>
                  <a:srgbClr val="14161C"/>
                </a:solidFill>
                <a:latin typeface="Be Vietnam Pro Medium" pitchFamily="34" charset="0"/>
                <a:ea typeface="Be Vietnam Pro Medium" pitchFamily="34" charset="-122"/>
                <a:cs typeface="Be Vietnam Pro Medium" pitchFamily="34" charset="-120"/>
              </a:rPr>
              <a:t> viết.</a:t>
            </a:r>
            <a:endParaRPr lang="en-US" sz="2025" dirty="0"/>
          </a:p>
        </p:txBody>
      </p:sp>
      <p:sp>
        <p:nvSpPr>
          <p:cNvPr id="19" name="Text 17"/>
          <p:cNvSpPr/>
          <p:nvPr/>
        </p:nvSpPr>
        <p:spPr>
          <a:xfrm>
            <a:off x="838200" y="9353550"/>
            <a:ext cx="16611600" cy="333375"/>
          </a:xfrm>
          <a:prstGeom prst="rect">
            <a:avLst/>
          </a:prstGeom>
          <a:noFill/>
          <a:ln/>
        </p:spPr>
        <p:txBody>
          <a:bodyPr wrap="square" lIns="0" tIns="8906" rIns="0" bIns="-8906" rtlCol="0" anchor="t"/>
          <a:lstStyle/>
          <a:p>
            <a:pPr algn="l" indent="0" marL="0">
              <a:lnSpc>
                <a:spcPts val="2145"/>
              </a:lnSpc>
              <a:buNone/>
            </a:pPr>
            <a:r>
              <a:rPr lang="en-US" sz="1650" dirty="0" spc="-3" kern="0">
                <a:solidFill>
                  <a:srgbClr val="6B6A66"/>
                </a:solidFill>
                <a:latin typeface="Be Vietnam Pro" pitchFamily="34" charset="0"/>
                <a:ea typeface="Be Vietnam Pro" pitchFamily="34" charset="-122"/>
                <a:cs typeface="Be Vietnam Pro" pitchFamily="34" charset="-120"/>
              </a:rPr>
              <a:t>Nguồn:</a:t>
            </a:r>
            <a:r>
              <a:rPr lang="en-US" sz="1650" dirty="0" spc="-1" kern="0">
                <a:solidFill>
                  <a:srgbClr val="6B6A66"/>
                </a:solidFill>
                <a:latin typeface="Be Vietnam Pro" pitchFamily="34" charset="0"/>
                <a:ea typeface="Be Vietnam Pro" pitchFamily="34" charset="-122"/>
                <a:cs typeface="Be Vietnam Pro" pitchFamily="34" charset="-120"/>
              </a:rPr>
              <a:t> [S5]</a:t>
            </a:r>
            <a:r>
              <a:rPr lang="en-US" sz="1650" dirty="0" spc="2" kern="0">
                <a:solidFill>
                  <a:srgbClr val="6B6A66"/>
                </a:solidFill>
                <a:latin typeface="Be Vietnam Pro" pitchFamily="34" charset="0"/>
                <a:ea typeface="Be Vietnam Pro" pitchFamily="34" charset="-122"/>
                <a:cs typeface="Be Vietnam Pro" pitchFamily="34" charset="-120"/>
              </a:rPr>
              <a:t>  ·  Số</a:t>
            </a:r>
            <a:r>
              <a:rPr lang="en-US" sz="1650" dirty="0" spc="-1" kern="0">
                <a:solidFill>
                  <a:srgbClr val="6B6A66"/>
                </a:solidFill>
                <a:latin typeface="Be Vietnam Pro" pitchFamily="34" charset="0"/>
                <a:ea typeface="Be Vietnam Pro" pitchFamily="34" charset="-122"/>
                <a:cs typeface="Be Vietnam Pro" pitchFamily="34" charset="-120"/>
              </a:rPr>
              <a:t> liệu:</a:t>
            </a:r>
            <a:r>
              <a:rPr lang="en-US" sz="1650" dirty="0" spc="1" kern="0">
                <a:solidFill>
                  <a:srgbClr val="6B6A66"/>
                </a:solidFill>
                <a:latin typeface="Be Vietnam Pro" pitchFamily="34" charset="0"/>
                <a:ea typeface="Be Vietnam Pro" pitchFamily="34" charset="-122"/>
                <a:cs typeface="Be Vietnam Pro" pitchFamily="34" charset="-120"/>
              </a:rPr>
              <a:t> phiên</a:t>
            </a:r>
            <a:r>
              <a:rPr lang="en-US" sz="1650" dirty="0" spc="-1" kern="0">
                <a:solidFill>
                  <a:srgbClr val="6B6A66"/>
                </a:solidFill>
                <a:latin typeface="Be Vietnam Pro" pitchFamily="34" charset="0"/>
                <a:ea typeface="Be Vietnam Pro" pitchFamily="34" charset="-122"/>
                <a:cs typeface="Be Vietnam Pro" pitchFamily="34" charset="-120"/>
              </a:rPr>
              <a:t> quét</a:t>
            </a:r>
            <a:r>
              <a:rPr lang="en-US" sz="1650" dirty="0" spc="-8" kern="0">
                <a:solidFill>
                  <a:srgbClr val="6B6A66"/>
                </a:solidFill>
                <a:latin typeface="Be Vietnam Pro" pitchFamily="34" charset="0"/>
                <a:ea typeface="Be Vietnam Pro" pitchFamily="34" charset="-122"/>
                <a:cs typeface="Be Vietnam Pro" pitchFamily="34" charset="-120"/>
              </a:rPr>
              <a:t> 23/10/2026</a:t>
            </a:r>
            <a:endParaRPr lang="en-US" sz="1650" dirty="0"/>
          </a:p>
        </p:txBody>
      </p:sp>
      <p:sp>
        <p:nvSpPr>
          <p:cNvPr id="20" name="Shape 18"/>
          <p:cNvSpPr/>
          <p:nvPr/>
        </p:nvSpPr>
        <p:spPr>
          <a:xfrm>
            <a:off x="847725" y="9896475"/>
            <a:ext cx="57150" cy="57150"/>
          </a:xfrm>
          <a:prstGeom prst="ellipse">
            <a:avLst/>
          </a:prstGeom>
          <a:solidFill>
            <a:srgbClr val="DDD5C1"/>
          </a:solidFill>
          <a:ln/>
        </p:spPr>
      </p:sp>
      <p:sp>
        <p:nvSpPr>
          <p:cNvPr id="21" name="Shape 19"/>
          <p:cNvSpPr/>
          <p:nvPr/>
        </p:nvSpPr>
        <p:spPr>
          <a:xfrm>
            <a:off x="952500" y="9896475"/>
            <a:ext cx="57150" cy="57150"/>
          </a:xfrm>
          <a:prstGeom prst="ellipse">
            <a:avLst/>
          </a:prstGeom>
          <a:solidFill>
            <a:srgbClr val="DDD5C1"/>
          </a:solidFill>
          <a:ln/>
        </p:spPr>
      </p:sp>
      <p:sp>
        <p:nvSpPr>
          <p:cNvPr id="22" name="Shape 20"/>
          <p:cNvSpPr/>
          <p:nvPr/>
        </p:nvSpPr>
        <p:spPr>
          <a:xfrm>
            <a:off x="1057275" y="9896475"/>
            <a:ext cx="57150" cy="57150"/>
          </a:xfrm>
          <a:prstGeom prst="ellipse">
            <a:avLst/>
          </a:prstGeom>
          <a:solidFill>
            <a:srgbClr val="DDD5C1"/>
          </a:solidFill>
          <a:ln/>
        </p:spPr>
      </p:sp>
      <p:sp>
        <p:nvSpPr>
          <p:cNvPr id="23" name="Shape 21"/>
          <p:cNvSpPr/>
          <p:nvPr/>
        </p:nvSpPr>
        <p:spPr>
          <a:xfrm>
            <a:off x="1162050" y="9896475"/>
            <a:ext cx="57150" cy="57150"/>
          </a:xfrm>
          <a:prstGeom prst="ellipse">
            <a:avLst/>
          </a:prstGeom>
          <a:solidFill>
            <a:srgbClr val="DDD5C1"/>
          </a:solidFill>
          <a:ln/>
        </p:spPr>
      </p:sp>
      <p:sp>
        <p:nvSpPr>
          <p:cNvPr id="24" name="Shape 22"/>
          <p:cNvSpPr/>
          <p:nvPr/>
        </p:nvSpPr>
        <p:spPr>
          <a:xfrm>
            <a:off x="1266825" y="9896475"/>
            <a:ext cx="57150" cy="57150"/>
          </a:xfrm>
          <a:prstGeom prst="ellipse">
            <a:avLst/>
          </a:prstGeom>
          <a:solidFill>
            <a:srgbClr val="DDD5C1"/>
          </a:solidFill>
          <a:ln/>
        </p:spPr>
      </p:sp>
      <p:sp>
        <p:nvSpPr>
          <p:cNvPr id="25" name="Shape 23"/>
          <p:cNvSpPr/>
          <p:nvPr/>
        </p:nvSpPr>
        <p:spPr>
          <a:xfrm>
            <a:off x="1371600" y="9896475"/>
            <a:ext cx="57150" cy="57150"/>
          </a:xfrm>
          <a:prstGeom prst="ellipse">
            <a:avLst/>
          </a:prstGeom>
          <a:solidFill>
            <a:srgbClr val="DDD5C1"/>
          </a:solidFill>
          <a:ln/>
        </p:spPr>
      </p:sp>
      <p:sp>
        <p:nvSpPr>
          <p:cNvPr id="26" name="Shape 24"/>
          <p:cNvSpPr/>
          <p:nvPr/>
        </p:nvSpPr>
        <p:spPr>
          <a:xfrm>
            <a:off x="1476375" y="9896475"/>
            <a:ext cx="57150" cy="57150"/>
          </a:xfrm>
          <a:prstGeom prst="ellipse">
            <a:avLst/>
          </a:prstGeom>
          <a:solidFill>
            <a:srgbClr val="DDD5C1"/>
          </a:solidFill>
          <a:ln/>
        </p:spPr>
      </p:sp>
      <p:sp>
        <p:nvSpPr>
          <p:cNvPr id="27" name="Shape 25"/>
          <p:cNvSpPr/>
          <p:nvPr/>
        </p:nvSpPr>
        <p:spPr>
          <a:xfrm>
            <a:off x="1581150" y="9896475"/>
            <a:ext cx="57150" cy="57150"/>
          </a:xfrm>
          <a:prstGeom prst="ellipse">
            <a:avLst/>
          </a:prstGeom>
          <a:solidFill>
            <a:srgbClr val="DDD5C1"/>
          </a:solidFill>
          <a:ln/>
        </p:spPr>
      </p:sp>
      <p:sp>
        <p:nvSpPr>
          <p:cNvPr id="28" name="Shape 26"/>
          <p:cNvSpPr/>
          <p:nvPr/>
        </p:nvSpPr>
        <p:spPr>
          <a:xfrm>
            <a:off x="1685925" y="9896475"/>
            <a:ext cx="57150" cy="57150"/>
          </a:xfrm>
          <a:prstGeom prst="ellipse">
            <a:avLst/>
          </a:prstGeom>
          <a:solidFill>
            <a:srgbClr val="DDD5C1"/>
          </a:solidFill>
          <a:ln/>
        </p:spPr>
      </p:sp>
      <p:sp>
        <p:nvSpPr>
          <p:cNvPr id="29" name="Shape 27"/>
          <p:cNvSpPr/>
          <p:nvPr/>
        </p:nvSpPr>
        <p:spPr>
          <a:xfrm>
            <a:off x="1790700" y="9896475"/>
            <a:ext cx="57150" cy="57150"/>
          </a:xfrm>
          <a:prstGeom prst="ellipse">
            <a:avLst/>
          </a:prstGeom>
          <a:solidFill>
            <a:srgbClr val="DDD5C1"/>
          </a:solidFill>
          <a:ln/>
        </p:spPr>
      </p:sp>
      <p:sp>
        <p:nvSpPr>
          <p:cNvPr id="30" name="Shape 28"/>
          <p:cNvSpPr/>
          <p:nvPr/>
        </p:nvSpPr>
        <p:spPr>
          <a:xfrm>
            <a:off x="1895475" y="9896475"/>
            <a:ext cx="57150" cy="57150"/>
          </a:xfrm>
          <a:prstGeom prst="ellipse">
            <a:avLst/>
          </a:prstGeom>
          <a:solidFill>
            <a:srgbClr val="DDD5C1"/>
          </a:solidFill>
          <a:ln/>
        </p:spPr>
      </p:sp>
      <p:sp>
        <p:nvSpPr>
          <p:cNvPr id="31" name="Shape 29"/>
          <p:cNvSpPr/>
          <p:nvPr/>
        </p:nvSpPr>
        <p:spPr>
          <a:xfrm>
            <a:off x="2000250" y="9896475"/>
            <a:ext cx="57150" cy="57150"/>
          </a:xfrm>
          <a:prstGeom prst="ellipse">
            <a:avLst/>
          </a:prstGeom>
          <a:solidFill>
            <a:srgbClr val="DDD5C1"/>
          </a:solidFill>
          <a:ln/>
        </p:spPr>
      </p:sp>
      <p:sp>
        <p:nvSpPr>
          <p:cNvPr id="32" name="Shape 30"/>
          <p:cNvSpPr/>
          <p:nvPr/>
        </p:nvSpPr>
        <p:spPr>
          <a:xfrm>
            <a:off x="2105025" y="9896475"/>
            <a:ext cx="57150" cy="57150"/>
          </a:xfrm>
          <a:prstGeom prst="ellipse">
            <a:avLst/>
          </a:prstGeom>
          <a:solidFill>
            <a:srgbClr val="DDD5C1"/>
          </a:solidFill>
          <a:ln/>
        </p:spPr>
      </p:sp>
      <p:sp>
        <p:nvSpPr>
          <p:cNvPr id="33" name="Shape 31"/>
          <p:cNvSpPr/>
          <p:nvPr/>
        </p:nvSpPr>
        <p:spPr>
          <a:xfrm>
            <a:off x="2209800" y="9896475"/>
            <a:ext cx="57150" cy="57150"/>
          </a:xfrm>
          <a:prstGeom prst="ellipse">
            <a:avLst/>
          </a:prstGeom>
          <a:solidFill>
            <a:srgbClr val="DDD5C1"/>
          </a:solidFill>
          <a:ln/>
        </p:spPr>
      </p:sp>
      <p:sp>
        <p:nvSpPr>
          <p:cNvPr id="34" name="Shape 32"/>
          <p:cNvSpPr/>
          <p:nvPr/>
        </p:nvSpPr>
        <p:spPr>
          <a:xfrm>
            <a:off x="2314575" y="9896475"/>
            <a:ext cx="57150" cy="57150"/>
          </a:xfrm>
          <a:prstGeom prst="ellipse">
            <a:avLst/>
          </a:prstGeom>
          <a:solidFill>
            <a:srgbClr val="DDD5C1"/>
          </a:solidFill>
          <a:ln/>
        </p:spPr>
      </p:sp>
      <p:sp>
        <p:nvSpPr>
          <p:cNvPr id="35" name="Shape 33"/>
          <p:cNvSpPr/>
          <p:nvPr/>
        </p:nvSpPr>
        <p:spPr>
          <a:xfrm>
            <a:off x="2419350" y="9896475"/>
            <a:ext cx="57150" cy="57150"/>
          </a:xfrm>
          <a:prstGeom prst="ellipse">
            <a:avLst/>
          </a:prstGeom>
          <a:solidFill>
            <a:srgbClr val="DDD5C1"/>
          </a:solidFill>
          <a:ln/>
        </p:spPr>
      </p:sp>
      <p:sp>
        <p:nvSpPr>
          <p:cNvPr id="36" name="Shape 34"/>
          <p:cNvSpPr/>
          <p:nvPr/>
        </p:nvSpPr>
        <p:spPr>
          <a:xfrm>
            <a:off x="2524125" y="9896475"/>
            <a:ext cx="57150" cy="57150"/>
          </a:xfrm>
          <a:prstGeom prst="ellipse">
            <a:avLst/>
          </a:prstGeom>
          <a:solidFill>
            <a:srgbClr val="E8472B"/>
          </a:solidFill>
          <a:ln/>
        </p:spPr>
      </p:sp>
      <p:sp>
        <p:nvSpPr>
          <p:cNvPr id="37" name="Shape 35"/>
          <p:cNvSpPr/>
          <p:nvPr/>
        </p:nvSpPr>
        <p:spPr>
          <a:xfrm>
            <a:off x="2628900" y="9896475"/>
            <a:ext cx="57150" cy="57150"/>
          </a:xfrm>
          <a:prstGeom prst="ellipse">
            <a:avLst/>
          </a:prstGeom>
          <a:solidFill>
            <a:srgbClr val="DDD5C1"/>
          </a:solidFill>
          <a:ln/>
        </p:spPr>
      </p:sp>
      <p:sp>
        <p:nvSpPr>
          <p:cNvPr id="38" name="Shape 36"/>
          <p:cNvSpPr/>
          <p:nvPr/>
        </p:nvSpPr>
        <p:spPr>
          <a:xfrm>
            <a:off x="2733675" y="9896475"/>
            <a:ext cx="57150" cy="57150"/>
          </a:xfrm>
          <a:prstGeom prst="ellipse">
            <a:avLst/>
          </a:prstGeom>
          <a:solidFill>
            <a:srgbClr val="DDD5C1"/>
          </a:solidFill>
          <a:ln/>
        </p:spPr>
      </p:sp>
      <p:sp>
        <p:nvSpPr>
          <p:cNvPr id="39" name="Shape 37"/>
          <p:cNvSpPr/>
          <p:nvPr/>
        </p:nvSpPr>
        <p:spPr>
          <a:xfrm>
            <a:off x="2838450" y="9896475"/>
            <a:ext cx="57150" cy="57150"/>
          </a:xfrm>
          <a:prstGeom prst="ellipse">
            <a:avLst/>
          </a:prstGeom>
          <a:solidFill>
            <a:srgbClr val="DDD5C1"/>
          </a:solidFill>
          <a:ln/>
        </p:spPr>
      </p:sp>
      <p:sp>
        <p:nvSpPr>
          <p:cNvPr id="40" name="Shape 38"/>
          <p:cNvSpPr/>
          <p:nvPr/>
        </p:nvSpPr>
        <p:spPr>
          <a:xfrm>
            <a:off x="2943225" y="9896475"/>
            <a:ext cx="57150" cy="57150"/>
          </a:xfrm>
          <a:prstGeom prst="ellipse">
            <a:avLst/>
          </a:prstGeom>
          <a:solidFill>
            <a:srgbClr val="DDD5C1"/>
          </a:solidFill>
          <a:ln/>
        </p:spPr>
      </p:sp>
      <p:sp>
        <p:nvSpPr>
          <p:cNvPr id="41" name="Shape 39"/>
          <p:cNvSpPr/>
          <p:nvPr/>
        </p:nvSpPr>
        <p:spPr>
          <a:xfrm>
            <a:off x="3048000" y="9896475"/>
            <a:ext cx="57150" cy="57150"/>
          </a:xfrm>
          <a:prstGeom prst="ellipse">
            <a:avLst/>
          </a:prstGeom>
          <a:solidFill>
            <a:srgbClr val="DDD5C1"/>
          </a:solidFill>
          <a:ln/>
        </p:spPr>
      </p:sp>
      <p:sp>
        <p:nvSpPr>
          <p:cNvPr id="42" name="Shape 40"/>
          <p:cNvSpPr/>
          <p:nvPr/>
        </p:nvSpPr>
        <p:spPr>
          <a:xfrm>
            <a:off x="3152775" y="9896475"/>
            <a:ext cx="57150" cy="57150"/>
          </a:xfrm>
          <a:prstGeom prst="ellipse">
            <a:avLst/>
          </a:prstGeom>
          <a:solidFill>
            <a:srgbClr val="DDD5C1"/>
          </a:solidFill>
          <a:ln/>
        </p:spPr>
      </p:sp>
      <p:sp>
        <p:nvSpPr>
          <p:cNvPr id="43" name="Shape 41"/>
          <p:cNvSpPr/>
          <p:nvPr/>
        </p:nvSpPr>
        <p:spPr>
          <a:xfrm>
            <a:off x="3257550" y="9896475"/>
            <a:ext cx="57150" cy="57150"/>
          </a:xfrm>
          <a:prstGeom prst="ellipse">
            <a:avLst/>
          </a:prstGeom>
          <a:solidFill>
            <a:srgbClr val="DDD5C1"/>
          </a:solidFill>
          <a:ln/>
        </p:spPr>
      </p:sp>
      <p:sp>
        <p:nvSpPr>
          <p:cNvPr id="44" name="Text 42"/>
          <p:cNvSpPr/>
          <p:nvPr/>
        </p:nvSpPr>
        <p:spPr>
          <a:xfrm>
            <a:off x="3667125" y="9734550"/>
            <a:ext cx="10953750" cy="342900"/>
          </a:xfrm>
          <a:prstGeom prst="rect">
            <a:avLst/>
          </a:prstGeom>
          <a:noFill/>
          <a:ln/>
        </p:spPr>
        <p:txBody>
          <a:bodyPr wrap="square" lIns="0" tIns="8906" rIns="0" bIns="-8906" rtlCol="0" anchor="t"/>
          <a:lstStyle/>
          <a:p>
            <a:pPr algn="l" indent="0" marL="0">
              <a:lnSpc>
                <a:spcPts val="2145"/>
              </a:lnSpc>
              <a:buNone/>
            </a:pPr>
            <a:r>
              <a:rPr lang="en-US" sz="1650" dirty="0" spc="-6" kern="0">
                <a:solidFill>
                  <a:srgbClr val="6B6A66"/>
                </a:solidFill>
                <a:latin typeface="Be Vietnam Pro" pitchFamily="34" charset="0"/>
                <a:ea typeface="Be Vietnam Pro" pitchFamily="34" charset="-122"/>
                <a:cs typeface="Be Vietnam Pro" pitchFamily="34" charset="-120"/>
              </a:rPr>
              <a:t>Multiple-report</a:t>
            </a:r>
            <a:r>
              <a:rPr lang="en-US" sz="1650" dirty="0" spc="3" kern="0">
                <a:solidFill>
                  <a:srgbClr val="6B6A66"/>
                </a:solidFill>
                <a:latin typeface="Be Vietnam Pro" pitchFamily="34" charset="0"/>
                <a:ea typeface="Be Vietnam Pro" pitchFamily="34" charset="-122"/>
                <a:cs typeface="Be Vietnam Pro" pitchFamily="34" charset="-120"/>
              </a:rPr>
              <a:t> ·</a:t>
            </a:r>
            <a:r>
              <a:rPr lang="en-US" sz="1650" dirty="0" spc="1" kern="0">
                <a:solidFill>
                  <a:srgbClr val="6B6A66"/>
                </a:solidFill>
                <a:latin typeface="Be Vietnam Pro" pitchFamily="34" charset="0"/>
                <a:ea typeface="Be Vietnam Pro" pitchFamily="34" charset="-122"/>
                <a:cs typeface="Be Vietnam Pro" pitchFamily="34" charset="-120"/>
              </a:rPr>
              <a:t> GitHub</a:t>
            </a:r>
            <a:r>
              <a:rPr lang="en-US" sz="1650" dirty="0" spc="-38" kern="0">
                <a:solidFill>
                  <a:srgbClr val="6B6A66"/>
                </a:solidFill>
                <a:latin typeface="Be Vietnam Pro" pitchFamily="34" charset="0"/>
                <a:ea typeface="Be Vietnam Pro" pitchFamily="34" charset="-122"/>
                <a:cs typeface="Be Vietnam Pro" pitchFamily="34" charset="-120"/>
              </a:rPr>
              <a:t> Top</a:t>
            </a:r>
            <a:r>
              <a:rPr lang="en-US" sz="1650" dirty="0" spc="4" kern="0">
                <a:solidFill>
                  <a:srgbClr val="6B6A66"/>
                </a:solidFill>
                <a:latin typeface="Be Vietnam Pro" pitchFamily="34" charset="0"/>
                <a:ea typeface="Be Vietnam Pro" pitchFamily="34" charset="-122"/>
                <a:cs typeface="Be Vietnam Pro" pitchFamily="34" charset="-120"/>
              </a:rPr>
              <a:t> 3</a:t>
            </a:r>
            <a:r>
              <a:rPr lang="en-US" sz="1650" dirty="0" spc="0" kern="0">
                <a:solidFill>
                  <a:srgbClr val="6B6A66"/>
                </a:solidFill>
                <a:latin typeface="Be Vietnam Pro" pitchFamily="34" charset="0"/>
                <a:ea typeface="Be Vietnam Pro" pitchFamily="34" charset="-122"/>
                <a:cs typeface="Be Vietnam Pro" pitchFamily="34" charset="-120"/>
              </a:rPr>
              <a:t> ·</a:t>
            </a:r>
            <a:r>
              <a:rPr lang="en-US" sz="1650" dirty="0" spc="-32" kern="0">
                <a:solidFill>
                  <a:srgbClr val="6B6A66"/>
                </a:solidFill>
                <a:latin typeface="Be Vietnam Pro" pitchFamily="34" charset="0"/>
                <a:ea typeface="Be Vietnam Pro" pitchFamily="34" charset="-122"/>
                <a:cs typeface="Be Vietnam Pro" pitchFamily="34" charset="-120"/>
              </a:rPr>
              <a:t> 17/24</a:t>
            </a:r>
            <a:endParaRPr lang="en-US" sz="1650" dirty="0"/>
          </a:p>
        </p:txBody>
      </p:sp>
      <p:sp>
        <p:nvSpPr>
          <p:cNvPr id="45" name="Shape 43"/>
          <p:cNvSpPr/>
          <p:nvPr/>
        </p:nvSpPr>
        <p:spPr>
          <a:xfrm>
            <a:off x="15983712" y="9076331"/>
            <a:ext cx="1645920" cy="552301"/>
          </a:xfrm>
          <a:prstGeom prst="roundRect">
            <a:avLst>
              <a:gd name="adj" fmla="val 28000"/>
            </a:avLst>
          </a:prstGeom>
          <a:solidFill>
            <a:srgbClr val="FFFFFF">
              <a:alpha val="82000"/>
            </a:srgbClr>
          </a:solidFill>
          <a:ln/>
        </p:spPr>
      </p:sp>
      <p:pic>
        <p:nvPicPr>
          <p:cNvPr id="46" name="Moda image moda-export-watermark-b1e938da-6fe6-4dbf-b671-04b47227ca37"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838200" y="438150"/>
            <a:ext cx="16192500" cy="381000"/>
          </a:xfrm>
          <a:prstGeom prst="rect">
            <a:avLst/>
          </a:prstGeom>
          <a:noFill/>
          <a:ln/>
        </p:spPr>
        <p:txBody>
          <a:bodyPr wrap="square" lIns="0" tIns="10104" rIns="0" bIns="-10104" rtlCol="0" anchor="t"/>
          <a:lstStyle/>
          <a:p>
            <a:pPr algn="l" indent="0" marL="0">
              <a:lnSpc>
                <a:spcPts val="2438"/>
              </a:lnSpc>
              <a:buNone/>
            </a:pPr>
            <a:r>
              <a:rPr lang="en-US" sz="1875" dirty="0" spc="-1" kern="0">
                <a:solidFill>
                  <a:srgbClr val="0F766E"/>
                </a:solidFill>
                <a:latin typeface="Be Vietnam Pro SemiBold" pitchFamily="34" charset="0"/>
                <a:ea typeface="Be Vietnam Pro SemiBold" pitchFamily="34" charset="-122"/>
                <a:cs typeface="Be Vietnam Pro SemiBold" pitchFamily="34" charset="-120"/>
              </a:rPr>
              <a:t>03</a:t>
            </a:r>
            <a:r>
              <a:rPr lang="en-US" sz="1875" dirty="0" spc="-2" kern="0">
                <a:solidFill>
                  <a:srgbClr val="0F766E"/>
                </a:solidFill>
                <a:latin typeface="Be Vietnam Pro SemiBold" pitchFamily="34" charset="0"/>
                <a:ea typeface="Be Vietnam Pro SemiBold" pitchFamily="34" charset="-122"/>
                <a:cs typeface="Be Vietnam Pro SemiBold" pitchFamily="34" charset="-120"/>
              </a:rPr>
              <a:t> /</a:t>
            </a:r>
            <a:r>
              <a:rPr lang="en-US" sz="1875" dirty="0" spc="-32" kern="0">
                <a:solidFill>
                  <a:srgbClr val="0F766E"/>
                </a:solidFill>
                <a:latin typeface="Be Vietnam Pro SemiBold" pitchFamily="34" charset="0"/>
                <a:ea typeface="Be Vietnam Pro SemiBold" pitchFamily="34" charset="-122"/>
                <a:cs typeface="Be Vietnam Pro SemiBold" pitchFamily="34" charset="-120"/>
              </a:rPr>
              <a:t> CÁCH</a:t>
            </a:r>
            <a:r>
              <a:rPr lang="en-US" sz="1875" dirty="0" spc="-3" kern="0">
                <a:solidFill>
                  <a:srgbClr val="0F766E"/>
                </a:solidFill>
                <a:latin typeface="Be Vietnam Pro SemiBold" pitchFamily="34" charset="0"/>
                <a:ea typeface="Be Vietnam Pro SemiBold" pitchFamily="34" charset="-122"/>
                <a:cs typeface="Be Vietnam Pro SemiBold" pitchFamily="34" charset="-120"/>
              </a:rPr>
              <a:t> ĐỌC</a:t>
            </a:r>
            <a:r>
              <a:rPr lang="en-US" sz="1875" dirty="0" spc="-15" kern="0">
                <a:solidFill>
                  <a:srgbClr val="0F766E"/>
                </a:solidFill>
                <a:latin typeface="Be Vietnam Pro SemiBold" pitchFamily="34" charset="0"/>
                <a:ea typeface="Be Vietnam Pro SemiBold" pitchFamily="34" charset="-122"/>
                <a:cs typeface="Be Vietnam Pro SemiBold" pitchFamily="34" charset="-120"/>
              </a:rPr>
              <a:t> DANH</a:t>
            </a:r>
            <a:r>
              <a:rPr lang="en-US" sz="1875" dirty="0" spc="-25" kern="0">
                <a:solidFill>
                  <a:srgbClr val="0F766E"/>
                </a:solidFill>
                <a:latin typeface="Be Vietnam Pro SemiBold" pitchFamily="34" charset="0"/>
                <a:ea typeface="Be Vietnam Pro SemiBold" pitchFamily="34" charset="-122"/>
                <a:cs typeface="Be Vietnam Pro SemiBold" pitchFamily="34" charset="-120"/>
              </a:rPr>
              <a:t> SÁCH</a:t>
            </a:r>
            <a:endParaRPr lang="en-US" sz="1875" dirty="0"/>
          </a:p>
        </p:txBody>
      </p:sp>
      <p:sp>
        <p:nvSpPr>
          <p:cNvPr id="3" name="Text 1"/>
          <p:cNvSpPr/>
          <p:nvPr/>
        </p:nvSpPr>
        <p:spPr>
          <a:xfrm>
            <a:off x="838200" y="1066800"/>
            <a:ext cx="16573500" cy="1476375"/>
          </a:xfrm>
          <a:prstGeom prst="rect">
            <a:avLst/>
          </a:prstGeom>
          <a:noFill/>
          <a:ln/>
        </p:spPr>
        <p:txBody>
          <a:bodyPr wrap="square" lIns="0" tIns="3048" rIns="0" bIns="-3048" rtlCol="0" anchor="t"/>
          <a:lstStyle/>
          <a:p>
            <a:pPr algn="l" indent="0" marL="0">
              <a:lnSpc>
                <a:spcPts val="6240"/>
              </a:lnSpc>
              <a:buNone/>
            </a:pPr>
            <a:r>
              <a:rPr lang="en-US" sz="4800" dirty="0" spc="-3" kern="0">
                <a:solidFill>
                  <a:srgbClr val="14161C"/>
                </a:solidFill>
                <a:latin typeface="Bricolage Grotesque ExtraBold" pitchFamily="34" charset="0"/>
                <a:ea typeface="Bricolage Grotesque ExtraBold" pitchFamily="34" charset="-122"/>
                <a:cs typeface="Bricolage Grotesque ExtraBold" pitchFamily="34" charset="-120"/>
              </a:rPr>
              <a:t>Đọc</a:t>
            </a:r>
            <a:r>
              <a:rPr lang="en-US" sz="4800" dirty="0" spc="7" kern="0">
                <a:solidFill>
                  <a:srgbClr val="14161C"/>
                </a:solidFill>
                <a:latin typeface="Bricolage Grotesque ExtraBold" pitchFamily="34" charset="0"/>
                <a:ea typeface="Bricolage Grotesque ExtraBold" pitchFamily="34" charset="-122"/>
                <a:cs typeface="Bricolage Grotesque ExtraBold" pitchFamily="34" charset="-120"/>
              </a:rPr>
              <a:t> đúng</a:t>
            </a:r>
            <a:r>
              <a:rPr lang="en-US" sz="4800" dirty="0" spc="-1" kern="0">
                <a:solidFill>
                  <a:srgbClr val="14161C"/>
                </a:solidFill>
                <a:latin typeface="Bricolage Grotesque ExtraBold" pitchFamily="34" charset="0"/>
                <a:ea typeface="Bricolage Grotesque ExtraBold" pitchFamily="34" charset="-122"/>
                <a:cs typeface="Bricolage Grotesque ExtraBold" pitchFamily="34" charset="-120"/>
              </a:rPr>
              <a:t> các</a:t>
            </a:r>
            <a:r>
              <a:rPr lang="en-US" sz="4800" dirty="0" spc="-7" kern="0">
                <a:solidFill>
                  <a:srgbClr val="14161C"/>
                </a:solidFill>
                <a:latin typeface="Bricolage Grotesque ExtraBold" pitchFamily="34" charset="0"/>
                <a:ea typeface="Bricolage Grotesque ExtraBold" pitchFamily="34" charset="-122"/>
                <a:cs typeface="Bricolage Grotesque ExtraBold" pitchFamily="34" charset="-120"/>
              </a:rPr>
              <a:t> cột</a:t>
            </a:r>
            <a:r>
              <a:rPr lang="en-US" sz="4800" dirty="0" spc="-53" kern="0">
                <a:solidFill>
                  <a:srgbClr val="14161C"/>
                </a:solidFill>
                <a:latin typeface="Bricolage Grotesque ExtraBold" pitchFamily="34" charset="0"/>
                <a:ea typeface="Bricolage Grotesque ExtraBold" pitchFamily="34" charset="-122"/>
                <a:cs typeface="Bricolage Grotesque ExtraBold" pitchFamily="34" charset="-120"/>
              </a:rPr>
              <a:t> trước</a:t>
            </a:r>
            <a:r>
              <a:rPr lang="en-US" sz="4800" dirty="0" spc="-3" kern="0">
                <a:solidFill>
                  <a:srgbClr val="14161C"/>
                </a:solidFill>
                <a:latin typeface="Bricolage Grotesque ExtraBold" pitchFamily="34" charset="0"/>
                <a:ea typeface="Bricolage Grotesque ExtraBold" pitchFamily="34" charset="-122"/>
                <a:cs typeface="Bricolage Grotesque ExtraBold" pitchFamily="34" charset="-120"/>
              </a:rPr>
              <a:t> khi</a:t>
            </a:r>
            <a:r>
              <a:rPr lang="en-US" sz="4800" dirty="0" spc="0" kern="0">
                <a:solidFill>
                  <a:srgbClr val="14161C"/>
                </a:solidFill>
                <a:latin typeface="Bricolage Grotesque ExtraBold" pitchFamily="34" charset="0"/>
                <a:ea typeface="Bricolage Grotesque ExtraBold" pitchFamily="34" charset="-122"/>
                <a:cs typeface="Bricolage Grotesque ExtraBold" pitchFamily="34" charset="-120"/>
              </a:rPr>
              <a:t> tích</a:t>
            </a:r>
            <a:r>
              <a:rPr lang="en-US" sz="4800" dirty="0" spc="-30" kern="0">
                <a:solidFill>
                  <a:srgbClr val="14161C"/>
                </a:solidFill>
                <a:latin typeface="Bricolage Grotesque ExtraBold" pitchFamily="34" charset="0"/>
                <a:ea typeface="Bricolage Grotesque ExtraBold" pitchFamily="34" charset="-122"/>
                <a:cs typeface="Bricolage Grotesque ExtraBold" pitchFamily="34" charset="-120"/>
              </a:rPr>
              <a:t> hợp</a:t>
            </a:r>
            <a:endParaRPr lang="en-US" sz="4800" dirty="0"/>
          </a:p>
        </p:txBody>
      </p:sp>
      <p:sp>
        <p:nvSpPr>
          <p:cNvPr id="4" name="Connector line-1792794912153-709904741"/>
          <p:cNvSpPr/>
          <p:nvPr/>
        </p:nvSpPr>
        <p:spPr>
          <a:xfrm>
            <a:off x="838200" y="2647950"/>
            <a:ext cx="16611600" cy="0"/>
          </a:xfrm>
          <a:prstGeom prst="line">
            <a:avLst/>
          </a:prstGeom>
          <a:noFill/>
          <a:ln w="28575">
            <a:solidFill>
              <a:srgbClr val="DDD5C1"/>
            </a:solidFill>
            <a:prstDash val="solid"/>
            <a:headEnd type="none"/>
            <a:tailEnd type="none"/>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838200" y="3124200"/>
          <a:ext cx="13716000" cy="914400"/>
        </p:xfrm>
        <a:graphic>
          <a:graphicData uri="http://schemas.openxmlformats.org/drawingml/2006/table">
            <a:tbl>
              <a:tblPr/>
              <a:tblGrid>
                <a:gridCol w="3524250"/>
                <a:gridCol w="6477000"/>
                <a:gridCol w="6610350"/>
              </a:tblGrid>
              <a:tr h="1047750">
                <a:tc>
                  <a:txBody>
                    <a:bodyPr/>
                    <a:lstStyle/>
                    <a:p>
                      <a:pPr algn="l" indent="0" marL="0">
                        <a:lnSpc>
                          <a:spcPts val="2925"/>
                        </a:lnSpc>
                        <a:buNone/>
                      </a:pPr>
                      <a:r>
                        <a:rPr lang="en-US" sz="2250" b="1" dirty="0" spc="-5" kern="0">
                          <a:solidFill>
                            <a:srgbClr val="FFFFFF"/>
                          </a:solidFill>
                          <a:latin typeface="Be Vietnam Pro" pitchFamily="34" charset="0"/>
                          <a:ea typeface="Be Vietnam Pro" pitchFamily="34" charset="-122"/>
                          <a:cs typeface="Be Vietnam Pro" pitchFamily="34" charset="-120"/>
                        </a:rPr>
                        <a:t>Cột</a:t>
                      </a:r>
                      <a:endParaRPr lang="en-US" sz="1200" dirty="0"/>
                    </a:p>
                  </a:txBody>
                  <a:tcPr marL="219075" marR="219075" marT="219075" marB="219075">
                    <a:lnL w="0" cap="flat" cmpd="sng" algn="ctr">
                      <a:noFill/>
                    </a:lnL>
                    <a:lnR w="0" cap="flat" cmpd="sng" algn="ctr">
                      <a:noFill/>
                    </a:lnR>
                    <a:lnT w="9525" cap="flat" cmpd="sng" algn="ctr">
                      <a:solidFill>
                        <a:srgbClr val="DDD5C1"/>
                      </a:solidFill>
                      <a:prstDash val="solid"/>
                      <a:round/>
                      <a:headEnd type="none" w="med" len="med"/>
                      <a:tailEnd type="none" w="med" len="med"/>
                    </a:lnT>
                    <a:lnB w="0" cap="flat" cmpd="sng" algn="ctr">
                      <a:noFill/>
                    </a:lnB>
                    <a:solidFill>
                      <a:srgbClr val="0F766E"/>
                    </a:solidFill>
                  </a:tcPr>
                </a:tc>
                <a:tc>
                  <a:txBody>
                    <a:bodyPr/>
                    <a:lstStyle/>
                    <a:p>
                      <a:pPr algn="l" indent="0" marL="0">
                        <a:lnSpc>
                          <a:spcPts val="2925"/>
                        </a:lnSpc>
                        <a:buNone/>
                      </a:pPr>
                      <a:r>
                        <a:rPr lang="en-US" sz="2250" b="1" dirty="0" spc="-1" kern="0">
                          <a:solidFill>
                            <a:srgbClr val="FFFFFF"/>
                          </a:solidFill>
                          <a:latin typeface="Be Vietnam Pro" pitchFamily="34" charset="0"/>
                          <a:ea typeface="Be Vietnam Pro" pitchFamily="34" charset="-122"/>
                          <a:cs typeface="Be Vietnam Pro" pitchFamily="34" charset="-120"/>
                        </a:rPr>
                        <a:t>Nghĩa</a:t>
                      </a:r>
                      <a:r>
                        <a:rPr lang="en-US" sz="2250" b="1" dirty="0" spc="12" kern="0">
                          <a:solidFill>
                            <a:srgbClr val="FFFFFF"/>
                          </a:solidFill>
                          <a:latin typeface="Be Vietnam Pro" pitchFamily="34" charset="0"/>
                          <a:ea typeface="Be Vietnam Pro" pitchFamily="34" charset="-122"/>
                          <a:cs typeface="Be Vietnam Pro" pitchFamily="34" charset="-120"/>
                        </a:rPr>
                        <a:t> thực</a:t>
                      </a:r>
                      <a:r>
                        <a:rPr lang="en-US" sz="2250" b="1" dirty="0" spc="-4" kern="0">
                          <a:solidFill>
                            <a:srgbClr val="FFFFFF"/>
                          </a:solidFill>
                          <a:latin typeface="Be Vietnam Pro" pitchFamily="34" charset="0"/>
                          <a:ea typeface="Be Vietnam Pro" pitchFamily="34" charset="-122"/>
                          <a:cs typeface="Be Vietnam Pro" pitchFamily="34" charset="-120"/>
                        </a:rPr>
                        <a:t> tế</a:t>
                      </a:r>
                      <a:endParaRPr lang="en-US" sz="1200" dirty="0"/>
                    </a:p>
                  </a:txBody>
                  <a:tcPr marL="219075" marR="219075" marT="219075" marB="219075">
                    <a:lnL w="9525" cap="flat" cmpd="sng" algn="ctr">
                      <a:solidFill>
                        <a:srgbClr val="DDD5C1"/>
                      </a:solidFill>
                      <a:prstDash val="solid"/>
                      <a:round/>
                      <a:headEnd type="none" w="med" len="med"/>
                      <a:tailEnd type="none" w="med" len="med"/>
                    </a:lnL>
                    <a:lnR w="0" cap="flat" cmpd="sng" algn="ctr">
                      <a:noFill/>
                    </a:lnR>
                    <a:lnT w="9525" cap="flat" cmpd="sng" algn="ctr">
                      <a:solidFill>
                        <a:srgbClr val="DDD5C1"/>
                      </a:solidFill>
                      <a:prstDash val="solid"/>
                      <a:round/>
                      <a:headEnd type="none" w="med" len="med"/>
                      <a:tailEnd type="none" w="med" len="med"/>
                    </a:lnT>
                    <a:lnB w="0" cap="flat" cmpd="sng" algn="ctr">
                      <a:noFill/>
                    </a:lnB>
                    <a:solidFill>
                      <a:srgbClr val="0F766E"/>
                    </a:solidFill>
                  </a:tcPr>
                </a:tc>
                <a:tc>
                  <a:txBody>
                    <a:bodyPr/>
                    <a:lstStyle/>
                    <a:p>
                      <a:pPr algn="l" indent="0" marL="0">
                        <a:lnSpc>
                          <a:spcPts val="2925"/>
                        </a:lnSpc>
                        <a:buNone/>
                      </a:pPr>
                      <a:r>
                        <a:rPr lang="en-US" sz="2250" b="1" dirty="0" spc="1" kern="0">
                          <a:solidFill>
                            <a:srgbClr val="FFFFFF"/>
                          </a:solidFill>
                          <a:latin typeface="Be Vietnam Pro" pitchFamily="34" charset="0"/>
                          <a:ea typeface="Be Vietnam Pro" pitchFamily="34" charset="-122"/>
                          <a:cs typeface="Be Vietnam Pro" pitchFamily="34" charset="-120"/>
                        </a:rPr>
                        <a:t>Bạn</a:t>
                      </a:r>
                      <a:r>
                        <a:rPr lang="en-US" sz="2250" b="1" dirty="0" spc="0" kern="0">
                          <a:solidFill>
                            <a:srgbClr val="FFFFFF"/>
                          </a:solidFill>
                          <a:latin typeface="Be Vietnam Pro" pitchFamily="34" charset="0"/>
                          <a:ea typeface="Be Vietnam Pro" pitchFamily="34" charset="-122"/>
                          <a:cs typeface="Be Vietnam Pro" pitchFamily="34" charset="-120"/>
                        </a:rPr>
                        <a:t> cần kiểm</a:t>
                      </a:r>
                      <a:r>
                        <a:rPr lang="en-US" sz="2250" b="1" dirty="0" spc="-10" kern="0">
                          <a:solidFill>
                            <a:srgbClr val="FFFFFF"/>
                          </a:solidFill>
                          <a:latin typeface="Be Vietnam Pro" pitchFamily="34" charset="0"/>
                          <a:ea typeface="Be Vietnam Pro" pitchFamily="34" charset="-122"/>
                          <a:cs typeface="Be Vietnam Pro" pitchFamily="34" charset="-120"/>
                        </a:rPr>
                        <a:t> tra</a:t>
                      </a:r>
                      <a:endParaRPr lang="en-US" sz="1200" dirty="0"/>
                    </a:p>
                  </a:txBody>
                  <a:tcPr marL="219075" marR="219075" marT="219075" marB="219075">
                    <a:lnL w="9525" cap="flat" cmpd="sng" algn="ctr">
                      <a:solidFill>
                        <a:srgbClr val="DDD5C1"/>
                      </a:solidFill>
                      <a:prstDash val="solid"/>
                      <a:round/>
                      <a:headEnd type="none" w="med" len="med"/>
                      <a:tailEnd type="none" w="med" len="med"/>
                    </a:lnL>
                    <a:lnR w="0" cap="flat" cmpd="sng" algn="ctr">
                      <a:noFill/>
                    </a:lnR>
                    <a:lnT w="9525" cap="flat" cmpd="sng" algn="ctr">
                      <a:solidFill>
                        <a:srgbClr val="DDD5C1"/>
                      </a:solidFill>
                      <a:prstDash val="solid"/>
                      <a:round/>
                      <a:headEnd type="none" w="med" len="med"/>
                      <a:tailEnd type="none" w="med" len="med"/>
                    </a:lnT>
                    <a:lnB w="0" cap="flat" cmpd="sng" algn="ctr">
                      <a:noFill/>
                    </a:lnB>
                    <a:solidFill>
                      <a:srgbClr val="0F766E"/>
                    </a:solidFill>
                  </a:tcPr>
                </a:tc>
              </a:tr>
              <a:tr h="1047750">
                <a:tc>
                  <a:txBody>
                    <a:bodyPr/>
                    <a:lstStyle/>
                    <a:p>
                      <a:pPr algn="l" indent="0" marL="0">
                        <a:lnSpc>
                          <a:spcPts val="2925"/>
                        </a:lnSpc>
                        <a:buNone/>
                      </a:pPr>
                      <a:r>
                        <a:rPr lang="en-US" sz="2250" dirty="0" spc="3" kern="0">
                          <a:solidFill>
                            <a:srgbClr val="14161C"/>
                          </a:solidFill>
                          <a:latin typeface="Be Vietnam Pro" pitchFamily="34" charset="0"/>
                          <a:ea typeface="Be Vietnam Pro" pitchFamily="34" charset="-122"/>
                          <a:cs typeface="Be Vietnam Pro" pitchFamily="34" charset="-120"/>
                        </a:rPr>
                        <a:t>API</a:t>
                      </a:r>
                      <a:r>
                        <a:rPr lang="en-US" sz="2250" dirty="0" spc="0" kern="0">
                          <a:solidFill>
                            <a:srgbClr val="14161C"/>
                          </a:solidFill>
                          <a:latin typeface="Be Vietnam Pro" pitchFamily="34" charset="0"/>
                          <a:ea typeface="Be Vietnam Pro" pitchFamily="34" charset="-122"/>
                          <a:cs typeface="Be Vietnam Pro" pitchFamily="34" charset="-120"/>
                        </a:rPr>
                        <a:t> / Description</a:t>
                      </a:r>
                      <a:endParaRPr lang="en-US" sz="1200" dirty="0"/>
                    </a:p>
                  </a:txBody>
                  <a:tcPr marL="219075" marR="219075" marT="219075" marB="219075">
                    <a:lnL w="0" cap="flat" cmpd="sng" algn="ctr">
                      <a:noFill/>
                    </a:lnL>
                    <a:lnR w="0" cap="flat" cmpd="sng" algn="ctr">
                      <a:noFill/>
                    </a:lnR>
                    <a:lnT w="9525" cap="flat" cmpd="sng" algn="ctr">
                      <a:solidFill>
                        <a:srgbClr val="DDD5C1"/>
                      </a:solidFill>
                      <a:prstDash val="solid"/>
                      <a:round/>
                      <a:headEnd type="none" w="med" len="med"/>
                      <a:tailEnd type="none" w="med" len="med"/>
                    </a:lnT>
                    <a:lnB w="0" cap="flat" cmpd="sng" algn="ctr">
                      <a:noFill/>
                    </a:lnB>
                    <a:solidFill>
                      <a:srgbClr val="E8E0CF"/>
                    </a:solidFill>
                  </a:tcPr>
                </a:tc>
                <a:tc>
                  <a:txBody>
                    <a:bodyPr/>
                    <a:lstStyle/>
                    <a:p>
                      <a:pPr algn="l" indent="0" marL="0">
                        <a:lnSpc>
                          <a:spcPts val="2925"/>
                        </a:lnSpc>
                        <a:buNone/>
                      </a:pPr>
                      <a:r>
                        <a:rPr lang="en-US" sz="2250" dirty="0" spc="0" kern="0">
                          <a:solidFill>
                            <a:srgbClr val="14161C"/>
                          </a:solidFill>
                          <a:latin typeface="Be Vietnam Pro" pitchFamily="34" charset="0"/>
                          <a:ea typeface="Be Vietnam Pro" pitchFamily="34" charset="-122"/>
                          <a:cs typeface="Be Vietnam Pro" pitchFamily="34" charset="-120"/>
                        </a:rPr>
                        <a:t>Dịch</a:t>
                      </a:r>
                      <a:r>
                        <a:rPr lang="en-US" sz="2250" dirty="0" spc="2" kern="0">
                          <a:solidFill>
                            <a:srgbClr val="14161C"/>
                          </a:solidFill>
                          <a:latin typeface="Be Vietnam Pro" pitchFamily="34" charset="0"/>
                          <a:ea typeface="Be Vietnam Pro" pitchFamily="34" charset="-122"/>
                          <a:cs typeface="Be Vietnam Pro" pitchFamily="34" charset="-120"/>
                        </a:rPr>
                        <a:t> vụ</a:t>
                      </a:r>
                      <a:r>
                        <a:rPr lang="en-US" sz="2250" dirty="0" spc="-17" kern="0">
                          <a:solidFill>
                            <a:srgbClr val="14161C"/>
                          </a:solidFill>
                          <a:latin typeface="Be Vietnam Pro" pitchFamily="34" charset="0"/>
                          <a:ea typeface="Be Vietnam Pro" pitchFamily="34" charset="-122"/>
                          <a:cs typeface="Be Vietnam Pro" pitchFamily="34" charset="-120"/>
                        </a:rPr>
                        <a:t> và</a:t>
                      </a:r>
                      <a:r>
                        <a:rPr lang="en-US" sz="2250" dirty="0" spc="-3" kern="0">
                          <a:solidFill>
                            <a:srgbClr val="14161C"/>
                          </a:solidFill>
                          <a:latin typeface="Be Vietnam Pro" pitchFamily="34" charset="0"/>
                          <a:ea typeface="Be Vietnam Pro" pitchFamily="34" charset="-122"/>
                          <a:cs typeface="Be Vietnam Pro" pitchFamily="34" charset="-120"/>
                        </a:rPr>
                        <a:t> việc</a:t>
                      </a:r>
                      <a:r>
                        <a:rPr lang="en-US" sz="2250" dirty="0" spc="3" kern="0">
                          <a:solidFill>
                            <a:srgbClr val="14161C"/>
                          </a:solidFill>
                          <a:latin typeface="Be Vietnam Pro" pitchFamily="34" charset="0"/>
                          <a:ea typeface="Be Vietnam Pro" pitchFamily="34" charset="-122"/>
                          <a:cs typeface="Be Vietnam Pro" pitchFamily="34" charset="-120"/>
                        </a:rPr>
                        <a:t> nó</a:t>
                      </a:r>
                      <a:r>
                        <a:rPr lang="en-US" sz="2250" dirty="0" spc="2" kern="0">
                          <a:solidFill>
                            <a:srgbClr val="14161C"/>
                          </a:solidFill>
                          <a:latin typeface="Be Vietnam Pro" pitchFamily="34" charset="0"/>
                          <a:ea typeface="Be Vietnam Pro" pitchFamily="34" charset="-122"/>
                          <a:cs typeface="Be Vietnam Pro" pitchFamily="34" charset="-120"/>
                        </a:rPr>
                        <a:t> cung</a:t>
                      </a:r>
                      <a:r>
                        <a:rPr lang="en-US" sz="2250" dirty="0" spc="1" kern="0">
                          <a:solidFill>
                            <a:srgbClr val="14161C"/>
                          </a:solidFill>
                          <a:latin typeface="Be Vietnam Pro" pitchFamily="34" charset="0"/>
                          <a:ea typeface="Be Vietnam Pro" pitchFamily="34" charset="-122"/>
                          <a:cs typeface="Be Vietnam Pro" pitchFamily="34" charset="-120"/>
                        </a:rPr>
                        <a:t> cấp</a:t>
                      </a:r>
                      <a:endParaRPr lang="en-US" sz="1200" dirty="0"/>
                    </a:p>
                  </a:txBody>
                  <a:tcPr marL="219075" marR="219075" marT="219075" marB="219075">
                    <a:lnL w="9525" cap="flat" cmpd="sng" algn="ctr">
                      <a:solidFill>
                        <a:srgbClr val="DDD5C1"/>
                      </a:solidFill>
                      <a:prstDash val="solid"/>
                      <a:round/>
                      <a:headEnd type="none" w="med" len="med"/>
                      <a:tailEnd type="none" w="med" len="med"/>
                    </a:lnL>
                    <a:lnR w="0" cap="flat" cmpd="sng" algn="ctr">
                      <a:noFill/>
                    </a:lnR>
                    <a:lnT w="9525" cap="flat" cmpd="sng" algn="ctr">
                      <a:solidFill>
                        <a:srgbClr val="DDD5C1"/>
                      </a:solidFill>
                      <a:prstDash val="solid"/>
                      <a:round/>
                      <a:headEnd type="none" w="med" len="med"/>
                      <a:tailEnd type="none" w="med" len="med"/>
                    </a:lnT>
                    <a:lnB w="0" cap="flat" cmpd="sng" algn="ctr">
                      <a:noFill/>
                    </a:lnB>
                    <a:solidFill>
                      <a:srgbClr val="E8E0CF"/>
                    </a:solidFill>
                  </a:tcPr>
                </a:tc>
                <a:tc>
                  <a:txBody>
                    <a:bodyPr/>
                    <a:lstStyle/>
                    <a:p>
                      <a:pPr algn="l" indent="0" marL="0">
                        <a:lnSpc>
                          <a:spcPts val="2925"/>
                        </a:lnSpc>
                        <a:buNone/>
                      </a:pPr>
                      <a:r>
                        <a:rPr lang="en-US" sz="2250" dirty="0" spc="-1" kern="0">
                          <a:solidFill>
                            <a:srgbClr val="14161C"/>
                          </a:solidFill>
                          <a:latin typeface="Be Vietnam Pro" pitchFamily="34" charset="0"/>
                          <a:ea typeface="Be Vietnam Pro" pitchFamily="34" charset="-122"/>
                          <a:cs typeface="Be Vietnam Pro" pitchFamily="34" charset="-120"/>
                        </a:rPr>
                        <a:t>Có</a:t>
                      </a:r>
                      <a:r>
                        <a:rPr lang="en-US" sz="2250" dirty="0" spc="2" kern="0">
                          <a:solidFill>
                            <a:srgbClr val="14161C"/>
                          </a:solidFill>
                          <a:latin typeface="Be Vietnam Pro" pitchFamily="34" charset="0"/>
                          <a:ea typeface="Be Vietnam Pro" pitchFamily="34" charset="-122"/>
                          <a:cs typeface="Be Vietnam Pro" pitchFamily="34" charset="-120"/>
                        </a:rPr>
                        <a:t> đúng</a:t>
                      </a:r>
                      <a:r>
                        <a:rPr lang="en-US" sz="2250" dirty="0" spc="5" kern="0">
                          <a:solidFill>
                            <a:srgbClr val="14161C"/>
                          </a:solidFill>
                          <a:latin typeface="Be Vietnam Pro" pitchFamily="34" charset="0"/>
                          <a:ea typeface="Be Vietnam Pro" pitchFamily="34" charset="-122"/>
                          <a:cs typeface="Be Vietnam Pro" pitchFamily="34" charset="-120"/>
                        </a:rPr>
                        <a:t> dữ</a:t>
                      </a:r>
                      <a:r>
                        <a:rPr lang="en-US" sz="2250" dirty="0" spc="-2" kern="0">
                          <a:solidFill>
                            <a:srgbClr val="14161C"/>
                          </a:solidFill>
                          <a:latin typeface="Be Vietnam Pro" pitchFamily="34" charset="0"/>
                          <a:ea typeface="Be Vietnam Pro" pitchFamily="34" charset="-122"/>
                          <a:cs typeface="Be Vietnam Pro" pitchFamily="34" charset="-120"/>
                        </a:rPr>
                        <a:t> liệu</a:t>
                      </a:r>
                      <a:r>
                        <a:rPr lang="en-US" sz="2250" dirty="0" spc="-3" kern="0">
                          <a:solidFill>
                            <a:srgbClr val="14161C"/>
                          </a:solidFill>
                          <a:latin typeface="Be Vietnam Pro" pitchFamily="34" charset="0"/>
                          <a:ea typeface="Be Vietnam Pro" pitchFamily="34" charset="-122"/>
                          <a:cs typeface="Be Vietnam Pro" pitchFamily="34" charset="-120"/>
                        </a:rPr>
                        <a:t> hoặc</a:t>
                      </a:r>
                      <a:r>
                        <a:rPr lang="en-US" sz="2250" dirty="0" spc="11" kern="0">
                          <a:solidFill>
                            <a:srgbClr val="14161C"/>
                          </a:solidFill>
                          <a:latin typeface="Be Vietnam Pro" pitchFamily="34" charset="0"/>
                          <a:ea typeface="Be Vietnam Pro" pitchFamily="34" charset="-122"/>
                          <a:cs typeface="Be Vietnam Pro" pitchFamily="34" charset="-120"/>
                        </a:rPr>
                        <a:t> chức</a:t>
                      </a:r>
                      <a:r>
                        <a:rPr lang="en-US" sz="2250" dirty="0" spc="0" kern="0">
                          <a:solidFill>
                            <a:srgbClr val="14161C"/>
                          </a:solidFill>
                          <a:latin typeface="Be Vietnam Pro" pitchFamily="34" charset="0"/>
                          <a:ea typeface="Be Vietnam Pro" pitchFamily="34" charset="-122"/>
                          <a:cs typeface="Be Vietnam Pro" pitchFamily="34" charset="-120"/>
                        </a:rPr>
                        <a:t> năng</a:t>
                      </a:r>
                      <a:r>
                        <a:rPr lang="en-US" sz="2250" dirty="0" spc="1" kern="0">
                          <a:solidFill>
                            <a:srgbClr val="14161C"/>
                          </a:solidFill>
                          <a:latin typeface="Be Vietnam Pro" pitchFamily="34" charset="0"/>
                          <a:ea typeface="Be Vietnam Pro" pitchFamily="34" charset="-122"/>
                          <a:cs typeface="Be Vietnam Pro" pitchFamily="34" charset="-120"/>
                        </a:rPr>
                        <a:t> cần</a:t>
                      </a:r>
                      <a:r>
                        <a:rPr lang="en-US" sz="2250" dirty="0" spc="2" kern="0">
                          <a:solidFill>
                            <a:srgbClr val="14161C"/>
                          </a:solidFill>
                          <a:latin typeface="Be Vietnam Pro" pitchFamily="34" charset="0"/>
                          <a:ea typeface="Be Vietnam Pro" pitchFamily="34" charset="-122"/>
                          <a:cs typeface="Be Vietnam Pro" pitchFamily="34" charset="-120"/>
                        </a:rPr>
                        <a:t> dùng?</a:t>
                      </a:r>
                      <a:endParaRPr lang="en-US" sz="1200" dirty="0"/>
                    </a:p>
                  </a:txBody>
                  <a:tcPr marL="219075" marR="219075" marT="219075" marB="219075">
                    <a:lnL w="9525" cap="flat" cmpd="sng" algn="ctr">
                      <a:solidFill>
                        <a:srgbClr val="DDD5C1"/>
                      </a:solidFill>
                      <a:prstDash val="solid"/>
                      <a:round/>
                      <a:headEnd type="none" w="med" len="med"/>
                      <a:tailEnd type="none" w="med" len="med"/>
                    </a:lnL>
                    <a:lnR w="0" cap="flat" cmpd="sng" algn="ctr">
                      <a:noFill/>
                    </a:lnR>
                    <a:lnT w="9525" cap="flat" cmpd="sng" algn="ctr">
                      <a:solidFill>
                        <a:srgbClr val="DDD5C1"/>
                      </a:solidFill>
                      <a:prstDash val="solid"/>
                      <a:round/>
                      <a:headEnd type="none" w="med" len="med"/>
                      <a:tailEnd type="none" w="med" len="med"/>
                    </a:lnT>
                    <a:lnB w="0" cap="flat" cmpd="sng" algn="ctr">
                      <a:noFill/>
                    </a:lnB>
                    <a:solidFill>
                      <a:srgbClr val="E8E0CF"/>
                    </a:solidFill>
                  </a:tcPr>
                </a:tc>
              </a:tr>
              <a:tr h="1047750">
                <a:tc>
                  <a:txBody>
                    <a:bodyPr/>
                    <a:lstStyle/>
                    <a:p>
                      <a:pPr algn="l" indent="0" marL="0">
                        <a:lnSpc>
                          <a:spcPts val="2925"/>
                        </a:lnSpc>
                        <a:buNone/>
                      </a:pPr>
                      <a:r>
                        <a:rPr lang="en-US" sz="2250" dirty="0" spc="-10" kern="0">
                          <a:solidFill>
                            <a:srgbClr val="14161C"/>
                          </a:solidFill>
                          <a:latin typeface="Be Vietnam Pro" pitchFamily="34" charset="0"/>
                          <a:ea typeface="Be Vietnam Pro" pitchFamily="34" charset="-122"/>
                          <a:cs typeface="Be Vietnam Pro" pitchFamily="34" charset="-120"/>
                        </a:rPr>
                        <a:t>Auth</a:t>
                      </a:r>
                      <a:endParaRPr lang="en-US" sz="1200" dirty="0"/>
                    </a:p>
                  </a:txBody>
                  <a:tcPr marL="219075" marR="219075" marT="219075" marB="219075">
                    <a:lnL w="0" cap="flat" cmpd="sng" algn="ctr">
                      <a:noFill/>
                    </a:lnL>
                    <a:lnR w="0" cap="flat" cmpd="sng" algn="ctr">
                      <a:noFill/>
                    </a:lnR>
                    <a:lnT w="9525" cap="flat" cmpd="sng" algn="ctr">
                      <a:solidFill>
                        <a:srgbClr val="DDD5C1"/>
                      </a:solidFill>
                      <a:prstDash val="solid"/>
                      <a:round/>
                      <a:headEnd type="none" w="med" len="med"/>
                      <a:tailEnd type="none" w="med" len="med"/>
                    </a:lnT>
                    <a:lnB w="0" cap="flat" cmpd="sng" algn="ctr">
                      <a:noFill/>
                    </a:lnB>
                    <a:solidFill>
                      <a:srgbClr val="FBF8F2"/>
                    </a:solidFill>
                  </a:tcPr>
                </a:tc>
                <a:tc>
                  <a:txBody>
                    <a:bodyPr/>
                    <a:lstStyle/>
                    <a:p>
                      <a:pPr algn="l" indent="0" marL="0">
                        <a:lnSpc>
                          <a:spcPts val="2925"/>
                        </a:lnSpc>
                        <a:buNone/>
                      </a:pPr>
                      <a:r>
                        <a:rPr lang="en-US" sz="2250" dirty="0" spc="-78" kern="0">
                          <a:solidFill>
                            <a:srgbClr val="14161C"/>
                          </a:solidFill>
                          <a:latin typeface="Be Vietnam Pro" pitchFamily="34" charset="0"/>
                          <a:ea typeface="Be Vietnam Pro" pitchFamily="34" charset="-122"/>
                          <a:cs typeface="Be Vietnam Pro" pitchFamily="34" charset="-120"/>
                        </a:rPr>
                        <a:t>Yêu</a:t>
                      </a:r>
                      <a:r>
                        <a:rPr lang="en-US" sz="2250" dirty="0" spc="0" kern="0">
                          <a:solidFill>
                            <a:srgbClr val="14161C"/>
                          </a:solidFill>
                          <a:latin typeface="Be Vietnam Pro" pitchFamily="34" charset="0"/>
                          <a:ea typeface="Be Vietnam Pro" pitchFamily="34" charset="-122"/>
                          <a:cs typeface="Be Vietnam Pro" pitchFamily="34" charset="-120"/>
                        </a:rPr>
                        <a:t> cầu</a:t>
                      </a:r>
                      <a:r>
                        <a:rPr lang="en-US" sz="2250" dirty="0" spc="-17" kern="0">
                          <a:solidFill>
                            <a:srgbClr val="14161C"/>
                          </a:solidFill>
                          <a:latin typeface="Be Vietnam Pro" pitchFamily="34" charset="0"/>
                          <a:ea typeface="Be Vietnam Pro" pitchFamily="34" charset="-122"/>
                          <a:cs typeface="Be Vietnam Pro" pitchFamily="34" charset="-120"/>
                        </a:rPr>
                        <a:t> xác</a:t>
                      </a:r>
                      <a:r>
                        <a:rPr lang="en-US" sz="2250" dirty="0" spc="9" kern="0">
                          <a:solidFill>
                            <a:srgbClr val="14161C"/>
                          </a:solidFill>
                          <a:latin typeface="Be Vietnam Pro" pitchFamily="34" charset="0"/>
                          <a:ea typeface="Be Vietnam Pro" pitchFamily="34" charset="-122"/>
                          <a:cs typeface="Be Vietnam Pro" pitchFamily="34" charset="-120"/>
                        </a:rPr>
                        <a:t> thực:</a:t>
                      </a:r>
                      <a:r>
                        <a:rPr lang="en-US" sz="2250" dirty="0" spc="-2" kern="0">
                          <a:solidFill>
                            <a:srgbClr val="14161C"/>
                          </a:solidFill>
                          <a:latin typeface="Be Vietnam Pro" pitchFamily="34" charset="0"/>
                          <a:ea typeface="Be Vietnam Pro" pitchFamily="34" charset="-122"/>
                          <a:cs typeface="Be Vietnam Pro" pitchFamily="34" charset="-120"/>
                        </a:rPr>
                        <a:t> No,</a:t>
                      </a:r>
                      <a:r>
                        <a:rPr lang="en-US" sz="2250" dirty="0" spc="-25" kern="0">
                          <a:solidFill>
                            <a:srgbClr val="14161C"/>
                          </a:solidFill>
                          <a:latin typeface="Be Vietnam Pro" pitchFamily="34" charset="0"/>
                          <a:ea typeface="Be Vietnam Pro" pitchFamily="34" charset="-122"/>
                          <a:cs typeface="Be Vietnam Pro" pitchFamily="34" charset="-120"/>
                        </a:rPr>
                        <a:t> apiKey,</a:t>
                      </a:r>
                      <a:r>
                        <a:rPr lang="en-US" sz="2250" dirty="0" spc="-19" kern="0">
                          <a:solidFill>
                            <a:srgbClr val="14161C"/>
                          </a:solidFill>
                          <a:latin typeface="Be Vietnam Pro" pitchFamily="34" charset="0"/>
                          <a:ea typeface="Be Vietnam Pro" pitchFamily="34" charset="-122"/>
                          <a:cs typeface="Be Vietnam Pro" pitchFamily="34" charset="-120"/>
                        </a:rPr>
                        <a:t> OAuth…</a:t>
                      </a:r>
                      <a:endParaRPr lang="en-US" sz="1200" dirty="0"/>
                    </a:p>
                  </a:txBody>
                  <a:tcPr marL="219075" marR="219075" marT="219075" marB="219075">
                    <a:lnL w="9525" cap="flat" cmpd="sng" algn="ctr">
                      <a:solidFill>
                        <a:srgbClr val="DDD5C1"/>
                      </a:solidFill>
                      <a:prstDash val="solid"/>
                      <a:round/>
                      <a:headEnd type="none" w="med" len="med"/>
                      <a:tailEnd type="none" w="med" len="med"/>
                    </a:lnL>
                    <a:lnR w="0" cap="flat" cmpd="sng" algn="ctr">
                      <a:noFill/>
                    </a:lnR>
                    <a:lnT w="9525" cap="flat" cmpd="sng" algn="ctr">
                      <a:solidFill>
                        <a:srgbClr val="DDD5C1"/>
                      </a:solidFill>
                      <a:prstDash val="solid"/>
                      <a:round/>
                      <a:headEnd type="none" w="med" len="med"/>
                      <a:tailEnd type="none" w="med" len="med"/>
                    </a:lnT>
                    <a:lnB w="0" cap="flat" cmpd="sng" algn="ctr">
                      <a:noFill/>
                    </a:lnB>
                    <a:solidFill>
                      <a:srgbClr val="FBF8F2"/>
                    </a:solidFill>
                  </a:tcPr>
                </a:tc>
                <a:tc>
                  <a:txBody>
                    <a:bodyPr/>
                    <a:lstStyle/>
                    <a:p>
                      <a:pPr algn="l" indent="0" marL="0">
                        <a:lnSpc>
                          <a:spcPts val="2925"/>
                        </a:lnSpc>
                        <a:buNone/>
                      </a:pPr>
                      <a:r>
                        <a:rPr lang="en-US" sz="2250" dirty="0" spc="-2" kern="0">
                          <a:solidFill>
                            <a:srgbClr val="14161C"/>
                          </a:solidFill>
                          <a:latin typeface="Be Vietnam Pro" pitchFamily="34" charset="0"/>
                          <a:ea typeface="Be Vietnam Pro" pitchFamily="34" charset="-122"/>
                          <a:cs typeface="Be Vietnam Pro" pitchFamily="34" charset="-120"/>
                        </a:rPr>
                        <a:t>Cách</a:t>
                      </a:r>
                      <a:r>
                        <a:rPr lang="en-US" sz="2250" dirty="0" spc="9" kern="0">
                          <a:solidFill>
                            <a:srgbClr val="14161C"/>
                          </a:solidFill>
                          <a:latin typeface="Be Vietnam Pro" pitchFamily="34" charset="0"/>
                          <a:ea typeface="Be Vietnam Pro" pitchFamily="34" charset="-122"/>
                          <a:cs typeface="Be Vietnam Pro" pitchFamily="34" charset="-120"/>
                        </a:rPr>
                        <a:t> đăng</a:t>
                      </a:r>
                      <a:r>
                        <a:rPr lang="en-US" sz="2250" dirty="0" spc="1" kern="0">
                          <a:solidFill>
                            <a:srgbClr val="14161C"/>
                          </a:solidFill>
                          <a:latin typeface="Be Vietnam Pro" pitchFamily="34" charset="0"/>
                          <a:ea typeface="Be Vietnam Pro" pitchFamily="34" charset="-122"/>
                          <a:cs typeface="Be Vietnam Pro" pitchFamily="34" charset="-120"/>
                        </a:rPr>
                        <a:t> ký</a:t>
                      </a:r>
                      <a:r>
                        <a:rPr lang="en-US" sz="2250" dirty="0" spc="-17" kern="0">
                          <a:solidFill>
                            <a:srgbClr val="14161C"/>
                          </a:solidFill>
                          <a:latin typeface="Be Vietnam Pro" pitchFamily="34" charset="0"/>
                          <a:ea typeface="Be Vietnam Pro" pitchFamily="34" charset="-122"/>
                          <a:cs typeface="Be Vietnam Pro" pitchFamily="34" charset="-120"/>
                        </a:rPr>
                        <a:t> và</a:t>
                      </a:r>
                      <a:r>
                        <a:rPr lang="en-US" sz="2250" dirty="0" spc="2" kern="0">
                          <a:solidFill>
                            <a:srgbClr val="14161C"/>
                          </a:solidFill>
                          <a:latin typeface="Be Vietnam Pro" pitchFamily="34" charset="0"/>
                          <a:ea typeface="Be Vietnam Pro" pitchFamily="34" charset="-122"/>
                          <a:cs typeface="Be Vietnam Pro" pitchFamily="34" charset="-120"/>
                        </a:rPr>
                        <a:t> cấp</a:t>
                      </a:r>
                      <a:r>
                        <a:rPr lang="en-US" sz="2250" dirty="0" spc="-12" kern="0">
                          <a:solidFill>
                            <a:srgbClr val="14161C"/>
                          </a:solidFill>
                          <a:latin typeface="Be Vietnam Pro" pitchFamily="34" charset="0"/>
                          <a:ea typeface="Be Vietnam Pro" pitchFamily="34" charset="-122"/>
                          <a:cs typeface="Be Vietnam Pro" pitchFamily="34" charset="-120"/>
                        </a:rPr>
                        <a:t> quyền</a:t>
                      </a:r>
                      <a:r>
                        <a:rPr lang="en-US" sz="2250" dirty="0" spc="-17" kern="0">
                          <a:solidFill>
                            <a:srgbClr val="14161C"/>
                          </a:solidFill>
                          <a:latin typeface="Be Vietnam Pro" pitchFamily="34" charset="0"/>
                          <a:ea typeface="Be Vietnam Pro" pitchFamily="34" charset="-122"/>
                          <a:cs typeface="Be Vietnam Pro" pitchFamily="34" charset="-120"/>
                        </a:rPr>
                        <a:t> trong</a:t>
                      </a:r>
                      <a:r>
                        <a:rPr lang="en-US" sz="2250" dirty="0" spc="-12" kern="0">
                          <a:solidFill>
                            <a:srgbClr val="14161C"/>
                          </a:solidFill>
                          <a:latin typeface="Be Vietnam Pro" pitchFamily="34" charset="0"/>
                          <a:ea typeface="Be Vietnam Pro" pitchFamily="34" charset="-122"/>
                          <a:cs typeface="Be Vietnam Pro" pitchFamily="34" charset="-120"/>
                        </a:rPr>
                        <a:t> tài</a:t>
                      </a:r>
                      <a:r>
                        <a:rPr lang="en-US" sz="2250" dirty="0" spc="-2" kern="0">
                          <a:solidFill>
                            <a:srgbClr val="14161C"/>
                          </a:solidFill>
                          <a:latin typeface="Be Vietnam Pro" pitchFamily="34" charset="0"/>
                          <a:ea typeface="Be Vietnam Pro" pitchFamily="34" charset="-122"/>
                          <a:cs typeface="Be Vietnam Pro" pitchFamily="34" charset="-120"/>
                        </a:rPr>
                        <a:t> liệu</a:t>
                      </a:r>
                      <a:r>
                        <a:rPr lang="en-US" sz="2250" dirty="0" spc="-8" kern="0">
                          <a:solidFill>
                            <a:srgbClr val="14161C"/>
                          </a:solidFill>
                          <a:latin typeface="Be Vietnam Pro" pitchFamily="34" charset="0"/>
                          <a:ea typeface="Be Vietnam Pro" pitchFamily="34" charset="-122"/>
                          <a:cs typeface="Be Vietnam Pro" pitchFamily="34" charset="-120"/>
                        </a:rPr>
                        <a:t> gốc.</a:t>
                      </a:r>
                      <a:endParaRPr lang="en-US" sz="1200" dirty="0"/>
                    </a:p>
                  </a:txBody>
                  <a:tcPr marL="219075" marR="219075" marT="219075" marB="85725">
                    <a:lnL w="9525" cap="flat" cmpd="sng" algn="ctr">
                      <a:solidFill>
                        <a:srgbClr val="DDD5C1"/>
                      </a:solidFill>
                      <a:prstDash val="solid"/>
                      <a:round/>
                      <a:headEnd type="none" w="med" len="med"/>
                      <a:tailEnd type="none" w="med" len="med"/>
                    </a:lnL>
                    <a:lnR w="0" cap="flat" cmpd="sng" algn="ctr">
                      <a:noFill/>
                    </a:lnR>
                    <a:lnT w="9525" cap="flat" cmpd="sng" algn="ctr">
                      <a:solidFill>
                        <a:srgbClr val="DDD5C1"/>
                      </a:solidFill>
                      <a:prstDash val="solid"/>
                      <a:round/>
                      <a:headEnd type="none" w="med" len="med"/>
                      <a:tailEnd type="none" w="med" len="med"/>
                    </a:lnT>
                    <a:lnB w="0" cap="flat" cmpd="sng" algn="ctr">
                      <a:noFill/>
                    </a:lnB>
                    <a:solidFill>
                      <a:srgbClr val="FBF8F2"/>
                    </a:solidFill>
                  </a:tcPr>
                </a:tc>
              </a:tr>
              <a:tr h="1047750">
                <a:tc>
                  <a:txBody>
                    <a:bodyPr/>
                    <a:lstStyle/>
                    <a:p>
                      <a:pPr algn="l" indent="0" marL="0">
                        <a:lnSpc>
                          <a:spcPts val="2925"/>
                        </a:lnSpc>
                        <a:buNone/>
                      </a:pPr>
                      <a:r>
                        <a:rPr lang="en-US" sz="2250" dirty="0" kern="0">
                          <a:solidFill>
                            <a:srgbClr val="14161C"/>
                          </a:solidFill>
                          <a:latin typeface="Be Vietnam Pro" pitchFamily="34" charset="0"/>
                          <a:ea typeface="Be Vietnam Pro" pitchFamily="34" charset="-122"/>
                          <a:cs typeface="Be Vietnam Pro" pitchFamily="34" charset="-120"/>
                        </a:rPr>
                        <a:t>HTTPS</a:t>
                      </a:r>
                      <a:endParaRPr lang="en-US" sz="1200" dirty="0"/>
                    </a:p>
                  </a:txBody>
                  <a:tcPr marL="219075" marR="219075" marT="219075" marB="219075">
                    <a:lnL w="0" cap="flat" cmpd="sng" algn="ctr">
                      <a:noFill/>
                    </a:lnL>
                    <a:lnR w="0" cap="flat" cmpd="sng" algn="ctr">
                      <a:noFill/>
                    </a:lnR>
                    <a:lnT w="9525" cap="flat" cmpd="sng" algn="ctr">
                      <a:solidFill>
                        <a:srgbClr val="DDD5C1"/>
                      </a:solidFill>
                      <a:prstDash val="solid"/>
                      <a:round/>
                      <a:headEnd type="none" w="med" len="med"/>
                      <a:tailEnd type="none" w="med" len="med"/>
                    </a:lnT>
                    <a:lnB w="0" cap="flat" cmpd="sng" algn="ctr">
                      <a:noFill/>
                    </a:lnB>
                    <a:solidFill>
                      <a:srgbClr val="E8E0CF"/>
                    </a:solidFill>
                  </a:tcPr>
                </a:tc>
                <a:tc>
                  <a:txBody>
                    <a:bodyPr/>
                    <a:lstStyle/>
                    <a:p>
                      <a:pPr algn="l" indent="0" marL="0">
                        <a:lnSpc>
                          <a:spcPts val="2925"/>
                        </a:lnSpc>
                        <a:buNone/>
                      </a:pPr>
                      <a:r>
                        <a:rPr lang="en-US" sz="2250" dirty="0" spc="-1" kern="0">
                          <a:solidFill>
                            <a:srgbClr val="14161C"/>
                          </a:solidFill>
                          <a:latin typeface="Be Vietnam Pro" pitchFamily="34" charset="0"/>
                          <a:ea typeface="Be Vietnam Pro" pitchFamily="34" charset="-122"/>
                          <a:cs typeface="Be Vietnam Pro" pitchFamily="34" charset="-120"/>
                        </a:rPr>
                        <a:t>Có</a:t>
                      </a:r>
                      <a:r>
                        <a:rPr lang="en-US" sz="2250" dirty="0" spc="3" kern="0">
                          <a:solidFill>
                            <a:srgbClr val="14161C"/>
                          </a:solidFill>
                          <a:latin typeface="Be Vietnam Pro" pitchFamily="34" charset="0"/>
                          <a:ea typeface="Be Vietnam Pro" pitchFamily="34" charset="-122"/>
                          <a:cs typeface="Be Vietnam Pro" pitchFamily="34" charset="-120"/>
                        </a:rPr>
                        <a:t> hỗ</a:t>
                      </a:r>
                      <a:r>
                        <a:rPr lang="en-US" sz="2250" dirty="0" spc="-21" kern="0">
                          <a:solidFill>
                            <a:srgbClr val="14161C"/>
                          </a:solidFill>
                          <a:latin typeface="Be Vietnam Pro" pitchFamily="34" charset="0"/>
                          <a:ea typeface="Be Vietnam Pro" pitchFamily="34" charset="-122"/>
                          <a:cs typeface="Be Vietnam Pro" pitchFamily="34" charset="-120"/>
                        </a:rPr>
                        <a:t> trợ</a:t>
                      </a:r>
                      <a:r>
                        <a:rPr lang="en-US" sz="2250" dirty="0" spc="-3" kern="0">
                          <a:solidFill>
                            <a:srgbClr val="14161C"/>
                          </a:solidFill>
                          <a:latin typeface="Be Vietnam Pro" pitchFamily="34" charset="0"/>
                          <a:ea typeface="Be Vietnam Pro" pitchFamily="34" charset="-122"/>
                          <a:cs typeface="Be Vietnam Pro" pitchFamily="34" charset="-120"/>
                        </a:rPr>
                        <a:t> giao</a:t>
                      </a:r>
                      <a:r>
                        <a:rPr lang="en-US" sz="2250" dirty="0" spc="9" kern="0">
                          <a:solidFill>
                            <a:srgbClr val="14161C"/>
                          </a:solidFill>
                          <a:latin typeface="Be Vietnam Pro" pitchFamily="34" charset="0"/>
                          <a:ea typeface="Be Vietnam Pro" pitchFamily="34" charset="-122"/>
                          <a:cs typeface="Be Vietnam Pro" pitchFamily="34" charset="-120"/>
                        </a:rPr>
                        <a:t> thức</a:t>
                      </a:r>
                      <a:r>
                        <a:rPr lang="en-US" sz="2250" dirty="0" spc="1" kern="0">
                          <a:solidFill>
                            <a:srgbClr val="14161C"/>
                          </a:solidFill>
                          <a:latin typeface="Be Vietnam Pro" pitchFamily="34" charset="0"/>
                          <a:ea typeface="Be Vietnam Pro" pitchFamily="34" charset="-122"/>
                          <a:cs typeface="Be Vietnam Pro" pitchFamily="34" charset="-120"/>
                        </a:rPr>
                        <a:t> HTTPS không</a:t>
                      </a:r>
                      <a:endParaRPr lang="en-US" sz="1200" dirty="0"/>
                    </a:p>
                  </a:txBody>
                  <a:tcPr marL="219075" marR="219075" marT="219075" marB="219075">
                    <a:lnL w="9525" cap="flat" cmpd="sng" algn="ctr">
                      <a:solidFill>
                        <a:srgbClr val="DDD5C1"/>
                      </a:solidFill>
                      <a:prstDash val="solid"/>
                      <a:round/>
                      <a:headEnd type="none" w="med" len="med"/>
                      <a:tailEnd type="none" w="med" len="med"/>
                    </a:lnL>
                    <a:lnR w="0" cap="flat" cmpd="sng" algn="ctr">
                      <a:noFill/>
                    </a:lnR>
                    <a:lnT w="9525" cap="flat" cmpd="sng" algn="ctr">
                      <a:solidFill>
                        <a:srgbClr val="DDD5C1"/>
                      </a:solidFill>
                      <a:prstDash val="solid"/>
                      <a:round/>
                      <a:headEnd type="none" w="med" len="med"/>
                      <a:tailEnd type="none" w="med" len="med"/>
                    </a:lnT>
                    <a:lnB w="0" cap="flat" cmpd="sng" algn="ctr">
                      <a:noFill/>
                    </a:lnB>
                    <a:solidFill>
                      <a:srgbClr val="E8E0CF"/>
                    </a:solidFill>
                  </a:tcPr>
                </a:tc>
                <a:tc>
                  <a:txBody>
                    <a:bodyPr/>
                    <a:lstStyle/>
                    <a:p>
                      <a:pPr algn="l" indent="0" marL="0">
                        <a:lnSpc>
                          <a:spcPts val="2925"/>
                        </a:lnSpc>
                        <a:buNone/>
                      </a:pPr>
                      <a:r>
                        <a:rPr lang="en-US" sz="2250" dirty="0" spc="-4" kern="0">
                          <a:solidFill>
                            <a:srgbClr val="14161C"/>
                          </a:solidFill>
                          <a:latin typeface="Be Vietnam Pro" pitchFamily="34" charset="0"/>
                          <a:ea typeface="Be Vietnam Pro" pitchFamily="34" charset="-122"/>
                          <a:cs typeface="Be Vietnam Pro" pitchFamily="34" charset="-120"/>
                        </a:rPr>
                        <a:t>Địa</a:t>
                      </a:r>
                      <a:r>
                        <a:rPr lang="en-US" sz="2250" dirty="0" spc="1" kern="0">
                          <a:solidFill>
                            <a:srgbClr val="14161C"/>
                          </a:solidFill>
                          <a:latin typeface="Be Vietnam Pro" pitchFamily="34" charset="0"/>
                          <a:ea typeface="Be Vietnam Pro" pitchFamily="34" charset="-122"/>
                          <a:cs typeface="Be Vietnam Pro" pitchFamily="34" charset="-120"/>
                        </a:rPr>
                        <a:t> chỉ</a:t>
                      </a:r>
                      <a:r>
                        <a:rPr lang="en-US" sz="2250" dirty="0" spc="-16" kern="0">
                          <a:solidFill>
                            <a:srgbClr val="14161C"/>
                          </a:solidFill>
                          <a:latin typeface="Be Vietnam Pro" pitchFamily="34" charset="0"/>
                          <a:ea typeface="Be Vietnam Pro" pitchFamily="34" charset="-122"/>
                          <a:cs typeface="Be Vietnam Pro" pitchFamily="34" charset="-120"/>
                        </a:rPr>
                        <a:t> và</a:t>
                      </a:r>
                      <a:r>
                        <a:rPr lang="en-US" sz="2250" dirty="0" spc="-20" kern="0">
                          <a:solidFill>
                            <a:srgbClr val="14161C"/>
                          </a:solidFill>
                          <a:latin typeface="Be Vietnam Pro" pitchFamily="34" charset="0"/>
                          <a:ea typeface="Be Vietnam Pro" pitchFamily="34" charset="-122"/>
                          <a:cs typeface="Be Vietnam Pro" pitchFamily="34" charset="-120"/>
                        </a:rPr>
                        <a:t> yêu</a:t>
                      </a:r>
                      <a:r>
                        <a:rPr lang="en-US" sz="2250" dirty="0" spc="0" kern="0">
                          <a:solidFill>
                            <a:srgbClr val="14161C"/>
                          </a:solidFill>
                          <a:latin typeface="Be Vietnam Pro" pitchFamily="34" charset="0"/>
                          <a:ea typeface="Be Vietnam Pro" pitchFamily="34" charset="-122"/>
                          <a:cs typeface="Be Vietnam Pro" pitchFamily="34" charset="-120"/>
                        </a:rPr>
                        <a:t> cầu</a:t>
                      </a:r>
                      <a:r>
                        <a:rPr lang="en-US" sz="2250" dirty="0" spc="-31" kern="0">
                          <a:solidFill>
                            <a:srgbClr val="14161C"/>
                          </a:solidFill>
                          <a:latin typeface="Be Vietnam Pro" pitchFamily="34" charset="0"/>
                          <a:ea typeface="Be Vietnam Pro" pitchFamily="34" charset="-122"/>
                          <a:cs typeface="Be Vietnam Pro" pitchFamily="34" charset="-120"/>
                        </a:rPr>
                        <a:t> kết</a:t>
                      </a:r>
                      <a:r>
                        <a:rPr lang="en-US" sz="2250" dirty="0" spc="1" kern="0">
                          <a:solidFill>
                            <a:srgbClr val="14161C"/>
                          </a:solidFill>
                          <a:latin typeface="Be Vietnam Pro" pitchFamily="34" charset="0"/>
                          <a:ea typeface="Be Vietnam Pro" pitchFamily="34" charset="-122"/>
                          <a:cs typeface="Be Vietnam Pro" pitchFamily="34" charset="-120"/>
                        </a:rPr>
                        <a:t> nối</a:t>
                      </a:r>
                      <a:r>
                        <a:rPr lang="en-US" sz="2250" dirty="0" spc="-1" kern="0">
                          <a:solidFill>
                            <a:srgbClr val="14161C"/>
                          </a:solidFill>
                          <a:latin typeface="Be Vietnam Pro" pitchFamily="34" charset="0"/>
                          <a:ea typeface="Be Vietnam Pro" pitchFamily="34" charset="-122"/>
                          <a:cs typeface="Be Vietnam Pro" pitchFamily="34" charset="-120"/>
                        </a:rPr>
                        <a:t> hiện</a:t>
                      </a:r>
                      <a:r>
                        <a:rPr lang="en-US" sz="2250" dirty="0" spc="1" kern="0">
                          <a:solidFill>
                            <a:srgbClr val="14161C"/>
                          </a:solidFill>
                          <a:latin typeface="Be Vietnam Pro" pitchFamily="34" charset="0"/>
                          <a:ea typeface="Be Vietnam Pro" pitchFamily="34" charset="-122"/>
                          <a:cs typeface="Be Vietnam Pro" pitchFamily="34" charset="-120"/>
                        </a:rPr>
                        <a:t> hành.</a:t>
                      </a:r>
                      <a:endParaRPr lang="en-US" sz="1200" dirty="0"/>
                    </a:p>
                  </a:txBody>
                  <a:tcPr marL="219075" marR="219075" marT="219075" marB="219075">
                    <a:lnL w="9525" cap="flat" cmpd="sng" algn="ctr">
                      <a:solidFill>
                        <a:srgbClr val="DDD5C1"/>
                      </a:solidFill>
                      <a:prstDash val="solid"/>
                      <a:round/>
                      <a:headEnd type="none" w="med" len="med"/>
                      <a:tailEnd type="none" w="med" len="med"/>
                    </a:lnL>
                    <a:lnR w="0" cap="flat" cmpd="sng" algn="ctr">
                      <a:noFill/>
                    </a:lnR>
                    <a:lnT w="9525" cap="flat" cmpd="sng" algn="ctr">
                      <a:solidFill>
                        <a:srgbClr val="DDD5C1"/>
                      </a:solidFill>
                      <a:prstDash val="solid"/>
                      <a:round/>
                      <a:headEnd type="none" w="med" len="med"/>
                      <a:tailEnd type="none" w="med" len="med"/>
                    </a:lnT>
                    <a:lnB w="0" cap="flat" cmpd="sng" algn="ctr">
                      <a:noFill/>
                    </a:lnB>
                    <a:solidFill>
                      <a:srgbClr val="E8E0CF"/>
                    </a:solidFill>
                  </a:tcPr>
                </a:tc>
              </a:tr>
              <a:tr h="1047750">
                <a:tc>
                  <a:txBody>
                    <a:bodyPr/>
                    <a:lstStyle/>
                    <a:p>
                      <a:pPr algn="l" indent="0" marL="0">
                        <a:lnSpc>
                          <a:spcPts val="2925"/>
                        </a:lnSpc>
                        <a:buNone/>
                      </a:pPr>
                      <a:r>
                        <a:rPr lang="en-US" sz="2250" dirty="0" spc="-7" kern="0">
                          <a:solidFill>
                            <a:srgbClr val="14161C"/>
                          </a:solidFill>
                          <a:latin typeface="Be Vietnam Pro" pitchFamily="34" charset="0"/>
                          <a:ea typeface="Be Vietnam Pro" pitchFamily="34" charset="-122"/>
                          <a:cs typeface="Be Vietnam Pro" pitchFamily="34" charset="-120"/>
                        </a:rPr>
                        <a:t>CORS</a:t>
                      </a:r>
                      <a:endParaRPr lang="en-US" sz="1200" dirty="0"/>
                    </a:p>
                  </a:txBody>
                  <a:tcPr marL="219075" marR="219075" marT="219075" marB="219075">
                    <a:lnL w="0" cap="flat" cmpd="sng" algn="ctr">
                      <a:noFill/>
                    </a:lnL>
                    <a:lnR w="0" cap="flat" cmpd="sng" algn="ctr">
                      <a:noFill/>
                    </a:lnR>
                    <a:lnT w="9525" cap="flat" cmpd="sng" algn="ctr">
                      <a:solidFill>
                        <a:srgbClr val="DDD5C1"/>
                      </a:solidFill>
                      <a:prstDash val="solid"/>
                      <a:round/>
                      <a:headEnd type="none" w="med" len="med"/>
                      <a:tailEnd type="none" w="med" len="med"/>
                    </a:lnT>
                    <a:lnB w="9525" cap="flat" cmpd="sng" algn="ctr">
                      <a:solidFill>
                        <a:srgbClr val="DDD5C1"/>
                      </a:solidFill>
                      <a:prstDash val="solid"/>
                      <a:round/>
                      <a:headEnd type="none" w="med" len="med"/>
                      <a:tailEnd type="none" w="med" len="med"/>
                    </a:lnB>
                    <a:solidFill>
                      <a:srgbClr val="FBF8F2"/>
                    </a:solidFill>
                  </a:tcPr>
                </a:tc>
                <a:tc>
                  <a:txBody>
                    <a:bodyPr/>
                    <a:lstStyle/>
                    <a:p>
                      <a:pPr algn="l" indent="0" marL="0">
                        <a:lnSpc>
                          <a:spcPts val="2925"/>
                        </a:lnSpc>
                        <a:buNone/>
                      </a:pPr>
                      <a:r>
                        <a:rPr lang="en-US" sz="2250" dirty="0" spc="0" kern="0">
                          <a:solidFill>
                            <a:srgbClr val="14161C"/>
                          </a:solidFill>
                          <a:latin typeface="Be Vietnam Pro" pitchFamily="34" charset="0"/>
                          <a:ea typeface="Be Vietnam Pro" pitchFamily="34" charset="-122"/>
                          <a:cs typeface="Be Vietnam Pro" pitchFamily="34" charset="-120"/>
                        </a:rPr>
                        <a:t>Thông</a:t>
                      </a:r>
                      <a:r>
                        <a:rPr lang="en-US" sz="2250" dirty="0" spc="1" kern="0">
                          <a:solidFill>
                            <a:srgbClr val="14161C"/>
                          </a:solidFill>
                          <a:latin typeface="Be Vietnam Pro" pitchFamily="34" charset="0"/>
                          <a:ea typeface="Be Vietnam Pro" pitchFamily="34" charset="-122"/>
                          <a:cs typeface="Be Vietnam Pro" pitchFamily="34" charset="-120"/>
                        </a:rPr>
                        <a:t> tin</a:t>
                      </a:r>
                      <a:r>
                        <a:rPr lang="en-US" sz="2250" dirty="0" spc="-16" kern="0">
                          <a:solidFill>
                            <a:srgbClr val="14161C"/>
                          </a:solidFill>
                          <a:latin typeface="Be Vietnam Pro" pitchFamily="34" charset="0"/>
                          <a:ea typeface="Be Vietnam Pro" pitchFamily="34" charset="-122"/>
                          <a:cs typeface="Be Vietnam Pro" pitchFamily="34" charset="-120"/>
                        </a:rPr>
                        <a:t> về</a:t>
                      </a:r>
                      <a:r>
                        <a:rPr lang="en-US" sz="2250" dirty="0" spc="-1" kern="0">
                          <a:solidFill>
                            <a:srgbClr val="14161C"/>
                          </a:solidFill>
                          <a:latin typeface="Be Vietnam Pro" pitchFamily="34" charset="0"/>
                          <a:ea typeface="Be Vietnam Pro" pitchFamily="34" charset="-122"/>
                          <a:cs typeface="Be Vietnam Pro" pitchFamily="34" charset="-120"/>
                        </a:rPr>
                        <a:t> truy</a:t>
                      </a:r>
                      <a:r>
                        <a:rPr lang="en-US" sz="2250" dirty="0" spc="2" kern="0">
                          <a:solidFill>
                            <a:srgbClr val="14161C"/>
                          </a:solidFill>
                          <a:latin typeface="Be Vietnam Pro" pitchFamily="34" charset="0"/>
                          <a:ea typeface="Be Vietnam Pro" pitchFamily="34" charset="-122"/>
                          <a:cs typeface="Be Vietnam Pro" pitchFamily="34" charset="-120"/>
                        </a:rPr>
                        <a:t> cập</a:t>
                      </a:r>
                      <a:r>
                        <a:rPr lang="en-US" sz="2250" dirty="0" spc="4" kern="0">
                          <a:solidFill>
                            <a:srgbClr val="14161C"/>
                          </a:solidFill>
                          <a:latin typeface="Be Vietnam Pro" pitchFamily="34" charset="0"/>
                          <a:ea typeface="Be Vietnam Pro" pitchFamily="34" charset="-122"/>
                          <a:cs typeface="Be Vietnam Pro" pitchFamily="34" charset="-120"/>
                        </a:rPr>
                        <a:t> từ</a:t>
                      </a:r>
                      <a:r>
                        <a:rPr lang="en-US" sz="2250" dirty="0" spc="7" kern="0">
                          <a:solidFill>
                            <a:srgbClr val="14161C"/>
                          </a:solidFill>
                          <a:latin typeface="Be Vietnam Pro" pitchFamily="34" charset="0"/>
                          <a:ea typeface="Be Vietnam Pro" pitchFamily="34" charset="-122"/>
                          <a:cs typeface="Be Vietnam Pro" pitchFamily="34" charset="-120"/>
                        </a:rPr>
                        <a:t> trình</a:t>
                      </a:r>
                      <a:r>
                        <a:rPr lang="en-US" sz="2250" dirty="0" spc="-16" kern="0">
                          <a:solidFill>
                            <a:srgbClr val="14161C"/>
                          </a:solidFill>
                          <a:latin typeface="Be Vietnam Pro" pitchFamily="34" charset="0"/>
                          <a:ea typeface="Be Vietnam Pro" pitchFamily="34" charset="-122"/>
                          <a:cs typeface="Be Vietnam Pro" pitchFamily="34" charset="-120"/>
                        </a:rPr>
                        <a:t> duyệt</a:t>
                      </a:r>
                      <a:endParaRPr lang="en-US" sz="1200" dirty="0"/>
                    </a:p>
                  </a:txBody>
                  <a:tcPr marL="219075" marR="219075" marT="219075" marB="219075">
                    <a:lnL w="9525" cap="flat" cmpd="sng" algn="ctr">
                      <a:solidFill>
                        <a:srgbClr val="DDD5C1"/>
                      </a:solidFill>
                      <a:prstDash val="solid"/>
                      <a:round/>
                      <a:headEnd type="none" w="med" len="med"/>
                      <a:tailEnd type="none" w="med" len="med"/>
                    </a:lnL>
                    <a:lnR w="0" cap="flat" cmpd="sng" algn="ctr">
                      <a:noFill/>
                    </a:lnR>
                    <a:lnT w="9525" cap="flat" cmpd="sng" algn="ctr">
                      <a:solidFill>
                        <a:srgbClr val="DDD5C1"/>
                      </a:solidFill>
                      <a:prstDash val="solid"/>
                      <a:round/>
                      <a:headEnd type="none" w="med" len="med"/>
                      <a:tailEnd type="none" w="med" len="med"/>
                    </a:lnT>
                    <a:lnB w="9525" cap="flat" cmpd="sng" algn="ctr">
                      <a:solidFill>
                        <a:srgbClr val="DDD5C1"/>
                      </a:solidFill>
                      <a:prstDash val="solid"/>
                      <a:round/>
                      <a:headEnd type="none" w="med" len="med"/>
                      <a:tailEnd type="none" w="med" len="med"/>
                    </a:lnB>
                    <a:solidFill>
                      <a:srgbClr val="FBF8F2"/>
                    </a:solidFill>
                  </a:tcPr>
                </a:tc>
                <a:tc>
                  <a:txBody>
                    <a:bodyPr/>
                    <a:lstStyle/>
                    <a:p>
                      <a:pPr algn="l" indent="0" marL="0">
                        <a:lnSpc>
                          <a:spcPts val="2925"/>
                        </a:lnSpc>
                        <a:buNone/>
                      </a:pPr>
                      <a:r>
                        <a:rPr lang="en-US" sz="2250" dirty="0" spc="-75" kern="0">
                          <a:solidFill>
                            <a:srgbClr val="14161C"/>
                          </a:solidFill>
                          <a:latin typeface="Be Vietnam Pro" pitchFamily="34" charset="0"/>
                          <a:ea typeface="Be Vietnam Pro" pitchFamily="34" charset="-122"/>
                          <a:cs typeface="Be Vietnam Pro" pitchFamily="34" charset="-120"/>
                        </a:rPr>
                        <a:t>Yes</a:t>
                      </a:r>
                      <a:r>
                        <a:rPr lang="en-US" sz="2250" dirty="0" spc="-1" kern="0">
                          <a:solidFill>
                            <a:srgbClr val="14161C"/>
                          </a:solidFill>
                          <a:latin typeface="Be Vietnam Pro" pitchFamily="34" charset="0"/>
                          <a:ea typeface="Be Vietnam Pro" pitchFamily="34" charset="-122"/>
                          <a:cs typeface="Be Vietnam Pro" pitchFamily="34" charset="-120"/>
                        </a:rPr>
                        <a:t> / No</a:t>
                      </a:r>
                      <a:r>
                        <a:rPr lang="en-US" sz="2250" dirty="0" spc="0" kern="0">
                          <a:solidFill>
                            <a:srgbClr val="14161C"/>
                          </a:solidFill>
                          <a:latin typeface="Be Vietnam Pro" pitchFamily="34" charset="0"/>
                          <a:ea typeface="Be Vietnam Pro" pitchFamily="34" charset="-122"/>
                          <a:cs typeface="Be Vietnam Pro" pitchFamily="34" charset="-120"/>
                        </a:rPr>
                        <a:t> /</a:t>
                      </a:r>
                      <a:r>
                        <a:rPr lang="en-US" sz="2250" dirty="0" spc="-7" kern="0">
                          <a:solidFill>
                            <a:srgbClr val="14161C"/>
                          </a:solidFill>
                          <a:latin typeface="Be Vietnam Pro" pitchFamily="34" charset="0"/>
                          <a:ea typeface="Be Vietnam Pro" pitchFamily="34" charset="-122"/>
                          <a:cs typeface="Be Vietnam Pro" pitchFamily="34" charset="-120"/>
                        </a:rPr>
                        <a:t> Unknown;</a:t>
                      </a:r>
                      <a:r>
                        <a:rPr lang="en-US" sz="2250" dirty="0" spc="-1" kern="0">
                          <a:solidFill>
                            <a:srgbClr val="14161C"/>
                          </a:solidFill>
                          <a:latin typeface="Be Vietnam Pro" pitchFamily="34" charset="0"/>
                          <a:ea typeface="Be Vietnam Pro" pitchFamily="34" charset="-122"/>
                          <a:cs typeface="Be Vietnam Pro" pitchFamily="34" charset="-120"/>
                        </a:rPr>
                        <a:t> kiểm</a:t>
                      </a:r>
                      <a:r>
                        <a:rPr lang="en-US" sz="2250" dirty="0" spc="-24" kern="0">
                          <a:solidFill>
                            <a:srgbClr val="14161C"/>
                          </a:solidFill>
                          <a:latin typeface="Be Vietnam Pro" pitchFamily="34" charset="0"/>
                          <a:ea typeface="Be Vietnam Pro" pitchFamily="34" charset="-122"/>
                          <a:cs typeface="Be Vietnam Pro" pitchFamily="34" charset="-120"/>
                        </a:rPr>
                        <a:t> tra</a:t>
                      </a:r>
                      <a:r>
                        <a:rPr lang="en-US" sz="2250" dirty="0" spc="-12" kern="0">
                          <a:solidFill>
                            <a:srgbClr val="14161C"/>
                          </a:solidFill>
                          <a:latin typeface="Be Vietnam Pro" pitchFamily="34" charset="0"/>
                          <a:ea typeface="Be Vietnam Pro" pitchFamily="34" charset="-122"/>
                          <a:cs typeface="Be Vietnam Pro" pitchFamily="34" charset="-120"/>
                        </a:rPr>
                        <a:t> với</a:t>
                      </a:r>
                      <a:r>
                        <a:rPr lang="en-US" sz="2250" dirty="0" spc="25" kern="0">
                          <a:solidFill>
                            <a:srgbClr val="14161C"/>
                          </a:solidFill>
                          <a:latin typeface="Be Vietnam Pro" pitchFamily="34" charset="0"/>
                          <a:ea typeface="Be Vietnam Pro" pitchFamily="34" charset="-122"/>
                          <a:cs typeface="Be Vietnam Pro" pitchFamily="34" charset="-120"/>
                        </a:rPr>
                        <a:t> ứng</a:t>
                      </a:r>
                      <a:r>
                        <a:rPr lang="en-US" sz="2250" dirty="0" spc="3" kern="0">
                          <a:solidFill>
                            <a:srgbClr val="14161C"/>
                          </a:solidFill>
                          <a:latin typeface="Be Vietnam Pro" pitchFamily="34" charset="0"/>
                          <a:ea typeface="Be Vietnam Pro" pitchFamily="34" charset="-122"/>
                          <a:cs typeface="Be Vietnam Pro" pitchFamily="34" charset="-120"/>
                        </a:rPr>
                        <a:t> dụng</a:t>
                      </a:r>
                      <a:r>
                        <a:rPr lang="en-US" sz="2250" dirty="0" spc="-7" kern="0">
                          <a:solidFill>
                            <a:srgbClr val="14161C"/>
                          </a:solidFill>
                          <a:latin typeface="Be Vietnam Pro" pitchFamily="34" charset="0"/>
                          <a:ea typeface="Be Vietnam Pro" pitchFamily="34" charset="-122"/>
                          <a:cs typeface="Be Vietnam Pro" pitchFamily="34" charset="-120"/>
                        </a:rPr>
                        <a:t> thật.</a:t>
                      </a:r>
                      <a:endParaRPr lang="en-US" sz="1200" dirty="0"/>
                    </a:p>
                  </a:txBody>
                  <a:tcPr marL="219075" marR="219075" marT="219075" marB="85725">
                    <a:lnL w="9525" cap="flat" cmpd="sng" algn="ctr">
                      <a:solidFill>
                        <a:srgbClr val="DDD5C1"/>
                      </a:solidFill>
                      <a:prstDash val="solid"/>
                      <a:round/>
                      <a:headEnd type="none" w="med" len="med"/>
                      <a:tailEnd type="none" w="med" len="med"/>
                    </a:lnL>
                    <a:lnR w="0" cap="flat" cmpd="sng" algn="ctr">
                      <a:noFill/>
                    </a:lnR>
                    <a:lnT w="9525" cap="flat" cmpd="sng" algn="ctr">
                      <a:solidFill>
                        <a:srgbClr val="DDD5C1"/>
                      </a:solidFill>
                      <a:prstDash val="solid"/>
                      <a:round/>
                      <a:headEnd type="none" w="med" len="med"/>
                      <a:tailEnd type="none" w="med" len="med"/>
                    </a:lnT>
                    <a:lnB w="9525" cap="flat" cmpd="sng" algn="ctr">
                      <a:solidFill>
                        <a:srgbClr val="DDD5C1"/>
                      </a:solidFill>
                      <a:prstDash val="solid"/>
                      <a:round/>
                      <a:headEnd type="none" w="med" len="med"/>
                      <a:tailEnd type="none" w="med" len="med"/>
                    </a:lnB>
                    <a:solidFill>
                      <a:srgbClr val="FBF8F2"/>
                    </a:solidFill>
                  </a:tcPr>
                </a:tc>
              </a:tr>
            </a:tbl>
          </a:graphicData>
        </a:graphic>
      </p:graphicFrame>
      <p:sp>
        <p:nvSpPr>
          <p:cNvPr id="6" name="Shape 3"/>
          <p:cNvSpPr/>
          <p:nvPr/>
        </p:nvSpPr>
        <p:spPr>
          <a:xfrm>
            <a:off x="838200" y="8515350"/>
            <a:ext cx="16611600" cy="676275"/>
          </a:xfrm>
          <a:prstGeom prst="roundRect">
            <a:avLst>
              <a:gd name="adj" fmla="val 11268"/>
            </a:avLst>
          </a:prstGeom>
          <a:solidFill>
            <a:srgbClr val="E8E0CF"/>
          </a:solidFill>
          <a:ln w="9525">
            <a:solidFill>
              <a:srgbClr val="E8E0CF"/>
            </a:solidFill>
            <a:prstDash val="solid"/>
          </a:ln>
        </p:spPr>
      </p:sp>
      <p:sp>
        <p:nvSpPr>
          <p:cNvPr id="7" name="Text 4"/>
          <p:cNvSpPr/>
          <p:nvPr/>
        </p:nvSpPr>
        <p:spPr>
          <a:xfrm>
            <a:off x="1038225" y="8677275"/>
            <a:ext cx="16240125" cy="457200"/>
          </a:xfrm>
          <a:prstGeom prst="rect">
            <a:avLst/>
          </a:prstGeom>
          <a:noFill/>
          <a:ln/>
        </p:spPr>
        <p:txBody>
          <a:bodyPr wrap="square" lIns="0" tIns="10914" rIns="0" bIns="-10914" rtlCol="0" anchor="t"/>
          <a:lstStyle/>
          <a:p>
            <a:pPr algn="l" indent="0" marL="0">
              <a:lnSpc>
                <a:spcPts val="2633"/>
              </a:lnSpc>
              <a:buNone/>
            </a:pPr>
            <a:r>
              <a:rPr lang="en-US" sz="2025" dirty="0" spc="-4" kern="0">
                <a:solidFill>
                  <a:srgbClr val="14161C"/>
                </a:solidFill>
                <a:latin typeface="Be Vietnam Pro Medium" pitchFamily="34" charset="0"/>
                <a:ea typeface="Be Vietnam Pro Medium" pitchFamily="34" charset="-122"/>
                <a:cs typeface="Be Vietnam Pro Medium" pitchFamily="34" charset="-120"/>
              </a:rPr>
              <a:t>“No”</a:t>
            </a:r>
            <a:r>
              <a:rPr lang="en-US" sz="2025" dirty="0" spc="0" kern="0">
                <a:solidFill>
                  <a:srgbClr val="14161C"/>
                </a:solidFill>
                <a:latin typeface="Be Vietnam Pro Medium" pitchFamily="34" charset="0"/>
                <a:ea typeface="Be Vietnam Pro Medium" pitchFamily="34" charset="-122"/>
                <a:cs typeface="Be Vietnam Pro Medium" pitchFamily="34" charset="-120"/>
              </a:rPr>
              <a:t> ở</a:t>
            </a:r>
            <a:r>
              <a:rPr lang="en-US" sz="2025" dirty="0" spc="-8" kern="0">
                <a:solidFill>
                  <a:srgbClr val="14161C"/>
                </a:solidFill>
                <a:latin typeface="Be Vietnam Pro Medium" pitchFamily="34" charset="0"/>
                <a:ea typeface="Be Vietnam Pro Medium" pitchFamily="34" charset="-122"/>
                <a:cs typeface="Be Vietnam Pro Medium" pitchFamily="34" charset="-120"/>
              </a:rPr>
              <a:t> Auth</a:t>
            </a:r>
            <a:r>
              <a:rPr lang="en-US" sz="2025" dirty="0" spc="1" kern="0">
                <a:solidFill>
                  <a:srgbClr val="14161C"/>
                </a:solidFill>
                <a:latin typeface="Be Vietnam Pro Medium" pitchFamily="34" charset="0"/>
                <a:ea typeface="Be Vietnam Pro Medium" pitchFamily="34" charset="-122"/>
                <a:cs typeface="Be Vietnam Pro Medium" pitchFamily="34" charset="-120"/>
              </a:rPr>
              <a:t> chỉ</a:t>
            </a:r>
            <a:r>
              <a:rPr lang="en-US" sz="2025" dirty="0" spc="-1" kern="0">
                <a:solidFill>
                  <a:srgbClr val="14161C"/>
                </a:solidFill>
                <a:latin typeface="Be Vietnam Pro Medium" pitchFamily="34" charset="0"/>
                <a:ea typeface="Be Vietnam Pro Medium" pitchFamily="34" charset="-122"/>
                <a:cs typeface="Be Vietnam Pro Medium" pitchFamily="34" charset="-120"/>
              </a:rPr>
              <a:t> nói</a:t>
            </a:r>
            <a:r>
              <a:rPr lang="en-US" sz="2025" dirty="0" spc="-13" kern="0">
                <a:solidFill>
                  <a:srgbClr val="14161C"/>
                </a:solidFill>
                <a:latin typeface="Be Vietnam Pro Medium" pitchFamily="34" charset="0"/>
                <a:ea typeface="Be Vietnam Pro Medium" pitchFamily="34" charset="-122"/>
                <a:cs typeface="Be Vietnam Pro Medium" pitchFamily="34" charset="-120"/>
              </a:rPr>
              <a:t> về</a:t>
            </a:r>
            <a:r>
              <a:rPr lang="en-US" sz="2025" dirty="0" spc="-12" kern="0">
                <a:solidFill>
                  <a:srgbClr val="14161C"/>
                </a:solidFill>
                <a:latin typeface="Be Vietnam Pro Medium" pitchFamily="34" charset="0"/>
                <a:ea typeface="Be Vietnam Pro Medium" pitchFamily="34" charset="-122"/>
                <a:cs typeface="Be Vietnam Pro Medium" pitchFamily="34" charset="-120"/>
              </a:rPr>
              <a:t> xác</a:t>
            </a:r>
            <a:r>
              <a:rPr lang="en-US" sz="2025" dirty="0" spc="7" kern="0">
                <a:solidFill>
                  <a:srgbClr val="14161C"/>
                </a:solidFill>
                <a:latin typeface="Be Vietnam Pro Medium" pitchFamily="34" charset="0"/>
                <a:ea typeface="Be Vietnam Pro Medium" pitchFamily="34" charset="-122"/>
                <a:cs typeface="Be Vietnam Pro Medium" pitchFamily="34" charset="-120"/>
              </a:rPr>
              <a:t> thực;</a:t>
            </a:r>
            <a:r>
              <a:rPr lang="en-US" sz="2025" dirty="0" spc="-2" kern="0">
                <a:solidFill>
                  <a:srgbClr val="14161C"/>
                </a:solidFill>
                <a:latin typeface="Be Vietnam Pro Medium" pitchFamily="34" charset="0"/>
                <a:ea typeface="Be Vietnam Pro Medium" pitchFamily="34" charset="-122"/>
                <a:cs typeface="Be Vietnam Pro Medium" pitchFamily="34" charset="-120"/>
              </a:rPr>
              <a:t> không</a:t>
            </a:r>
            <a:r>
              <a:rPr lang="en-US" sz="2025" dirty="0" spc="1" kern="0">
                <a:solidFill>
                  <a:srgbClr val="14161C"/>
                </a:solidFill>
                <a:latin typeface="Be Vietnam Pro Medium" pitchFamily="34" charset="0"/>
                <a:ea typeface="Be Vietnam Pro Medium" pitchFamily="34" charset="-122"/>
                <a:cs typeface="Be Vietnam Pro Medium" pitchFamily="34" charset="-120"/>
              </a:rPr>
              <a:t> có</a:t>
            </a:r>
            <a:r>
              <a:rPr lang="en-US" sz="2025" dirty="0" spc="-1" kern="0">
                <a:solidFill>
                  <a:srgbClr val="14161C"/>
                </a:solidFill>
                <a:latin typeface="Be Vietnam Pro Medium" pitchFamily="34" charset="0"/>
                <a:ea typeface="Be Vietnam Pro Medium" pitchFamily="34" charset="-122"/>
                <a:cs typeface="Be Vietnam Pro Medium" pitchFamily="34" charset="-120"/>
              </a:rPr>
              <a:t> nghĩa</a:t>
            </a:r>
            <a:r>
              <a:rPr lang="en-US" sz="2025" dirty="0" spc="2" kern="0">
                <a:solidFill>
                  <a:srgbClr val="14161C"/>
                </a:solidFill>
                <a:latin typeface="Be Vietnam Pro Medium" pitchFamily="34" charset="0"/>
                <a:ea typeface="Be Vietnam Pro Medium" pitchFamily="34" charset="-122"/>
                <a:cs typeface="Be Vietnam Pro Medium" pitchFamily="34" charset="-120"/>
              </a:rPr>
              <a:t> là</a:t>
            </a:r>
            <a:r>
              <a:rPr lang="en-US" sz="2025" dirty="0" spc="-1" kern="0">
                <a:solidFill>
                  <a:srgbClr val="14161C"/>
                </a:solidFill>
                <a:latin typeface="Be Vietnam Pro Medium" pitchFamily="34" charset="0"/>
                <a:ea typeface="Be Vietnam Pro Medium" pitchFamily="34" charset="-122"/>
                <a:cs typeface="Be Vietnam Pro Medium" pitchFamily="34" charset="-120"/>
              </a:rPr>
              <a:t> không có</a:t>
            </a:r>
            <a:r>
              <a:rPr lang="en-US" sz="2025" dirty="0" spc="1" kern="0">
                <a:solidFill>
                  <a:srgbClr val="14161C"/>
                </a:solidFill>
                <a:latin typeface="Be Vietnam Pro Medium" pitchFamily="34" charset="0"/>
                <a:ea typeface="Be Vietnam Pro Medium" pitchFamily="34" charset="-122"/>
                <a:cs typeface="Be Vietnam Pro Medium" pitchFamily="34" charset="-120"/>
              </a:rPr>
              <a:t> hạn</a:t>
            </a:r>
            <a:r>
              <a:rPr lang="en-US" sz="2025" dirty="0" spc="8" kern="0">
                <a:solidFill>
                  <a:srgbClr val="14161C"/>
                </a:solidFill>
                <a:latin typeface="Be Vietnam Pro Medium" pitchFamily="34" charset="0"/>
                <a:ea typeface="Be Vietnam Pro Medium" pitchFamily="34" charset="-122"/>
                <a:cs typeface="Be Vietnam Pro Medium" pitchFamily="34" charset="-120"/>
              </a:rPr>
              <a:t> mức.</a:t>
            </a:r>
            <a:endParaRPr lang="en-US" sz="2025" dirty="0"/>
          </a:p>
        </p:txBody>
      </p:sp>
      <p:sp>
        <p:nvSpPr>
          <p:cNvPr id="8" name="Text 5"/>
          <p:cNvSpPr/>
          <p:nvPr/>
        </p:nvSpPr>
        <p:spPr>
          <a:xfrm>
            <a:off x="838200" y="9353550"/>
            <a:ext cx="16611600" cy="333375"/>
          </a:xfrm>
          <a:prstGeom prst="rect">
            <a:avLst/>
          </a:prstGeom>
          <a:noFill/>
          <a:ln/>
        </p:spPr>
        <p:txBody>
          <a:bodyPr wrap="square" lIns="0" tIns="8906" rIns="0" bIns="-8906" rtlCol="0" anchor="t"/>
          <a:lstStyle/>
          <a:p>
            <a:pPr algn="l" indent="0" marL="0">
              <a:lnSpc>
                <a:spcPts val="2145"/>
              </a:lnSpc>
              <a:buNone/>
            </a:pPr>
            <a:r>
              <a:rPr lang="en-US" sz="1650" dirty="0" spc="-3" kern="0">
                <a:solidFill>
                  <a:srgbClr val="6B6A66"/>
                </a:solidFill>
                <a:latin typeface="Be Vietnam Pro" pitchFamily="34" charset="0"/>
                <a:ea typeface="Be Vietnam Pro" pitchFamily="34" charset="-122"/>
                <a:cs typeface="Be Vietnam Pro" pitchFamily="34" charset="-120"/>
              </a:rPr>
              <a:t>Nguồn:</a:t>
            </a:r>
            <a:r>
              <a:rPr lang="en-US" sz="1650" dirty="0" spc="-1" kern="0">
                <a:solidFill>
                  <a:srgbClr val="6B6A66"/>
                </a:solidFill>
                <a:latin typeface="Be Vietnam Pro" pitchFamily="34" charset="0"/>
                <a:ea typeface="Be Vietnam Pro" pitchFamily="34" charset="-122"/>
                <a:cs typeface="Be Vietnam Pro" pitchFamily="34" charset="-120"/>
              </a:rPr>
              <a:t> [S5]</a:t>
            </a:r>
            <a:r>
              <a:rPr lang="en-US" sz="1650" dirty="0" spc="-2" kern="0">
                <a:solidFill>
                  <a:srgbClr val="6B6A66"/>
                </a:solidFill>
                <a:latin typeface="Be Vietnam Pro" pitchFamily="34" charset="0"/>
                <a:ea typeface="Be Vietnam Pro" pitchFamily="34" charset="-122"/>
                <a:cs typeface="Be Vietnam Pro" pitchFamily="34" charset="-120"/>
              </a:rPr>
              <a:t> [S6]</a:t>
            </a:r>
            <a:r>
              <a:rPr lang="en-US" sz="1650" dirty="0" spc="1" kern="0">
                <a:solidFill>
                  <a:srgbClr val="6B6A66"/>
                </a:solidFill>
                <a:latin typeface="Be Vietnam Pro" pitchFamily="34" charset="0"/>
                <a:ea typeface="Be Vietnam Pro" pitchFamily="34" charset="-122"/>
                <a:cs typeface="Be Vietnam Pro" pitchFamily="34" charset="-120"/>
              </a:rPr>
              <a:t>  ·</a:t>
            </a:r>
            <a:r>
              <a:rPr lang="en-US" sz="1650" dirty="0" spc="2" kern="0">
                <a:solidFill>
                  <a:srgbClr val="6B6A66"/>
                </a:solidFill>
                <a:latin typeface="Be Vietnam Pro" pitchFamily="34" charset="0"/>
                <a:ea typeface="Be Vietnam Pro" pitchFamily="34" charset="-122"/>
                <a:cs typeface="Be Vietnam Pro" pitchFamily="34" charset="-120"/>
              </a:rPr>
              <a:t>  Số</a:t>
            </a:r>
            <a:r>
              <a:rPr lang="en-US" sz="1650" dirty="0" spc="-1" kern="0">
                <a:solidFill>
                  <a:srgbClr val="6B6A66"/>
                </a:solidFill>
                <a:latin typeface="Be Vietnam Pro" pitchFamily="34" charset="0"/>
                <a:ea typeface="Be Vietnam Pro" pitchFamily="34" charset="-122"/>
                <a:cs typeface="Be Vietnam Pro" pitchFamily="34" charset="-120"/>
              </a:rPr>
              <a:t> liệu:</a:t>
            </a:r>
            <a:r>
              <a:rPr lang="en-US" sz="1650" dirty="0" spc="1" kern="0">
                <a:solidFill>
                  <a:srgbClr val="6B6A66"/>
                </a:solidFill>
                <a:latin typeface="Be Vietnam Pro" pitchFamily="34" charset="0"/>
                <a:ea typeface="Be Vietnam Pro" pitchFamily="34" charset="-122"/>
                <a:cs typeface="Be Vietnam Pro" pitchFamily="34" charset="-120"/>
              </a:rPr>
              <a:t> phiên</a:t>
            </a:r>
            <a:r>
              <a:rPr lang="en-US" sz="1650" dirty="0" spc="-1" kern="0">
                <a:solidFill>
                  <a:srgbClr val="6B6A66"/>
                </a:solidFill>
                <a:latin typeface="Be Vietnam Pro" pitchFamily="34" charset="0"/>
                <a:ea typeface="Be Vietnam Pro" pitchFamily="34" charset="-122"/>
                <a:cs typeface="Be Vietnam Pro" pitchFamily="34" charset="-120"/>
              </a:rPr>
              <a:t> quét</a:t>
            </a:r>
            <a:r>
              <a:rPr lang="en-US" sz="1650" dirty="0" spc="-8" kern="0">
                <a:solidFill>
                  <a:srgbClr val="6B6A66"/>
                </a:solidFill>
                <a:latin typeface="Be Vietnam Pro" pitchFamily="34" charset="0"/>
                <a:ea typeface="Be Vietnam Pro" pitchFamily="34" charset="-122"/>
                <a:cs typeface="Be Vietnam Pro" pitchFamily="34" charset="-120"/>
              </a:rPr>
              <a:t> 23/10/2026</a:t>
            </a:r>
            <a:endParaRPr lang="en-US" sz="1650" dirty="0"/>
          </a:p>
        </p:txBody>
      </p:sp>
      <p:sp>
        <p:nvSpPr>
          <p:cNvPr id="9" name="Shape 6"/>
          <p:cNvSpPr/>
          <p:nvPr/>
        </p:nvSpPr>
        <p:spPr>
          <a:xfrm>
            <a:off x="847725" y="9896475"/>
            <a:ext cx="57150" cy="57150"/>
          </a:xfrm>
          <a:prstGeom prst="ellipse">
            <a:avLst/>
          </a:prstGeom>
          <a:solidFill>
            <a:srgbClr val="DDD5C1"/>
          </a:solidFill>
          <a:ln/>
        </p:spPr>
      </p:sp>
      <p:sp>
        <p:nvSpPr>
          <p:cNvPr id="10" name="Shape 7"/>
          <p:cNvSpPr/>
          <p:nvPr/>
        </p:nvSpPr>
        <p:spPr>
          <a:xfrm>
            <a:off x="952500" y="9896475"/>
            <a:ext cx="57150" cy="57150"/>
          </a:xfrm>
          <a:prstGeom prst="ellipse">
            <a:avLst/>
          </a:prstGeom>
          <a:solidFill>
            <a:srgbClr val="DDD5C1"/>
          </a:solidFill>
          <a:ln/>
        </p:spPr>
      </p:sp>
      <p:sp>
        <p:nvSpPr>
          <p:cNvPr id="11" name="Shape 8"/>
          <p:cNvSpPr/>
          <p:nvPr/>
        </p:nvSpPr>
        <p:spPr>
          <a:xfrm>
            <a:off x="1057275" y="9896475"/>
            <a:ext cx="57150" cy="57150"/>
          </a:xfrm>
          <a:prstGeom prst="ellipse">
            <a:avLst/>
          </a:prstGeom>
          <a:solidFill>
            <a:srgbClr val="DDD5C1"/>
          </a:solidFill>
          <a:ln/>
        </p:spPr>
      </p:sp>
      <p:sp>
        <p:nvSpPr>
          <p:cNvPr id="12" name="Shape 9"/>
          <p:cNvSpPr/>
          <p:nvPr/>
        </p:nvSpPr>
        <p:spPr>
          <a:xfrm>
            <a:off x="1162050" y="9896475"/>
            <a:ext cx="57150" cy="57150"/>
          </a:xfrm>
          <a:prstGeom prst="ellipse">
            <a:avLst/>
          </a:prstGeom>
          <a:solidFill>
            <a:srgbClr val="DDD5C1"/>
          </a:solidFill>
          <a:ln/>
        </p:spPr>
      </p:sp>
      <p:sp>
        <p:nvSpPr>
          <p:cNvPr id="13" name="Shape 10"/>
          <p:cNvSpPr/>
          <p:nvPr/>
        </p:nvSpPr>
        <p:spPr>
          <a:xfrm>
            <a:off x="1266825" y="9896475"/>
            <a:ext cx="57150" cy="57150"/>
          </a:xfrm>
          <a:prstGeom prst="ellipse">
            <a:avLst/>
          </a:prstGeom>
          <a:solidFill>
            <a:srgbClr val="DDD5C1"/>
          </a:solidFill>
          <a:ln/>
        </p:spPr>
      </p:sp>
      <p:sp>
        <p:nvSpPr>
          <p:cNvPr id="14" name="Shape 11"/>
          <p:cNvSpPr/>
          <p:nvPr/>
        </p:nvSpPr>
        <p:spPr>
          <a:xfrm>
            <a:off x="1371600" y="9896475"/>
            <a:ext cx="57150" cy="57150"/>
          </a:xfrm>
          <a:prstGeom prst="ellipse">
            <a:avLst/>
          </a:prstGeom>
          <a:solidFill>
            <a:srgbClr val="DDD5C1"/>
          </a:solidFill>
          <a:ln/>
        </p:spPr>
      </p:sp>
      <p:sp>
        <p:nvSpPr>
          <p:cNvPr id="15" name="Shape 12"/>
          <p:cNvSpPr/>
          <p:nvPr/>
        </p:nvSpPr>
        <p:spPr>
          <a:xfrm>
            <a:off x="1476375" y="9896475"/>
            <a:ext cx="57150" cy="57150"/>
          </a:xfrm>
          <a:prstGeom prst="ellipse">
            <a:avLst/>
          </a:prstGeom>
          <a:solidFill>
            <a:srgbClr val="DDD5C1"/>
          </a:solidFill>
          <a:ln/>
        </p:spPr>
      </p:sp>
      <p:sp>
        <p:nvSpPr>
          <p:cNvPr id="16" name="Shape 13"/>
          <p:cNvSpPr/>
          <p:nvPr/>
        </p:nvSpPr>
        <p:spPr>
          <a:xfrm>
            <a:off x="1581150" y="9896475"/>
            <a:ext cx="57150" cy="57150"/>
          </a:xfrm>
          <a:prstGeom prst="ellipse">
            <a:avLst/>
          </a:prstGeom>
          <a:solidFill>
            <a:srgbClr val="DDD5C1"/>
          </a:solidFill>
          <a:ln/>
        </p:spPr>
      </p:sp>
      <p:sp>
        <p:nvSpPr>
          <p:cNvPr id="17" name="Shape 14"/>
          <p:cNvSpPr/>
          <p:nvPr/>
        </p:nvSpPr>
        <p:spPr>
          <a:xfrm>
            <a:off x="1685925" y="9896475"/>
            <a:ext cx="57150" cy="57150"/>
          </a:xfrm>
          <a:prstGeom prst="ellipse">
            <a:avLst/>
          </a:prstGeom>
          <a:solidFill>
            <a:srgbClr val="DDD5C1"/>
          </a:solidFill>
          <a:ln/>
        </p:spPr>
      </p:sp>
      <p:sp>
        <p:nvSpPr>
          <p:cNvPr id="18" name="Shape 15"/>
          <p:cNvSpPr/>
          <p:nvPr/>
        </p:nvSpPr>
        <p:spPr>
          <a:xfrm>
            <a:off x="1790700" y="9896475"/>
            <a:ext cx="57150" cy="57150"/>
          </a:xfrm>
          <a:prstGeom prst="ellipse">
            <a:avLst/>
          </a:prstGeom>
          <a:solidFill>
            <a:srgbClr val="DDD5C1"/>
          </a:solidFill>
          <a:ln/>
        </p:spPr>
      </p:sp>
      <p:sp>
        <p:nvSpPr>
          <p:cNvPr id="19" name="Shape 16"/>
          <p:cNvSpPr/>
          <p:nvPr/>
        </p:nvSpPr>
        <p:spPr>
          <a:xfrm>
            <a:off x="1895475" y="9896475"/>
            <a:ext cx="57150" cy="57150"/>
          </a:xfrm>
          <a:prstGeom prst="ellipse">
            <a:avLst/>
          </a:prstGeom>
          <a:solidFill>
            <a:srgbClr val="DDD5C1"/>
          </a:solidFill>
          <a:ln/>
        </p:spPr>
      </p:sp>
      <p:sp>
        <p:nvSpPr>
          <p:cNvPr id="20" name="Shape 17"/>
          <p:cNvSpPr/>
          <p:nvPr/>
        </p:nvSpPr>
        <p:spPr>
          <a:xfrm>
            <a:off x="2000250" y="9896475"/>
            <a:ext cx="57150" cy="57150"/>
          </a:xfrm>
          <a:prstGeom prst="ellipse">
            <a:avLst/>
          </a:prstGeom>
          <a:solidFill>
            <a:srgbClr val="DDD5C1"/>
          </a:solidFill>
          <a:ln/>
        </p:spPr>
      </p:sp>
      <p:sp>
        <p:nvSpPr>
          <p:cNvPr id="21" name="Shape 18"/>
          <p:cNvSpPr/>
          <p:nvPr/>
        </p:nvSpPr>
        <p:spPr>
          <a:xfrm>
            <a:off x="2105025" y="9896475"/>
            <a:ext cx="57150" cy="57150"/>
          </a:xfrm>
          <a:prstGeom prst="ellipse">
            <a:avLst/>
          </a:prstGeom>
          <a:solidFill>
            <a:srgbClr val="DDD5C1"/>
          </a:solidFill>
          <a:ln/>
        </p:spPr>
      </p:sp>
      <p:sp>
        <p:nvSpPr>
          <p:cNvPr id="22" name="Shape 19"/>
          <p:cNvSpPr/>
          <p:nvPr/>
        </p:nvSpPr>
        <p:spPr>
          <a:xfrm>
            <a:off x="2209800" y="9896475"/>
            <a:ext cx="57150" cy="57150"/>
          </a:xfrm>
          <a:prstGeom prst="ellipse">
            <a:avLst/>
          </a:prstGeom>
          <a:solidFill>
            <a:srgbClr val="DDD5C1"/>
          </a:solidFill>
          <a:ln/>
        </p:spPr>
      </p:sp>
      <p:sp>
        <p:nvSpPr>
          <p:cNvPr id="23" name="Shape 20"/>
          <p:cNvSpPr/>
          <p:nvPr/>
        </p:nvSpPr>
        <p:spPr>
          <a:xfrm>
            <a:off x="2314575" y="9896475"/>
            <a:ext cx="57150" cy="57150"/>
          </a:xfrm>
          <a:prstGeom prst="ellipse">
            <a:avLst/>
          </a:prstGeom>
          <a:solidFill>
            <a:srgbClr val="DDD5C1"/>
          </a:solidFill>
          <a:ln/>
        </p:spPr>
      </p:sp>
      <p:sp>
        <p:nvSpPr>
          <p:cNvPr id="24" name="Shape 21"/>
          <p:cNvSpPr/>
          <p:nvPr/>
        </p:nvSpPr>
        <p:spPr>
          <a:xfrm>
            <a:off x="2419350" y="9896475"/>
            <a:ext cx="57150" cy="57150"/>
          </a:xfrm>
          <a:prstGeom prst="ellipse">
            <a:avLst/>
          </a:prstGeom>
          <a:solidFill>
            <a:srgbClr val="DDD5C1"/>
          </a:solidFill>
          <a:ln/>
        </p:spPr>
      </p:sp>
      <p:sp>
        <p:nvSpPr>
          <p:cNvPr id="25" name="Shape 22"/>
          <p:cNvSpPr/>
          <p:nvPr/>
        </p:nvSpPr>
        <p:spPr>
          <a:xfrm>
            <a:off x="2524125" y="9896475"/>
            <a:ext cx="57150" cy="57150"/>
          </a:xfrm>
          <a:prstGeom prst="ellipse">
            <a:avLst/>
          </a:prstGeom>
          <a:solidFill>
            <a:srgbClr val="DDD5C1"/>
          </a:solidFill>
          <a:ln/>
        </p:spPr>
      </p:sp>
      <p:sp>
        <p:nvSpPr>
          <p:cNvPr id="26" name="Shape 23"/>
          <p:cNvSpPr/>
          <p:nvPr/>
        </p:nvSpPr>
        <p:spPr>
          <a:xfrm>
            <a:off x="2628900" y="9896475"/>
            <a:ext cx="57150" cy="57150"/>
          </a:xfrm>
          <a:prstGeom prst="ellipse">
            <a:avLst/>
          </a:prstGeom>
          <a:solidFill>
            <a:srgbClr val="E8472B"/>
          </a:solidFill>
          <a:ln/>
        </p:spPr>
      </p:sp>
      <p:sp>
        <p:nvSpPr>
          <p:cNvPr id="27" name="Shape 24"/>
          <p:cNvSpPr/>
          <p:nvPr/>
        </p:nvSpPr>
        <p:spPr>
          <a:xfrm>
            <a:off x="2733675" y="9896475"/>
            <a:ext cx="57150" cy="57150"/>
          </a:xfrm>
          <a:prstGeom prst="ellipse">
            <a:avLst/>
          </a:prstGeom>
          <a:solidFill>
            <a:srgbClr val="DDD5C1"/>
          </a:solidFill>
          <a:ln/>
        </p:spPr>
      </p:sp>
      <p:sp>
        <p:nvSpPr>
          <p:cNvPr id="28" name="Shape 25"/>
          <p:cNvSpPr/>
          <p:nvPr/>
        </p:nvSpPr>
        <p:spPr>
          <a:xfrm>
            <a:off x="2838450" y="9896475"/>
            <a:ext cx="57150" cy="57150"/>
          </a:xfrm>
          <a:prstGeom prst="ellipse">
            <a:avLst/>
          </a:prstGeom>
          <a:solidFill>
            <a:srgbClr val="DDD5C1"/>
          </a:solidFill>
          <a:ln/>
        </p:spPr>
      </p:sp>
      <p:sp>
        <p:nvSpPr>
          <p:cNvPr id="29" name="Shape 26"/>
          <p:cNvSpPr/>
          <p:nvPr/>
        </p:nvSpPr>
        <p:spPr>
          <a:xfrm>
            <a:off x="2943225" y="9896475"/>
            <a:ext cx="57150" cy="57150"/>
          </a:xfrm>
          <a:prstGeom prst="ellipse">
            <a:avLst/>
          </a:prstGeom>
          <a:solidFill>
            <a:srgbClr val="DDD5C1"/>
          </a:solidFill>
          <a:ln/>
        </p:spPr>
      </p:sp>
      <p:sp>
        <p:nvSpPr>
          <p:cNvPr id="30" name="Shape 27"/>
          <p:cNvSpPr/>
          <p:nvPr/>
        </p:nvSpPr>
        <p:spPr>
          <a:xfrm>
            <a:off x="3048000" y="9896475"/>
            <a:ext cx="57150" cy="57150"/>
          </a:xfrm>
          <a:prstGeom prst="ellipse">
            <a:avLst/>
          </a:prstGeom>
          <a:solidFill>
            <a:srgbClr val="DDD5C1"/>
          </a:solidFill>
          <a:ln/>
        </p:spPr>
      </p:sp>
      <p:sp>
        <p:nvSpPr>
          <p:cNvPr id="31" name="Shape 28"/>
          <p:cNvSpPr/>
          <p:nvPr/>
        </p:nvSpPr>
        <p:spPr>
          <a:xfrm>
            <a:off x="3152775" y="9896475"/>
            <a:ext cx="57150" cy="57150"/>
          </a:xfrm>
          <a:prstGeom prst="ellipse">
            <a:avLst/>
          </a:prstGeom>
          <a:solidFill>
            <a:srgbClr val="DDD5C1"/>
          </a:solidFill>
          <a:ln/>
        </p:spPr>
      </p:sp>
      <p:sp>
        <p:nvSpPr>
          <p:cNvPr id="32" name="Shape 29"/>
          <p:cNvSpPr/>
          <p:nvPr/>
        </p:nvSpPr>
        <p:spPr>
          <a:xfrm>
            <a:off x="3257550" y="9896475"/>
            <a:ext cx="57150" cy="57150"/>
          </a:xfrm>
          <a:prstGeom prst="ellipse">
            <a:avLst/>
          </a:prstGeom>
          <a:solidFill>
            <a:srgbClr val="DDD5C1"/>
          </a:solidFill>
          <a:ln/>
        </p:spPr>
      </p:sp>
      <p:sp>
        <p:nvSpPr>
          <p:cNvPr id="33" name="Text 30"/>
          <p:cNvSpPr/>
          <p:nvPr/>
        </p:nvSpPr>
        <p:spPr>
          <a:xfrm>
            <a:off x="3667125" y="9734550"/>
            <a:ext cx="10953750" cy="342900"/>
          </a:xfrm>
          <a:prstGeom prst="rect">
            <a:avLst/>
          </a:prstGeom>
          <a:noFill/>
          <a:ln/>
        </p:spPr>
        <p:txBody>
          <a:bodyPr wrap="square" lIns="0" tIns="8906" rIns="0" bIns="-8906" rtlCol="0" anchor="t"/>
          <a:lstStyle/>
          <a:p>
            <a:pPr algn="l" indent="0" marL="0">
              <a:lnSpc>
                <a:spcPts val="2145"/>
              </a:lnSpc>
              <a:buNone/>
            </a:pPr>
            <a:r>
              <a:rPr lang="en-US" sz="1650" dirty="0" spc="-6" kern="0">
                <a:solidFill>
                  <a:srgbClr val="6B6A66"/>
                </a:solidFill>
                <a:latin typeface="Be Vietnam Pro" pitchFamily="34" charset="0"/>
                <a:ea typeface="Be Vietnam Pro" pitchFamily="34" charset="-122"/>
                <a:cs typeface="Be Vietnam Pro" pitchFamily="34" charset="-120"/>
              </a:rPr>
              <a:t>Multiple-report</a:t>
            </a:r>
            <a:r>
              <a:rPr lang="en-US" sz="1650" dirty="0" spc="3" kern="0">
                <a:solidFill>
                  <a:srgbClr val="6B6A66"/>
                </a:solidFill>
                <a:latin typeface="Be Vietnam Pro" pitchFamily="34" charset="0"/>
                <a:ea typeface="Be Vietnam Pro" pitchFamily="34" charset="-122"/>
                <a:cs typeface="Be Vietnam Pro" pitchFamily="34" charset="-120"/>
              </a:rPr>
              <a:t> ·</a:t>
            </a:r>
            <a:r>
              <a:rPr lang="en-US" sz="1650" dirty="0" spc="1" kern="0">
                <a:solidFill>
                  <a:srgbClr val="6B6A66"/>
                </a:solidFill>
                <a:latin typeface="Be Vietnam Pro" pitchFamily="34" charset="0"/>
                <a:ea typeface="Be Vietnam Pro" pitchFamily="34" charset="-122"/>
                <a:cs typeface="Be Vietnam Pro" pitchFamily="34" charset="-120"/>
              </a:rPr>
              <a:t> GitHub</a:t>
            </a:r>
            <a:r>
              <a:rPr lang="en-US" sz="1650" dirty="0" spc="-38" kern="0">
                <a:solidFill>
                  <a:srgbClr val="6B6A66"/>
                </a:solidFill>
                <a:latin typeface="Be Vietnam Pro" pitchFamily="34" charset="0"/>
                <a:ea typeface="Be Vietnam Pro" pitchFamily="34" charset="-122"/>
                <a:cs typeface="Be Vietnam Pro" pitchFamily="34" charset="-120"/>
              </a:rPr>
              <a:t> Top</a:t>
            </a:r>
            <a:r>
              <a:rPr lang="en-US" sz="1650" dirty="0" spc="4" kern="0">
                <a:solidFill>
                  <a:srgbClr val="6B6A66"/>
                </a:solidFill>
                <a:latin typeface="Be Vietnam Pro" pitchFamily="34" charset="0"/>
                <a:ea typeface="Be Vietnam Pro" pitchFamily="34" charset="-122"/>
                <a:cs typeface="Be Vietnam Pro" pitchFamily="34" charset="-120"/>
              </a:rPr>
              <a:t> 3</a:t>
            </a:r>
            <a:r>
              <a:rPr lang="en-US" sz="1650" dirty="0" spc="0" kern="0">
                <a:solidFill>
                  <a:srgbClr val="6B6A66"/>
                </a:solidFill>
                <a:latin typeface="Be Vietnam Pro" pitchFamily="34" charset="0"/>
                <a:ea typeface="Be Vietnam Pro" pitchFamily="34" charset="-122"/>
                <a:cs typeface="Be Vietnam Pro" pitchFamily="34" charset="-120"/>
              </a:rPr>
              <a:t> ·</a:t>
            </a:r>
            <a:r>
              <a:rPr lang="en-US" sz="1650" dirty="0" spc="-22" kern="0">
                <a:solidFill>
                  <a:srgbClr val="6B6A66"/>
                </a:solidFill>
                <a:latin typeface="Be Vietnam Pro" pitchFamily="34" charset="0"/>
                <a:ea typeface="Be Vietnam Pro" pitchFamily="34" charset="-122"/>
                <a:cs typeface="Be Vietnam Pro" pitchFamily="34" charset="-120"/>
              </a:rPr>
              <a:t> 18/24</a:t>
            </a:r>
            <a:endParaRPr lang="en-US" sz="1650" dirty="0"/>
          </a:p>
        </p:txBody>
      </p:sp>
      <p:sp>
        <p:nvSpPr>
          <p:cNvPr id="34" name="Shape 31"/>
          <p:cNvSpPr/>
          <p:nvPr/>
        </p:nvSpPr>
        <p:spPr>
          <a:xfrm>
            <a:off x="15983712" y="9076331"/>
            <a:ext cx="1645920" cy="552301"/>
          </a:xfrm>
          <a:prstGeom prst="roundRect">
            <a:avLst>
              <a:gd name="adj" fmla="val 28000"/>
            </a:avLst>
          </a:prstGeom>
          <a:solidFill>
            <a:srgbClr val="FFFFFF">
              <a:alpha val="82000"/>
            </a:srgbClr>
          </a:solidFill>
          <a:ln/>
        </p:spPr>
      </p:sp>
      <p:pic>
        <p:nvPicPr>
          <p:cNvPr id="35" name="Moda image moda-export-watermark-7a4b2397-6635-4100-acce-80ae64e14f86"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838200" y="438150"/>
            <a:ext cx="16192500" cy="381000"/>
          </a:xfrm>
          <a:prstGeom prst="rect">
            <a:avLst/>
          </a:prstGeom>
          <a:noFill/>
          <a:ln/>
        </p:spPr>
        <p:txBody>
          <a:bodyPr wrap="square" lIns="0" tIns="10104" rIns="0" bIns="-10104" rtlCol="0" anchor="t"/>
          <a:lstStyle/>
          <a:p>
            <a:pPr algn="l" indent="0" marL="0">
              <a:lnSpc>
                <a:spcPts val="2438"/>
              </a:lnSpc>
              <a:buNone/>
            </a:pPr>
            <a:r>
              <a:rPr lang="en-US" sz="1875" dirty="0" spc="-1" kern="0">
                <a:solidFill>
                  <a:srgbClr val="3DD6A0"/>
                </a:solidFill>
                <a:latin typeface="Be Vietnam Pro SemiBold" pitchFamily="34" charset="0"/>
                <a:ea typeface="Be Vietnam Pro SemiBold" pitchFamily="34" charset="-122"/>
                <a:cs typeface="Be Vietnam Pro SemiBold" pitchFamily="34" charset="-120"/>
              </a:rPr>
              <a:t>03</a:t>
            </a:r>
            <a:r>
              <a:rPr lang="en-US" sz="1875" dirty="0" spc="-2" kern="0">
                <a:solidFill>
                  <a:srgbClr val="3DD6A0"/>
                </a:solidFill>
                <a:latin typeface="Be Vietnam Pro SemiBold" pitchFamily="34" charset="0"/>
                <a:ea typeface="Be Vietnam Pro SemiBold" pitchFamily="34" charset="-122"/>
                <a:cs typeface="Be Vietnam Pro SemiBold" pitchFamily="34" charset="-120"/>
              </a:rPr>
              <a:t> / CƠ</a:t>
            </a:r>
            <a:r>
              <a:rPr lang="en-US" sz="1875" dirty="0" spc="-3" kern="0">
                <a:solidFill>
                  <a:srgbClr val="3DD6A0"/>
                </a:solidFill>
                <a:latin typeface="Be Vietnam Pro SemiBold" pitchFamily="34" charset="0"/>
                <a:ea typeface="Be Vietnam Pro SemiBold" pitchFamily="34" charset="-122"/>
                <a:cs typeface="Be Vietnam Pro SemiBold" pitchFamily="34" charset="-120"/>
              </a:rPr>
              <a:t> CHẾ TÍCH</a:t>
            </a:r>
            <a:r>
              <a:rPr lang="en-US" sz="1875" dirty="0" spc="-2" kern="0">
                <a:solidFill>
                  <a:srgbClr val="3DD6A0"/>
                </a:solidFill>
                <a:latin typeface="Be Vietnam Pro SemiBold" pitchFamily="34" charset="0"/>
                <a:ea typeface="Be Vietnam Pro SemiBold" pitchFamily="34" charset="-122"/>
                <a:cs typeface="Be Vietnam Pro SemiBold" pitchFamily="34" charset="-120"/>
              </a:rPr>
              <a:t> HỢP</a:t>
            </a:r>
            <a:endParaRPr lang="en-US" sz="1875" dirty="0"/>
          </a:p>
        </p:txBody>
      </p:sp>
      <p:sp>
        <p:nvSpPr>
          <p:cNvPr id="3" name="Text 1"/>
          <p:cNvSpPr/>
          <p:nvPr/>
        </p:nvSpPr>
        <p:spPr>
          <a:xfrm>
            <a:off x="838200" y="1066800"/>
            <a:ext cx="16573500" cy="1476375"/>
          </a:xfrm>
          <a:prstGeom prst="rect">
            <a:avLst/>
          </a:prstGeom>
          <a:noFill/>
          <a:ln/>
        </p:spPr>
        <p:txBody>
          <a:bodyPr wrap="square" lIns="0" tIns="3048" rIns="0" bIns="-3048" rtlCol="0" anchor="t"/>
          <a:lstStyle/>
          <a:p>
            <a:pPr algn="l" indent="0" marL="0">
              <a:lnSpc>
                <a:spcPts val="6240"/>
              </a:lnSpc>
              <a:buNone/>
            </a:pPr>
            <a:r>
              <a:rPr lang="en-US" sz="4800" dirty="0" spc="-6" kern="0">
                <a:solidFill>
                  <a:srgbClr val="F3EEE3"/>
                </a:solidFill>
                <a:latin typeface="Bricolage Grotesque ExtraBold" pitchFamily="34" charset="0"/>
                <a:ea typeface="Bricolage Grotesque ExtraBold" pitchFamily="34" charset="-122"/>
                <a:cs typeface="Bricolage Grotesque ExtraBold" pitchFamily="34" charset="-120"/>
              </a:rPr>
              <a:t>Ứng</a:t>
            </a:r>
            <a:r>
              <a:rPr lang="en-US" sz="4800" dirty="0" spc="-1" kern="0">
                <a:solidFill>
                  <a:srgbClr val="F3EEE3"/>
                </a:solidFill>
                <a:latin typeface="Bricolage Grotesque ExtraBold" pitchFamily="34" charset="0"/>
                <a:ea typeface="Bricolage Grotesque ExtraBold" pitchFamily="34" charset="-122"/>
                <a:cs typeface="Bricolage Grotesque ExtraBold" pitchFamily="34" charset="-120"/>
              </a:rPr>
              <a:t> dụng</a:t>
            </a:r>
            <a:r>
              <a:rPr lang="en-US" sz="4800" dirty="0" spc="-2" kern="0">
                <a:solidFill>
                  <a:srgbClr val="F3EEE3"/>
                </a:solidFill>
                <a:latin typeface="Bricolage Grotesque ExtraBold" pitchFamily="34" charset="0"/>
                <a:ea typeface="Bricolage Grotesque ExtraBold" pitchFamily="34" charset="-122"/>
                <a:cs typeface="Bricolage Grotesque ExtraBold" pitchFamily="34" charset="-120"/>
              </a:rPr>
              <a:t> lấy</a:t>
            </a:r>
            <a:r>
              <a:rPr lang="en-US" sz="4800" dirty="0" spc="3" kern="0">
                <a:solidFill>
                  <a:srgbClr val="F3EEE3"/>
                </a:solidFill>
                <a:latin typeface="Bricolage Grotesque ExtraBold" pitchFamily="34" charset="0"/>
                <a:ea typeface="Bricolage Grotesque ExtraBold" pitchFamily="34" charset="-122"/>
                <a:cs typeface="Bricolage Grotesque ExtraBold" pitchFamily="34" charset="-120"/>
              </a:rPr>
              <a:t> dữ</a:t>
            </a:r>
            <a:r>
              <a:rPr lang="en-US" sz="4800" dirty="0" spc="2" kern="0">
                <a:solidFill>
                  <a:srgbClr val="F3EEE3"/>
                </a:solidFill>
                <a:latin typeface="Bricolage Grotesque ExtraBold" pitchFamily="34" charset="0"/>
                <a:ea typeface="Bricolage Grotesque ExtraBold" pitchFamily="34" charset="-122"/>
                <a:cs typeface="Bricolage Grotesque ExtraBold" pitchFamily="34" charset="-120"/>
              </a:rPr>
              <a:t> liệu</a:t>
            </a:r>
            <a:r>
              <a:rPr lang="en-US" sz="4800" dirty="0" spc="-1" kern="0">
                <a:solidFill>
                  <a:srgbClr val="F3EEE3"/>
                </a:solidFill>
                <a:latin typeface="Bricolage Grotesque ExtraBold" pitchFamily="34" charset="0"/>
                <a:ea typeface="Bricolage Grotesque ExtraBold" pitchFamily="34" charset="-122"/>
                <a:cs typeface="Bricolage Grotesque ExtraBold" pitchFamily="34" charset="-120"/>
              </a:rPr>
              <a:t> qua</a:t>
            </a:r>
            <a:r>
              <a:rPr lang="en-US" sz="4800" dirty="0" spc="2" kern="0">
                <a:solidFill>
                  <a:srgbClr val="F3EEE3"/>
                </a:solidFill>
                <a:latin typeface="Bricolage Grotesque ExtraBold" pitchFamily="34" charset="0"/>
                <a:ea typeface="Bricolage Grotesque ExtraBold" pitchFamily="34" charset="-122"/>
                <a:cs typeface="Bricolage Grotesque ExtraBold" pitchFamily="34" charset="-120"/>
              </a:rPr>
              <a:t> API</a:t>
            </a:r>
            <a:r>
              <a:rPr lang="en-US" sz="4800" dirty="0" spc="-32" kern="0">
                <a:solidFill>
                  <a:srgbClr val="F3EEE3"/>
                </a:solidFill>
                <a:latin typeface="Bricolage Grotesque ExtraBold" pitchFamily="34" charset="0"/>
                <a:ea typeface="Bricolage Grotesque ExtraBold" pitchFamily="34" charset="-122"/>
                <a:cs typeface="Bricolage Grotesque ExtraBold" pitchFamily="34" charset="-120"/>
              </a:rPr>
              <a:t> ra</a:t>
            </a:r>
            <a:r>
              <a:rPr lang="en-US" sz="4800" dirty="0" spc="-31" kern="0">
                <a:solidFill>
                  <a:srgbClr val="F3EEE3"/>
                </a:solidFill>
                <a:latin typeface="Bricolage Grotesque ExtraBold" pitchFamily="34" charset="0"/>
                <a:ea typeface="Bricolage Grotesque ExtraBold" pitchFamily="34" charset="-122"/>
                <a:cs typeface="Bricolage Grotesque ExtraBold" pitchFamily="34" charset="-120"/>
              </a:rPr>
              <a:t> sao?</a:t>
            </a:r>
            <a:endParaRPr lang="en-US" sz="4800" dirty="0"/>
          </a:p>
        </p:txBody>
      </p:sp>
      <p:sp>
        <p:nvSpPr>
          <p:cNvPr id="4" name="Connector line-1792794915409-326015012"/>
          <p:cNvSpPr/>
          <p:nvPr/>
        </p:nvSpPr>
        <p:spPr>
          <a:xfrm>
            <a:off x="838200" y="2647950"/>
            <a:ext cx="16611600" cy="0"/>
          </a:xfrm>
          <a:prstGeom prst="line">
            <a:avLst/>
          </a:prstGeom>
          <a:noFill/>
          <a:ln w="28575">
            <a:solidFill>
              <a:srgbClr val="363B4A"/>
            </a:solidFill>
            <a:prstDash val="solid"/>
            <a:headEnd type="none"/>
            <a:tailEnd type="none"/>
          </a:ln>
        </p:spPr>
      </p:sp>
      <p:sp>
        <p:nvSpPr>
          <p:cNvPr id="5" name="Shape 3"/>
          <p:cNvSpPr/>
          <p:nvPr/>
        </p:nvSpPr>
        <p:spPr>
          <a:xfrm>
            <a:off x="1047750" y="3048000"/>
            <a:ext cx="3810000" cy="809625"/>
          </a:xfrm>
          <a:prstGeom prst="roundRect">
            <a:avLst>
              <a:gd name="adj" fmla="val 21176"/>
            </a:avLst>
          </a:prstGeom>
          <a:solidFill>
            <a:srgbClr val="1E212B"/>
          </a:solidFill>
          <a:ln w="9525">
            <a:solidFill>
              <a:srgbClr val="363B4A"/>
            </a:solidFill>
            <a:prstDash val="solid"/>
          </a:ln>
        </p:spPr>
      </p:sp>
      <p:sp>
        <p:nvSpPr>
          <p:cNvPr id="6" name="Text 4"/>
          <p:cNvSpPr/>
          <p:nvPr/>
        </p:nvSpPr>
        <p:spPr>
          <a:xfrm>
            <a:off x="1238250" y="3248025"/>
            <a:ext cx="3429000" cy="476250"/>
          </a:xfrm>
          <a:prstGeom prst="rect">
            <a:avLst/>
          </a:prstGeom>
          <a:noFill/>
          <a:ln/>
        </p:spPr>
        <p:txBody>
          <a:bodyPr wrap="square" lIns="0" tIns="11335" rIns="0" bIns="-11335" rtlCol="0" anchor="t"/>
          <a:lstStyle/>
          <a:p>
            <a:pPr algn="ctr" indent="0" marL="0">
              <a:lnSpc>
                <a:spcPts val="2730"/>
              </a:lnSpc>
              <a:buNone/>
            </a:pPr>
            <a:r>
              <a:rPr lang="en-US" sz="2100" b="1" dirty="0" spc="-1" kern="0">
                <a:solidFill>
                  <a:srgbClr val="3DD6A0"/>
                </a:solidFill>
                <a:latin typeface="Be Vietnam Pro" pitchFamily="34" charset="0"/>
                <a:ea typeface="Be Vietnam Pro" pitchFamily="34" charset="-122"/>
                <a:cs typeface="Be Vietnam Pro" pitchFamily="34" charset="-120"/>
              </a:rPr>
              <a:t>NGƯỜI DÙNG</a:t>
            </a:r>
            <a:endParaRPr lang="en-US" sz="2100" dirty="0"/>
          </a:p>
        </p:txBody>
      </p:sp>
      <p:sp>
        <p:nvSpPr>
          <p:cNvPr id="7" name="Connector line-1792794915411-437503819"/>
          <p:cNvSpPr/>
          <p:nvPr/>
        </p:nvSpPr>
        <p:spPr>
          <a:xfrm>
            <a:off x="2952750" y="4000500"/>
            <a:ext cx="0" cy="4000500"/>
          </a:xfrm>
          <a:prstGeom prst="line">
            <a:avLst/>
          </a:prstGeom>
          <a:noFill/>
          <a:ln w="28575">
            <a:solidFill>
              <a:srgbClr val="363B4A"/>
            </a:solidFill>
            <a:prstDash val="solid"/>
            <a:headEnd type="none"/>
            <a:tailEnd type="none"/>
          </a:ln>
        </p:spPr>
      </p:sp>
      <p:sp>
        <p:nvSpPr>
          <p:cNvPr id="8" name="Shape 6"/>
          <p:cNvSpPr/>
          <p:nvPr/>
        </p:nvSpPr>
        <p:spPr>
          <a:xfrm>
            <a:off x="7239000" y="3048000"/>
            <a:ext cx="3810000" cy="809625"/>
          </a:xfrm>
          <a:prstGeom prst="roundRect">
            <a:avLst>
              <a:gd name="adj" fmla="val 21176"/>
            </a:avLst>
          </a:prstGeom>
          <a:solidFill>
            <a:srgbClr val="1E212B"/>
          </a:solidFill>
          <a:ln w="9525">
            <a:solidFill>
              <a:srgbClr val="363B4A"/>
            </a:solidFill>
            <a:prstDash val="solid"/>
          </a:ln>
        </p:spPr>
      </p:sp>
      <p:sp>
        <p:nvSpPr>
          <p:cNvPr id="9" name="Text 7"/>
          <p:cNvSpPr/>
          <p:nvPr/>
        </p:nvSpPr>
        <p:spPr>
          <a:xfrm>
            <a:off x="7429500" y="3248025"/>
            <a:ext cx="3429000" cy="476250"/>
          </a:xfrm>
          <a:prstGeom prst="rect">
            <a:avLst/>
          </a:prstGeom>
          <a:noFill/>
          <a:ln/>
        </p:spPr>
        <p:txBody>
          <a:bodyPr wrap="square" lIns="0" tIns="11335" rIns="0" bIns="-11335" rtlCol="0" anchor="t"/>
          <a:lstStyle/>
          <a:p>
            <a:pPr algn="ctr" indent="0" marL="0">
              <a:lnSpc>
                <a:spcPts val="2730"/>
              </a:lnSpc>
              <a:buNone/>
            </a:pPr>
            <a:r>
              <a:rPr lang="en-US" sz="2100" b="1" dirty="0" spc="36" kern="0">
                <a:solidFill>
                  <a:srgbClr val="3DD6A0"/>
                </a:solidFill>
                <a:latin typeface="Be Vietnam Pro" pitchFamily="34" charset="0"/>
                <a:ea typeface="Be Vietnam Pro" pitchFamily="34" charset="-122"/>
                <a:cs typeface="Be Vietnam Pro" pitchFamily="34" charset="-120"/>
              </a:rPr>
              <a:t>ỨNG</a:t>
            </a:r>
            <a:r>
              <a:rPr lang="en-US" sz="2100" b="1" dirty="0" spc="-1" kern="0">
                <a:solidFill>
                  <a:srgbClr val="3DD6A0"/>
                </a:solidFill>
                <a:latin typeface="Be Vietnam Pro" pitchFamily="34" charset="0"/>
                <a:ea typeface="Be Vietnam Pro" pitchFamily="34" charset="-122"/>
                <a:cs typeface="Be Vietnam Pro" pitchFamily="34" charset="-120"/>
              </a:rPr>
              <a:t> DỤNG</a:t>
            </a:r>
            <a:endParaRPr lang="en-US" sz="2100" dirty="0"/>
          </a:p>
        </p:txBody>
      </p:sp>
      <p:sp>
        <p:nvSpPr>
          <p:cNvPr id="10" name="Connector line-1792794915412-171095102"/>
          <p:cNvSpPr/>
          <p:nvPr/>
        </p:nvSpPr>
        <p:spPr>
          <a:xfrm>
            <a:off x="9144000" y="4000500"/>
            <a:ext cx="0" cy="4000500"/>
          </a:xfrm>
          <a:prstGeom prst="line">
            <a:avLst/>
          </a:prstGeom>
          <a:noFill/>
          <a:ln w="28575">
            <a:solidFill>
              <a:srgbClr val="363B4A"/>
            </a:solidFill>
            <a:prstDash val="solid"/>
            <a:headEnd type="none"/>
            <a:tailEnd type="none"/>
          </a:ln>
        </p:spPr>
      </p:sp>
      <p:sp>
        <p:nvSpPr>
          <p:cNvPr id="11" name="Shape 9"/>
          <p:cNvSpPr/>
          <p:nvPr/>
        </p:nvSpPr>
        <p:spPr>
          <a:xfrm>
            <a:off x="13430250" y="3048000"/>
            <a:ext cx="3810000" cy="809625"/>
          </a:xfrm>
          <a:prstGeom prst="roundRect">
            <a:avLst>
              <a:gd name="adj" fmla="val 21176"/>
            </a:avLst>
          </a:prstGeom>
          <a:solidFill>
            <a:srgbClr val="1E212B"/>
          </a:solidFill>
          <a:ln w="9525">
            <a:solidFill>
              <a:srgbClr val="363B4A"/>
            </a:solidFill>
            <a:prstDash val="solid"/>
          </a:ln>
        </p:spPr>
      </p:sp>
      <p:sp>
        <p:nvSpPr>
          <p:cNvPr id="12" name="Text 10"/>
          <p:cNvSpPr/>
          <p:nvPr/>
        </p:nvSpPr>
        <p:spPr>
          <a:xfrm>
            <a:off x="13620750" y="3248025"/>
            <a:ext cx="3429000" cy="476250"/>
          </a:xfrm>
          <a:prstGeom prst="rect">
            <a:avLst/>
          </a:prstGeom>
          <a:noFill/>
          <a:ln/>
        </p:spPr>
        <p:txBody>
          <a:bodyPr wrap="square" lIns="0" tIns="11335" rIns="0" bIns="-11335" rtlCol="0" anchor="t"/>
          <a:lstStyle/>
          <a:p>
            <a:pPr algn="ctr" indent="0" marL="0">
              <a:lnSpc>
                <a:spcPts val="2730"/>
              </a:lnSpc>
              <a:buNone/>
            </a:pPr>
            <a:r>
              <a:rPr lang="en-US" sz="2100" b="1" dirty="0" spc="1" kern="0">
                <a:solidFill>
                  <a:srgbClr val="3DD6A0"/>
                </a:solidFill>
                <a:latin typeface="Be Vietnam Pro" pitchFamily="34" charset="0"/>
                <a:ea typeface="Be Vietnam Pro" pitchFamily="34" charset="-122"/>
                <a:cs typeface="Be Vietnam Pro" pitchFamily="34" charset="-120"/>
              </a:rPr>
              <a:t>DỊCH</a:t>
            </a:r>
            <a:r>
              <a:rPr lang="en-US" sz="2100" b="1" dirty="0" spc="0" kern="0">
                <a:solidFill>
                  <a:srgbClr val="3DD6A0"/>
                </a:solidFill>
                <a:latin typeface="Be Vietnam Pro" pitchFamily="34" charset="0"/>
                <a:ea typeface="Be Vietnam Pro" pitchFamily="34" charset="-122"/>
                <a:cs typeface="Be Vietnam Pro" pitchFamily="34" charset="-120"/>
              </a:rPr>
              <a:t> VỤ</a:t>
            </a:r>
            <a:r>
              <a:rPr lang="en-US" sz="2100" b="1" dirty="0" spc="-1" kern="0">
                <a:solidFill>
                  <a:srgbClr val="3DD6A0"/>
                </a:solidFill>
                <a:latin typeface="Be Vietnam Pro" pitchFamily="34" charset="0"/>
                <a:ea typeface="Be Vietnam Pro" pitchFamily="34" charset="-122"/>
                <a:cs typeface="Be Vietnam Pro" pitchFamily="34" charset="-120"/>
              </a:rPr>
              <a:t> API</a:t>
            </a:r>
            <a:endParaRPr lang="en-US" sz="2100" dirty="0"/>
          </a:p>
        </p:txBody>
      </p:sp>
      <p:sp>
        <p:nvSpPr>
          <p:cNvPr id="13" name="Connector line-1792794915413-160799059"/>
          <p:cNvSpPr/>
          <p:nvPr/>
        </p:nvSpPr>
        <p:spPr>
          <a:xfrm>
            <a:off x="15335250" y="4000500"/>
            <a:ext cx="0" cy="4000500"/>
          </a:xfrm>
          <a:prstGeom prst="line">
            <a:avLst/>
          </a:prstGeom>
          <a:noFill/>
          <a:ln w="28575">
            <a:solidFill>
              <a:srgbClr val="363B4A"/>
            </a:solidFill>
            <a:prstDash val="solid"/>
            <a:headEnd type="none"/>
            <a:tailEnd type="none"/>
          </a:ln>
        </p:spPr>
      </p:sp>
      <p:sp>
        <p:nvSpPr>
          <p:cNvPr id="14" name="Connector line-1792794915413-858633137"/>
          <p:cNvSpPr/>
          <p:nvPr/>
        </p:nvSpPr>
        <p:spPr>
          <a:xfrm>
            <a:off x="2952750" y="4410075"/>
            <a:ext cx="6191250" cy="0"/>
          </a:xfrm>
          <a:prstGeom prst="line">
            <a:avLst/>
          </a:prstGeom>
          <a:noFill/>
          <a:ln w="28575">
            <a:solidFill>
              <a:srgbClr val="3DD6A0"/>
            </a:solidFill>
            <a:prstDash val="solid"/>
            <a:headEnd type="none"/>
            <a:tailEnd type="triangle" w="lg" len="lg"/>
          </a:ln>
        </p:spPr>
      </p:sp>
      <p:sp>
        <p:nvSpPr>
          <p:cNvPr id="15" name="Shape 13"/>
          <p:cNvSpPr/>
          <p:nvPr/>
        </p:nvSpPr>
        <p:spPr>
          <a:xfrm>
            <a:off x="3524250" y="3943350"/>
            <a:ext cx="5095875" cy="409575"/>
          </a:xfrm>
          <a:prstGeom prst="rect">
            <a:avLst/>
          </a:prstGeom>
          <a:solidFill>
            <a:srgbClr val="14161C"/>
          </a:solidFill>
          <a:ln w="9525">
            <a:solidFill>
              <a:srgbClr val="14161C"/>
            </a:solidFill>
            <a:prstDash val="solid"/>
          </a:ln>
        </p:spPr>
      </p:sp>
      <p:sp>
        <p:nvSpPr>
          <p:cNvPr id="16" name="Text 14"/>
          <p:cNvSpPr/>
          <p:nvPr/>
        </p:nvSpPr>
        <p:spPr>
          <a:xfrm>
            <a:off x="3619500" y="3952875"/>
            <a:ext cx="4953000" cy="447675"/>
          </a:xfrm>
          <a:prstGeom prst="rect">
            <a:avLst/>
          </a:prstGeom>
          <a:noFill/>
          <a:ln/>
        </p:spPr>
        <p:txBody>
          <a:bodyPr wrap="square" lIns="0" tIns="10525" rIns="0" bIns="-10525" rtlCol="0" anchor="t"/>
          <a:lstStyle/>
          <a:p>
            <a:pPr algn="l" indent="0" marL="0">
              <a:lnSpc>
                <a:spcPts val="2535"/>
              </a:lnSpc>
              <a:buNone/>
            </a:pPr>
            <a:r>
              <a:rPr lang="en-US" sz="1950" dirty="0" spc="-2" kern="0">
                <a:solidFill>
                  <a:srgbClr val="F3EEE3"/>
                </a:solidFill>
                <a:latin typeface="Be Vietnam Pro" pitchFamily="34" charset="0"/>
                <a:ea typeface="Be Vietnam Pro" pitchFamily="34" charset="-122"/>
                <a:cs typeface="Be Vietnam Pro" pitchFamily="34" charset="-120"/>
              </a:rPr>
              <a:t>1.</a:t>
            </a:r>
            <a:r>
              <a:rPr lang="en-US" sz="1950" dirty="0" spc="0" kern="0">
                <a:solidFill>
                  <a:srgbClr val="F3EEE3"/>
                </a:solidFill>
                <a:latin typeface="Be Vietnam Pro" pitchFamily="34" charset="0"/>
                <a:ea typeface="Be Vietnam Pro" pitchFamily="34" charset="-122"/>
                <a:cs typeface="Be Vietnam Pro" pitchFamily="34" charset="-120"/>
              </a:rPr>
              <a:t> Chọn nội</a:t>
            </a:r>
            <a:r>
              <a:rPr lang="en-US" sz="1950" dirty="0" spc="1" kern="0">
                <a:solidFill>
                  <a:srgbClr val="F3EEE3"/>
                </a:solidFill>
                <a:latin typeface="Be Vietnam Pro" pitchFamily="34" charset="0"/>
                <a:ea typeface="Be Vietnam Pro" pitchFamily="34" charset="-122"/>
                <a:cs typeface="Be Vietnam Pro" pitchFamily="34" charset="-120"/>
              </a:rPr>
              <a:t> dung</a:t>
            </a:r>
            <a:r>
              <a:rPr lang="en-US" sz="1950" dirty="0" spc="0" kern="0">
                <a:solidFill>
                  <a:srgbClr val="F3EEE3"/>
                </a:solidFill>
                <a:latin typeface="Be Vietnam Pro" pitchFamily="34" charset="0"/>
                <a:ea typeface="Be Vietnam Pro" pitchFamily="34" charset="-122"/>
                <a:cs typeface="Be Vietnam Pro" pitchFamily="34" charset="-120"/>
              </a:rPr>
              <a:t> cần</a:t>
            </a:r>
            <a:r>
              <a:rPr lang="en-US" sz="1950" dirty="0" spc="-12" kern="0">
                <a:solidFill>
                  <a:srgbClr val="F3EEE3"/>
                </a:solidFill>
                <a:latin typeface="Be Vietnam Pro" pitchFamily="34" charset="0"/>
                <a:ea typeface="Be Vietnam Pro" pitchFamily="34" charset="-122"/>
                <a:cs typeface="Be Vietnam Pro" pitchFamily="34" charset="-120"/>
              </a:rPr>
              <a:t> xem</a:t>
            </a:r>
            <a:endParaRPr lang="en-US" sz="1950" dirty="0"/>
          </a:p>
        </p:txBody>
      </p:sp>
      <p:sp>
        <p:nvSpPr>
          <p:cNvPr id="17" name="Connector line-1792794915414-808615945"/>
          <p:cNvSpPr/>
          <p:nvPr/>
        </p:nvSpPr>
        <p:spPr>
          <a:xfrm>
            <a:off x="9144000" y="5457825"/>
            <a:ext cx="6191250" cy="0"/>
          </a:xfrm>
          <a:prstGeom prst="line">
            <a:avLst/>
          </a:prstGeom>
          <a:noFill/>
          <a:ln w="28575">
            <a:solidFill>
              <a:srgbClr val="3DD6A0"/>
            </a:solidFill>
            <a:prstDash val="solid"/>
            <a:headEnd type="none"/>
            <a:tailEnd type="triangle" w="lg" len="lg"/>
          </a:ln>
        </p:spPr>
      </p:sp>
      <p:sp>
        <p:nvSpPr>
          <p:cNvPr id="18" name="Shape 16"/>
          <p:cNvSpPr/>
          <p:nvPr/>
        </p:nvSpPr>
        <p:spPr>
          <a:xfrm>
            <a:off x="9715500" y="4991100"/>
            <a:ext cx="5095875" cy="409575"/>
          </a:xfrm>
          <a:prstGeom prst="rect">
            <a:avLst/>
          </a:prstGeom>
          <a:solidFill>
            <a:srgbClr val="14161C"/>
          </a:solidFill>
          <a:ln w="9525">
            <a:solidFill>
              <a:srgbClr val="14161C"/>
            </a:solidFill>
            <a:prstDash val="solid"/>
          </a:ln>
        </p:spPr>
      </p:sp>
      <p:sp>
        <p:nvSpPr>
          <p:cNvPr id="19" name="Text 17"/>
          <p:cNvSpPr/>
          <p:nvPr/>
        </p:nvSpPr>
        <p:spPr>
          <a:xfrm>
            <a:off x="9810750" y="5000625"/>
            <a:ext cx="4953000" cy="447675"/>
          </a:xfrm>
          <a:prstGeom prst="rect">
            <a:avLst/>
          </a:prstGeom>
          <a:noFill/>
          <a:ln/>
        </p:spPr>
        <p:txBody>
          <a:bodyPr wrap="square" lIns="0" tIns="10525" rIns="0" bIns="-10525" rtlCol="0" anchor="t"/>
          <a:lstStyle/>
          <a:p>
            <a:pPr algn="l" indent="0" marL="0">
              <a:lnSpc>
                <a:spcPts val="2535"/>
              </a:lnSpc>
              <a:buNone/>
            </a:pPr>
            <a:r>
              <a:rPr lang="en-US" sz="1950" dirty="0" spc="-5" kern="0">
                <a:solidFill>
                  <a:srgbClr val="F3EEE3"/>
                </a:solidFill>
                <a:latin typeface="Be Vietnam Pro" pitchFamily="34" charset="0"/>
                <a:ea typeface="Be Vietnam Pro" pitchFamily="34" charset="-122"/>
                <a:cs typeface="Be Vietnam Pro" pitchFamily="34" charset="-120"/>
              </a:rPr>
              <a:t>2.</a:t>
            </a:r>
            <a:r>
              <a:rPr lang="en-US" sz="1950" dirty="0" spc="33" kern="0">
                <a:solidFill>
                  <a:srgbClr val="F3EEE3"/>
                </a:solidFill>
                <a:latin typeface="Be Vietnam Pro" pitchFamily="34" charset="0"/>
                <a:ea typeface="Be Vietnam Pro" pitchFamily="34" charset="-122"/>
                <a:cs typeface="Be Vietnam Pro" pitchFamily="34" charset="-120"/>
              </a:rPr>
              <a:t> Gửi</a:t>
            </a:r>
            <a:r>
              <a:rPr lang="en-US" sz="1950" dirty="0" spc="-17" kern="0">
                <a:solidFill>
                  <a:srgbClr val="F3EEE3"/>
                </a:solidFill>
                <a:latin typeface="Be Vietnam Pro" pitchFamily="34" charset="0"/>
                <a:ea typeface="Be Vietnam Pro" pitchFamily="34" charset="-122"/>
                <a:cs typeface="Be Vietnam Pro" pitchFamily="34" charset="-120"/>
              </a:rPr>
              <a:t> yêu</a:t>
            </a:r>
            <a:r>
              <a:rPr lang="en-US" sz="1950" dirty="0" spc="-1" kern="0">
                <a:solidFill>
                  <a:srgbClr val="F3EEE3"/>
                </a:solidFill>
                <a:latin typeface="Be Vietnam Pro" pitchFamily="34" charset="0"/>
                <a:ea typeface="Be Vietnam Pro" pitchFamily="34" charset="-122"/>
                <a:cs typeface="Be Vietnam Pro" pitchFamily="34" charset="-120"/>
              </a:rPr>
              <a:t> cầu theo</a:t>
            </a:r>
            <a:r>
              <a:rPr lang="en-US" sz="1950" dirty="0" spc="-11" kern="0">
                <a:solidFill>
                  <a:srgbClr val="F3EEE3"/>
                </a:solidFill>
                <a:latin typeface="Be Vietnam Pro" pitchFamily="34" charset="0"/>
                <a:ea typeface="Be Vietnam Pro" pitchFamily="34" charset="-122"/>
                <a:cs typeface="Be Vietnam Pro" pitchFamily="34" charset="-120"/>
              </a:rPr>
              <a:t> tài</a:t>
            </a:r>
            <a:r>
              <a:rPr lang="en-US" sz="1950" dirty="0" spc="0" kern="0">
                <a:solidFill>
                  <a:srgbClr val="F3EEE3"/>
                </a:solidFill>
                <a:latin typeface="Be Vietnam Pro" pitchFamily="34" charset="0"/>
                <a:ea typeface="Be Vietnam Pro" pitchFamily="34" charset="-122"/>
                <a:cs typeface="Be Vietnam Pro" pitchFamily="34" charset="-120"/>
              </a:rPr>
              <a:t> liệu</a:t>
            </a:r>
            <a:endParaRPr lang="en-US" sz="1950" dirty="0"/>
          </a:p>
        </p:txBody>
      </p:sp>
      <p:sp>
        <p:nvSpPr>
          <p:cNvPr id="20" name="Connector line-1792794915416-638850882"/>
          <p:cNvSpPr/>
          <p:nvPr/>
        </p:nvSpPr>
        <p:spPr>
          <a:xfrm flipH="1">
            <a:off x="9144000" y="6505575"/>
            <a:ext cx="6191250" cy="0"/>
          </a:xfrm>
          <a:prstGeom prst="line">
            <a:avLst/>
          </a:prstGeom>
          <a:noFill/>
          <a:ln w="28575">
            <a:solidFill>
              <a:srgbClr val="3DD6A0"/>
            </a:solidFill>
            <a:prstDash val="solid"/>
            <a:headEnd type="none"/>
            <a:tailEnd type="triangle" w="lg" len="lg"/>
          </a:ln>
        </p:spPr>
      </p:sp>
      <p:sp>
        <p:nvSpPr>
          <p:cNvPr id="21" name="Shape 19"/>
          <p:cNvSpPr/>
          <p:nvPr/>
        </p:nvSpPr>
        <p:spPr>
          <a:xfrm>
            <a:off x="9715500" y="6038850"/>
            <a:ext cx="5095875" cy="409575"/>
          </a:xfrm>
          <a:prstGeom prst="rect">
            <a:avLst/>
          </a:prstGeom>
          <a:solidFill>
            <a:srgbClr val="14161C"/>
          </a:solidFill>
          <a:ln w="9525">
            <a:solidFill>
              <a:srgbClr val="14161C"/>
            </a:solidFill>
            <a:prstDash val="solid"/>
          </a:ln>
        </p:spPr>
      </p:sp>
      <p:sp>
        <p:nvSpPr>
          <p:cNvPr id="22" name="Text 20"/>
          <p:cNvSpPr/>
          <p:nvPr/>
        </p:nvSpPr>
        <p:spPr>
          <a:xfrm>
            <a:off x="9810750" y="6048375"/>
            <a:ext cx="4953000" cy="447675"/>
          </a:xfrm>
          <a:prstGeom prst="rect">
            <a:avLst/>
          </a:prstGeom>
          <a:noFill/>
          <a:ln/>
        </p:spPr>
        <p:txBody>
          <a:bodyPr wrap="square" lIns="0" tIns="10525" rIns="0" bIns="-10525" rtlCol="0" anchor="t"/>
          <a:lstStyle/>
          <a:p>
            <a:pPr algn="l" indent="0" marL="0">
              <a:lnSpc>
                <a:spcPts val="2535"/>
              </a:lnSpc>
              <a:buNone/>
            </a:pPr>
            <a:r>
              <a:rPr lang="en-US" sz="1950" dirty="0" spc="-3" kern="0">
                <a:solidFill>
                  <a:srgbClr val="F3EEE3"/>
                </a:solidFill>
                <a:latin typeface="Be Vietnam Pro" pitchFamily="34" charset="0"/>
                <a:ea typeface="Be Vietnam Pro" pitchFamily="34" charset="-122"/>
                <a:cs typeface="Be Vietnam Pro" pitchFamily="34" charset="-120"/>
              </a:rPr>
              <a:t>3.</a:t>
            </a:r>
            <a:r>
              <a:rPr lang="en-US" sz="1950" dirty="0" spc="-53" kern="0">
                <a:solidFill>
                  <a:srgbClr val="F3EEE3"/>
                </a:solidFill>
                <a:latin typeface="Be Vietnam Pro" pitchFamily="34" charset="0"/>
                <a:ea typeface="Be Vietnam Pro" pitchFamily="34" charset="-122"/>
                <a:cs typeface="Be Vietnam Pro" pitchFamily="34" charset="-120"/>
              </a:rPr>
              <a:t> Trả</a:t>
            </a:r>
            <a:r>
              <a:rPr lang="en-US" sz="1950" dirty="0" spc="0" kern="0">
                <a:solidFill>
                  <a:srgbClr val="F3EEE3"/>
                </a:solidFill>
                <a:latin typeface="Be Vietnam Pro" pitchFamily="34" charset="0"/>
                <a:ea typeface="Be Vietnam Pro" pitchFamily="34" charset="-122"/>
                <a:cs typeface="Be Vietnam Pro" pitchFamily="34" charset="-120"/>
              </a:rPr>
              <a:t> dữ liệu</a:t>
            </a:r>
            <a:r>
              <a:rPr lang="en-US" sz="1950" dirty="0" spc="-3" kern="0">
                <a:solidFill>
                  <a:srgbClr val="F3EEE3"/>
                </a:solidFill>
                <a:latin typeface="Be Vietnam Pro" pitchFamily="34" charset="0"/>
                <a:ea typeface="Be Vietnam Pro" pitchFamily="34" charset="-122"/>
                <a:cs typeface="Be Vietnam Pro" pitchFamily="34" charset="-120"/>
              </a:rPr>
              <a:t> hoặc</a:t>
            </a:r>
            <a:r>
              <a:rPr lang="en-US" sz="1950" dirty="0" spc="0" kern="0">
                <a:solidFill>
                  <a:srgbClr val="F3EEE3"/>
                </a:solidFill>
                <a:latin typeface="Be Vietnam Pro" pitchFamily="34" charset="0"/>
                <a:ea typeface="Be Vietnam Pro" pitchFamily="34" charset="-122"/>
                <a:cs typeface="Be Vietnam Pro" pitchFamily="34" charset="-120"/>
              </a:rPr>
              <a:t> thông</a:t>
            </a:r>
            <a:r>
              <a:rPr lang="en-US" sz="1950" dirty="0" spc="-4" kern="0">
                <a:solidFill>
                  <a:srgbClr val="F3EEE3"/>
                </a:solidFill>
                <a:latin typeface="Be Vietnam Pro" pitchFamily="34" charset="0"/>
                <a:ea typeface="Be Vietnam Pro" pitchFamily="34" charset="-122"/>
                <a:cs typeface="Be Vietnam Pro" pitchFamily="34" charset="-120"/>
              </a:rPr>
              <a:t> báo</a:t>
            </a:r>
            <a:r>
              <a:rPr lang="en-US" sz="1950" dirty="0" spc="-1" kern="0">
                <a:solidFill>
                  <a:srgbClr val="F3EEE3"/>
                </a:solidFill>
                <a:latin typeface="Be Vietnam Pro" pitchFamily="34" charset="0"/>
                <a:ea typeface="Be Vietnam Pro" pitchFamily="34" charset="-122"/>
                <a:cs typeface="Be Vietnam Pro" pitchFamily="34" charset="-120"/>
              </a:rPr>
              <a:t> lỗi</a:t>
            </a:r>
            <a:endParaRPr lang="en-US" sz="1950" dirty="0"/>
          </a:p>
        </p:txBody>
      </p:sp>
      <p:sp>
        <p:nvSpPr>
          <p:cNvPr id="23" name="Connector line-1792794915418-370182227"/>
          <p:cNvSpPr/>
          <p:nvPr/>
        </p:nvSpPr>
        <p:spPr>
          <a:xfrm flipH="1">
            <a:off x="2952750" y="7553325"/>
            <a:ext cx="6191250" cy="0"/>
          </a:xfrm>
          <a:prstGeom prst="line">
            <a:avLst/>
          </a:prstGeom>
          <a:noFill/>
          <a:ln w="28575">
            <a:solidFill>
              <a:srgbClr val="3DD6A0"/>
            </a:solidFill>
            <a:prstDash val="solid"/>
            <a:headEnd type="none"/>
            <a:tailEnd type="triangle" w="lg" len="lg"/>
          </a:ln>
        </p:spPr>
      </p:sp>
      <p:sp>
        <p:nvSpPr>
          <p:cNvPr id="24" name="Shape 22"/>
          <p:cNvSpPr/>
          <p:nvPr/>
        </p:nvSpPr>
        <p:spPr>
          <a:xfrm>
            <a:off x="3524250" y="7086600"/>
            <a:ext cx="5095875" cy="409575"/>
          </a:xfrm>
          <a:prstGeom prst="rect">
            <a:avLst/>
          </a:prstGeom>
          <a:solidFill>
            <a:srgbClr val="14161C"/>
          </a:solidFill>
          <a:ln w="9525">
            <a:solidFill>
              <a:srgbClr val="14161C"/>
            </a:solidFill>
            <a:prstDash val="solid"/>
          </a:ln>
        </p:spPr>
      </p:sp>
      <p:sp>
        <p:nvSpPr>
          <p:cNvPr id="25" name="Text 23"/>
          <p:cNvSpPr/>
          <p:nvPr/>
        </p:nvSpPr>
        <p:spPr>
          <a:xfrm>
            <a:off x="3619500" y="7096125"/>
            <a:ext cx="4953000" cy="447675"/>
          </a:xfrm>
          <a:prstGeom prst="rect">
            <a:avLst/>
          </a:prstGeom>
          <a:noFill/>
          <a:ln/>
        </p:spPr>
        <p:txBody>
          <a:bodyPr wrap="square" lIns="0" tIns="10525" rIns="0" bIns="-10525" rtlCol="0" anchor="t"/>
          <a:lstStyle/>
          <a:p>
            <a:pPr algn="l" indent="0" marL="0">
              <a:lnSpc>
                <a:spcPts val="2535"/>
              </a:lnSpc>
              <a:buNone/>
            </a:pPr>
            <a:r>
              <a:rPr lang="en-US" sz="1950" dirty="0" spc="-4" kern="0">
                <a:solidFill>
                  <a:srgbClr val="F3EEE3"/>
                </a:solidFill>
                <a:latin typeface="Be Vietnam Pro" pitchFamily="34" charset="0"/>
                <a:ea typeface="Be Vietnam Pro" pitchFamily="34" charset="-122"/>
                <a:cs typeface="Be Vietnam Pro" pitchFamily="34" charset="-120"/>
              </a:rPr>
              <a:t>4.</a:t>
            </a:r>
            <a:r>
              <a:rPr lang="en-US" sz="1950" dirty="0" spc="-18" kern="0">
                <a:solidFill>
                  <a:srgbClr val="F3EEE3"/>
                </a:solidFill>
                <a:latin typeface="Be Vietnam Pro" pitchFamily="34" charset="0"/>
                <a:ea typeface="Be Vietnam Pro" pitchFamily="34" charset="-122"/>
                <a:cs typeface="Be Vietnam Pro" pitchFamily="34" charset="-120"/>
              </a:rPr>
              <a:t> Xử</a:t>
            </a:r>
            <a:r>
              <a:rPr lang="en-US" sz="1950" dirty="0" spc="-1" kern="0">
                <a:solidFill>
                  <a:srgbClr val="F3EEE3"/>
                </a:solidFill>
                <a:latin typeface="Be Vietnam Pro" pitchFamily="34" charset="0"/>
                <a:ea typeface="Be Vietnam Pro" pitchFamily="34" charset="-122"/>
                <a:cs typeface="Be Vietnam Pro" pitchFamily="34" charset="-120"/>
              </a:rPr>
              <a:t> lý</a:t>
            </a:r>
            <a:r>
              <a:rPr lang="en-US" sz="1950" dirty="0" spc="-30" kern="0">
                <a:solidFill>
                  <a:srgbClr val="F3EEE3"/>
                </a:solidFill>
                <a:latin typeface="Be Vietnam Pro" pitchFamily="34" charset="0"/>
                <a:ea typeface="Be Vietnam Pro" pitchFamily="34" charset="-122"/>
                <a:cs typeface="Be Vietnam Pro" pitchFamily="34" charset="-120"/>
              </a:rPr>
              <a:t> kết</a:t>
            </a:r>
            <a:r>
              <a:rPr lang="en-US" sz="1950" dirty="0" spc="0" kern="0">
                <a:solidFill>
                  <a:srgbClr val="F3EEE3"/>
                </a:solidFill>
                <a:latin typeface="Be Vietnam Pro" pitchFamily="34" charset="0"/>
                <a:ea typeface="Be Vietnam Pro" pitchFamily="34" charset="-122"/>
                <a:cs typeface="Be Vietnam Pro" pitchFamily="34" charset="-120"/>
              </a:rPr>
              <a:t> quả</a:t>
            </a:r>
            <a:r>
              <a:rPr lang="en-US" sz="1950" dirty="0" spc="-15" kern="0">
                <a:solidFill>
                  <a:srgbClr val="F3EEE3"/>
                </a:solidFill>
                <a:latin typeface="Be Vietnam Pro" pitchFamily="34" charset="0"/>
                <a:ea typeface="Be Vietnam Pro" pitchFamily="34" charset="-122"/>
                <a:cs typeface="Be Vietnam Pro" pitchFamily="34" charset="-120"/>
              </a:rPr>
              <a:t> và</a:t>
            </a:r>
            <a:r>
              <a:rPr lang="en-US" sz="1950" dirty="0" spc="1" kern="0">
                <a:solidFill>
                  <a:srgbClr val="F3EEE3"/>
                </a:solidFill>
                <a:latin typeface="Be Vietnam Pro" pitchFamily="34" charset="0"/>
                <a:ea typeface="Be Vietnam Pro" pitchFamily="34" charset="-122"/>
                <a:cs typeface="Be Vietnam Pro" pitchFamily="34" charset="-120"/>
              </a:rPr>
              <a:t> hiển</a:t>
            </a:r>
            <a:r>
              <a:rPr lang="en-US" sz="1950" dirty="0" spc="-1" kern="0">
                <a:solidFill>
                  <a:srgbClr val="F3EEE3"/>
                </a:solidFill>
                <a:latin typeface="Be Vietnam Pro" pitchFamily="34" charset="0"/>
                <a:ea typeface="Be Vietnam Pro" pitchFamily="34" charset="-122"/>
                <a:cs typeface="Be Vietnam Pro" pitchFamily="34" charset="-120"/>
              </a:rPr>
              <a:t> thị</a:t>
            </a:r>
            <a:endParaRPr lang="en-US" sz="1950" dirty="0"/>
          </a:p>
        </p:txBody>
      </p:sp>
      <p:sp>
        <p:nvSpPr>
          <p:cNvPr id="26" name="Shape 24"/>
          <p:cNvSpPr/>
          <p:nvPr/>
        </p:nvSpPr>
        <p:spPr>
          <a:xfrm>
            <a:off x="838200" y="8515350"/>
            <a:ext cx="16611600" cy="676275"/>
          </a:xfrm>
          <a:prstGeom prst="roundRect">
            <a:avLst>
              <a:gd name="adj" fmla="val 11268"/>
            </a:avLst>
          </a:prstGeom>
          <a:solidFill>
            <a:srgbClr val="252A36"/>
          </a:solidFill>
          <a:ln w="9525">
            <a:solidFill>
              <a:srgbClr val="252A36"/>
            </a:solidFill>
            <a:prstDash val="solid"/>
          </a:ln>
        </p:spPr>
      </p:sp>
      <p:sp>
        <p:nvSpPr>
          <p:cNvPr id="27" name="Text 25"/>
          <p:cNvSpPr/>
          <p:nvPr/>
        </p:nvSpPr>
        <p:spPr>
          <a:xfrm>
            <a:off x="1038225" y="8677275"/>
            <a:ext cx="16240125" cy="457200"/>
          </a:xfrm>
          <a:prstGeom prst="rect">
            <a:avLst/>
          </a:prstGeom>
          <a:noFill/>
          <a:ln/>
        </p:spPr>
        <p:txBody>
          <a:bodyPr wrap="square" lIns="0" tIns="10914" rIns="0" bIns="-10914" rtlCol="0" anchor="t"/>
          <a:lstStyle/>
          <a:p>
            <a:pPr algn="l" indent="0" marL="0">
              <a:lnSpc>
                <a:spcPts val="2633"/>
              </a:lnSpc>
              <a:buNone/>
            </a:pPr>
            <a:r>
              <a:rPr lang="en-US" sz="2025" dirty="0" spc="6" kern="0">
                <a:solidFill>
                  <a:srgbClr val="F3EEE3"/>
                </a:solidFill>
                <a:latin typeface="Be Vietnam Pro Medium" pitchFamily="34" charset="0"/>
                <a:ea typeface="Be Vietnam Pro Medium" pitchFamily="34" charset="-122"/>
                <a:cs typeface="Be Vietnam Pro Medium" pitchFamily="34" charset="-120"/>
              </a:rPr>
              <a:t>Sơ</a:t>
            </a:r>
            <a:r>
              <a:rPr lang="en-US" sz="2025" dirty="0" spc="13" kern="0">
                <a:solidFill>
                  <a:srgbClr val="F3EEE3"/>
                </a:solidFill>
                <a:latin typeface="Be Vietnam Pro Medium" pitchFamily="34" charset="0"/>
                <a:ea typeface="Be Vietnam Pro Medium" pitchFamily="34" charset="-122"/>
                <a:cs typeface="Be Vietnam Pro Medium" pitchFamily="34" charset="-120"/>
              </a:rPr>
              <a:t> đồ</a:t>
            </a:r>
            <a:r>
              <a:rPr lang="en-US" sz="2025" dirty="0" spc="-1" kern="0">
                <a:solidFill>
                  <a:srgbClr val="F3EEE3"/>
                </a:solidFill>
                <a:latin typeface="Be Vietnam Pro Medium" pitchFamily="34" charset="0"/>
                <a:ea typeface="Be Vietnam Pro Medium" pitchFamily="34" charset="-122"/>
                <a:cs typeface="Be Vietnam Pro Medium" pitchFamily="34" charset="-120"/>
              </a:rPr>
              <a:t> minh</a:t>
            </a:r>
            <a:r>
              <a:rPr lang="en-US" sz="2025" dirty="0" spc="-4" kern="0">
                <a:solidFill>
                  <a:srgbClr val="F3EEE3"/>
                </a:solidFill>
                <a:latin typeface="Be Vietnam Pro Medium" pitchFamily="34" charset="0"/>
                <a:ea typeface="Be Vietnam Pro Medium" pitchFamily="34" charset="-122"/>
                <a:cs typeface="Be Vietnam Pro Medium" pitchFamily="34" charset="-120"/>
              </a:rPr>
              <a:t> họa</a:t>
            </a:r>
            <a:r>
              <a:rPr lang="en-US" sz="2025" dirty="0" spc="1" kern="0">
                <a:solidFill>
                  <a:srgbClr val="F3EEE3"/>
                </a:solidFill>
                <a:latin typeface="Be Vietnam Pro Medium" pitchFamily="34" charset="0"/>
                <a:ea typeface="Be Vietnam Pro Medium" pitchFamily="34" charset="-122"/>
                <a:cs typeface="Be Vietnam Pro Medium" pitchFamily="34" charset="-120"/>
              </a:rPr>
              <a:t> của</a:t>
            </a:r>
            <a:r>
              <a:rPr lang="en-US" sz="2025" dirty="0" spc="6" kern="0">
                <a:solidFill>
                  <a:srgbClr val="F3EEE3"/>
                </a:solidFill>
                <a:latin typeface="Be Vietnam Pro Medium" pitchFamily="34" charset="0"/>
                <a:ea typeface="Be Vietnam Pro Medium" pitchFamily="34" charset="-122"/>
                <a:cs typeface="Be Vietnam Pro Medium" pitchFamily="34" charset="-120"/>
              </a:rPr>
              <a:t> người</a:t>
            </a:r>
            <a:r>
              <a:rPr lang="en-US" sz="2025" dirty="0" spc="-3" kern="0">
                <a:solidFill>
                  <a:srgbClr val="F3EEE3"/>
                </a:solidFill>
                <a:latin typeface="Be Vietnam Pro Medium" pitchFamily="34" charset="0"/>
                <a:ea typeface="Be Vietnam Pro Medium" pitchFamily="34" charset="-122"/>
                <a:cs typeface="Be Vietnam Pro Medium" pitchFamily="34" charset="-120"/>
              </a:rPr>
              <a:t> viết;</a:t>
            </a:r>
            <a:r>
              <a:rPr lang="en-US" sz="2025" dirty="0" spc="1" kern="0">
                <a:solidFill>
                  <a:srgbClr val="F3EEE3"/>
                </a:solidFill>
                <a:latin typeface="Be Vietnam Pro Medium" pitchFamily="34" charset="0"/>
                <a:ea typeface="Be Vietnam Pro Medium" pitchFamily="34" charset="-122"/>
                <a:cs typeface="Be Vietnam Pro Medium" pitchFamily="34" charset="-120"/>
              </a:rPr>
              <a:t> kiến</a:t>
            </a:r>
            <a:r>
              <a:rPr lang="en-US" sz="2025" dirty="0" spc="2" kern="0">
                <a:solidFill>
                  <a:srgbClr val="F3EEE3"/>
                </a:solidFill>
                <a:latin typeface="Be Vietnam Pro Medium" pitchFamily="34" charset="0"/>
                <a:ea typeface="Be Vietnam Pro Medium" pitchFamily="34" charset="-122"/>
                <a:cs typeface="Be Vietnam Pro Medium" pitchFamily="34" charset="-120"/>
              </a:rPr>
              <a:t> trúc</a:t>
            </a:r>
            <a:r>
              <a:rPr lang="en-US" sz="2025" dirty="0" spc="7" kern="0">
                <a:solidFill>
                  <a:srgbClr val="F3EEE3"/>
                </a:solidFill>
                <a:latin typeface="Be Vietnam Pro Medium" pitchFamily="34" charset="0"/>
                <a:ea typeface="Be Vietnam Pro Medium" pitchFamily="34" charset="-122"/>
                <a:cs typeface="Be Vietnam Pro Medium" pitchFamily="34" charset="-120"/>
              </a:rPr>
              <a:t> thực</a:t>
            </a:r>
            <a:r>
              <a:rPr lang="en-US" sz="2025" dirty="0" spc="-9" kern="0">
                <a:solidFill>
                  <a:srgbClr val="F3EEE3"/>
                </a:solidFill>
                <a:latin typeface="Be Vietnam Pro Medium" pitchFamily="34" charset="0"/>
                <a:ea typeface="Be Vietnam Pro Medium" pitchFamily="34" charset="-122"/>
                <a:cs typeface="Be Vietnam Pro Medium" pitchFamily="34" charset="-120"/>
              </a:rPr>
              <a:t> tế</a:t>
            </a:r>
            <a:r>
              <a:rPr lang="en-US" sz="2025" dirty="0" spc="0" kern="0">
                <a:solidFill>
                  <a:srgbClr val="F3EEE3"/>
                </a:solidFill>
                <a:latin typeface="Be Vietnam Pro Medium" pitchFamily="34" charset="0"/>
                <a:ea typeface="Be Vietnam Pro Medium" pitchFamily="34" charset="-122"/>
                <a:cs typeface="Be Vietnam Pro Medium" pitchFamily="34" charset="-120"/>
              </a:rPr>
              <a:t> có</a:t>
            </a:r>
            <a:r>
              <a:rPr lang="en-US" sz="2025" dirty="0" spc="-1" kern="0">
                <a:solidFill>
                  <a:srgbClr val="F3EEE3"/>
                </a:solidFill>
                <a:latin typeface="Be Vietnam Pro Medium" pitchFamily="34" charset="0"/>
                <a:ea typeface="Be Vietnam Pro Medium" pitchFamily="34" charset="-122"/>
                <a:cs typeface="Be Vietnam Pro Medium" pitchFamily="34" charset="-120"/>
              </a:rPr>
              <a:t> thể</a:t>
            </a:r>
            <a:r>
              <a:rPr lang="en-US" sz="2025" dirty="0" spc="1" kern="0">
                <a:solidFill>
                  <a:srgbClr val="F3EEE3"/>
                </a:solidFill>
                <a:latin typeface="Be Vietnam Pro Medium" pitchFamily="34" charset="0"/>
                <a:ea typeface="Be Vietnam Pro Medium" pitchFamily="34" charset="-122"/>
                <a:cs typeface="Be Vietnam Pro Medium" pitchFamily="34" charset="-120"/>
              </a:rPr>
              <a:t> cần</a:t>
            </a:r>
            <a:r>
              <a:rPr lang="en-US" sz="2025" dirty="0" spc="-2" kern="0">
                <a:solidFill>
                  <a:srgbClr val="F3EEE3"/>
                </a:solidFill>
                <a:latin typeface="Be Vietnam Pro Medium" pitchFamily="34" charset="0"/>
                <a:ea typeface="Be Vietnam Pro Medium" pitchFamily="34" charset="-122"/>
                <a:cs typeface="Be Vietnam Pro Medium" pitchFamily="34" charset="-120"/>
              </a:rPr>
              <a:t> thêm</a:t>
            </a:r>
            <a:r>
              <a:rPr lang="en-US" sz="2025" dirty="0" spc="-6" kern="0">
                <a:solidFill>
                  <a:srgbClr val="F3EEE3"/>
                </a:solidFill>
                <a:latin typeface="Be Vietnam Pro Medium" pitchFamily="34" charset="0"/>
                <a:ea typeface="Be Vietnam Pro Medium" pitchFamily="34" charset="-122"/>
                <a:cs typeface="Be Vietnam Pro Medium" pitchFamily="34" charset="-120"/>
              </a:rPr>
              <a:t> máy</a:t>
            </a:r>
            <a:r>
              <a:rPr lang="en-US" sz="2025" dirty="0" spc="1" kern="0">
                <a:solidFill>
                  <a:srgbClr val="F3EEE3"/>
                </a:solidFill>
                <a:latin typeface="Be Vietnam Pro Medium" pitchFamily="34" charset="0"/>
                <a:ea typeface="Be Vietnam Pro Medium" pitchFamily="34" charset="-122"/>
                <a:cs typeface="Be Vietnam Pro Medium" pitchFamily="34" charset="-120"/>
              </a:rPr>
              <a:t> chủ</a:t>
            </a:r>
            <a:r>
              <a:rPr lang="en-US" sz="2025" dirty="0" spc="0" kern="0">
                <a:solidFill>
                  <a:srgbClr val="F3EEE3"/>
                </a:solidFill>
                <a:latin typeface="Be Vietnam Pro Medium" pitchFamily="34" charset="0"/>
                <a:ea typeface="Be Vietnam Pro Medium" pitchFamily="34" charset="-122"/>
                <a:cs typeface="Be Vietnam Pro Medium" pitchFamily="34" charset="-120"/>
              </a:rPr>
              <a:t> trung gian.</a:t>
            </a:r>
            <a:endParaRPr lang="en-US" sz="2025" dirty="0"/>
          </a:p>
        </p:txBody>
      </p:sp>
      <p:sp>
        <p:nvSpPr>
          <p:cNvPr id="28" name="Text 26"/>
          <p:cNvSpPr/>
          <p:nvPr/>
        </p:nvSpPr>
        <p:spPr>
          <a:xfrm>
            <a:off x="838200" y="9353550"/>
            <a:ext cx="16611600" cy="333375"/>
          </a:xfrm>
          <a:prstGeom prst="rect">
            <a:avLst/>
          </a:prstGeom>
          <a:noFill/>
          <a:ln/>
        </p:spPr>
        <p:txBody>
          <a:bodyPr wrap="square" lIns="0" tIns="8906" rIns="0" bIns="-8906" rtlCol="0" anchor="t"/>
          <a:lstStyle/>
          <a:p>
            <a:pPr algn="l" indent="0" marL="0">
              <a:lnSpc>
                <a:spcPts val="2145"/>
              </a:lnSpc>
              <a:buNone/>
            </a:pPr>
            <a:r>
              <a:rPr lang="en-US" sz="1650" dirty="0" spc="-3" kern="0">
                <a:solidFill>
                  <a:srgbClr val="9AA0B5"/>
                </a:solidFill>
                <a:latin typeface="Be Vietnam Pro" pitchFamily="34" charset="0"/>
                <a:ea typeface="Be Vietnam Pro" pitchFamily="34" charset="-122"/>
                <a:cs typeface="Be Vietnam Pro" pitchFamily="34" charset="-120"/>
              </a:rPr>
              <a:t>Nguồn:</a:t>
            </a:r>
            <a:r>
              <a:rPr lang="en-US" sz="1650" dirty="0" spc="-1" kern="0">
                <a:solidFill>
                  <a:srgbClr val="9AA0B5"/>
                </a:solidFill>
                <a:latin typeface="Be Vietnam Pro" pitchFamily="34" charset="0"/>
                <a:ea typeface="Be Vietnam Pro" pitchFamily="34" charset="-122"/>
                <a:cs typeface="Be Vietnam Pro" pitchFamily="34" charset="-120"/>
              </a:rPr>
              <a:t> [S5]</a:t>
            </a:r>
            <a:r>
              <a:rPr lang="en-US" sz="1650" dirty="0" spc="-2" kern="0">
                <a:solidFill>
                  <a:srgbClr val="9AA0B5"/>
                </a:solidFill>
                <a:latin typeface="Be Vietnam Pro" pitchFamily="34" charset="0"/>
                <a:ea typeface="Be Vietnam Pro" pitchFamily="34" charset="-122"/>
                <a:cs typeface="Be Vietnam Pro" pitchFamily="34" charset="-120"/>
              </a:rPr>
              <a:t> [S6]</a:t>
            </a:r>
            <a:r>
              <a:rPr lang="en-US" sz="1650" dirty="0" spc="1" kern="0">
                <a:solidFill>
                  <a:srgbClr val="9AA0B5"/>
                </a:solidFill>
                <a:latin typeface="Be Vietnam Pro" pitchFamily="34" charset="0"/>
                <a:ea typeface="Be Vietnam Pro" pitchFamily="34" charset="-122"/>
                <a:cs typeface="Be Vietnam Pro" pitchFamily="34" charset="-120"/>
              </a:rPr>
              <a:t>  ·</a:t>
            </a:r>
            <a:r>
              <a:rPr lang="en-US" sz="1650" dirty="0" spc="2" kern="0">
                <a:solidFill>
                  <a:srgbClr val="9AA0B5"/>
                </a:solidFill>
                <a:latin typeface="Be Vietnam Pro" pitchFamily="34" charset="0"/>
                <a:ea typeface="Be Vietnam Pro" pitchFamily="34" charset="-122"/>
                <a:cs typeface="Be Vietnam Pro" pitchFamily="34" charset="-120"/>
              </a:rPr>
              <a:t>  Số</a:t>
            </a:r>
            <a:r>
              <a:rPr lang="en-US" sz="1650" dirty="0" spc="-1" kern="0">
                <a:solidFill>
                  <a:srgbClr val="9AA0B5"/>
                </a:solidFill>
                <a:latin typeface="Be Vietnam Pro" pitchFamily="34" charset="0"/>
                <a:ea typeface="Be Vietnam Pro" pitchFamily="34" charset="-122"/>
                <a:cs typeface="Be Vietnam Pro" pitchFamily="34" charset="-120"/>
              </a:rPr>
              <a:t> liệu:</a:t>
            </a:r>
            <a:r>
              <a:rPr lang="en-US" sz="1650" dirty="0" spc="1" kern="0">
                <a:solidFill>
                  <a:srgbClr val="9AA0B5"/>
                </a:solidFill>
                <a:latin typeface="Be Vietnam Pro" pitchFamily="34" charset="0"/>
                <a:ea typeface="Be Vietnam Pro" pitchFamily="34" charset="-122"/>
                <a:cs typeface="Be Vietnam Pro" pitchFamily="34" charset="-120"/>
              </a:rPr>
              <a:t> phiên</a:t>
            </a:r>
            <a:r>
              <a:rPr lang="en-US" sz="1650" dirty="0" spc="-1" kern="0">
                <a:solidFill>
                  <a:srgbClr val="9AA0B5"/>
                </a:solidFill>
                <a:latin typeface="Be Vietnam Pro" pitchFamily="34" charset="0"/>
                <a:ea typeface="Be Vietnam Pro" pitchFamily="34" charset="-122"/>
                <a:cs typeface="Be Vietnam Pro" pitchFamily="34" charset="-120"/>
              </a:rPr>
              <a:t> quét</a:t>
            </a:r>
            <a:r>
              <a:rPr lang="en-US" sz="1650" dirty="0" spc="-8" kern="0">
                <a:solidFill>
                  <a:srgbClr val="9AA0B5"/>
                </a:solidFill>
                <a:latin typeface="Be Vietnam Pro" pitchFamily="34" charset="0"/>
                <a:ea typeface="Be Vietnam Pro" pitchFamily="34" charset="-122"/>
                <a:cs typeface="Be Vietnam Pro" pitchFamily="34" charset="-120"/>
              </a:rPr>
              <a:t> 23/10/2026</a:t>
            </a:r>
            <a:endParaRPr lang="en-US" sz="1650" dirty="0"/>
          </a:p>
        </p:txBody>
      </p:sp>
      <p:sp>
        <p:nvSpPr>
          <p:cNvPr id="29" name="Shape 27"/>
          <p:cNvSpPr/>
          <p:nvPr/>
        </p:nvSpPr>
        <p:spPr>
          <a:xfrm>
            <a:off x="847725" y="9896475"/>
            <a:ext cx="57150" cy="57150"/>
          </a:xfrm>
          <a:prstGeom prst="ellipse">
            <a:avLst/>
          </a:prstGeom>
          <a:solidFill>
            <a:srgbClr val="363B4A"/>
          </a:solidFill>
          <a:ln/>
        </p:spPr>
      </p:sp>
      <p:sp>
        <p:nvSpPr>
          <p:cNvPr id="30" name="Shape 28"/>
          <p:cNvSpPr/>
          <p:nvPr/>
        </p:nvSpPr>
        <p:spPr>
          <a:xfrm>
            <a:off x="952500" y="9896475"/>
            <a:ext cx="57150" cy="57150"/>
          </a:xfrm>
          <a:prstGeom prst="ellipse">
            <a:avLst/>
          </a:prstGeom>
          <a:solidFill>
            <a:srgbClr val="363B4A"/>
          </a:solidFill>
          <a:ln/>
        </p:spPr>
      </p:sp>
      <p:sp>
        <p:nvSpPr>
          <p:cNvPr id="31" name="Shape 29"/>
          <p:cNvSpPr/>
          <p:nvPr/>
        </p:nvSpPr>
        <p:spPr>
          <a:xfrm>
            <a:off x="1057275" y="9896475"/>
            <a:ext cx="57150" cy="57150"/>
          </a:xfrm>
          <a:prstGeom prst="ellipse">
            <a:avLst/>
          </a:prstGeom>
          <a:solidFill>
            <a:srgbClr val="363B4A"/>
          </a:solidFill>
          <a:ln/>
        </p:spPr>
      </p:sp>
      <p:sp>
        <p:nvSpPr>
          <p:cNvPr id="32" name="Shape 30"/>
          <p:cNvSpPr/>
          <p:nvPr/>
        </p:nvSpPr>
        <p:spPr>
          <a:xfrm>
            <a:off x="1162050" y="9896475"/>
            <a:ext cx="57150" cy="57150"/>
          </a:xfrm>
          <a:prstGeom prst="ellipse">
            <a:avLst/>
          </a:prstGeom>
          <a:solidFill>
            <a:srgbClr val="363B4A"/>
          </a:solidFill>
          <a:ln/>
        </p:spPr>
      </p:sp>
      <p:sp>
        <p:nvSpPr>
          <p:cNvPr id="33" name="Shape 31"/>
          <p:cNvSpPr/>
          <p:nvPr/>
        </p:nvSpPr>
        <p:spPr>
          <a:xfrm>
            <a:off x="1266825" y="9896475"/>
            <a:ext cx="57150" cy="57150"/>
          </a:xfrm>
          <a:prstGeom prst="ellipse">
            <a:avLst/>
          </a:prstGeom>
          <a:solidFill>
            <a:srgbClr val="363B4A"/>
          </a:solidFill>
          <a:ln/>
        </p:spPr>
      </p:sp>
      <p:sp>
        <p:nvSpPr>
          <p:cNvPr id="34" name="Shape 32"/>
          <p:cNvSpPr/>
          <p:nvPr/>
        </p:nvSpPr>
        <p:spPr>
          <a:xfrm>
            <a:off x="1371600" y="9896475"/>
            <a:ext cx="57150" cy="57150"/>
          </a:xfrm>
          <a:prstGeom prst="ellipse">
            <a:avLst/>
          </a:prstGeom>
          <a:solidFill>
            <a:srgbClr val="363B4A"/>
          </a:solidFill>
          <a:ln/>
        </p:spPr>
      </p:sp>
      <p:sp>
        <p:nvSpPr>
          <p:cNvPr id="35" name="Shape 33"/>
          <p:cNvSpPr/>
          <p:nvPr/>
        </p:nvSpPr>
        <p:spPr>
          <a:xfrm>
            <a:off x="1476375" y="9896475"/>
            <a:ext cx="57150" cy="57150"/>
          </a:xfrm>
          <a:prstGeom prst="ellipse">
            <a:avLst/>
          </a:prstGeom>
          <a:solidFill>
            <a:srgbClr val="363B4A"/>
          </a:solidFill>
          <a:ln/>
        </p:spPr>
      </p:sp>
      <p:sp>
        <p:nvSpPr>
          <p:cNvPr id="36" name="Shape 34"/>
          <p:cNvSpPr/>
          <p:nvPr/>
        </p:nvSpPr>
        <p:spPr>
          <a:xfrm>
            <a:off x="1581150" y="9896475"/>
            <a:ext cx="57150" cy="57150"/>
          </a:xfrm>
          <a:prstGeom prst="ellipse">
            <a:avLst/>
          </a:prstGeom>
          <a:solidFill>
            <a:srgbClr val="363B4A"/>
          </a:solidFill>
          <a:ln/>
        </p:spPr>
      </p:sp>
      <p:sp>
        <p:nvSpPr>
          <p:cNvPr id="37" name="Shape 35"/>
          <p:cNvSpPr/>
          <p:nvPr/>
        </p:nvSpPr>
        <p:spPr>
          <a:xfrm>
            <a:off x="1685925" y="9896475"/>
            <a:ext cx="57150" cy="57150"/>
          </a:xfrm>
          <a:prstGeom prst="ellipse">
            <a:avLst/>
          </a:prstGeom>
          <a:solidFill>
            <a:srgbClr val="363B4A"/>
          </a:solidFill>
          <a:ln/>
        </p:spPr>
      </p:sp>
      <p:sp>
        <p:nvSpPr>
          <p:cNvPr id="38" name="Shape 36"/>
          <p:cNvSpPr/>
          <p:nvPr/>
        </p:nvSpPr>
        <p:spPr>
          <a:xfrm>
            <a:off x="1790700" y="9896475"/>
            <a:ext cx="57150" cy="57150"/>
          </a:xfrm>
          <a:prstGeom prst="ellipse">
            <a:avLst/>
          </a:prstGeom>
          <a:solidFill>
            <a:srgbClr val="363B4A"/>
          </a:solidFill>
          <a:ln/>
        </p:spPr>
      </p:sp>
      <p:sp>
        <p:nvSpPr>
          <p:cNvPr id="39" name="Shape 37"/>
          <p:cNvSpPr/>
          <p:nvPr/>
        </p:nvSpPr>
        <p:spPr>
          <a:xfrm>
            <a:off x="1895475" y="9896475"/>
            <a:ext cx="57150" cy="57150"/>
          </a:xfrm>
          <a:prstGeom prst="ellipse">
            <a:avLst/>
          </a:prstGeom>
          <a:solidFill>
            <a:srgbClr val="363B4A"/>
          </a:solidFill>
          <a:ln/>
        </p:spPr>
      </p:sp>
      <p:sp>
        <p:nvSpPr>
          <p:cNvPr id="40" name="Shape 38"/>
          <p:cNvSpPr/>
          <p:nvPr/>
        </p:nvSpPr>
        <p:spPr>
          <a:xfrm>
            <a:off x="2000250" y="9896475"/>
            <a:ext cx="57150" cy="57150"/>
          </a:xfrm>
          <a:prstGeom prst="ellipse">
            <a:avLst/>
          </a:prstGeom>
          <a:solidFill>
            <a:srgbClr val="363B4A"/>
          </a:solidFill>
          <a:ln/>
        </p:spPr>
      </p:sp>
      <p:sp>
        <p:nvSpPr>
          <p:cNvPr id="41" name="Shape 39"/>
          <p:cNvSpPr/>
          <p:nvPr/>
        </p:nvSpPr>
        <p:spPr>
          <a:xfrm>
            <a:off x="2105025" y="9896475"/>
            <a:ext cx="57150" cy="57150"/>
          </a:xfrm>
          <a:prstGeom prst="ellipse">
            <a:avLst/>
          </a:prstGeom>
          <a:solidFill>
            <a:srgbClr val="363B4A"/>
          </a:solidFill>
          <a:ln/>
        </p:spPr>
      </p:sp>
      <p:sp>
        <p:nvSpPr>
          <p:cNvPr id="42" name="Shape 40"/>
          <p:cNvSpPr/>
          <p:nvPr/>
        </p:nvSpPr>
        <p:spPr>
          <a:xfrm>
            <a:off x="2209800" y="9896475"/>
            <a:ext cx="57150" cy="57150"/>
          </a:xfrm>
          <a:prstGeom prst="ellipse">
            <a:avLst/>
          </a:prstGeom>
          <a:solidFill>
            <a:srgbClr val="363B4A"/>
          </a:solidFill>
          <a:ln/>
        </p:spPr>
      </p:sp>
      <p:sp>
        <p:nvSpPr>
          <p:cNvPr id="43" name="Shape 41"/>
          <p:cNvSpPr/>
          <p:nvPr/>
        </p:nvSpPr>
        <p:spPr>
          <a:xfrm>
            <a:off x="2314575" y="9896475"/>
            <a:ext cx="57150" cy="57150"/>
          </a:xfrm>
          <a:prstGeom prst="ellipse">
            <a:avLst/>
          </a:prstGeom>
          <a:solidFill>
            <a:srgbClr val="363B4A"/>
          </a:solidFill>
          <a:ln/>
        </p:spPr>
      </p:sp>
      <p:sp>
        <p:nvSpPr>
          <p:cNvPr id="44" name="Shape 42"/>
          <p:cNvSpPr/>
          <p:nvPr/>
        </p:nvSpPr>
        <p:spPr>
          <a:xfrm>
            <a:off x="2419350" y="9896475"/>
            <a:ext cx="57150" cy="57150"/>
          </a:xfrm>
          <a:prstGeom prst="ellipse">
            <a:avLst/>
          </a:prstGeom>
          <a:solidFill>
            <a:srgbClr val="363B4A"/>
          </a:solidFill>
          <a:ln/>
        </p:spPr>
      </p:sp>
      <p:sp>
        <p:nvSpPr>
          <p:cNvPr id="45" name="Shape 43"/>
          <p:cNvSpPr/>
          <p:nvPr/>
        </p:nvSpPr>
        <p:spPr>
          <a:xfrm>
            <a:off x="2524125" y="9896475"/>
            <a:ext cx="57150" cy="57150"/>
          </a:xfrm>
          <a:prstGeom prst="ellipse">
            <a:avLst/>
          </a:prstGeom>
          <a:solidFill>
            <a:srgbClr val="363B4A"/>
          </a:solidFill>
          <a:ln/>
        </p:spPr>
      </p:sp>
      <p:sp>
        <p:nvSpPr>
          <p:cNvPr id="46" name="Shape 44"/>
          <p:cNvSpPr/>
          <p:nvPr/>
        </p:nvSpPr>
        <p:spPr>
          <a:xfrm>
            <a:off x="2628900" y="9896475"/>
            <a:ext cx="57150" cy="57150"/>
          </a:xfrm>
          <a:prstGeom prst="ellipse">
            <a:avLst/>
          </a:prstGeom>
          <a:solidFill>
            <a:srgbClr val="363B4A"/>
          </a:solidFill>
          <a:ln/>
        </p:spPr>
      </p:sp>
      <p:sp>
        <p:nvSpPr>
          <p:cNvPr id="47" name="Shape 45"/>
          <p:cNvSpPr/>
          <p:nvPr/>
        </p:nvSpPr>
        <p:spPr>
          <a:xfrm>
            <a:off x="2733675" y="9896475"/>
            <a:ext cx="57150" cy="57150"/>
          </a:xfrm>
          <a:prstGeom prst="ellipse">
            <a:avLst/>
          </a:prstGeom>
          <a:solidFill>
            <a:srgbClr val="E8472B"/>
          </a:solidFill>
          <a:ln/>
        </p:spPr>
      </p:sp>
      <p:sp>
        <p:nvSpPr>
          <p:cNvPr id="48" name="Shape 46"/>
          <p:cNvSpPr/>
          <p:nvPr/>
        </p:nvSpPr>
        <p:spPr>
          <a:xfrm>
            <a:off x="2838450" y="9896475"/>
            <a:ext cx="57150" cy="57150"/>
          </a:xfrm>
          <a:prstGeom prst="ellipse">
            <a:avLst/>
          </a:prstGeom>
          <a:solidFill>
            <a:srgbClr val="363B4A"/>
          </a:solidFill>
          <a:ln/>
        </p:spPr>
      </p:sp>
      <p:sp>
        <p:nvSpPr>
          <p:cNvPr id="49" name="Shape 47"/>
          <p:cNvSpPr/>
          <p:nvPr/>
        </p:nvSpPr>
        <p:spPr>
          <a:xfrm>
            <a:off x="2943225" y="9896475"/>
            <a:ext cx="57150" cy="57150"/>
          </a:xfrm>
          <a:prstGeom prst="ellipse">
            <a:avLst/>
          </a:prstGeom>
          <a:solidFill>
            <a:srgbClr val="363B4A"/>
          </a:solidFill>
          <a:ln/>
        </p:spPr>
      </p:sp>
      <p:sp>
        <p:nvSpPr>
          <p:cNvPr id="50" name="Shape 48"/>
          <p:cNvSpPr/>
          <p:nvPr/>
        </p:nvSpPr>
        <p:spPr>
          <a:xfrm>
            <a:off x="3048000" y="9896475"/>
            <a:ext cx="57150" cy="57150"/>
          </a:xfrm>
          <a:prstGeom prst="ellipse">
            <a:avLst/>
          </a:prstGeom>
          <a:solidFill>
            <a:srgbClr val="363B4A"/>
          </a:solidFill>
          <a:ln/>
        </p:spPr>
      </p:sp>
      <p:sp>
        <p:nvSpPr>
          <p:cNvPr id="51" name="Shape 49"/>
          <p:cNvSpPr/>
          <p:nvPr/>
        </p:nvSpPr>
        <p:spPr>
          <a:xfrm>
            <a:off x="3152775" y="9896475"/>
            <a:ext cx="57150" cy="57150"/>
          </a:xfrm>
          <a:prstGeom prst="ellipse">
            <a:avLst/>
          </a:prstGeom>
          <a:solidFill>
            <a:srgbClr val="363B4A"/>
          </a:solidFill>
          <a:ln/>
        </p:spPr>
      </p:sp>
      <p:sp>
        <p:nvSpPr>
          <p:cNvPr id="52" name="Shape 50"/>
          <p:cNvSpPr/>
          <p:nvPr/>
        </p:nvSpPr>
        <p:spPr>
          <a:xfrm>
            <a:off x="3257550" y="9896475"/>
            <a:ext cx="57150" cy="57150"/>
          </a:xfrm>
          <a:prstGeom prst="ellipse">
            <a:avLst/>
          </a:prstGeom>
          <a:solidFill>
            <a:srgbClr val="363B4A"/>
          </a:solidFill>
          <a:ln/>
        </p:spPr>
      </p:sp>
      <p:sp>
        <p:nvSpPr>
          <p:cNvPr id="53" name="Text 51"/>
          <p:cNvSpPr/>
          <p:nvPr/>
        </p:nvSpPr>
        <p:spPr>
          <a:xfrm>
            <a:off x="3667125" y="9734550"/>
            <a:ext cx="10953750" cy="342900"/>
          </a:xfrm>
          <a:prstGeom prst="rect">
            <a:avLst/>
          </a:prstGeom>
          <a:noFill/>
          <a:ln/>
        </p:spPr>
        <p:txBody>
          <a:bodyPr wrap="square" lIns="0" tIns="8906" rIns="0" bIns="-8906" rtlCol="0" anchor="t"/>
          <a:lstStyle/>
          <a:p>
            <a:pPr algn="l" indent="0" marL="0">
              <a:lnSpc>
                <a:spcPts val="2145"/>
              </a:lnSpc>
              <a:buNone/>
            </a:pPr>
            <a:r>
              <a:rPr lang="en-US" sz="1650" dirty="0" spc="-6" kern="0">
                <a:solidFill>
                  <a:srgbClr val="9AA0B5"/>
                </a:solidFill>
                <a:latin typeface="Be Vietnam Pro" pitchFamily="34" charset="0"/>
                <a:ea typeface="Be Vietnam Pro" pitchFamily="34" charset="-122"/>
                <a:cs typeface="Be Vietnam Pro" pitchFamily="34" charset="-120"/>
              </a:rPr>
              <a:t>Multiple-report</a:t>
            </a:r>
            <a:r>
              <a:rPr lang="en-US" sz="1650" dirty="0" spc="3" kern="0">
                <a:solidFill>
                  <a:srgbClr val="9AA0B5"/>
                </a:solidFill>
                <a:latin typeface="Be Vietnam Pro" pitchFamily="34" charset="0"/>
                <a:ea typeface="Be Vietnam Pro" pitchFamily="34" charset="-122"/>
                <a:cs typeface="Be Vietnam Pro" pitchFamily="34" charset="-120"/>
              </a:rPr>
              <a:t> ·</a:t>
            </a:r>
            <a:r>
              <a:rPr lang="en-US" sz="1650" dirty="0" spc="1" kern="0">
                <a:solidFill>
                  <a:srgbClr val="9AA0B5"/>
                </a:solidFill>
                <a:latin typeface="Be Vietnam Pro" pitchFamily="34" charset="0"/>
                <a:ea typeface="Be Vietnam Pro" pitchFamily="34" charset="-122"/>
                <a:cs typeface="Be Vietnam Pro" pitchFamily="34" charset="-120"/>
              </a:rPr>
              <a:t> GitHub</a:t>
            </a:r>
            <a:r>
              <a:rPr lang="en-US" sz="1650" dirty="0" spc="-38" kern="0">
                <a:solidFill>
                  <a:srgbClr val="9AA0B5"/>
                </a:solidFill>
                <a:latin typeface="Be Vietnam Pro" pitchFamily="34" charset="0"/>
                <a:ea typeface="Be Vietnam Pro" pitchFamily="34" charset="-122"/>
                <a:cs typeface="Be Vietnam Pro" pitchFamily="34" charset="-120"/>
              </a:rPr>
              <a:t> Top</a:t>
            </a:r>
            <a:r>
              <a:rPr lang="en-US" sz="1650" dirty="0" spc="4" kern="0">
                <a:solidFill>
                  <a:srgbClr val="9AA0B5"/>
                </a:solidFill>
                <a:latin typeface="Be Vietnam Pro" pitchFamily="34" charset="0"/>
                <a:ea typeface="Be Vietnam Pro" pitchFamily="34" charset="-122"/>
                <a:cs typeface="Be Vietnam Pro" pitchFamily="34" charset="-120"/>
              </a:rPr>
              <a:t> 3</a:t>
            </a:r>
            <a:r>
              <a:rPr lang="en-US" sz="1650" dirty="0" spc="0" kern="0">
                <a:solidFill>
                  <a:srgbClr val="9AA0B5"/>
                </a:solidFill>
                <a:latin typeface="Be Vietnam Pro" pitchFamily="34" charset="0"/>
                <a:ea typeface="Be Vietnam Pro" pitchFamily="34" charset="-122"/>
                <a:cs typeface="Be Vietnam Pro" pitchFamily="34" charset="-120"/>
              </a:rPr>
              <a:t> ·</a:t>
            </a:r>
            <a:r>
              <a:rPr lang="en-US" sz="1650" dirty="0" spc="-22" kern="0">
                <a:solidFill>
                  <a:srgbClr val="9AA0B5"/>
                </a:solidFill>
                <a:latin typeface="Be Vietnam Pro" pitchFamily="34" charset="0"/>
                <a:ea typeface="Be Vietnam Pro" pitchFamily="34" charset="-122"/>
                <a:cs typeface="Be Vietnam Pro" pitchFamily="34" charset="-120"/>
              </a:rPr>
              <a:t> 19/24</a:t>
            </a:r>
            <a:endParaRPr lang="en-US" sz="1650" dirty="0"/>
          </a:p>
        </p:txBody>
      </p:sp>
      <p:sp>
        <p:nvSpPr>
          <p:cNvPr id="54" name="Shape 52"/>
          <p:cNvSpPr/>
          <p:nvPr/>
        </p:nvSpPr>
        <p:spPr>
          <a:xfrm>
            <a:off x="15983712" y="9076331"/>
            <a:ext cx="1645920" cy="552301"/>
          </a:xfrm>
          <a:prstGeom prst="roundRect">
            <a:avLst>
              <a:gd name="adj" fmla="val 28000"/>
            </a:avLst>
          </a:prstGeom>
          <a:solidFill>
            <a:srgbClr val="FFFFFF">
              <a:alpha val="82000"/>
            </a:srgbClr>
          </a:solidFill>
          <a:ln/>
        </p:spPr>
      </p:sp>
      <p:pic>
        <p:nvPicPr>
          <p:cNvPr id="55" name="Moda image moda-export-watermark-42a9999a-8cdc-4f81-be12-7059aaa4c497"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838200" y="438150"/>
            <a:ext cx="16192500" cy="381000"/>
          </a:xfrm>
          <a:prstGeom prst="rect">
            <a:avLst/>
          </a:prstGeom>
          <a:noFill/>
          <a:ln/>
        </p:spPr>
        <p:txBody>
          <a:bodyPr wrap="square" lIns="0" tIns="10104" rIns="0" bIns="-10104" rtlCol="0" anchor="t"/>
          <a:lstStyle/>
          <a:p>
            <a:pPr algn="l" indent="0" marL="0">
              <a:lnSpc>
                <a:spcPts val="2438"/>
              </a:lnSpc>
              <a:buNone/>
            </a:pPr>
            <a:r>
              <a:rPr lang="en-US" sz="1875" dirty="0" spc="-1" kern="0">
                <a:solidFill>
                  <a:srgbClr val="0F766E"/>
                </a:solidFill>
                <a:latin typeface="Be Vietnam Pro SemiBold" pitchFamily="34" charset="0"/>
                <a:ea typeface="Be Vietnam Pro SemiBold" pitchFamily="34" charset="-122"/>
                <a:cs typeface="Be Vietnam Pro SemiBold" pitchFamily="34" charset="-120"/>
              </a:rPr>
              <a:t>03</a:t>
            </a:r>
            <a:r>
              <a:rPr lang="en-US" sz="1875" dirty="0" spc="-2" kern="0">
                <a:solidFill>
                  <a:srgbClr val="0F766E"/>
                </a:solidFill>
                <a:latin typeface="Be Vietnam Pro SemiBold" pitchFamily="34" charset="0"/>
                <a:ea typeface="Be Vietnam Pro SemiBold" pitchFamily="34" charset="-122"/>
                <a:cs typeface="Be Vietnam Pro SemiBold" pitchFamily="34" charset="-120"/>
              </a:rPr>
              <a:t> /</a:t>
            </a:r>
            <a:r>
              <a:rPr lang="en-US" sz="1875" dirty="0" spc="-32" kern="0">
                <a:solidFill>
                  <a:srgbClr val="0F766E"/>
                </a:solidFill>
                <a:latin typeface="Be Vietnam Pro SemiBold" pitchFamily="34" charset="0"/>
                <a:ea typeface="Be Vietnam Pro SemiBold" pitchFamily="34" charset="-122"/>
                <a:cs typeface="Be Vietnam Pro SemiBold" pitchFamily="34" charset="-120"/>
              </a:rPr>
              <a:t> CÁCH</a:t>
            </a:r>
            <a:r>
              <a:rPr lang="en-US" sz="1875" dirty="0" spc="-52" kern="0">
                <a:solidFill>
                  <a:srgbClr val="0F766E"/>
                </a:solidFill>
                <a:latin typeface="Be Vietnam Pro SemiBold" pitchFamily="34" charset="0"/>
                <a:ea typeface="Be Vietnam Pro SemiBold" pitchFamily="34" charset="-122"/>
                <a:cs typeface="Be Vietnam Pro SemiBold" pitchFamily="34" charset="-120"/>
              </a:rPr>
              <a:t> BẮT</a:t>
            </a:r>
            <a:r>
              <a:rPr lang="en-US" sz="1875" dirty="0" spc="-22" kern="0">
                <a:solidFill>
                  <a:srgbClr val="0F766E"/>
                </a:solidFill>
                <a:latin typeface="Be Vietnam Pro SemiBold" pitchFamily="34" charset="0"/>
                <a:ea typeface="Be Vietnam Pro SemiBold" pitchFamily="34" charset="-122"/>
                <a:cs typeface="Be Vietnam Pro SemiBold" pitchFamily="34" charset="-120"/>
              </a:rPr>
              <a:t> ĐẦU</a:t>
            </a:r>
            <a:endParaRPr lang="en-US" sz="1875" dirty="0"/>
          </a:p>
        </p:txBody>
      </p:sp>
      <p:sp>
        <p:nvSpPr>
          <p:cNvPr id="3" name="Text 1"/>
          <p:cNvSpPr/>
          <p:nvPr/>
        </p:nvSpPr>
        <p:spPr>
          <a:xfrm>
            <a:off x="838200" y="1066800"/>
            <a:ext cx="16573500" cy="1476375"/>
          </a:xfrm>
          <a:prstGeom prst="rect">
            <a:avLst/>
          </a:prstGeom>
          <a:noFill/>
          <a:ln/>
        </p:spPr>
        <p:txBody>
          <a:bodyPr wrap="square" lIns="0" tIns="3048" rIns="0" bIns="-3048" rtlCol="0" anchor="t"/>
          <a:lstStyle/>
          <a:p>
            <a:pPr algn="l" indent="0" marL="0">
              <a:lnSpc>
                <a:spcPts val="6240"/>
              </a:lnSpc>
              <a:buNone/>
            </a:pPr>
            <a:r>
              <a:rPr lang="en-US" sz="4800" dirty="0" spc="1" kern="0">
                <a:solidFill>
                  <a:srgbClr val="14161C"/>
                </a:solidFill>
                <a:latin typeface="Bricolage Grotesque ExtraBold" pitchFamily="34" charset="0"/>
                <a:ea typeface="Bricolage Grotesque ExtraBold" pitchFamily="34" charset="-122"/>
                <a:cs typeface="Bricolage Grotesque ExtraBold" pitchFamily="34" charset="-120"/>
              </a:rPr>
              <a:t>Chọn API</a:t>
            </a:r>
            <a:r>
              <a:rPr lang="en-US" sz="4800" dirty="0" spc="-3" kern="0">
                <a:solidFill>
                  <a:srgbClr val="14161C"/>
                </a:solidFill>
                <a:latin typeface="Bricolage Grotesque ExtraBold" pitchFamily="34" charset="0"/>
                <a:ea typeface="Bricolage Grotesque ExtraBold" pitchFamily="34" charset="-122"/>
                <a:cs typeface="Bricolage Grotesque ExtraBold" pitchFamily="34" charset="-120"/>
              </a:rPr>
              <a:t> bằng</a:t>
            </a:r>
            <a:r>
              <a:rPr lang="en-US" sz="4800" dirty="0" spc="-7" kern="0">
                <a:solidFill>
                  <a:srgbClr val="14161C"/>
                </a:solidFill>
                <a:latin typeface="Bricolage Grotesque ExtraBold" pitchFamily="34" charset="0"/>
                <a:ea typeface="Bricolage Grotesque ExtraBold" pitchFamily="34" charset="-122"/>
                <a:cs typeface="Bricolage Grotesque ExtraBold" pitchFamily="34" charset="-120"/>
              </a:rPr>
              <a:t> một</a:t>
            </a:r>
            <a:r>
              <a:rPr lang="en-US" sz="4800" dirty="0" spc="-4" kern="0">
                <a:solidFill>
                  <a:srgbClr val="14161C"/>
                </a:solidFill>
                <a:latin typeface="Bricolage Grotesque ExtraBold" pitchFamily="34" charset="0"/>
                <a:ea typeface="Bricolage Grotesque ExtraBold" pitchFamily="34" charset="-122"/>
                <a:cs typeface="Bricolage Grotesque ExtraBold" pitchFamily="34" charset="-120"/>
              </a:rPr>
              <a:t> bài</a:t>
            </a:r>
            <a:r>
              <a:rPr lang="en-US" sz="4800" dirty="0" spc="2" kern="0">
                <a:solidFill>
                  <a:srgbClr val="14161C"/>
                </a:solidFill>
                <a:latin typeface="Bricolage Grotesque ExtraBold" pitchFamily="34" charset="0"/>
                <a:ea typeface="Bricolage Grotesque ExtraBold" pitchFamily="34" charset="-122"/>
                <a:cs typeface="Bricolage Grotesque ExtraBold" pitchFamily="34" charset="-120"/>
              </a:rPr>
              <a:t> thử</a:t>
            </a:r>
            <a:r>
              <a:rPr lang="en-US" sz="4800" dirty="0" spc="-2" kern="0">
                <a:solidFill>
                  <a:srgbClr val="14161C"/>
                </a:solidFill>
                <a:latin typeface="Bricolage Grotesque ExtraBold" pitchFamily="34" charset="0"/>
                <a:ea typeface="Bricolage Grotesque ExtraBold" pitchFamily="34" charset="-122"/>
                <a:cs typeface="Bricolage Grotesque ExtraBold" pitchFamily="34" charset="-120"/>
              </a:rPr>
              <a:t> nhỏ</a:t>
            </a:r>
            <a:endParaRPr lang="en-US" sz="4800" dirty="0"/>
          </a:p>
        </p:txBody>
      </p:sp>
      <p:sp>
        <p:nvSpPr>
          <p:cNvPr id="4" name="Connector line-1792794923570-599662732"/>
          <p:cNvSpPr/>
          <p:nvPr/>
        </p:nvSpPr>
        <p:spPr>
          <a:xfrm>
            <a:off x="838200" y="2647950"/>
            <a:ext cx="16611600" cy="0"/>
          </a:xfrm>
          <a:prstGeom prst="line">
            <a:avLst/>
          </a:prstGeom>
          <a:noFill/>
          <a:ln w="28575">
            <a:solidFill>
              <a:srgbClr val="DDD5C1"/>
            </a:solidFill>
            <a:prstDash val="solid"/>
            <a:headEnd type="none"/>
            <a:tailEnd type="none"/>
          </a:ln>
        </p:spPr>
      </p:sp>
      <p:sp>
        <p:nvSpPr>
          <p:cNvPr id="5" name="Text 3"/>
          <p:cNvSpPr/>
          <p:nvPr/>
        </p:nvSpPr>
        <p:spPr>
          <a:xfrm>
            <a:off x="838200" y="3067050"/>
            <a:ext cx="904875" cy="762000"/>
          </a:xfrm>
          <a:prstGeom prst="rect">
            <a:avLst/>
          </a:prstGeom>
          <a:noFill/>
          <a:ln/>
        </p:spPr>
        <p:txBody>
          <a:bodyPr wrap="square" lIns="0" tIns="2667" rIns="0" bIns="-2667" rtlCol="0" anchor="t"/>
          <a:lstStyle/>
          <a:p>
            <a:pPr algn="l" indent="0" marL="0">
              <a:lnSpc>
                <a:spcPts val="5460"/>
              </a:lnSpc>
              <a:buNone/>
            </a:pPr>
            <a:r>
              <a:rPr lang="en-US" sz="4200" dirty="0" spc="-14" kern="0">
                <a:solidFill>
                  <a:srgbClr val="0F766E"/>
                </a:solidFill>
                <a:latin typeface="Bricolage Grotesque ExtraBold" pitchFamily="34" charset="0"/>
                <a:ea typeface="Bricolage Grotesque ExtraBold" pitchFamily="34" charset="-122"/>
                <a:cs typeface="Bricolage Grotesque ExtraBold" pitchFamily="34" charset="-120"/>
              </a:rPr>
              <a:t>01</a:t>
            </a:r>
            <a:endParaRPr lang="en-US" sz="4200" dirty="0"/>
          </a:p>
        </p:txBody>
      </p:sp>
      <p:sp>
        <p:nvSpPr>
          <p:cNvPr id="6" name="Text 4"/>
          <p:cNvSpPr/>
          <p:nvPr/>
        </p:nvSpPr>
        <p:spPr>
          <a:xfrm>
            <a:off x="2047875" y="3009900"/>
            <a:ext cx="15240000" cy="457200"/>
          </a:xfrm>
          <a:prstGeom prst="rect">
            <a:avLst/>
          </a:prstGeom>
          <a:noFill/>
          <a:ln/>
        </p:spPr>
        <p:txBody>
          <a:bodyPr wrap="square" lIns="0" tIns="13343" rIns="0" bIns="-13343" rtlCol="0" anchor="t"/>
          <a:lstStyle/>
          <a:p>
            <a:pPr algn="l" indent="0" marL="0">
              <a:lnSpc>
                <a:spcPts val="3218"/>
              </a:lnSpc>
              <a:buNone/>
            </a:pPr>
            <a:r>
              <a:rPr lang="en-US" sz="2475" b="1" dirty="0" spc="-7" kern="0">
                <a:solidFill>
                  <a:srgbClr val="14161C"/>
                </a:solidFill>
                <a:latin typeface="Be Vietnam Pro" pitchFamily="34" charset="0"/>
                <a:ea typeface="Be Vietnam Pro" pitchFamily="34" charset="-122"/>
                <a:cs typeface="Be Vietnam Pro" pitchFamily="34" charset="-120"/>
              </a:rPr>
              <a:t>Mô</a:t>
            </a:r>
            <a:r>
              <a:rPr lang="en-US" sz="2475" b="1" dirty="0" spc="-8" kern="0">
                <a:solidFill>
                  <a:srgbClr val="14161C"/>
                </a:solidFill>
                <a:latin typeface="Be Vietnam Pro" pitchFamily="34" charset="0"/>
                <a:ea typeface="Be Vietnam Pro" pitchFamily="34" charset="-122"/>
                <a:cs typeface="Be Vietnam Pro" pitchFamily="34" charset="-120"/>
              </a:rPr>
              <a:t> tả</a:t>
            </a:r>
            <a:r>
              <a:rPr lang="en-US" sz="2475" b="1" dirty="0" spc="-1" kern="0">
                <a:solidFill>
                  <a:srgbClr val="14161C"/>
                </a:solidFill>
                <a:latin typeface="Be Vietnam Pro" pitchFamily="34" charset="0"/>
                <a:ea typeface="Be Vietnam Pro" pitchFamily="34" charset="-122"/>
                <a:cs typeface="Be Vietnam Pro" pitchFamily="34" charset="-120"/>
              </a:rPr>
              <a:t> dữ</a:t>
            </a:r>
            <a:r>
              <a:rPr lang="en-US" sz="2475" b="1" dirty="0" spc="0" kern="0">
                <a:solidFill>
                  <a:srgbClr val="14161C"/>
                </a:solidFill>
                <a:latin typeface="Be Vietnam Pro" pitchFamily="34" charset="0"/>
                <a:ea typeface="Be Vietnam Pro" pitchFamily="34" charset="-122"/>
                <a:cs typeface="Be Vietnam Pro" pitchFamily="34" charset="-120"/>
              </a:rPr>
              <a:t> liệu</a:t>
            </a:r>
            <a:r>
              <a:rPr lang="en-US" sz="2475" b="1" dirty="0" spc="-3" kern="0">
                <a:solidFill>
                  <a:srgbClr val="14161C"/>
                </a:solidFill>
                <a:latin typeface="Be Vietnam Pro" pitchFamily="34" charset="0"/>
                <a:ea typeface="Be Vietnam Pro" pitchFamily="34" charset="-122"/>
                <a:cs typeface="Be Vietnam Pro" pitchFamily="34" charset="-120"/>
              </a:rPr>
              <a:t> cần</a:t>
            </a:r>
            <a:r>
              <a:rPr lang="en-US" sz="2475" b="1" dirty="0" spc="-7" kern="0">
                <a:solidFill>
                  <a:srgbClr val="14161C"/>
                </a:solidFill>
                <a:latin typeface="Be Vietnam Pro" pitchFamily="34" charset="0"/>
                <a:ea typeface="Be Vietnam Pro" pitchFamily="34" charset="-122"/>
                <a:cs typeface="Be Vietnam Pro" pitchFamily="34" charset="-120"/>
              </a:rPr>
              <a:t> có</a:t>
            </a:r>
            <a:endParaRPr lang="en-US" sz="2475" dirty="0"/>
          </a:p>
        </p:txBody>
      </p:sp>
      <p:sp>
        <p:nvSpPr>
          <p:cNvPr id="7" name="Text 5"/>
          <p:cNvSpPr/>
          <p:nvPr/>
        </p:nvSpPr>
        <p:spPr>
          <a:xfrm>
            <a:off x="2047875" y="3533775"/>
            <a:ext cx="15240000" cy="600075"/>
          </a:xfrm>
          <a:prstGeom prst="rect">
            <a:avLst/>
          </a:prstGeom>
          <a:noFill/>
          <a:ln/>
        </p:spPr>
        <p:txBody>
          <a:bodyPr wrap="square" lIns="0" tIns="12144" rIns="0" bIns="-12144" rtlCol="0" anchor="t"/>
          <a:lstStyle/>
          <a:p>
            <a:pPr algn="l" indent="0" marL="0">
              <a:lnSpc>
                <a:spcPts val="2925"/>
              </a:lnSpc>
              <a:buNone/>
            </a:pPr>
            <a:r>
              <a:rPr lang="en-US" sz="2250" dirty="0" spc="-2" kern="0">
                <a:solidFill>
                  <a:srgbClr val="14161C"/>
                </a:solidFill>
                <a:latin typeface="Be Vietnam Pro" pitchFamily="34" charset="0"/>
                <a:ea typeface="Be Vietnam Pro" pitchFamily="34" charset="-122"/>
                <a:cs typeface="Be Vietnam Pro" pitchFamily="34" charset="-120"/>
              </a:rPr>
              <a:t>Ví</a:t>
            </a:r>
            <a:r>
              <a:rPr lang="en-US" sz="2250" dirty="0" spc="5" kern="0">
                <a:solidFill>
                  <a:srgbClr val="14161C"/>
                </a:solidFill>
                <a:latin typeface="Be Vietnam Pro" pitchFamily="34" charset="0"/>
                <a:ea typeface="Be Vietnam Pro" pitchFamily="34" charset="-122"/>
                <a:cs typeface="Be Vietnam Pro" pitchFamily="34" charset="-120"/>
              </a:rPr>
              <a:t> dụ</a:t>
            </a:r>
            <a:r>
              <a:rPr lang="en-US" sz="2250" dirty="0" spc="2" kern="0">
                <a:solidFill>
                  <a:srgbClr val="14161C"/>
                </a:solidFill>
                <a:latin typeface="Be Vietnam Pro" pitchFamily="34" charset="0"/>
                <a:ea typeface="Be Vietnam Pro" pitchFamily="34" charset="-122"/>
                <a:cs typeface="Be Vietnam Pro" pitchFamily="34" charset="-120"/>
              </a:rPr>
              <a:t> của</a:t>
            </a:r>
            <a:r>
              <a:rPr lang="en-US" sz="2250" dirty="0" spc="5" kern="0">
                <a:solidFill>
                  <a:srgbClr val="14161C"/>
                </a:solidFill>
                <a:latin typeface="Be Vietnam Pro" pitchFamily="34" charset="0"/>
                <a:ea typeface="Be Vietnam Pro" pitchFamily="34" charset="-122"/>
                <a:cs typeface="Be Vietnam Pro" pitchFamily="34" charset="-120"/>
              </a:rPr>
              <a:t> người</a:t>
            </a:r>
            <a:r>
              <a:rPr lang="en-US" sz="2250" dirty="0" spc="-4" kern="0">
                <a:solidFill>
                  <a:srgbClr val="14161C"/>
                </a:solidFill>
                <a:latin typeface="Be Vietnam Pro" pitchFamily="34" charset="0"/>
                <a:ea typeface="Be Vietnam Pro" pitchFamily="34" charset="-122"/>
                <a:cs typeface="Be Vietnam Pro" pitchFamily="34" charset="-120"/>
              </a:rPr>
              <a:t> viết:</a:t>
            </a:r>
            <a:r>
              <a:rPr lang="en-US" sz="2250" dirty="0" spc="1" kern="0">
                <a:solidFill>
                  <a:srgbClr val="14161C"/>
                </a:solidFill>
                <a:latin typeface="Be Vietnam Pro" pitchFamily="34" charset="0"/>
                <a:ea typeface="Be Vietnam Pro" pitchFamily="34" charset="-122"/>
                <a:cs typeface="Be Vietnam Pro" pitchFamily="34" charset="-120"/>
              </a:rPr>
              <a:t> danh</a:t>
            </a:r>
            <a:r>
              <a:rPr lang="en-US" sz="2250" dirty="0" spc="-3" kern="0">
                <a:solidFill>
                  <a:srgbClr val="14161C"/>
                </a:solidFill>
                <a:latin typeface="Be Vietnam Pro" pitchFamily="34" charset="0"/>
                <a:ea typeface="Be Vietnam Pro" pitchFamily="34" charset="-122"/>
                <a:cs typeface="Be Vietnam Pro" pitchFamily="34" charset="-120"/>
              </a:rPr>
              <a:t> sách</a:t>
            </a:r>
            <a:r>
              <a:rPr lang="en-US" sz="2250" dirty="0" spc="-4" kern="0">
                <a:solidFill>
                  <a:srgbClr val="14161C"/>
                </a:solidFill>
                <a:latin typeface="Be Vietnam Pro" pitchFamily="34" charset="0"/>
                <a:ea typeface="Be Vietnam Pro" pitchFamily="34" charset="-122"/>
                <a:cs typeface="Be Vietnam Pro" pitchFamily="34" charset="-120"/>
              </a:rPr>
              <a:t> sản</a:t>
            </a:r>
            <a:r>
              <a:rPr lang="en-US" sz="2250" dirty="0" spc="0" kern="0">
                <a:solidFill>
                  <a:srgbClr val="14161C"/>
                </a:solidFill>
                <a:latin typeface="Be Vietnam Pro" pitchFamily="34" charset="0"/>
                <a:ea typeface="Be Vietnam Pro" pitchFamily="34" charset="-122"/>
                <a:cs typeface="Be Vietnam Pro" pitchFamily="34" charset="-120"/>
              </a:rPr>
              <a:t> phẩm</a:t>
            </a:r>
            <a:r>
              <a:rPr lang="en-US" sz="2250" dirty="0" spc="-2" kern="0">
                <a:solidFill>
                  <a:srgbClr val="14161C"/>
                </a:solidFill>
                <a:latin typeface="Be Vietnam Pro" pitchFamily="34" charset="0"/>
                <a:ea typeface="Be Vietnam Pro" pitchFamily="34" charset="-122"/>
                <a:cs typeface="Be Vietnam Pro" pitchFamily="34" charset="-120"/>
              </a:rPr>
              <a:t> giả</a:t>
            </a:r>
            <a:r>
              <a:rPr lang="en-US" sz="2250" dirty="0" spc="15" kern="0">
                <a:solidFill>
                  <a:srgbClr val="14161C"/>
                </a:solidFill>
                <a:latin typeface="Be Vietnam Pro" pitchFamily="34" charset="0"/>
                <a:ea typeface="Be Vietnam Pro" pitchFamily="34" charset="-122"/>
                <a:cs typeface="Be Vietnam Pro" pitchFamily="34" charset="-120"/>
              </a:rPr>
              <a:t> để</a:t>
            </a:r>
            <a:r>
              <a:rPr lang="en-US" sz="2250" dirty="0" spc="-13" kern="0">
                <a:solidFill>
                  <a:srgbClr val="14161C"/>
                </a:solidFill>
                <a:latin typeface="Be Vietnam Pro" pitchFamily="34" charset="0"/>
                <a:ea typeface="Be Vietnam Pro" pitchFamily="34" charset="-122"/>
                <a:cs typeface="Be Vietnam Pro" pitchFamily="34" charset="-120"/>
              </a:rPr>
              <a:t> luyện</a:t>
            </a:r>
            <a:r>
              <a:rPr lang="en-US" sz="2250" dirty="0" spc="-2" kern="0">
                <a:solidFill>
                  <a:srgbClr val="14161C"/>
                </a:solidFill>
                <a:latin typeface="Be Vietnam Pro" pitchFamily="34" charset="0"/>
                <a:ea typeface="Be Vietnam Pro" pitchFamily="34" charset="-122"/>
                <a:cs typeface="Be Vietnam Pro" pitchFamily="34" charset="-120"/>
              </a:rPr>
              <a:t> làm</a:t>
            </a:r>
            <a:r>
              <a:rPr lang="en-US" sz="2250" dirty="0" spc="-3" kern="0">
                <a:solidFill>
                  <a:srgbClr val="14161C"/>
                </a:solidFill>
                <a:latin typeface="Be Vietnam Pro" pitchFamily="34" charset="0"/>
                <a:ea typeface="Be Vietnam Pro" pitchFamily="34" charset="-122"/>
                <a:cs typeface="Be Vietnam Pro" pitchFamily="34" charset="-120"/>
              </a:rPr>
              <a:t> giao</a:t>
            </a:r>
            <a:r>
              <a:rPr lang="en-US" sz="2250" dirty="0" spc="1" kern="0">
                <a:solidFill>
                  <a:srgbClr val="14161C"/>
                </a:solidFill>
                <a:latin typeface="Be Vietnam Pro" pitchFamily="34" charset="0"/>
                <a:ea typeface="Be Vietnam Pro" pitchFamily="34" charset="-122"/>
                <a:cs typeface="Be Vietnam Pro" pitchFamily="34" charset="-120"/>
              </a:rPr>
              <a:t> diện.</a:t>
            </a:r>
            <a:endParaRPr lang="en-US" sz="2250" dirty="0"/>
          </a:p>
        </p:txBody>
      </p:sp>
      <p:sp>
        <p:nvSpPr>
          <p:cNvPr id="8" name="Connector line-1792794923573-16545795"/>
          <p:cNvSpPr/>
          <p:nvPr/>
        </p:nvSpPr>
        <p:spPr>
          <a:xfrm>
            <a:off x="2047875" y="4171950"/>
            <a:ext cx="15401925" cy="0"/>
          </a:xfrm>
          <a:prstGeom prst="line">
            <a:avLst/>
          </a:prstGeom>
          <a:noFill/>
          <a:ln w="28575">
            <a:solidFill>
              <a:srgbClr val="DDD5C1"/>
            </a:solidFill>
            <a:prstDash val="solid"/>
            <a:headEnd type="none"/>
            <a:tailEnd type="none"/>
          </a:ln>
        </p:spPr>
      </p:sp>
      <p:sp>
        <p:nvSpPr>
          <p:cNvPr id="9" name="Text 7"/>
          <p:cNvSpPr/>
          <p:nvPr/>
        </p:nvSpPr>
        <p:spPr>
          <a:xfrm>
            <a:off x="838200" y="4305300"/>
            <a:ext cx="904875" cy="762000"/>
          </a:xfrm>
          <a:prstGeom prst="rect">
            <a:avLst/>
          </a:prstGeom>
          <a:noFill/>
          <a:ln/>
        </p:spPr>
        <p:txBody>
          <a:bodyPr wrap="square" lIns="0" tIns="2667" rIns="0" bIns="-2667" rtlCol="0" anchor="t"/>
          <a:lstStyle/>
          <a:p>
            <a:pPr algn="l" indent="0" marL="0">
              <a:lnSpc>
                <a:spcPts val="5460"/>
              </a:lnSpc>
              <a:buNone/>
            </a:pPr>
            <a:r>
              <a:rPr lang="en-US" sz="4200" dirty="0" spc="-6" kern="0">
                <a:solidFill>
                  <a:srgbClr val="0F766E"/>
                </a:solidFill>
                <a:latin typeface="Bricolage Grotesque ExtraBold" pitchFamily="34" charset="0"/>
                <a:ea typeface="Bricolage Grotesque ExtraBold" pitchFamily="34" charset="-122"/>
                <a:cs typeface="Bricolage Grotesque ExtraBold" pitchFamily="34" charset="-120"/>
              </a:rPr>
              <a:t>02</a:t>
            </a:r>
            <a:endParaRPr lang="en-US" sz="4200" dirty="0"/>
          </a:p>
        </p:txBody>
      </p:sp>
      <p:sp>
        <p:nvSpPr>
          <p:cNvPr id="10" name="Text 8"/>
          <p:cNvSpPr/>
          <p:nvPr/>
        </p:nvSpPr>
        <p:spPr>
          <a:xfrm>
            <a:off x="2047875" y="4248150"/>
            <a:ext cx="15240000" cy="457200"/>
          </a:xfrm>
          <a:prstGeom prst="rect">
            <a:avLst/>
          </a:prstGeom>
          <a:noFill/>
          <a:ln/>
        </p:spPr>
        <p:txBody>
          <a:bodyPr wrap="square" lIns="0" tIns="13343" rIns="0" bIns="-13343" rtlCol="0" anchor="t"/>
          <a:lstStyle/>
          <a:p>
            <a:pPr algn="l" indent="0" marL="0">
              <a:lnSpc>
                <a:spcPts val="3218"/>
              </a:lnSpc>
              <a:buNone/>
            </a:pPr>
            <a:r>
              <a:rPr lang="en-US" sz="2475" b="1" dirty="0" spc="-3" kern="0">
                <a:solidFill>
                  <a:srgbClr val="14161C"/>
                </a:solidFill>
                <a:latin typeface="Be Vietnam Pro" pitchFamily="34" charset="0"/>
                <a:ea typeface="Be Vietnam Pro" pitchFamily="34" charset="-122"/>
                <a:cs typeface="Be Vietnam Pro" pitchFamily="34" charset="-120"/>
              </a:rPr>
              <a:t>Chọn</a:t>
            </a:r>
            <a:r>
              <a:rPr lang="en-US" sz="2475" b="1" dirty="0" spc="-1" kern="0">
                <a:solidFill>
                  <a:srgbClr val="14161C"/>
                </a:solidFill>
                <a:latin typeface="Be Vietnam Pro" pitchFamily="34" charset="0"/>
                <a:ea typeface="Be Vietnam Pro" pitchFamily="34" charset="-122"/>
                <a:cs typeface="Be Vietnam Pro" pitchFamily="34" charset="-120"/>
              </a:rPr>
              <a:t> mục</a:t>
            </a:r>
            <a:r>
              <a:rPr lang="en-US" sz="2475" b="1" dirty="0" spc="-24" kern="0">
                <a:solidFill>
                  <a:srgbClr val="14161C"/>
                </a:solidFill>
                <a:latin typeface="Be Vietnam Pro" pitchFamily="34" charset="0"/>
                <a:ea typeface="Be Vietnam Pro" pitchFamily="34" charset="-122"/>
                <a:cs typeface="Be Vietnam Pro" pitchFamily="34" charset="-120"/>
              </a:rPr>
              <a:t> và</a:t>
            </a:r>
            <a:r>
              <a:rPr lang="en-US" sz="2475" b="1" dirty="0" spc="1" kern="0">
                <a:solidFill>
                  <a:srgbClr val="14161C"/>
                </a:solidFill>
                <a:latin typeface="Be Vietnam Pro" pitchFamily="34" charset="0"/>
                <a:ea typeface="Be Vietnam Pro" pitchFamily="34" charset="-122"/>
                <a:cs typeface="Be Vietnam Pro" pitchFamily="34" charset="-120"/>
              </a:rPr>
              <a:t> đọc</a:t>
            </a:r>
            <a:r>
              <a:rPr lang="en-US" sz="2475" b="1" dirty="0" spc="-6" kern="0">
                <a:solidFill>
                  <a:srgbClr val="14161C"/>
                </a:solidFill>
                <a:latin typeface="Be Vietnam Pro" pitchFamily="34" charset="0"/>
                <a:ea typeface="Be Vietnam Pro" pitchFamily="34" charset="-122"/>
                <a:cs typeface="Be Vietnam Pro" pitchFamily="34" charset="-120"/>
              </a:rPr>
              <a:t> tài</a:t>
            </a:r>
            <a:r>
              <a:rPr lang="en-US" sz="2475" b="1" dirty="0" spc="0" kern="0">
                <a:solidFill>
                  <a:srgbClr val="14161C"/>
                </a:solidFill>
                <a:latin typeface="Be Vietnam Pro" pitchFamily="34" charset="0"/>
                <a:ea typeface="Be Vietnam Pro" pitchFamily="34" charset="-122"/>
                <a:cs typeface="Be Vietnam Pro" pitchFamily="34" charset="-120"/>
              </a:rPr>
              <a:t> liệu</a:t>
            </a:r>
            <a:endParaRPr lang="en-US" sz="2475" dirty="0"/>
          </a:p>
        </p:txBody>
      </p:sp>
      <p:sp>
        <p:nvSpPr>
          <p:cNvPr id="11" name="Text 9"/>
          <p:cNvSpPr/>
          <p:nvPr/>
        </p:nvSpPr>
        <p:spPr>
          <a:xfrm>
            <a:off x="2047875" y="4772025"/>
            <a:ext cx="15240000" cy="600075"/>
          </a:xfrm>
          <a:prstGeom prst="rect">
            <a:avLst/>
          </a:prstGeom>
          <a:noFill/>
          <a:ln/>
        </p:spPr>
        <p:txBody>
          <a:bodyPr wrap="square" lIns="0" tIns="12144" rIns="0" bIns="-12144" rtlCol="0" anchor="t"/>
          <a:lstStyle/>
          <a:p>
            <a:pPr algn="l" indent="0" marL="0">
              <a:lnSpc>
                <a:spcPts val="2925"/>
              </a:lnSpc>
              <a:buNone/>
            </a:pPr>
            <a:r>
              <a:rPr lang="en-US" sz="2250" dirty="0" spc="-1" kern="0">
                <a:solidFill>
                  <a:srgbClr val="14161C"/>
                </a:solidFill>
                <a:latin typeface="Be Vietnam Pro" pitchFamily="34" charset="0"/>
                <a:ea typeface="Be Vietnam Pro" pitchFamily="34" charset="-122"/>
                <a:cs typeface="Be Vietnam Pro" pitchFamily="34" charset="-120"/>
              </a:rPr>
              <a:t>Đối chiếu</a:t>
            </a:r>
            <a:r>
              <a:rPr lang="en-US" sz="2250" dirty="0" spc="-17" kern="0">
                <a:solidFill>
                  <a:srgbClr val="14161C"/>
                </a:solidFill>
                <a:latin typeface="Be Vietnam Pro" pitchFamily="34" charset="0"/>
                <a:ea typeface="Be Vietnam Pro" pitchFamily="34" charset="-122"/>
                <a:cs typeface="Be Vietnam Pro" pitchFamily="34" charset="-120"/>
              </a:rPr>
              <a:t> xác</a:t>
            </a:r>
            <a:r>
              <a:rPr lang="en-US" sz="2250" dirty="0" spc="7" kern="0">
                <a:solidFill>
                  <a:srgbClr val="14161C"/>
                </a:solidFill>
                <a:latin typeface="Be Vietnam Pro" pitchFamily="34" charset="0"/>
                <a:ea typeface="Be Vietnam Pro" pitchFamily="34" charset="-122"/>
                <a:cs typeface="Be Vietnam Pro" pitchFamily="34" charset="-120"/>
              </a:rPr>
              <a:t> thực,</a:t>
            </a:r>
            <a:r>
              <a:rPr lang="en-US" sz="2250" dirty="0" spc="0" kern="0">
                <a:solidFill>
                  <a:srgbClr val="14161C"/>
                </a:solidFill>
                <a:latin typeface="Be Vietnam Pro" pitchFamily="34" charset="0"/>
                <a:ea typeface="Be Vietnam Pro" pitchFamily="34" charset="-122"/>
                <a:cs typeface="Be Vietnam Pro" pitchFamily="34" charset="-120"/>
              </a:rPr>
              <a:t> HTTPS,</a:t>
            </a:r>
            <a:r>
              <a:rPr lang="en-US" sz="2250" dirty="0" spc="-5" kern="0">
                <a:solidFill>
                  <a:srgbClr val="14161C"/>
                </a:solidFill>
                <a:latin typeface="Be Vietnam Pro" pitchFamily="34" charset="0"/>
                <a:ea typeface="Be Vietnam Pro" pitchFamily="34" charset="-122"/>
                <a:cs typeface="Be Vietnam Pro" pitchFamily="34" charset="-120"/>
              </a:rPr>
              <a:t> CORS,</a:t>
            </a:r>
            <a:r>
              <a:rPr lang="en-US" sz="2250" dirty="0" spc="1" kern="0">
                <a:solidFill>
                  <a:srgbClr val="14161C"/>
                </a:solidFill>
                <a:latin typeface="Be Vietnam Pro" pitchFamily="34" charset="0"/>
                <a:ea typeface="Be Vietnam Pro" pitchFamily="34" charset="-122"/>
                <a:cs typeface="Be Vietnam Pro" pitchFamily="34" charset="-120"/>
              </a:rPr>
              <a:t> chi phí</a:t>
            </a:r>
            <a:r>
              <a:rPr lang="en-US" sz="2250" dirty="0" spc="-16" kern="0">
                <a:solidFill>
                  <a:srgbClr val="14161C"/>
                </a:solidFill>
                <a:latin typeface="Be Vietnam Pro" pitchFamily="34" charset="0"/>
                <a:ea typeface="Be Vietnam Pro" pitchFamily="34" charset="-122"/>
                <a:cs typeface="Be Vietnam Pro" pitchFamily="34" charset="-120"/>
              </a:rPr>
              <a:t> và</a:t>
            </a:r>
            <a:r>
              <a:rPr lang="en-US" sz="2250" dirty="0" spc="-1" kern="0">
                <a:solidFill>
                  <a:srgbClr val="14161C"/>
                </a:solidFill>
                <a:latin typeface="Be Vietnam Pro" pitchFamily="34" charset="0"/>
                <a:ea typeface="Be Vietnam Pro" pitchFamily="34" charset="-122"/>
                <a:cs typeface="Be Vietnam Pro" pitchFamily="34" charset="-120"/>
              </a:rPr>
              <a:t> giới</a:t>
            </a:r>
            <a:r>
              <a:rPr lang="en-US" sz="2250" dirty="0" spc="0" kern="0">
                <a:solidFill>
                  <a:srgbClr val="14161C"/>
                </a:solidFill>
                <a:latin typeface="Be Vietnam Pro" pitchFamily="34" charset="0"/>
                <a:ea typeface="Be Vietnam Pro" pitchFamily="34" charset="-122"/>
                <a:cs typeface="Be Vietnam Pro" pitchFamily="34" charset="-120"/>
              </a:rPr>
              <a:t> hạn</a:t>
            </a:r>
            <a:r>
              <a:rPr lang="en-US" sz="2250" dirty="0" spc="-8" kern="0">
                <a:solidFill>
                  <a:srgbClr val="14161C"/>
                </a:solidFill>
                <a:latin typeface="Be Vietnam Pro" pitchFamily="34" charset="0"/>
                <a:ea typeface="Be Vietnam Pro" pitchFamily="34" charset="-122"/>
                <a:cs typeface="Be Vietnam Pro" pitchFamily="34" charset="-120"/>
              </a:rPr>
              <a:t> gọi.</a:t>
            </a:r>
            <a:endParaRPr lang="en-US" sz="2250" dirty="0"/>
          </a:p>
        </p:txBody>
      </p:sp>
      <p:sp>
        <p:nvSpPr>
          <p:cNvPr id="12" name="Connector line-1792794923576-853680308"/>
          <p:cNvSpPr/>
          <p:nvPr/>
        </p:nvSpPr>
        <p:spPr>
          <a:xfrm>
            <a:off x="2047875" y="5410200"/>
            <a:ext cx="15401925" cy="0"/>
          </a:xfrm>
          <a:prstGeom prst="line">
            <a:avLst/>
          </a:prstGeom>
          <a:noFill/>
          <a:ln w="28575">
            <a:solidFill>
              <a:srgbClr val="DDD5C1"/>
            </a:solidFill>
            <a:prstDash val="solid"/>
            <a:headEnd type="none"/>
            <a:tailEnd type="none"/>
          </a:ln>
        </p:spPr>
      </p:sp>
      <p:sp>
        <p:nvSpPr>
          <p:cNvPr id="13" name="Text 11"/>
          <p:cNvSpPr/>
          <p:nvPr/>
        </p:nvSpPr>
        <p:spPr>
          <a:xfrm>
            <a:off x="838200" y="5543550"/>
            <a:ext cx="904875" cy="762000"/>
          </a:xfrm>
          <a:prstGeom prst="rect">
            <a:avLst/>
          </a:prstGeom>
          <a:noFill/>
          <a:ln/>
        </p:spPr>
        <p:txBody>
          <a:bodyPr wrap="square" lIns="0" tIns="2667" rIns="0" bIns="-2667" rtlCol="0" anchor="t"/>
          <a:lstStyle/>
          <a:p>
            <a:pPr algn="l" indent="0" marL="0">
              <a:lnSpc>
                <a:spcPts val="5460"/>
              </a:lnSpc>
              <a:buNone/>
            </a:pPr>
            <a:r>
              <a:rPr lang="en-US" sz="4200" dirty="0" spc="-12" kern="0">
                <a:solidFill>
                  <a:srgbClr val="0F766E"/>
                </a:solidFill>
                <a:latin typeface="Bricolage Grotesque ExtraBold" pitchFamily="34" charset="0"/>
                <a:ea typeface="Bricolage Grotesque ExtraBold" pitchFamily="34" charset="-122"/>
                <a:cs typeface="Bricolage Grotesque ExtraBold" pitchFamily="34" charset="-120"/>
              </a:rPr>
              <a:t>03</a:t>
            </a:r>
            <a:endParaRPr lang="en-US" sz="4200" dirty="0"/>
          </a:p>
        </p:txBody>
      </p:sp>
      <p:sp>
        <p:nvSpPr>
          <p:cNvPr id="14" name="Text 12"/>
          <p:cNvSpPr/>
          <p:nvPr/>
        </p:nvSpPr>
        <p:spPr>
          <a:xfrm>
            <a:off x="2047875" y="5486400"/>
            <a:ext cx="15240000" cy="457200"/>
          </a:xfrm>
          <a:prstGeom prst="rect">
            <a:avLst/>
          </a:prstGeom>
          <a:noFill/>
          <a:ln/>
        </p:spPr>
        <p:txBody>
          <a:bodyPr wrap="square" lIns="0" tIns="13343" rIns="0" bIns="-13343" rtlCol="0" anchor="t"/>
          <a:lstStyle/>
          <a:p>
            <a:pPr algn="l" indent="0" marL="0">
              <a:lnSpc>
                <a:spcPts val="3218"/>
              </a:lnSpc>
              <a:buNone/>
            </a:pPr>
            <a:r>
              <a:rPr lang="en-US" sz="2475" b="1" dirty="0" spc="1" kern="0">
                <a:solidFill>
                  <a:srgbClr val="14161C"/>
                </a:solidFill>
                <a:latin typeface="Be Vietnam Pro" pitchFamily="34" charset="0"/>
                <a:ea typeface="Be Vietnam Pro" pitchFamily="34" charset="-122"/>
                <a:cs typeface="Be Vietnam Pro" pitchFamily="34" charset="-120"/>
              </a:rPr>
              <a:t>Gọi</a:t>
            </a:r>
            <a:r>
              <a:rPr lang="en-US" sz="2475" b="1" dirty="0" spc="-10" kern="0">
                <a:solidFill>
                  <a:srgbClr val="14161C"/>
                </a:solidFill>
                <a:latin typeface="Be Vietnam Pro" pitchFamily="34" charset="0"/>
                <a:ea typeface="Be Vietnam Pro" pitchFamily="34" charset="-122"/>
                <a:cs typeface="Be Vietnam Pro" pitchFamily="34" charset="-120"/>
              </a:rPr>
              <a:t> một</a:t>
            </a:r>
            <a:r>
              <a:rPr lang="en-US" sz="2475" b="1" dirty="0" spc="-18" kern="0">
                <a:solidFill>
                  <a:srgbClr val="14161C"/>
                </a:solidFill>
                <a:latin typeface="Be Vietnam Pro" pitchFamily="34" charset="0"/>
                <a:ea typeface="Be Vietnam Pro" pitchFamily="34" charset="-122"/>
                <a:cs typeface="Be Vietnam Pro" pitchFamily="34" charset="-120"/>
              </a:rPr>
              <a:t> yêu</a:t>
            </a:r>
            <a:r>
              <a:rPr lang="en-US" sz="2475" b="1" dirty="0" spc="-1" kern="0">
                <a:solidFill>
                  <a:srgbClr val="14161C"/>
                </a:solidFill>
                <a:latin typeface="Be Vietnam Pro" pitchFamily="34" charset="0"/>
                <a:ea typeface="Be Vietnam Pro" pitchFamily="34" charset="-122"/>
                <a:cs typeface="Be Vietnam Pro" pitchFamily="34" charset="-120"/>
              </a:rPr>
              <a:t> cầu</a:t>
            </a:r>
            <a:r>
              <a:rPr lang="en-US" sz="2475" b="1" dirty="0" spc="-7" kern="0">
                <a:solidFill>
                  <a:srgbClr val="14161C"/>
                </a:solidFill>
                <a:latin typeface="Be Vietnam Pro" pitchFamily="34" charset="0"/>
                <a:ea typeface="Be Vietnam Pro" pitchFamily="34" charset="-122"/>
                <a:cs typeface="Be Vietnam Pro" pitchFamily="34" charset="-120"/>
              </a:rPr>
              <a:t> tối</a:t>
            </a:r>
            <a:r>
              <a:rPr lang="en-US" sz="2475" b="1" dirty="0" spc="0" kern="0">
                <a:solidFill>
                  <a:srgbClr val="14161C"/>
                </a:solidFill>
                <a:latin typeface="Be Vietnam Pro" pitchFamily="34" charset="0"/>
                <a:ea typeface="Be Vietnam Pro" pitchFamily="34" charset="-122"/>
                <a:cs typeface="Be Vietnam Pro" pitchFamily="34" charset="-120"/>
              </a:rPr>
              <a:t> thiểu</a:t>
            </a:r>
            <a:endParaRPr lang="en-US" sz="2475" dirty="0"/>
          </a:p>
        </p:txBody>
      </p:sp>
      <p:sp>
        <p:nvSpPr>
          <p:cNvPr id="15" name="Text 13"/>
          <p:cNvSpPr/>
          <p:nvPr/>
        </p:nvSpPr>
        <p:spPr>
          <a:xfrm>
            <a:off x="2047875" y="6010275"/>
            <a:ext cx="15240000" cy="600075"/>
          </a:xfrm>
          <a:prstGeom prst="rect">
            <a:avLst/>
          </a:prstGeom>
          <a:noFill/>
          <a:ln/>
        </p:spPr>
        <p:txBody>
          <a:bodyPr wrap="square" lIns="0" tIns="12144" rIns="0" bIns="-12144" rtlCol="0" anchor="t"/>
          <a:lstStyle/>
          <a:p>
            <a:pPr algn="l" indent="0" marL="0">
              <a:lnSpc>
                <a:spcPts val="2925"/>
              </a:lnSpc>
              <a:buNone/>
            </a:pPr>
            <a:r>
              <a:rPr lang="en-US" sz="2250" dirty="0" spc="-34" kern="0">
                <a:solidFill>
                  <a:srgbClr val="14161C"/>
                </a:solidFill>
                <a:latin typeface="Be Vietnam Pro" pitchFamily="34" charset="0"/>
                <a:ea typeface="Be Vietnam Pro" pitchFamily="34" charset="-122"/>
                <a:cs typeface="Be Vietnam Pro" pitchFamily="34" charset="-120"/>
              </a:rPr>
              <a:t>Xem</a:t>
            </a:r>
            <a:r>
              <a:rPr lang="en-US" sz="2250" dirty="0" spc="1" kern="0">
                <a:solidFill>
                  <a:srgbClr val="14161C"/>
                </a:solidFill>
                <a:latin typeface="Be Vietnam Pro" pitchFamily="34" charset="0"/>
                <a:ea typeface="Be Vietnam Pro" pitchFamily="34" charset="-122"/>
                <a:cs typeface="Be Vietnam Pro" pitchFamily="34" charset="-120"/>
              </a:rPr>
              <a:t> phản hồi</a:t>
            </a:r>
            <a:r>
              <a:rPr lang="en-US" sz="2250" dirty="0" spc="9" kern="0">
                <a:solidFill>
                  <a:srgbClr val="14161C"/>
                </a:solidFill>
                <a:latin typeface="Be Vietnam Pro" pitchFamily="34" charset="0"/>
                <a:ea typeface="Be Vietnam Pro" pitchFamily="34" charset="-122"/>
                <a:cs typeface="Be Vietnam Pro" pitchFamily="34" charset="-120"/>
              </a:rPr>
              <a:t> thực</a:t>
            </a:r>
            <a:r>
              <a:rPr lang="en-US" sz="2250" dirty="0" spc="-14" kern="0">
                <a:solidFill>
                  <a:srgbClr val="14161C"/>
                </a:solidFill>
                <a:latin typeface="Be Vietnam Pro" pitchFamily="34" charset="0"/>
                <a:ea typeface="Be Vietnam Pro" pitchFamily="34" charset="-122"/>
                <a:cs typeface="Be Vietnam Pro" pitchFamily="34" charset="-120"/>
              </a:rPr>
              <a:t> tế</a:t>
            </a:r>
            <a:r>
              <a:rPr lang="en-US" sz="2250" dirty="0" spc="6" kern="0">
                <a:solidFill>
                  <a:srgbClr val="14161C"/>
                </a:solidFill>
                <a:latin typeface="Be Vietnam Pro" pitchFamily="34" charset="0"/>
                <a:ea typeface="Be Vietnam Pro" pitchFamily="34" charset="-122"/>
                <a:cs typeface="Be Vietnam Pro" pitchFamily="34" charset="-120"/>
              </a:rPr>
              <a:t> trước</a:t>
            </a:r>
            <a:r>
              <a:rPr lang="en-US" sz="2250" dirty="0" spc="0" kern="0">
                <a:solidFill>
                  <a:srgbClr val="14161C"/>
                </a:solidFill>
                <a:latin typeface="Be Vietnam Pro" pitchFamily="34" charset="0"/>
                <a:ea typeface="Be Vietnam Pro" pitchFamily="34" charset="-122"/>
                <a:cs typeface="Be Vietnam Pro" pitchFamily="34" charset="-120"/>
              </a:rPr>
              <a:t> khi</a:t>
            </a:r>
            <a:r>
              <a:rPr lang="en-US" sz="2250" dirty="0" spc="-5" kern="0">
                <a:solidFill>
                  <a:srgbClr val="14161C"/>
                </a:solidFill>
                <a:latin typeface="Be Vietnam Pro" pitchFamily="34" charset="0"/>
                <a:ea typeface="Be Vietnam Pro" pitchFamily="34" charset="-122"/>
                <a:cs typeface="Be Vietnam Pro" pitchFamily="34" charset="-120"/>
              </a:rPr>
              <a:t> thiết</a:t>
            </a:r>
            <a:r>
              <a:rPr lang="en-US" sz="2250" dirty="0" spc="-34" kern="0">
                <a:solidFill>
                  <a:srgbClr val="14161C"/>
                </a:solidFill>
                <a:latin typeface="Be Vietnam Pro" pitchFamily="34" charset="0"/>
                <a:ea typeface="Be Vietnam Pro" pitchFamily="34" charset="-122"/>
                <a:cs typeface="Be Vietnam Pro" pitchFamily="34" charset="-120"/>
              </a:rPr>
              <a:t> kế</a:t>
            </a:r>
            <a:r>
              <a:rPr lang="en-US" sz="2250" dirty="0" spc="-12" kern="0">
                <a:solidFill>
                  <a:srgbClr val="14161C"/>
                </a:solidFill>
                <a:latin typeface="Be Vietnam Pro" pitchFamily="34" charset="0"/>
                <a:ea typeface="Be Vietnam Pro" pitchFamily="34" charset="-122"/>
                <a:cs typeface="Be Vietnam Pro" pitchFamily="34" charset="-120"/>
              </a:rPr>
              <a:t> toàn</a:t>
            </a:r>
            <a:r>
              <a:rPr lang="en-US" sz="2250" dirty="0" spc="1" kern="0">
                <a:solidFill>
                  <a:srgbClr val="14161C"/>
                </a:solidFill>
                <a:latin typeface="Be Vietnam Pro" pitchFamily="34" charset="0"/>
                <a:ea typeface="Be Vietnam Pro" pitchFamily="34" charset="-122"/>
                <a:cs typeface="Be Vietnam Pro" pitchFamily="34" charset="-120"/>
              </a:rPr>
              <a:t> bộ</a:t>
            </a:r>
            <a:r>
              <a:rPr lang="en-US" sz="2250" dirty="0" spc="25" kern="0">
                <a:solidFill>
                  <a:srgbClr val="14161C"/>
                </a:solidFill>
                <a:latin typeface="Be Vietnam Pro" pitchFamily="34" charset="0"/>
                <a:ea typeface="Be Vietnam Pro" pitchFamily="34" charset="-122"/>
                <a:cs typeface="Be Vietnam Pro" pitchFamily="34" charset="-120"/>
              </a:rPr>
              <a:t> ứng</a:t>
            </a:r>
            <a:r>
              <a:rPr lang="en-US" sz="2250" dirty="0" spc="3" kern="0">
                <a:solidFill>
                  <a:srgbClr val="14161C"/>
                </a:solidFill>
                <a:latin typeface="Be Vietnam Pro" pitchFamily="34" charset="0"/>
                <a:ea typeface="Be Vietnam Pro" pitchFamily="34" charset="-122"/>
                <a:cs typeface="Be Vietnam Pro" pitchFamily="34" charset="-120"/>
              </a:rPr>
              <a:t> dụng.</a:t>
            </a:r>
            <a:endParaRPr lang="en-US" sz="2250" dirty="0"/>
          </a:p>
        </p:txBody>
      </p:sp>
      <p:sp>
        <p:nvSpPr>
          <p:cNvPr id="16" name="Connector line-1792794923580-583297847"/>
          <p:cNvSpPr/>
          <p:nvPr/>
        </p:nvSpPr>
        <p:spPr>
          <a:xfrm>
            <a:off x="2047875" y="6648450"/>
            <a:ext cx="15401925" cy="0"/>
          </a:xfrm>
          <a:prstGeom prst="line">
            <a:avLst/>
          </a:prstGeom>
          <a:noFill/>
          <a:ln w="28575">
            <a:solidFill>
              <a:srgbClr val="DDD5C1"/>
            </a:solidFill>
            <a:prstDash val="solid"/>
            <a:headEnd type="none"/>
            <a:tailEnd type="none"/>
          </a:ln>
        </p:spPr>
      </p:sp>
      <p:sp>
        <p:nvSpPr>
          <p:cNvPr id="17" name="Text 15"/>
          <p:cNvSpPr/>
          <p:nvPr/>
        </p:nvSpPr>
        <p:spPr>
          <a:xfrm>
            <a:off x="838200" y="6781800"/>
            <a:ext cx="904875" cy="762000"/>
          </a:xfrm>
          <a:prstGeom prst="rect">
            <a:avLst/>
          </a:prstGeom>
          <a:noFill/>
          <a:ln/>
        </p:spPr>
        <p:txBody>
          <a:bodyPr wrap="square" lIns="0" tIns="2667" rIns="0" bIns="-2667" rtlCol="0" anchor="t"/>
          <a:lstStyle/>
          <a:p>
            <a:pPr algn="l" indent="0" marL="0">
              <a:lnSpc>
                <a:spcPts val="5460"/>
              </a:lnSpc>
              <a:buNone/>
            </a:pPr>
            <a:r>
              <a:rPr lang="en-US" sz="4200" dirty="0" spc="-3" kern="0">
                <a:solidFill>
                  <a:srgbClr val="0F766E"/>
                </a:solidFill>
                <a:latin typeface="Bricolage Grotesque ExtraBold" pitchFamily="34" charset="0"/>
                <a:ea typeface="Bricolage Grotesque ExtraBold" pitchFamily="34" charset="-122"/>
                <a:cs typeface="Bricolage Grotesque ExtraBold" pitchFamily="34" charset="-120"/>
              </a:rPr>
              <a:t>04</a:t>
            </a:r>
            <a:endParaRPr lang="en-US" sz="4200" dirty="0"/>
          </a:p>
        </p:txBody>
      </p:sp>
      <p:sp>
        <p:nvSpPr>
          <p:cNvPr id="18" name="Text 16"/>
          <p:cNvSpPr/>
          <p:nvPr/>
        </p:nvSpPr>
        <p:spPr>
          <a:xfrm>
            <a:off x="2047875" y="6724650"/>
            <a:ext cx="15240000" cy="457200"/>
          </a:xfrm>
          <a:prstGeom prst="rect">
            <a:avLst/>
          </a:prstGeom>
          <a:noFill/>
          <a:ln/>
        </p:spPr>
        <p:txBody>
          <a:bodyPr wrap="square" lIns="0" tIns="13343" rIns="0" bIns="-13343" rtlCol="0" anchor="t"/>
          <a:lstStyle/>
          <a:p>
            <a:pPr algn="l" indent="0" marL="0">
              <a:lnSpc>
                <a:spcPts val="3218"/>
              </a:lnSpc>
              <a:buNone/>
            </a:pPr>
            <a:r>
              <a:rPr lang="en-US" sz="2475" b="1" dirty="0" spc="-3" kern="0">
                <a:solidFill>
                  <a:srgbClr val="14161C"/>
                </a:solidFill>
                <a:latin typeface="Be Vietnam Pro" pitchFamily="34" charset="0"/>
                <a:ea typeface="Be Vietnam Pro" pitchFamily="34" charset="-122"/>
                <a:cs typeface="Be Vietnam Pro" pitchFamily="34" charset="-120"/>
              </a:rPr>
              <a:t>Kiểm</a:t>
            </a:r>
            <a:r>
              <a:rPr lang="en-US" sz="2475" b="1" dirty="0" spc="-15" kern="0">
                <a:solidFill>
                  <a:srgbClr val="14161C"/>
                </a:solidFill>
                <a:latin typeface="Be Vietnam Pro" pitchFamily="34" charset="0"/>
                <a:ea typeface="Be Vietnam Pro" pitchFamily="34" charset="-122"/>
                <a:cs typeface="Be Vietnam Pro" pitchFamily="34" charset="-120"/>
              </a:rPr>
              <a:t> tra</a:t>
            </a:r>
            <a:r>
              <a:rPr lang="en-US" sz="2475" b="1" dirty="0" spc="-8" kern="0">
                <a:solidFill>
                  <a:srgbClr val="14161C"/>
                </a:solidFill>
                <a:latin typeface="Be Vietnam Pro" pitchFamily="34" charset="0"/>
                <a:ea typeface="Be Vietnam Pro" pitchFamily="34" charset="-122"/>
                <a:cs typeface="Be Vietnam Pro" pitchFamily="34" charset="-120"/>
              </a:rPr>
              <a:t> cả</a:t>
            </a:r>
            <a:r>
              <a:rPr lang="en-US" sz="2475" b="1" dirty="0" spc="-3" kern="0">
                <a:solidFill>
                  <a:srgbClr val="14161C"/>
                </a:solidFill>
                <a:latin typeface="Be Vietnam Pro" pitchFamily="34" charset="0"/>
                <a:ea typeface="Be Vietnam Pro" pitchFamily="34" charset="-122"/>
                <a:cs typeface="Be Vietnam Pro" pitchFamily="34" charset="-120"/>
              </a:rPr>
              <a:t> khi</a:t>
            </a:r>
            <a:r>
              <a:rPr lang="en-US" sz="2475" b="1" dirty="0" spc="-8" kern="0">
                <a:solidFill>
                  <a:srgbClr val="14161C"/>
                </a:solidFill>
                <a:latin typeface="Be Vietnam Pro" pitchFamily="34" charset="0"/>
                <a:ea typeface="Be Vietnam Pro" pitchFamily="34" charset="-122"/>
                <a:cs typeface="Be Vietnam Pro" pitchFamily="34" charset="-120"/>
              </a:rPr>
              <a:t> thất</a:t>
            </a:r>
            <a:r>
              <a:rPr lang="en-US" sz="2475" b="1" dirty="0" spc="-2" kern="0">
                <a:solidFill>
                  <a:srgbClr val="14161C"/>
                </a:solidFill>
                <a:latin typeface="Be Vietnam Pro" pitchFamily="34" charset="0"/>
                <a:ea typeface="Be Vietnam Pro" pitchFamily="34" charset="-122"/>
                <a:cs typeface="Be Vietnam Pro" pitchFamily="34" charset="-120"/>
              </a:rPr>
              <a:t> bại</a:t>
            </a:r>
            <a:endParaRPr lang="en-US" sz="2475" dirty="0"/>
          </a:p>
        </p:txBody>
      </p:sp>
      <p:sp>
        <p:nvSpPr>
          <p:cNvPr id="19" name="Text 17"/>
          <p:cNvSpPr/>
          <p:nvPr/>
        </p:nvSpPr>
        <p:spPr>
          <a:xfrm>
            <a:off x="2047875" y="7248525"/>
            <a:ext cx="15240000" cy="600075"/>
          </a:xfrm>
          <a:prstGeom prst="rect">
            <a:avLst/>
          </a:prstGeom>
          <a:noFill/>
          <a:ln/>
        </p:spPr>
        <p:txBody>
          <a:bodyPr wrap="square" lIns="0" tIns="12144" rIns="0" bIns="-12144" rtlCol="0" anchor="t"/>
          <a:lstStyle/>
          <a:p>
            <a:pPr algn="l" indent="0" marL="0">
              <a:lnSpc>
                <a:spcPts val="2925"/>
              </a:lnSpc>
              <a:buNone/>
            </a:pPr>
            <a:r>
              <a:rPr lang="en-US" sz="2250" dirty="0" spc="1" kern="0">
                <a:solidFill>
                  <a:srgbClr val="14161C"/>
                </a:solidFill>
                <a:latin typeface="Be Vietnam Pro" pitchFamily="34" charset="0"/>
                <a:ea typeface="Be Vietnam Pro" pitchFamily="34" charset="-122"/>
                <a:cs typeface="Be Vietnam Pro" pitchFamily="34" charset="-120"/>
              </a:rPr>
              <a:t>Thử</a:t>
            </a:r>
            <a:r>
              <a:rPr lang="en-US" sz="2250" dirty="0" spc="5" kern="0">
                <a:solidFill>
                  <a:srgbClr val="14161C"/>
                </a:solidFill>
                <a:latin typeface="Be Vietnam Pro" pitchFamily="34" charset="0"/>
                <a:ea typeface="Be Vietnam Pro" pitchFamily="34" charset="-122"/>
                <a:cs typeface="Be Vietnam Pro" pitchFamily="34" charset="-120"/>
              </a:rPr>
              <a:t> dữ</a:t>
            </a:r>
            <a:r>
              <a:rPr lang="en-US" sz="2250" dirty="0" spc="-2" kern="0">
                <a:solidFill>
                  <a:srgbClr val="14161C"/>
                </a:solidFill>
                <a:latin typeface="Be Vietnam Pro" pitchFamily="34" charset="0"/>
                <a:ea typeface="Be Vietnam Pro" pitchFamily="34" charset="-122"/>
                <a:cs typeface="Be Vietnam Pro" pitchFamily="34" charset="-120"/>
              </a:rPr>
              <a:t> liệu</a:t>
            </a:r>
            <a:r>
              <a:rPr lang="en-US" sz="2250" dirty="0" spc="-13" kern="0">
                <a:solidFill>
                  <a:srgbClr val="14161C"/>
                </a:solidFill>
                <a:latin typeface="Be Vietnam Pro" pitchFamily="34" charset="0"/>
                <a:ea typeface="Be Vietnam Pro" pitchFamily="34" charset="-122"/>
                <a:cs typeface="Be Vietnam Pro" pitchFamily="34" charset="-120"/>
              </a:rPr>
              <a:t> trống,</a:t>
            </a:r>
            <a:r>
              <a:rPr lang="en-US" sz="2250" dirty="0" spc="1" kern="0">
                <a:solidFill>
                  <a:srgbClr val="14161C"/>
                </a:solidFill>
                <a:latin typeface="Be Vietnam Pro" pitchFamily="34" charset="0"/>
                <a:ea typeface="Be Vietnam Pro" pitchFamily="34" charset="-122"/>
                <a:cs typeface="Be Vietnam Pro" pitchFamily="34" charset="-120"/>
              </a:rPr>
              <a:t> lỗi</a:t>
            </a:r>
            <a:r>
              <a:rPr lang="en-US" sz="2250" dirty="0" spc="-17" kern="0">
                <a:solidFill>
                  <a:srgbClr val="14161C"/>
                </a:solidFill>
                <a:latin typeface="Be Vietnam Pro" pitchFamily="34" charset="0"/>
                <a:ea typeface="Be Vietnam Pro" pitchFamily="34" charset="-122"/>
                <a:cs typeface="Be Vietnam Pro" pitchFamily="34" charset="-120"/>
              </a:rPr>
              <a:t> và</a:t>
            </a:r>
            <a:r>
              <a:rPr lang="en-US" sz="2250" dirty="0" spc="1" kern="0">
                <a:solidFill>
                  <a:srgbClr val="14161C"/>
                </a:solidFill>
                <a:latin typeface="Be Vietnam Pro" pitchFamily="34" charset="0"/>
                <a:ea typeface="Be Vietnam Pro" pitchFamily="34" charset="-122"/>
                <a:cs typeface="Be Vietnam Pro" pitchFamily="34" charset="-120"/>
              </a:rPr>
              <a:t> cách</a:t>
            </a:r>
            <a:r>
              <a:rPr lang="en-US" sz="2250" dirty="0" spc="25" kern="0">
                <a:solidFill>
                  <a:srgbClr val="14161C"/>
                </a:solidFill>
                <a:latin typeface="Be Vietnam Pro" pitchFamily="34" charset="0"/>
                <a:ea typeface="Be Vietnam Pro" pitchFamily="34" charset="-122"/>
                <a:cs typeface="Be Vietnam Pro" pitchFamily="34" charset="-120"/>
              </a:rPr>
              <a:t> ứng</a:t>
            </a:r>
            <a:r>
              <a:rPr lang="en-US" sz="2250" dirty="0" spc="2" kern="0">
                <a:solidFill>
                  <a:srgbClr val="14161C"/>
                </a:solidFill>
                <a:latin typeface="Be Vietnam Pro" pitchFamily="34" charset="0"/>
                <a:ea typeface="Be Vietnam Pro" pitchFamily="34" charset="-122"/>
                <a:cs typeface="Be Vietnam Pro" pitchFamily="34" charset="-120"/>
              </a:rPr>
              <a:t> dụng thông</a:t>
            </a:r>
            <a:r>
              <a:rPr lang="en-US" sz="2250" dirty="0" spc="-4" kern="0">
                <a:solidFill>
                  <a:srgbClr val="14161C"/>
                </a:solidFill>
                <a:latin typeface="Be Vietnam Pro" pitchFamily="34" charset="0"/>
                <a:ea typeface="Be Vietnam Pro" pitchFamily="34" charset="-122"/>
                <a:cs typeface="Be Vietnam Pro" pitchFamily="34" charset="-120"/>
              </a:rPr>
              <a:t> báo</a:t>
            </a:r>
            <a:r>
              <a:rPr lang="en-US" sz="2250" dirty="0" spc="1" kern="0">
                <a:solidFill>
                  <a:srgbClr val="14161C"/>
                </a:solidFill>
                <a:latin typeface="Be Vietnam Pro" pitchFamily="34" charset="0"/>
                <a:ea typeface="Be Vietnam Pro" pitchFamily="34" charset="-122"/>
                <a:cs typeface="Be Vietnam Pro" pitchFamily="34" charset="-120"/>
              </a:rPr>
              <a:t> cho</a:t>
            </a:r>
            <a:r>
              <a:rPr lang="en-US" sz="2250" dirty="0" spc="5" kern="0">
                <a:solidFill>
                  <a:srgbClr val="14161C"/>
                </a:solidFill>
                <a:latin typeface="Be Vietnam Pro" pitchFamily="34" charset="0"/>
                <a:ea typeface="Be Vietnam Pro" pitchFamily="34" charset="-122"/>
                <a:cs typeface="Be Vietnam Pro" pitchFamily="34" charset="-120"/>
              </a:rPr>
              <a:t> người</a:t>
            </a:r>
            <a:r>
              <a:rPr lang="en-US" sz="2250" dirty="0" spc="3" kern="0">
                <a:solidFill>
                  <a:srgbClr val="14161C"/>
                </a:solidFill>
                <a:latin typeface="Be Vietnam Pro" pitchFamily="34" charset="0"/>
                <a:ea typeface="Be Vietnam Pro" pitchFamily="34" charset="-122"/>
                <a:cs typeface="Be Vietnam Pro" pitchFamily="34" charset="-120"/>
              </a:rPr>
              <a:t> dùng.</a:t>
            </a:r>
            <a:endParaRPr lang="en-US" sz="2250" dirty="0"/>
          </a:p>
        </p:txBody>
      </p:sp>
      <p:sp>
        <p:nvSpPr>
          <p:cNvPr id="20" name="Shape 18"/>
          <p:cNvSpPr/>
          <p:nvPr/>
        </p:nvSpPr>
        <p:spPr>
          <a:xfrm>
            <a:off x="838200" y="8515350"/>
            <a:ext cx="16611600" cy="676275"/>
          </a:xfrm>
          <a:prstGeom prst="roundRect">
            <a:avLst>
              <a:gd name="adj" fmla="val 11268"/>
            </a:avLst>
          </a:prstGeom>
          <a:solidFill>
            <a:srgbClr val="E8E0CF"/>
          </a:solidFill>
          <a:ln w="9525">
            <a:solidFill>
              <a:srgbClr val="E8E0CF"/>
            </a:solidFill>
            <a:prstDash val="solid"/>
          </a:ln>
        </p:spPr>
      </p:sp>
      <p:sp>
        <p:nvSpPr>
          <p:cNvPr id="21" name="Text 19"/>
          <p:cNvSpPr/>
          <p:nvPr/>
        </p:nvSpPr>
        <p:spPr>
          <a:xfrm>
            <a:off x="1038225" y="8677275"/>
            <a:ext cx="16240125" cy="457200"/>
          </a:xfrm>
          <a:prstGeom prst="rect">
            <a:avLst/>
          </a:prstGeom>
          <a:noFill/>
          <a:ln/>
        </p:spPr>
        <p:txBody>
          <a:bodyPr wrap="square" lIns="0" tIns="10914" rIns="0" bIns="-10914" rtlCol="0" anchor="t"/>
          <a:lstStyle/>
          <a:p>
            <a:pPr algn="l" indent="0" marL="0">
              <a:lnSpc>
                <a:spcPts val="2633"/>
              </a:lnSpc>
              <a:buNone/>
            </a:pPr>
            <a:r>
              <a:rPr lang="en-US" sz="2025" dirty="0" spc="4" kern="0">
                <a:solidFill>
                  <a:srgbClr val="14161C"/>
                </a:solidFill>
                <a:latin typeface="Be Vietnam Pro Medium" pitchFamily="34" charset="0"/>
                <a:ea typeface="Be Vietnam Pro Medium" pitchFamily="34" charset="-122"/>
                <a:cs typeface="Be Vietnam Pro Medium" pitchFamily="34" charset="-120"/>
              </a:rPr>
              <a:t>Đầu</a:t>
            </a:r>
            <a:r>
              <a:rPr lang="en-US" sz="2025" dirty="0" spc="-21" kern="0">
                <a:solidFill>
                  <a:srgbClr val="14161C"/>
                </a:solidFill>
                <a:latin typeface="Be Vietnam Pro Medium" pitchFamily="34" charset="0"/>
                <a:ea typeface="Be Vietnam Pro Medium" pitchFamily="34" charset="-122"/>
                <a:cs typeface="Be Vietnam Pro Medium" pitchFamily="34" charset="-120"/>
              </a:rPr>
              <a:t> ra</a:t>
            </a:r>
            <a:r>
              <a:rPr lang="en-US" sz="2025" dirty="0" spc="-2" kern="0">
                <a:solidFill>
                  <a:srgbClr val="14161C"/>
                </a:solidFill>
                <a:latin typeface="Be Vietnam Pro Medium" pitchFamily="34" charset="0"/>
                <a:ea typeface="Be Vietnam Pro Medium" pitchFamily="34" charset="-122"/>
                <a:cs typeface="Be Vietnam Pro Medium" pitchFamily="34" charset="-120"/>
              </a:rPr>
              <a:t> mong</a:t>
            </a:r>
            <a:r>
              <a:rPr lang="en-US" sz="2025" dirty="0" spc="-1" kern="0">
                <a:solidFill>
                  <a:srgbClr val="14161C"/>
                </a:solidFill>
                <a:latin typeface="Be Vietnam Pro Medium" pitchFamily="34" charset="0"/>
                <a:ea typeface="Be Vietnam Pro Medium" pitchFamily="34" charset="-122"/>
                <a:cs typeface="Be Vietnam Pro Medium" pitchFamily="34" charset="-120"/>
              </a:rPr>
              <a:t> muốn:</a:t>
            </a:r>
            <a:r>
              <a:rPr lang="en-US" sz="2025" dirty="0" spc="-7" kern="0">
                <a:solidFill>
                  <a:srgbClr val="14161C"/>
                </a:solidFill>
                <a:latin typeface="Be Vietnam Pro Medium" pitchFamily="34" charset="0"/>
                <a:ea typeface="Be Vietnam Pro Medium" pitchFamily="34" charset="-122"/>
                <a:cs typeface="Be Vietnam Pro Medium" pitchFamily="34" charset="-120"/>
              </a:rPr>
              <a:t> một</a:t>
            </a:r>
            <a:r>
              <a:rPr lang="en-US" sz="2025" dirty="0" spc="-16" kern="0">
                <a:solidFill>
                  <a:srgbClr val="14161C"/>
                </a:solidFill>
                <a:latin typeface="Be Vietnam Pro Medium" pitchFamily="34" charset="0"/>
                <a:ea typeface="Be Vietnam Pro Medium" pitchFamily="34" charset="-122"/>
                <a:cs typeface="Be Vietnam Pro Medium" pitchFamily="34" charset="-120"/>
              </a:rPr>
              <a:t> yêu</a:t>
            </a:r>
            <a:r>
              <a:rPr lang="en-US" sz="2025" dirty="0" spc="2" kern="0">
                <a:solidFill>
                  <a:srgbClr val="14161C"/>
                </a:solidFill>
                <a:latin typeface="Be Vietnam Pro Medium" pitchFamily="34" charset="0"/>
                <a:ea typeface="Be Vietnam Pro Medium" pitchFamily="34" charset="-122"/>
                <a:cs typeface="Be Vietnam Pro Medium" pitchFamily="34" charset="-120"/>
              </a:rPr>
              <a:t> cầu</a:t>
            </a:r>
            <a:r>
              <a:rPr lang="en-US" sz="2025" dirty="0" spc="15" kern="0">
                <a:solidFill>
                  <a:srgbClr val="14161C"/>
                </a:solidFill>
                <a:latin typeface="Be Vietnam Pro Medium" pitchFamily="34" charset="0"/>
                <a:ea typeface="Be Vietnam Pro Medium" pitchFamily="34" charset="-122"/>
                <a:cs typeface="Be Vietnam Pro Medium" pitchFamily="34" charset="-120"/>
              </a:rPr>
              <a:t> đã</a:t>
            </a:r>
            <a:r>
              <a:rPr lang="en-US" sz="2025" dirty="0" spc="1" kern="0">
                <a:solidFill>
                  <a:srgbClr val="14161C"/>
                </a:solidFill>
                <a:latin typeface="Be Vietnam Pro Medium" pitchFamily="34" charset="0"/>
                <a:ea typeface="Be Vietnam Pro Medium" pitchFamily="34" charset="-122"/>
                <a:cs typeface="Be Vietnam Pro Medium" pitchFamily="34" charset="-120"/>
              </a:rPr>
              <a:t> thử,</a:t>
            </a:r>
            <a:r>
              <a:rPr lang="en-US" sz="2025" dirty="0" spc="3" kern="0">
                <a:solidFill>
                  <a:srgbClr val="14161C"/>
                </a:solidFill>
                <a:latin typeface="Be Vietnam Pro Medium" pitchFamily="34" charset="0"/>
                <a:ea typeface="Be Vietnam Pro Medium" pitchFamily="34" charset="-122"/>
                <a:cs typeface="Be Vietnam Pro Medium" pitchFamily="34" charset="-120"/>
              </a:rPr>
              <a:t> dữ</a:t>
            </a:r>
            <a:r>
              <a:rPr lang="en-US" sz="2025" dirty="0" spc="0" kern="0">
                <a:solidFill>
                  <a:srgbClr val="14161C"/>
                </a:solidFill>
                <a:latin typeface="Be Vietnam Pro Medium" pitchFamily="34" charset="0"/>
                <a:ea typeface="Be Vietnam Pro Medium" pitchFamily="34" charset="-122"/>
                <a:cs typeface="Be Vietnam Pro Medium" pitchFamily="34" charset="-120"/>
              </a:rPr>
              <a:t> liệu mẫu</a:t>
            </a:r>
            <a:r>
              <a:rPr lang="en-US" sz="2025" dirty="0" spc="-11" kern="0">
                <a:solidFill>
                  <a:srgbClr val="14161C"/>
                </a:solidFill>
                <a:latin typeface="Be Vietnam Pro Medium" pitchFamily="34" charset="0"/>
                <a:ea typeface="Be Vietnam Pro Medium" pitchFamily="34" charset="-122"/>
                <a:cs typeface="Be Vietnam Pro Medium" pitchFamily="34" charset="-120"/>
              </a:rPr>
              <a:t> và</a:t>
            </a:r>
            <a:r>
              <a:rPr lang="en-US" sz="2025" dirty="0" spc="15" kern="0">
                <a:solidFill>
                  <a:srgbClr val="14161C"/>
                </a:solidFill>
                <a:latin typeface="Be Vietnam Pro Medium" pitchFamily="34" charset="0"/>
                <a:ea typeface="Be Vietnam Pro Medium" pitchFamily="34" charset="-122"/>
                <a:cs typeface="Be Vietnam Pro Medium" pitchFamily="34" charset="-120"/>
              </a:rPr>
              <a:t> điều</a:t>
            </a:r>
            <a:r>
              <a:rPr lang="en-US" sz="2025" dirty="0" spc="0" kern="0">
                <a:solidFill>
                  <a:srgbClr val="14161C"/>
                </a:solidFill>
                <a:latin typeface="Be Vietnam Pro Medium" pitchFamily="34" charset="0"/>
                <a:ea typeface="Be Vietnam Pro Medium" pitchFamily="34" charset="-122"/>
                <a:cs typeface="Be Vietnam Pro Medium" pitchFamily="34" charset="-120"/>
              </a:rPr>
              <a:t> kiện</a:t>
            </a:r>
            <a:r>
              <a:rPr lang="en-US" sz="2025" dirty="0" spc="2" kern="0">
                <a:solidFill>
                  <a:srgbClr val="14161C"/>
                </a:solidFill>
                <a:latin typeface="Be Vietnam Pro Medium" pitchFamily="34" charset="0"/>
                <a:ea typeface="Be Vietnam Pro Medium" pitchFamily="34" charset="-122"/>
                <a:cs typeface="Be Vietnam Pro Medium" pitchFamily="34" charset="-120"/>
              </a:rPr>
              <a:t> sử dụng</a:t>
            </a:r>
            <a:r>
              <a:rPr lang="en-US" sz="2025" dirty="0" spc="14" kern="0">
                <a:solidFill>
                  <a:srgbClr val="14161C"/>
                </a:solidFill>
                <a:latin typeface="Be Vietnam Pro Medium" pitchFamily="34" charset="0"/>
                <a:ea typeface="Be Vietnam Pro Medium" pitchFamily="34" charset="-122"/>
                <a:cs typeface="Be Vietnam Pro Medium" pitchFamily="34" charset="-120"/>
              </a:rPr>
              <a:t> đã</a:t>
            </a:r>
            <a:r>
              <a:rPr lang="en-US" sz="2025" dirty="0" spc="-1" kern="0">
                <a:solidFill>
                  <a:srgbClr val="14161C"/>
                </a:solidFill>
                <a:latin typeface="Be Vietnam Pro Medium" pitchFamily="34" charset="0"/>
                <a:ea typeface="Be Vietnam Pro Medium" pitchFamily="34" charset="-122"/>
                <a:cs typeface="Be Vietnam Pro Medium" pitchFamily="34" charset="-120"/>
              </a:rPr>
              <a:t> ghi</a:t>
            </a:r>
            <a:r>
              <a:rPr lang="en-US" sz="2025" dirty="0" spc="-16" kern="0">
                <a:solidFill>
                  <a:srgbClr val="14161C"/>
                </a:solidFill>
                <a:latin typeface="Be Vietnam Pro Medium" pitchFamily="34" charset="0"/>
                <a:ea typeface="Be Vietnam Pro Medium" pitchFamily="34" charset="-122"/>
                <a:cs typeface="Be Vietnam Pro Medium" pitchFamily="34" charset="-120"/>
              </a:rPr>
              <a:t> rõ.</a:t>
            </a:r>
            <a:endParaRPr lang="en-US" sz="2025" dirty="0"/>
          </a:p>
        </p:txBody>
      </p:sp>
      <p:sp>
        <p:nvSpPr>
          <p:cNvPr id="22" name="Text 20"/>
          <p:cNvSpPr/>
          <p:nvPr/>
        </p:nvSpPr>
        <p:spPr>
          <a:xfrm>
            <a:off x="838200" y="9353550"/>
            <a:ext cx="16611600" cy="333375"/>
          </a:xfrm>
          <a:prstGeom prst="rect">
            <a:avLst/>
          </a:prstGeom>
          <a:noFill/>
          <a:ln/>
        </p:spPr>
        <p:txBody>
          <a:bodyPr wrap="square" lIns="0" tIns="8906" rIns="0" bIns="-8906" rtlCol="0" anchor="t"/>
          <a:lstStyle/>
          <a:p>
            <a:pPr algn="l" indent="0" marL="0">
              <a:lnSpc>
                <a:spcPts val="2145"/>
              </a:lnSpc>
              <a:buNone/>
            </a:pPr>
            <a:r>
              <a:rPr lang="en-US" sz="1650" dirty="0" spc="-3" kern="0">
                <a:solidFill>
                  <a:srgbClr val="6B6A66"/>
                </a:solidFill>
                <a:latin typeface="Be Vietnam Pro" pitchFamily="34" charset="0"/>
                <a:ea typeface="Be Vietnam Pro" pitchFamily="34" charset="-122"/>
                <a:cs typeface="Be Vietnam Pro" pitchFamily="34" charset="-120"/>
              </a:rPr>
              <a:t>Nguồn:</a:t>
            </a:r>
            <a:r>
              <a:rPr lang="en-US" sz="1650" dirty="0" spc="-1" kern="0">
                <a:solidFill>
                  <a:srgbClr val="6B6A66"/>
                </a:solidFill>
                <a:latin typeface="Be Vietnam Pro" pitchFamily="34" charset="0"/>
                <a:ea typeface="Be Vietnam Pro" pitchFamily="34" charset="-122"/>
                <a:cs typeface="Be Vietnam Pro" pitchFamily="34" charset="-120"/>
              </a:rPr>
              <a:t> [S5]</a:t>
            </a:r>
            <a:r>
              <a:rPr lang="en-US" sz="1650" dirty="0" spc="-2" kern="0">
                <a:solidFill>
                  <a:srgbClr val="6B6A66"/>
                </a:solidFill>
                <a:latin typeface="Be Vietnam Pro" pitchFamily="34" charset="0"/>
                <a:ea typeface="Be Vietnam Pro" pitchFamily="34" charset="-122"/>
                <a:cs typeface="Be Vietnam Pro" pitchFamily="34" charset="-120"/>
              </a:rPr>
              <a:t> [S6]</a:t>
            </a:r>
            <a:r>
              <a:rPr lang="en-US" sz="1650" dirty="0" spc="1" kern="0">
                <a:solidFill>
                  <a:srgbClr val="6B6A66"/>
                </a:solidFill>
                <a:latin typeface="Be Vietnam Pro" pitchFamily="34" charset="0"/>
                <a:ea typeface="Be Vietnam Pro" pitchFamily="34" charset="-122"/>
                <a:cs typeface="Be Vietnam Pro" pitchFamily="34" charset="-120"/>
              </a:rPr>
              <a:t>  ·</a:t>
            </a:r>
            <a:r>
              <a:rPr lang="en-US" sz="1650" dirty="0" spc="2" kern="0">
                <a:solidFill>
                  <a:srgbClr val="6B6A66"/>
                </a:solidFill>
                <a:latin typeface="Be Vietnam Pro" pitchFamily="34" charset="0"/>
                <a:ea typeface="Be Vietnam Pro" pitchFamily="34" charset="-122"/>
                <a:cs typeface="Be Vietnam Pro" pitchFamily="34" charset="-120"/>
              </a:rPr>
              <a:t>  Số</a:t>
            </a:r>
            <a:r>
              <a:rPr lang="en-US" sz="1650" dirty="0" spc="-1" kern="0">
                <a:solidFill>
                  <a:srgbClr val="6B6A66"/>
                </a:solidFill>
                <a:latin typeface="Be Vietnam Pro" pitchFamily="34" charset="0"/>
                <a:ea typeface="Be Vietnam Pro" pitchFamily="34" charset="-122"/>
                <a:cs typeface="Be Vietnam Pro" pitchFamily="34" charset="-120"/>
              </a:rPr>
              <a:t> liệu:</a:t>
            </a:r>
            <a:r>
              <a:rPr lang="en-US" sz="1650" dirty="0" spc="1" kern="0">
                <a:solidFill>
                  <a:srgbClr val="6B6A66"/>
                </a:solidFill>
                <a:latin typeface="Be Vietnam Pro" pitchFamily="34" charset="0"/>
                <a:ea typeface="Be Vietnam Pro" pitchFamily="34" charset="-122"/>
                <a:cs typeface="Be Vietnam Pro" pitchFamily="34" charset="-120"/>
              </a:rPr>
              <a:t> phiên</a:t>
            </a:r>
            <a:r>
              <a:rPr lang="en-US" sz="1650" dirty="0" spc="-1" kern="0">
                <a:solidFill>
                  <a:srgbClr val="6B6A66"/>
                </a:solidFill>
                <a:latin typeface="Be Vietnam Pro" pitchFamily="34" charset="0"/>
                <a:ea typeface="Be Vietnam Pro" pitchFamily="34" charset="-122"/>
                <a:cs typeface="Be Vietnam Pro" pitchFamily="34" charset="-120"/>
              </a:rPr>
              <a:t> quét</a:t>
            </a:r>
            <a:r>
              <a:rPr lang="en-US" sz="1650" dirty="0" spc="-8" kern="0">
                <a:solidFill>
                  <a:srgbClr val="6B6A66"/>
                </a:solidFill>
                <a:latin typeface="Be Vietnam Pro" pitchFamily="34" charset="0"/>
                <a:ea typeface="Be Vietnam Pro" pitchFamily="34" charset="-122"/>
                <a:cs typeface="Be Vietnam Pro" pitchFamily="34" charset="-120"/>
              </a:rPr>
              <a:t> 23/10/2026</a:t>
            </a:r>
            <a:endParaRPr lang="en-US" sz="1650" dirty="0"/>
          </a:p>
        </p:txBody>
      </p:sp>
      <p:sp>
        <p:nvSpPr>
          <p:cNvPr id="23" name="Shape 21"/>
          <p:cNvSpPr/>
          <p:nvPr/>
        </p:nvSpPr>
        <p:spPr>
          <a:xfrm>
            <a:off x="847725" y="9896475"/>
            <a:ext cx="57150" cy="57150"/>
          </a:xfrm>
          <a:prstGeom prst="ellipse">
            <a:avLst/>
          </a:prstGeom>
          <a:solidFill>
            <a:srgbClr val="DDD5C1"/>
          </a:solidFill>
          <a:ln/>
        </p:spPr>
      </p:sp>
      <p:sp>
        <p:nvSpPr>
          <p:cNvPr id="24" name="Shape 22"/>
          <p:cNvSpPr/>
          <p:nvPr/>
        </p:nvSpPr>
        <p:spPr>
          <a:xfrm>
            <a:off x="952500" y="9896475"/>
            <a:ext cx="57150" cy="57150"/>
          </a:xfrm>
          <a:prstGeom prst="ellipse">
            <a:avLst/>
          </a:prstGeom>
          <a:solidFill>
            <a:srgbClr val="DDD5C1"/>
          </a:solidFill>
          <a:ln/>
        </p:spPr>
      </p:sp>
      <p:sp>
        <p:nvSpPr>
          <p:cNvPr id="25" name="Shape 23"/>
          <p:cNvSpPr/>
          <p:nvPr/>
        </p:nvSpPr>
        <p:spPr>
          <a:xfrm>
            <a:off x="1057275" y="9896475"/>
            <a:ext cx="57150" cy="57150"/>
          </a:xfrm>
          <a:prstGeom prst="ellipse">
            <a:avLst/>
          </a:prstGeom>
          <a:solidFill>
            <a:srgbClr val="DDD5C1"/>
          </a:solidFill>
          <a:ln/>
        </p:spPr>
      </p:sp>
      <p:sp>
        <p:nvSpPr>
          <p:cNvPr id="26" name="Shape 24"/>
          <p:cNvSpPr/>
          <p:nvPr/>
        </p:nvSpPr>
        <p:spPr>
          <a:xfrm>
            <a:off x="1162050" y="9896475"/>
            <a:ext cx="57150" cy="57150"/>
          </a:xfrm>
          <a:prstGeom prst="ellipse">
            <a:avLst/>
          </a:prstGeom>
          <a:solidFill>
            <a:srgbClr val="DDD5C1"/>
          </a:solidFill>
          <a:ln/>
        </p:spPr>
      </p:sp>
      <p:sp>
        <p:nvSpPr>
          <p:cNvPr id="27" name="Shape 25"/>
          <p:cNvSpPr/>
          <p:nvPr/>
        </p:nvSpPr>
        <p:spPr>
          <a:xfrm>
            <a:off x="1266825" y="9896475"/>
            <a:ext cx="57150" cy="57150"/>
          </a:xfrm>
          <a:prstGeom prst="ellipse">
            <a:avLst/>
          </a:prstGeom>
          <a:solidFill>
            <a:srgbClr val="DDD5C1"/>
          </a:solidFill>
          <a:ln/>
        </p:spPr>
      </p:sp>
      <p:sp>
        <p:nvSpPr>
          <p:cNvPr id="28" name="Shape 26"/>
          <p:cNvSpPr/>
          <p:nvPr/>
        </p:nvSpPr>
        <p:spPr>
          <a:xfrm>
            <a:off x="1371600" y="9896475"/>
            <a:ext cx="57150" cy="57150"/>
          </a:xfrm>
          <a:prstGeom prst="ellipse">
            <a:avLst/>
          </a:prstGeom>
          <a:solidFill>
            <a:srgbClr val="DDD5C1"/>
          </a:solidFill>
          <a:ln/>
        </p:spPr>
      </p:sp>
      <p:sp>
        <p:nvSpPr>
          <p:cNvPr id="29" name="Shape 27"/>
          <p:cNvSpPr/>
          <p:nvPr/>
        </p:nvSpPr>
        <p:spPr>
          <a:xfrm>
            <a:off x="1476375" y="9896475"/>
            <a:ext cx="57150" cy="57150"/>
          </a:xfrm>
          <a:prstGeom prst="ellipse">
            <a:avLst/>
          </a:prstGeom>
          <a:solidFill>
            <a:srgbClr val="DDD5C1"/>
          </a:solidFill>
          <a:ln/>
        </p:spPr>
      </p:sp>
      <p:sp>
        <p:nvSpPr>
          <p:cNvPr id="30" name="Shape 28"/>
          <p:cNvSpPr/>
          <p:nvPr/>
        </p:nvSpPr>
        <p:spPr>
          <a:xfrm>
            <a:off x="1581150" y="9896475"/>
            <a:ext cx="57150" cy="57150"/>
          </a:xfrm>
          <a:prstGeom prst="ellipse">
            <a:avLst/>
          </a:prstGeom>
          <a:solidFill>
            <a:srgbClr val="DDD5C1"/>
          </a:solidFill>
          <a:ln/>
        </p:spPr>
      </p:sp>
      <p:sp>
        <p:nvSpPr>
          <p:cNvPr id="31" name="Shape 29"/>
          <p:cNvSpPr/>
          <p:nvPr/>
        </p:nvSpPr>
        <p:spPr>
          <a:xfrm>
            <a:off x="1685925" y="9896475"/>
            <a:ext cx="57150" cy="57150"/>
          </a:xfrm>
          <a:prstGeom prst="ellipse">
            <a:avLst/>
          </a:prstGeom>
          <a:solidFill>
            <a:srgbClr val="DDD5C1"/>
          </a:solidFill>
          <a:ln/>
        </p:spPr>
      </p:sp>
      <p:sp>
        <p:nvSpPr>
          <p:cNvPr id="32" name="Shape 30"/>
          <p:cNvSpPr/>
          <p:nvPr/>
        </p:nvSpPr>
        <p:spPr>
          <a:xfrm>
            <a:off x="1790700" y="9896475"/>
            <a:ext cx="57150" cy="57150"/>
          </a:xfrm>
          <a:prstGeom prst="ellipse">
            <a:avLst/>
          </a:prstGeom>
          <a:solidFill>
            <a:srgbClr val="DDD5C1"/>
          </a:solidFill>
          <a:ln/>
        </p:spPr>
      </p:sp>
      <p:sp>
        <p:nvSpPr>
          <p:cNvPr id="33" name="Shape 31"/>
          <p:cNvSpPr/>
          <p:nvPr/>
        </p:nvSpPr>
        <p:spPr>
          <a:xfrm>
            <a:off x="1895475" y="9896475"/>
            <a:ext cx="57150" cy="57150"/>
          </a:xfrm>
          <a:prstGeom prst="ellipse">
            <a:avLst/>
          </a:prstGeom>
          <a:solidFill>
            <a:srgbClr val="DDD5C1"/>
          </a:solidFill>
          <a:ln/>
        </p:spPr>
      </p:sp>
      <p:sp>
        <p:nvSpPr>
          <p:cNvPr id="34" name="Shape 32"/>
          <p:cNvSpPr/>
          <p:nvPr/>
        </p:nvSpPr>
        <p:spPr>
          <a:xfrm>
            <a:off x="2000250" y="9896475"/>
            <a:ext cx="57150" cy="57150"/>
          </a:xfrm>
          <a:prstGeom prst="ellipse">
            <a:avLst/>
          </a:prstGeom>
          <a:solidFill>
            <a:srgbClr val="DDD5C1"/>
          </a:solidFill>
          <a:ln/>
        </p:spPr>
      </p:sp>
      <p:sp>
        <p:nvSpPr>
          <p:cNvPr id="35" name="Shape 33"/>
          <p:cNvSpPr/>
          <p:nvPr/>
        </p:nvSpPr>
        <p:spPr>
          <a:xfrm>
            <a:off x="2105025" y="9896475"/>
            <a:ext cx="57150" cy="57150"/>
          </a:xfrm>
          <a:prstGeom prst="ellipse">
            <a:avLst/>
          </a:prstGeom>
          <a:solidFill>
            <a:srgbClr val="DDD5C1"/>
          </a:solidFill>
          <a:ln/>
        </p:spPr>
      </p:sp>
      <p:sp>
        <p:nvSpPr>
          <p:cNvPr id="36" name="Shape 34"/>
          <p:cNvSpPr/>
          <p:nvPr/>
        </p:nvSpPr>
        <p:spPr>
          <a:xfrm>
            <a:off x="2209800" y="9896475"/>
            <a:ext cx="57150" cy="57150"/>
          </a:xfrm>
          <a:prstGeom prst="ellipse">
            <a:avLst/>
          </a:prstGeom>
          <a:solidFill>
            <a:srgbClr val="DDD5C1"/>
          </a:solidFill>
          <a:ln/>
        </p:spPr>
      </p:sp>
      <p:sp>
        <p:nvSpPr>
          <p:cNvPr id="37" name="Shape 35"/>
          <p:cNvSpPr/>
          <p:nvPr/>
        </p:nvSpPr>
        <p:spPr>
          <a:xfrm>
            <a:off x="2314575" y="9896475"/>
            <a:ext cx="57150" cy="57150"/>
          </a:xfrm>
          <a:prstGeom prst="ellipse">
            <a:avLst/>
          </a:prstGeom>
          <a:solidFill>
            <a:srgbClr val="DDD5C1"/>
          </a:solidFill>
          <a:ln/>
        </p:spPr>
      </p:sp>
      <p:sp>
        <p:nvSpPr>
          <p:cNvPr id="38" name="Shape 36"/>
          <p:cNvSpPr/>
          <p:nvPr/>
        </p:nvSpPr>
        <p:spPr>
          <a:xfrm>
            <a:off x="2419350" y="9896475"/>
            <a:ext cx="57150" cy="57150"/>
          </a:xfrm>
          <a:prstGeom prst="ellipse">
            <a:avLst/>
          </a:prstGeom>
          <a:solidFill>
            <a:srgbClr val="DDD5C1"/>
          </a:solidFill>
          <a:ln/>
        </p:spPr>
      </p:sp>
      <p:sp>
        <p:nvSpPr>
          <p:cNvPr id="39" name="Shape 37"/>
          <p:cNvSpPr/>
          <p:nvPr/>
        </p:nvSpPr>
        <p:spPr>
          <a:xfrm>
            <a:off x="2524125" y="9896475"/>
            <a:ext cx="57150" cy="57150"/>
          </a:xfrm>
          <a:prstGeom prst="ellipse">
            <a:avLst/>
          </a:prstGeom>
          <a:solidFill>
            <a:srgbClr val="DDD5C1"/>
          </a:solidFill>
          <a:ln/>
        </p:spPr>
      </p:sp>
      <p:sp>
        <p:nvSpPr>
          <p:cNvPr id="40" name="Shape 38"/>
          <p:cNvSpPr/>
          <p:nvPr/>
        </p:nvSpPr>
        <p:spPr>
          <a:xfrm>
            <a:off x="2628900" y="9896475"/>
            <a:ext cx="57150" cy="57150"/>
          </a:xfrm>
          <a:prstGeom prst="ellipse">
            <a:avLst/>
          </a:prstGeom>
          <a:solidFill>
            <a:srgbClr val="DDD5C1"/>
          </a:solidFill>
          <a:ln/>
        </p:spPr>
      </p:sp>
      <p:sp>
        <p:nvSpPr>
          <p:cNvPr id="41" name="Shape 39"/>
          <p:cNvSpPr/>
          <p:nvPr/>
        </p:nvSpPr>
        <p:spPr>
          <a:xfrm>
            <a:off x="2733675" y="9896475"/>
            <a:ext cx="57150" cy="57150"/>
          </a:xfrm>
          <a:prstGeom prst="ellipse">
            <a:avLst/>
          </a:prstGeom>
          <a:solidFill>
            <a:srgbClr val="DDD5C1"/>
          </a:solidFill>
          <a:ln/>
        </p:spPr>
      </p:sp>
      <p:sp>
        <p:nvSpPr>
          <p:cNvPr id="42" name="Shape 40"/>
          <p:cNvSpPr/>
          <p:nvPr/>
        </p:nvSpPr>
        <p:spPr>
          <a:xfrm>
            <a:off x="2838450" y="9896475"/>
            <a:ext cx="57150" cy="57150"/>
          </a:xfrm>
          <a:prstGeom prst="ellipse">
            <a:avLst/>
          </a:prstGeom>
          <a:solidFill>
            <a:srgbClr val="E8472B"/>
          </a:solidFill>
          <a:ln/>
        </p:spPr>
      </p:sp>
      <p:sp>
        <p:nvSpPr>
          <p:cNvPr id="43" name="Shape 41"/>
          <p:cNvSpPr/>
          <p:nvPr/>
        </p:nvSpPr>
        <p:spPr>
          <a:xfrm>
            <a:off x="2943225" y="9896475"/>
            <a:ext cx="57150" cy="57150"/>
          </a:xfrm>
          <a:prstGeom prst="ellipse">
            <a:avLst/>
          </a:prstGeom>
          <a:solidFill>
            <a:srgbClr val="DDD5C1"/>
          </a:solidFill>
          <a:ln/>
        </p:spPr>
      </p:sp>
      <p:sp>
        <p:nvSpPr>
          <p:cNvPr id="44" name="Shape 42"/>
          <p:cNvSpPr/>
          <p:nvPr/>
        </p:nvSpPr>
        <p:spPr>
          <a:xfrm>
            <a:off x="3048000" y="9896475"/>
            <a:ext cx="57150" cy="57150"/>
          </a:xfrm>
          <a:prstGeom prst="ellipse">
            <a:avLst/>
          </a:prstGeom>
          <a:solidFill>
            <a:srgbClr val="DDD5C1"/>
          </a:solidFill>
          <a:ln/>
        </p:spPr>
      </p:sp>
      <p:sp>
        <p:nvSpPr>
          <p:cNvPr id="45" name="Shape 43"/>
          <p:cNvSpPr/>
          <p:nvPr/>
        </p:nvSpPr>
        <p:spPr>
          <a:xfrm>
            <a:off x="3152775" y="9896475"/>
            <a:ext cx="57150" cy="57150"/>
          </a:xfrm>
          <a:prstGeom prst="ellipse">
            <a:avLst/>
          </a:prstGeom>
          <a:solidFill>
            <a:srgbClr val="DDD5C1"/>
          </a:solidFill>
          <a:ln/>
        </p:spPr>
      </p:sp>
      <p:sp>
        <p:nvSpPr>
          <p:cNvPr id="46" name="Shape 44"/>
          <p:cNvSpPr/>
          <p:nvPr/>
        </p:nvSpPr>
        <p:spPr>
          <a:xfrm>
            <a:off x="3257550" y="9896475"/>
            <a:ext cx="57150" cy="57150"/>
          </a:xfrm>
          <a:prstGeom prst="ellipse">
            <a:avLst/>
          </a:prstGeom>
          <a:solidFill>
            <a:srgbClr val="DDD5C1"/>
          </a:solidFill>
          <a:ln/>
        </p:spPr>
      </p:sp>
      <p:sp>
        <p:nvSpPr>
          <p:cNvPr id="47" name="Text 45"/>
          <p:cNvSpPr/>
          <p:nvPr/>
        </p:nvSpPr>
        <p:spPr>
          <a:xfrm>
            <a:off x="3667125" y="9734550"/>
            <a:ext cx="10953750" cy="342900"/>
          </a:xfrm>
          <a:prstGeom prst="rect">
            <a:avLst/>
          </a:prstGeom>
          <a:noFill/>
          <a:ln/>
        </p:spPr>
        <p:txBody>
          <a:bodyPr wrap="square" lIns="0" tIns="8906" rIns="0" bIns="-8906" rtlCol="0" anchor="t"/>
          <a:lstStyle/>
          <a:p>
            <a:pPr algn="l" indent="0" marL="0">
              <a:lnSpc>
                <a:spcPts val="2145"/>
              </a:lnSpc>
              <a:buNone/>
            </a:pPr>
            <a:r>
              <a:rPr lang="en-US" sz="1650" dirty="0" spc="-6" kern="0">
                <a:solidFill>
                  <a:srgbClr val="6B6A66"/>
                </a:solidFill>
                <a:latin typeface="Be Vietnam Pro" pitchFamily="34" charset="0"/>
                <a:ea typeface="Be Vietnam Pro" pitchFamily="34" charset="-122"/>
                <a:cs typeface="Be Vietnam Pro" pitchFamily="34" charset="-120"/>
              </a:rPr>
              <a:t>Multiple-report</a:t>
            </a:r>
            <a:r>
              <a:rPr lang="en-US" sz="1650" dirty="0" spc="3" kern="0">
                <a:solidFill>
                  <a:srgbClr val="6B6A66"/>
                </a:solidFill>
                <a:latin typeface="Be Vietnam Pro" pitchFamily="34" charset="0"/>
                <a:ea typeface="Be Vietnam Pro" pitchFamily="34" charset="-122"/>
                <a:cs typeface="Be Vietnam Pro" pitchFamily="34" charset="-120"/>
              </a:rPr>
              <a:t> ·</a:t>
            </a:r>
            <a:r>
              <a:rPr lang="en-US" sz="1650" dirty="0" spc="1" kern="0">
                <a:solidFill>
                  <a:srgbClr val="6B6A66"/>
                </a:solidFill>
                <a:latin typeface="Be Vietnam Pro" pitchFamily="34" charset="0"/>
                <a:ea typeface="Be Vietnam Pro" pitchFamily="34" charset="-122"/>
                <a:cs typeface="Be Vietnam Pro" pitchFamily="34" charset="-120"/>
              </a:rPr>
              <a:t> GitHub</a:t>
            </a:r>
            <a:r>
              <a:rPr lang="en-US" sz="1650" dirty="0" spc="-38" kern="0">
                <a:solidFill>
                  <a:srgbClr val="6B6A66"/>
                </a:solidFill>
                <a:latin typeface="Be Vietnam Pro" pitchFamily="34" charset="0"/>
                <a:ea typeface="Be Vietnam Pro" pitchFamily="34" charset="-122"/>
                <a:cs typeface="Be Vietnam Pro" pitchFamily="34" charset="-120"/>
              </a:rPr>
              <a:t> Top</a:t>
            </a:r>
            <a:r>
              <a:rPr lang="en-US" sz="1650" dirty="0" spc="4" kern="0">
                <a:solidFill>
                  <a:srgbClr val="6B6A66"/>
                </a:solidFill>
                <a:latin typeface="Be Vietnam Pro" pitchFamily="34" charset="0"/>
                <a:ea typeface="Be Vietnam Pro" pitchFamily="34" charset="-122"/>
                <a:cs typeface="Be Vietnam Pro" pitchFamily="34" charset="-120"/>
              </a:rPr>
              <a:t> 3</a:t>
            </a:r>
            <a:r>
              <a:rPr lang="en-US" sz="1650" dirty="0" spc="0" kern="0">
                <a:solidFill>
                  <a:srgbClr val="6B6A66"/>
                </a:solidFill>
                <a:latin typeface="Be Vietnam Pro" pitchFamily="34" charset="0"/>
                <a:ea typeface="Be Vietnam Pro" pitchFamily="34" charset="-122"/>
                <a:cs typeface="Be Vietnam Pro" pitchFamily="34" charset="-120"/>
              </a:rPr>
              <a:t> ·</a:t>
            </a:r>
            <a:r>
              <a:rPr lang="en-US" sz="1650" dirty="0" spc="-21" kern="0">
                <a:solidFill>
                  <a:srgbClr val="6B6A66"/>
                </a:solidFill>
                <a:latin typeface="Be Vietnam Pro" pitchFamily="34" charset="0"/>
                <a:ea typeface="Be Vietnam Pro" pitchFamily="34" charset="-122"/>
                <a:cs typeface="Be Vietnam Pro" pitchFamily="34" charset="-120"/>
              </a:rPr>
              <a:t> 20/24</a:t>
            </a:r>
            <a:endParaRPr lang="en-US" sz="1650" dirty="0"/>
          </a:p>
        </p:txBody>
      </p:sp>
      <p:sp>
        <p:nvSpPr>
          <p:cNvPr id="48" name="Shape 46"/>
          <p:cNvSpPr/>
          <p:nvPr/>
        </p:nvSpPr>
        <p:spPr>
          <a:xfrm>
            <a:off x="15983712" y="9076331"/>
            <a:ext cx="1645920" cy="552301"/>
          </a:xfrm>
          <a:prstGeom prst="roundRect">
            <a:avLst>
              <a:gd name="adj" fmla="val 28000"/>
            </a:avLst>
          </a:prstGeom>
          <a:solidFill>
            <a:srgbClr val="FFFFFF">
              <a:alpha val="82000"/>
            </a:srgbClr>
          </a:solidFill>
          <a:ln/>
        </p:spPr>
      </p:sp>
      <p:pic>
        <p:nvPicPr>
          <p:cNvPr id="49" name="Moda image moda-export-watermark-557ec851-7be1-449b-a8df-7afc5bd3b45c"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838200" y="438150"/>
            <a:ext cx="16192500" cy="381000"/>
          </a:xfrm>
          <a:prstGeom prst="rect">
            <a:avLst/>
          </a:prstGeom>
          <a:noFill/>
          <a:ln/>
        </p:spPr>
        <p:txBody>
          <a:bodyPr wrap="square" lIns="0" tIns="10104" rIns="0" bIns="-10104" rtlCol="0" anchor="t"/>
          <a:lstStyle/>
          <a:p>
            <a:pPr algn="l" indent="0" marL="0">
              <a:lnSpc>
                <a:spcPts val="2438"/>
              </a:lnSpc>
              <a:buNone/>
            </a:pPr>
            <a:r>
              <a:rPr lang="en-US" sz="1875" dirty="0" spc="-1" kern="0">
                <a:solidFill>
                  <a:srgbClr val="0F766E"/>
                </a:solidFill>
                <a:latin typeface="Be Vietnam Pro SemiBold" pitchFamily="34" charset="0"/>
                <a:ea typeface="Be Vietnam Pro SemiBold" pitchFamily="34" charset="-122"/>
                <a:cs typeface="Be Vietnam Pro SemiBold" pitchFamily="34" charset="-120"/>
              </a:rPr>
              <a:t>03</a:t>
            </a:r>
            <a:r>
              <a:rPr lang="en-US" sz="1875" dirty="0" spc="-2" kern="0">
                <a:solidFill>
                  <a:srgbClr val="0F766E"/>
                </a:solidFill>
                <a:latin typeface="Be Vietnam Pro SemiBold" pitchFamily="34" charset="0"/>
                <a:ea typeface="Be Vietnam Pro SemiBold" pitchFamily="34" charset="-122"/>
                <a:cs typeface="Be Vietnam Pro SemiBold" pitchFamily="34" charset="-120"/>
              </a:rPr>
              <a:t> / ĐIỂM</a:t>
            </a:r>
            <a:r>
              <a:rPr lang="en-US" sz="1875" dirty="0" spc="-21" kern="0">
                <a:solidFill>
                  <a:srgbClr val="0F766E"/>
                </a:solidFill>
                <a:latin typeface="Be Vietnam Pro SemiBold" pitchFamily="34" charset="0"/>
                <a:ea typeface="Be Vietnam Pro SemiBold" pitchFamily="34" charset="-122"/>
                <a:cs typeface="Be Vietnam Pro SemiBold" pitchFamily="34" charset="-120"/>
              </a:rPr>
              <a:t> CẦN</a:t>
            </a:r>
            <a:r>
              <a:rPr lang="en-US" sz="1875" dirty="0" spc="-2" kern="0">
                <a:solidFill>
                  <a:srgbClr val="0F766E"/>
                </a:solidFill>
                <a:latin typeface="Be Vietnam Pro SemiBold" pitchFamily="34" charset="0"/>
                <a:ea typeface="Be Vietnam Pro SemiBold" pitchFamily="34" charset="-122"/>
                <a:cs typeface="Be Vietnam Pro SemiBold" pitchFamily="34" charset="-120"/>
              </a:rPr>
              <a:t> PHÂN</a:t>
            </a:r>
            <a:r>
              <a:rPr lang="en-US" sz="1875" dirty="0" spc="-1" kern="0">
                <a:solidFill>
                  <a:srgbClr val="0F766E"/>
                </a:solidFill>
                <a:latin typeface="Be Vietnam Pro SemiBold" pitchFamily="34" charset="0"/>
                <a:ea typeface="Be Vietnam Pro SemiBold" pitchFamily="34" charset="-122"/>
                <a:cs typeface="Be Vietnam Pro SemiBold" pitchFamily="34" charset="-120"/>
              </a:rPr>
              <a:t> BIỆT</a:t>
            </a:r>
            <a:endParaRPr lang="en-US" sz="1875" dirty="0"/>
          </a:p>
        </p:txBody>
      </p:sp>
      <p:sp>
        <p:nvSpPr>
          <p:cNvPr id="3" name="Text 1"/>
          <p:cNvSpPr/>
          <p:nvPr/>
        </p:nvSpPr>
        <p:spPr>
          <a:xfrm>
            <a:off x="838200" y="1066800"/>
            <a:ext cx="16573500" cy="1476375"/>
          </a:xfrm>
          <a:prstGeom prst="rect">
            <a:avLst/>
          </a:prstGeom>
          <a:noFill/>
          <a:ln/>
        </p:spPr>
        <p:txBody>
          <a:bodyPr wrap="square" lIns="0" tIns="3048" rIns="0" bIns="-3048" rtlCol="0" anchor="t"/>
          <a:lstStyle/>
          <a:p>
            <a:pPr algn="l" indent="0" marL="0">
              <a:lnSpc>
                <a:spcPts val="6240"/>
              </a:lnSpc>
              <a:buNone/>
            </a:pPr>
            <a:r>
              <a:rPr lang="en-US" sz="4800" dirty="0" spc="0" kern="0">
                <a:solidFill>
                  <a:srgbClr val="14161C"/>
                </a:solidFill>
                <a:latin typeface="Bricolage Grotesque ExtraBold" pitchFamily="34" charset="0"/>
                <a:ea typeface="Bricolage Grotesque ExtraBold" pitchFamily="34" charset="-122"/>
                <a:cs typeface="Bricolage Grotesque ExtraBold" pitchFamily="34" charset="-120"/>
              </a:rPr>
              <a:t>Public</a:t>
            </a:r>
            <a:r>
              <a:rPr lang="en-US" sz="4800" dirty="0" spc="1" kern="0">
                <a:solidFill>
                  <a:srgbClr val="14161C"/>
                </a:solidFill>
                <a:latin typeface="Bricolage Grotesque ExtraBold" pitchFamily="34" charset="0"/>
                <a:ea typeface="Bricolage Grotesque ExtraBold" pitchFamily="34" charset="-122"/>
                <a:cs typeface="Bricolage Grotesque ExtraBold" pitchFamily="34" charset="-120"/>
              </a:rPr>
              <a:t> API,</a:t>
            </a:r>
            <a:r>
              <a:rPr lang="en-US" sz="4800" dirty="0" spc="-31" kern="0">
                <a:solidFill>
                  <a:srgbClr val="14161C"/>
                </a:solidFill>
                <a:latin typeface="Bricolage Grotesque ExtraBold" pitchFamily="34" charset="0"/>
                <a:ea typeface="Bricolage Grotesque ExtraBold" pitchFamily="34" charset="-122"/>
                <a:cs typeface="Bricolage Grotesque ExtraBold" pitchFamily="34" charset="-120"/>
              </a:rPr>
              <a:t> gói</a:t>
            </a:r>
            <a:r>
              <a:rPr lang="en-US" sz="4800" dirty="0" spc="2" kern="0">
                <a:solidFill>
                  <a:srgbClr val="14161C"/>
                </a:solidFill>
                <a:latin typeface="Bricolage Grotesque ExtraBold" pitchFamily="34" charset="0"/>
                <a:ea typeface="Bricolage Grotesque ExtraBold" pitchFamily="34" charset="-122"/>
                <a:cs typeface="Bricolage Grotesque ExtraBold" pitchFamily="34" charset="-120"/>
              </a:rPr>
              <a:t> miễn phí</a:t>
            </a:r>
            <a:r>
              <a:rPr lang="en-US" sz="4800" dirty="0" spc="-55" kern="0">
                <a:solidFill>
                  <a:srgbClr val="14161C"/>
                </a:solidFill>
                <a:latin typeface="Bricolage Grotesque ExtraBold" pitchFamily="34" charset="0"/>
                <a:ea typeface="Bricolage Grotesque ExtraBold" pitchFamily="34" charset="-122"/>
                <a:cs typeface="Bricolage Grotesque ExtraBold" pitchFamily="34" charset="-120"/>
              </a:rPr>
              <a:t> và</a:t>
            </a:r>
            <a:r>
              <a:rPr lang="en-US" sz="4800" dirty="0" spc="0" kern="0">
                <a:solidFill>
                  <a:srgbClr val="14161C"/>
                </a:solidFill>
                <a:latin typeface="Bricolage Grotesque ExtraBold" pitchFamily="34" charset="0"/>
                <a:ea typeface="Bricolage Grotesque ExtraBold" pitchFamily="34" charset="-122"/>
                <a:cs typeface="Bricolage Grotesque ExtraBold" pitchFamily="34" charset="-120"/>
              </a:rPr>
              <a:t> MCP</a:t>
            </a:r>
            <a:endParaRPr lang="en-US" sz="4800" dirty="0"/>
          </a:p>
        </p:txBody>
      </p:sp>
      <p:sp>
        <p:nvSpPr>
          <p:cNvPr id="4" name="Connector line-1792794926410-582799225"/>
          <p:cNvSpPr/>
          <p:nvPr/>
        </p:nvSpPr>
        <p:spPr>
          <a:xfrm>
            <a:off x="838200" y="2647950"/>
            <a:ext cx="16611600" cy="0"/>
          </a:xfrm>
          <a:prstGeom prst="line">
            <a:avLst/>
          </a:prstGeom>
          <a:noFill/>
          <a:ln w="28575">
            <a:solidFill>
              <a:srgbClr val="DDD5C1"/>
            </a:solidFill>
            <a:prstDash val="solid"/>
            <a:headEnd type="none"/>
            <a:tailEnd type="none"/>
          </a:ln>
        </p:spPr>
      </p:sp>
      <p:sp>
        <p:nvSpPr>
          <p:cNvPr id="5" name="Shape 3"/>
          <p:cNvSpPr/>
          <p:nvPr/>
        </p:nvSpPr>
        <p:spPr>
          <a:xfrm>
            <a:off x="838200" y="3143250"/>
            <a:ext cx="76200" cy="4572000"/>
          </a:xfrm>
          <a:prstGeom prst="rect">
            <a:avLst/>
          </a:prstGeom>
          <a:solidFill>
            <a:srgbClr val="0F766E"/>
          </a:solidFill>
          <a:ln w="9525">
            <a:solidFill>
              <a:srgbClr val="0F766E"/>
            </a:solidFill>
            <a:prstDash val="solid"/>
          </a:ln>
        </p:spPr>
      </p:sp>
      <p:sp>
        <p:nvSpPr>
          <p:cNvPr id="6" name="Text 4"/>
          <p:cNvSpPr/>
          <p:nvPr/>
        </p:nvSpPr>
        <p:spPr>
          <a:xfrm>
            <a:off x="1181100" y="3143250"/>
            <a:ext cx="10429875" cy="4667250"/>
          </a:xfrm>
          <a:prstGeom prst="rect">
            <a:avLst/>
          </a:prstGeom>
          <a:noFill/>
          <a:ln/>
        </p:spPr>
        <p:txBody>
          <a:bodyPr wrap="square" lIns="0" tIns="14573" rIns="0" bIns="-14573" rtlCol="0" anchor="t"/>
          <a:lstStyle/>
          <a:p>
            <a:pPr algn="l" indent="0" marL="0">
              <a:lnSpc>
                <a:spcPts val="3510"/>
              </a:lnSpc>
              <a:buNone/>
            </a:pPr>
            <a:r>
              <a:rPr lang="en-US" sz="2700" dirty="0" spc="-7" kern="0">
                <a:solidFill>
                  <a:srgbClr val="14161C"/>
                </a:solidFill>
                <a:latin typeface="Be Vietnam Pro" pitchFamily="34" charset="0"/>
                <a:ea typeface="Be Vietnam Pro" pitchFamily="34" charset="-122"/>
                <a:cs typeface="Be Vietnam Pro" pitchFamily="34" charset="-120"/>
              </a:rPr>
              <a:t>Một</a:t>
            </a:r>
            <a:r>
              <a:rPr lang="en-US" sz="2700" dirty="0" spc="-1" kern="0">
                <a:solidFill>
                  <a:srgbClr val="14161C"/>
                </a:solidFill>
                <a:latin typeface="Be Vietnam Pro" pitchFamily="34" charset="0"/>
                <a:ea typeface="Be Vietnam Pro" pitchFamily="34" charset="-122"/>
                <a:cs typeface="Be Vietnam Pro" pitchFamily="34" charset="-120"/>
              </a:rPr>
              <a:t> API công</a:t>
            </a:r>
            <a:r>
              <a:rPr lang="en-US" sz="2700" dirty="0" spc="-2" kern="0">
                <a:solidFill>
                  <a:srgbClr val="14161C"/>
                </a:solidFill>
                <a:latin typeface="Be Vietnam Pro" pitchFamily="34" charset="0"/>
                <a:ea typeface="Be Vietnam Pro" pitchFamily="34" charset="-122"/>
                <a:cs typeface="Be Vietnam Pro" pitchFamily="34" charset="-120"/>
              </a:rPr>
              <a:t> khai</a:t>
            </a:r>
            <a:r>
              <a:rPr lang="en-US" sz="2700" dirty="0" spc="-1" kern="0">
                <a:solidFill>
                  <a:srgbClr val="14161C"/>
                </a:solidFill>
                <a:latin typeface="Be Vietnam Pro" pitchFamily="34" charset="0"/>
                <a:ea typeface="Be Vietnam Pro" pitchFamily="34" charset="-122"/>
                <a:cs typeface="Be Vietnam Pro" pitchFamily="34" charset="-120"/>
              </a:rPr>
              <a:t> có thể</a:t>
            </a:r>
            <a:r>
              <a:rPr lang="en-US" sz="2700" dirty="0" spc="-26" kern="0">
                <a:solidFill>
                  <a:srgbClr val="14161C"/>
                </a:solidFill>
                <a:latin typeface="Be Vietnam Pro" pitchFamily="34" charset="0"/>
                <a:ea typeface="Be Vietnam Pro" pitchFamily="34" charset="-122"/>
                <a:cs typeface="Be Vietnam Pro" pitchFamily="34" charset="-120"/>
              </a:rPr>
              <a:t> yêu</a:t>
            </a:r>
            <a:r>
              <a:rPr lang="en-US" sz="2700" dirty="0" spc="1" kern="0">
                <a:solidFill>
                  <a:srgbClr val="14161C"/>
                </a:solidFill>
                <a:latin typeface="Be Vietnam Pro" pitchFamily="34" charset="0"/>
                <a:ea typeface="Be Vietnam Pro" pitchFamily="34" charset="-122"/>
                <a:cs typeface="Be Vietnam Pro" pitchFamily="34" charset="-120"/>
              </a:rPr>
              <a:t> cầu</a:t>
            </a:r>
            <a:r>
              <a:rPr lang="en-US" sz="2700" dirty="0" spc="-12" kern="0">
                <a:solidFill>
                  <a:srgbClr val="14161C"/>
                </a:solidFill>
                <a:latin typeface="Be Vietnam Pro" pitchFamily="34" charset="0"/>
                <a:ea typeface="Be Vietnam Pro" pitchFamily="34" charset="-122"/>
                <a:cs typeface="Be Vietnam Pro" pitchFamily="34" charset="-120"/>
              </a:rPr>
              <a:t> tài</a:t>
            </a:r>
            <a:r>
              <a:rPr lang="en-US" sz="2700" dirty="0" spc="-3" kern="0">
                <a:solidFill>
                  <a:srgbClr val="14161C"/>
                </a:solidFill>
                <a:latin typeface="Be Vietnam Pro" pitchFamily="34" charset="0"/>
                <a:ea typeface="Be Vietnam Pro" pitchFamily="34" charset="-122"/>
                <a:cs typeface="Be Vietnam Pro" pitchFamily="34" charset="-120"/>
              </a:rPr>
              <a:t> khoản,</a:t>
            </a:r>
            <a:r>
              <a:rPr lang="en-US" sz="2700" dirty="0" spc="-6" kern="0">
                <a:solidFill>
                  <a:srgbClr val="14161C"/>
                </a:solidFill>
                <a:latin typeface="Be Vietnam Pro" pitchFamily="34" charset="0"/>
                <a:ea typeface="Be Vietnam Pro" pitchFamily="34" charset="-122"/>
                <a:cs typeface="Be Vietnam Pro" pitchFamily="34" charset="-120"/>
              </a:rPr>
              <a:t> khóa</a:t>
            </a:r>
            <a:r>
              <a:rPr lang="en-US" sz="2700" dirty="0" spc="0" kern="0">
                <a:solidFill>
                  <a:srgbClr val="14161C"/>
                </a:solidFill>
                <a:latin typeface="Be Vietnam Pro" pitchFamily="34" charset="0"/>
                <a:ea typeface="Be Vietnam Pro" pitchFamily="34" charset="-122"/>
                <a:cs typeface="Be Vietnam Pro" pitchFamily="34" charset="-120"/>
              </a:rPr>
              <a:t> truy cập</a:t>
            </a:r>
            <a:r>
              <a:rPr lang="en-US" sz="2700" dirty="0" spc="-17" kern="0">
                <a:solidFill>
                  <a:srgbClr val="14161C"/>
                </a:solidFill>
                <a:latin typeface="Be Vietnam Pro" pitchFamily="34" charset="0"/>
                <a:ea typeface="Be Vietnam Pro" pitchFamily="34" charset="-122"/>
                <a:cs typeface="Be Vietnam Pro" pitchFamily="34" charset="-120"/>
              </a:rPr>
              <a:t> và</a:t>
            </a:r>
            <a:r>
              <a:rPr lang="en-US" sz="2700" dirty="0" spc="0" kern="0">
                <a:solidFill>
                  <a:srgbClr val="14161C"/>
                </a:solidFill>
                <a:latin typeface="Be Vietnam Pro" pitchFamily="34" charset="0"/>
                <a:ea typeface="Be Vietnam Pro" pitchFamily="34" charset="-122"/>
                <a:cs typeface="Be Vietnam Pro" pitchFamily="34" charset="-120"/>
              </a:rPr>
              <a:t> có</a:t>
            </a:r>
            <a:r>
              <a:rPr lang="en-US" sz="2700" dirty="0" spc="-2" kern="0">
                <a:solidFill>
                  <a:srgbClr val="14161C"/>
                </a:solidFill>
                <a:latin typeface="Be Vietnam Pro" pitchFamily="34" charset="0"/>
                <a:ea typeface="Be Vietnam Pro" pitchFamily="34" charset="-122"/>
                <a:cs typeface="Be Vietnam Pro" pitchFamily="34" charset="-120"/>
              </a:rPr>
              <a:t> hạn</a:t>
            </a:r>
            <a:r>
              <a:rPr lang="en-US" sz="2700" dirty="0" spc="9" kern="0">
                <a:solidFill>
                  <a:srgbClr val="14161C"/>
                </a:solidFill>
                <a:latin typeface="Be Vietnam Pro" pitchFamily="34" charset="0"/>
                <a:ea typeface="Be Vietnam Pro" pitchFamily="34" charset="-122"/>
                <a:cs typeface="Be Vietnam Pro" pitchFamily="34" charset="-120"/>
              </a:rPr>
              <a:t> mức</a:t>
            </a:r>
            <a:r>
              <a:rPr lang="en-US" sz="2700" dirty="0" spc="-4" kern="0">
                <a:solidFill>
                  <a:srgbClr val="14161C"/>
                </a:solidFill>
                <a:latin typeface="Be Vietnam Pro" pitchFamily="34" charset="0"/>
                <a:ea typeface="Be Vietnam Pro" pitchFamily="34" charset="-122"/>
                <a:cs typeface="Be Vietnam Pro" pitchFamily="34" charset="-120"/>
              </a:rPr>
              <a:t> sử</a:t>
            </a:r>
            <a:r>
              <a:rPr lang="en-US" sz="2700" dirty="0" spc="-3" kern="0">
                <a:solidFill>
                  <a:srgbClr val="14161C"/>
                </a:solidFill>
                <a:latin typeface="Be Vietnam Pro" pitchFamily="34" charset="0"/>
                <a:ea typeface="Be Vietnam Pro" pitchFamily="34" charset="-122"/>
                <a:cs typeface="Be Vietnam Pro" pitchFamily="34" charset="-120"/>
              </a:rPr>
              <a:t> dụng.</a:t>
            </a:r>
            <a:r>
              <a:rPr lang="en-US" sz="2700" dirty="0" spc="1" kern="0">
                <a:solidFill>
                  <a:srgbClr val="14161C"/>
                </a:solidFill>
                <a:latin typeface="Be Vietnam Pro" pitchFamily="34" charset="0"/>
                <a:ea typeface="Be Vietnam Pro" pitchFamily="34" charset="-122"/>
                <a:cs typeface="Be Vietnam Pro" pitchFamily="34" charset="-120"/>
              </a:rPr>
              <a:t> README</a:t>
            </a:r>
            <a:r>
              <a:rPr lang="en-US" sz="2700" dirty="0" spc="-2" kern="0">
                <a:solidFill>
                  <a:srgbClr val="14161C"/>
                </a:solidFill>
                <a:latin typeface="Be Vietnam Pro" pitchFamily="34" charset="0"/>
                <a:ea typeface="Be Vietnam Pro" pitchFamily="34" charset="-122"/>
                <a:cs typeface="Be Vietnam Pro" pitchFamily="34" charset="-120"/>
              </a:rPr>
              <a:t> cũng</a:t>
            </a:r>
            <a:r>
              <a:rPr lang="en-US" sz="2700" dirty="0" spc="0" kern="0">
                <a:solidFill>
                  <a:srgbClr val="14161C"/>
                </a:solidFill>
                <a:latin typeface="Be Vietnam Pro" pitchFamily="34" charset="0"/>
                <a:ea typeface="Be Vietnam Pro" pitchFamily="34" charset="-122"/>
                <a:cs typeface="Be Vietnam Pro" pitchFamily="34" charset="-120"/>
              </a:rPr>
              <a:t> có</a:t>
            </a:r>
            <a:r>
              <a:rPr lang="en-US" sz="2700" dirty="0" spc="1" kern="0">
                <a:solidFill>
                  <a:srgbClr val="14161C"/>
                </a:solidFill>
                <a:latin typeface="Be Vietnam Pro" pitchFamily="34" charset="0"/>
                <a:ea typeface="Be Vietnam Pro" pitchFamily="34" charset="-122"/>
                <a:cs typeface="Be Vietnam Pro" pitchFamily="34" charset="-120"/>
              </a:rPr>
              <a:t> các</a:t>
            </a:r>
            <a:r>
              <a:rPr lang="en-US" sz="2700" dirty="0" spc="-1" kern="0">
                <a:solidFill>
                  <a:srgbClr val="14161C"/>
                </a:solidFill>
                <a:latin typeface="Be Vietnam Pro" pitchFamily="34" charset="0"/>
                <a:ea typeface="Be Vietnam Pro" pitchFamily="34" charset="-122"/>
                <a:cs typeface="Be Vietnam Pro" pitchFamily="34" charset="-120"/>
              </a:rPr>
              <a:t> phần</a:t>
            </a:r>
            <a:r>
              <a:rPr lang="en-US" sz="2700" dirty="0" spc="-2" kern="0">
                <a:solidFill>
                  <a:srgbClr val="14161C"/>
                </a:solidFill>
                <a:latin typeface="Be Vietnam Pro" pitchFamily="34" charset="0"/>
                <a:ea typeface="Be Vietnam Pro" pitchFamily="34" charset="-122"/>
                <a:cs typeface="Be Vietnam Pro" pitchFamily="34" charset="-120"/>
              </a:rPr>
              <a:t> giới</a:t>
            </a:r>
            <a:r>
              <a:rPr lang="en-US" sz="2700" dirty="0" spc="0" kern="0">
                <a:solidFill>
                  <a:srgbClr val="14161C"/>
                </a:solidFill>
                <a:latin typeface="Be Vietnam Pro" pitchFamily="34" charset="0"/>
                <a:ea typeface="Be Vietnam Pro" pitchFamily="34" charset="-122"/>
                <a:cs typeface="Be Vietnam Pro" pitchFamily="34" charset="-120"/>
              </a:rPr>
              <a:t> thiệu</a:t>
            </a:r>
            <a:r>
              <a:rPr lang="en-US" sz="2700" dirty="0" spc="-2" kern="0">
                <a:solidFill>
                  <a:srgbClr val="14161C"/>
                </a:solidFill>
                <a:latin typeface="Be Vietnam Pro" pitchFamily="34" charset="0"/>
                <a:ea typeface="Be Vietnam Pro" pitchFamily="34" charset="-122"/>
                <a:cs typeface="Be Vietnam Pro" pitchFamily="34" charset="-120"/>
              </a:rPr>
              <a:t> dịch</a:t>
            </a:r>
            <a:r>
              <a:rPr lang="en-US" sz="2700" dirty="0" spc="0" kern="0">
                <a:solidFill>
                  <a:srgbClr val="14161C"/>
                </a:solidFill>
                <a:latin typeface="Be Vietnam Pro" pitchFamily="34" charset="0"/>
                <a:ea typeface="Be Vietnam Pro" pitchFamily="34" charset="-122"/>
                <a:cs typeface="Be Vietnam Pro" pitchFamily="34" charset="-120"/>
              </a:rPr>
              <a:t> vụ</a:t>
            </a:r>
            <a:r>
              <a:rPr lang="en-US" sz="2700" dirty="0" spc="-25" kern="0">
                <a:solidFill>
                  <a:srgbClr val="14161C"/>
                </a:solidFill>
                <a:latin typeface="Be Vietnam Pro" pitchFamily="34" charset="0"/>
                <a:ea typeface="Be Vietnam Pro" pitchFamily="34" charset="-122"/>
                <a:cs typeface="Be Vietnam Pro" pitchFamily="34" charset="-120"/>
              </a:rPr>
              <a:t> APILayer,</a:t>
            </a:r>
            <a:r>
              <a:rPr lang="en-US" sz="2700" dirty="0" spc="-4" kern="0">
                <a:solidFill>
                  <a:srgbClr val="14161C"/>
                </a:solidFill>
                <a:latin typeface="Be Vietnam Pro" pitchFamily="34" charset="0"/>
                <a:ea typeface="Be Vietnam Pro" pitchFamily="34" charset="-122"/>
                <a:cs typeface="Be Vietnam Pro" pitchFamily="34" charset="-120"/>
              </a:rPr>
              <a:t> nên</a:t>
            </a:r>
            <a:r>
              <a:rPr lang="en-US" sz="2700" dirty="0" spc="-1" kern="0">
                <a:solidFill>
                  <a:srgbClr val="14161C"/>
                </a:solidFill>
                <a:latin typeface="Be Vietnam Pro" pitchFamily="34" charset="0"/>
                <a:ea typeface="Be Vietnam Pro" pitchFamily="34" charset="-122"/>
                <a:cs typeface="Be Vietnam Pro" pitchFamily="34" charset="-120"/>
              </a:rPr>
              <a:t> cần phân</a:t>
            </a:r>
            <a:r>
              <a:rPr lang="en-US" sz="2700" dirty="0" spc="-7" kern="0">
                <a:solidFill>
                  <a:srgbClr val="14161C"/>
                </a:solidFill>
                <a:latin typeface="Be Vietnam Pro" pitchFamily="34" charset="0"/>
                <a:ea typeface="Be Vietnam Pro" pitchFamily="34" charset="-122"/>
                <a:cs typeface="Be Vietnam Pro" pitchFamily="34" charset="-120"/>
              </a:rPr>
              <a:t> biệt</a:t>
            </a:r>
            <a:r>
              <a:rPr lang="en-US" sz="2700" dirty="0" spc="-2" kern="0">
                <a:solidFill>
                  <a:srgbClr val="14161C"/>
                </a:solidFill>
                <a:latin typeface="Be Vietnam Pro" pitchFamily="34" charset="0"/>
                <a:ea typeface="Be Vietnam Pro" pitchFamily="34" charset="-122"/>
                <a:cs typeface="Be Vietnam Pro" pitchFamily="34" charset="-120"/>
              </a:rPr>
              <a:t> nội dung</a:t>
            </a:r>
            <a:r>
              <a:rPr lang="en-US" sz="2700" dirty="0" spc="-1" kern="0">
                <a:solidFill>
                  <a:srgbClr val="14161C"/>
                </a:solidFill>
                <a:latin typeface="Be Vietnam Pro" pitchFamily="34" charset="0"/>
                <a:ea typeface="Be Vietnam Pro" pitchFamily="34" charset="-122"/>
                <a:cs typeface="Be Vietnam Pro" pitchFamily="34" charset="-120"/>
              </a:rPr>
              <a:t> quảng</a:t>
            </a:r>
            <a:r>
              <a:rPr lang="en-US" sz="2700" dirty="0" spc="-6" kern="0">
                <a:solidFill>
                  <a:srgbClr val="14161C"/>
                </a:solidFill>
                <a:latin typeface="Be Vietnam Pro" pitchFamily="34" charset="0"/>
                <a:ea typeface="Be Vietnam Pro" pitchFamily="34" charset="-122"/>
                <a:cs typeface="Be Vietnam Pro" pitchFamily="34" charset="-120"/>
              </a:rPr>
              <a:t> bá</a:t>
            </a:r>
            <a:r>
              <a:rPr lang="en-US" sz="2700" dirty="0" spc="-14" kern="0">
                <a:solidFill>
                  <a:srgbClr val="14161C"/>
                </a:solidFill>
                <a:latin typeface="Be Vietnam Pro" pitchFamily="34" charset="0"/>
                <a:ea typeface="Be Vietnam Pro" pitchFamily="34" charset="-122"/>
                <a:cs typeface="Be Vietnam Pro" pitchFamily="34" charset="-120"/>
              </a:rPr>
              <a:t> với</a:t>
            </a:r>
            <a:r>
              <a:rPr lang="en-US" sz="2700" dirty="0" spc="21" kern="0">
                <a:solidFill>
                  <a:srgbClr val="14161C"/>
                </a:solidFill>
                <a:latin typeface="Be Vietnam Pro" pitchFamily="34" charset="0"/>
                <a:ea typeface="Be Vietnam Pro" pitchFamily="34" charset="-122"/>
                <a:cs typeface="Be Vietnam Pro" pitchFamily="34" charset="-120"/>
              </a:rPr>
              <a:t> điều</a:t>
            </a:r>
            <a:r>
              <a:rPr lang="en-US" sz="2700" dirty="0" spc="-3" kern="0">
                <a:solidFill>
                  <a:srgbClr val="14161C"/>
                </a:solidFill>
                <a:latin typeface="Be Vietnam Pro" pitchFamily="34" charset="0"/>
                <a:ea typeface="Be Vietnam Pro" pitchFamily="34" charset="-122"/>
                <a:cs typeface="Be Vietnam Pro" pitchFamily="34" charset="-120"/>
              </a:rPr>
              <a:t> kiện</a:t>
            </a:r>
            <a:r>
              <a:rPr lang="en-US" sz="2700" dirty="0" spc="-2" kern="0">
                <a:solidFill>
                  <a:srgbClr val="14161C"/>
                </a:solidFill>
                <a:latin typeface="Be Vietnam Pro" pitchFamily="34" charset="0"/>
                <a:ea typeface="Be Vietnam Pro" pitchFamily="34" charset="-122"/>
                <a:cs typeface="Be Vietnam Pro" pitchFamily="34" charset="-120"/>
              </a:rPr>
              <a:t> của</a:t>
            </a:r>
            <a:r>
              <a:rPr lang="en-US" sz="2700" dirty="0" spc="20" kern="0">
                <a:solidFill>
                  <a:srgbClr val="14161C"/>
                </a:solidFill>
                <a:latin typeface="Be Vietnam Pro" pitchFamily="34" charset="0"/>
                <a:ea typeface="Be Vietnam Pro" pitchFamily="34" charset="-122"/>
                <a:cs typeface="Be Vietnam Pro" pitchFamily="34" charset="-120"/>
              </a:rPr>
              <a:t> từng</a:t>
            </a:r>
            <a:r>
              <a:rPr lang="en-US" sz="2700" dirty="0" spc="-1" kern="0">
                <a:solidFill>
                  <a:srgbClr val="14161C"/>
                </a:solidFill>
                <a:latin typeface="Be Vietnam Pro" pitchFamily="34" charset="0"/>
                <a:ea typeface="Be Vietnam Pro" pitchFamily="34" charset="-122"/>
                <a:cs typeface="Be Vietnam Pro" pitchFamily="34" charset="-120"/>
              </a:rPr>
              <a:t> dịch</a:t>
            </a:r>
            <a:r>
              <a:rPr lang="en-US" sz="2700" dirty="0" spc="-2" kern="0">
                <a:solidFill>
                  <a:srgbClr val="14161C"/>
                </a:solidFill>
                <a:latin typeface="Be Vietnam Pro" pitchFamily="34" charset="0"/>
                <a:ea typeface="Be Vietnam Pro" pitchFamily="34" charset="-122"/>
                <a:cs typeface="Be Vietnam Pro" pitchFamily="34" charset="-120"/>
              </a:rPr>
              <a:t> vụ.</a:t>
            </a:r>
            <a:r>
              <a:rPr lang="en-US" sz="2700" dirty="0" spc="-12" kern="0">
                <a:solidFill>
                  <a:srgbClr val="14161C"/>
                </a:solidFill>
                <a:latin typeface="Be Vietnam Pro" pitchFamily="34" charset="0"/>
                <a:ea typeface="Be Vietnam Pro" pitchFamily="34" charset="-122"/>
                <a:cs typeface="Be Vietnam Pro" pitchFamily="34" charset="-120"/>
              </a:rPr>
              <a:t> Ngoài</a:t>
            </a:r>
            <a:r>
              <a:rPr lang="en-US" sz="2700" dirty="0" spc="-5" kern="0">
                <a:solidFill>
                  <a:srgbClr val="14161C"/>
                </a:solidFill>
                <a:latin typeface="Be Vietnam Pro" pitchFamily="34" charset="0"/>
                <a:ea typeface="Be Vietnam Pro" pitchFamily="34" charset="-122"/>
                <a:cs typeface="Be Vietnam Pro" pitchFamily="34" charset="-120"/>
              </a:rPr>
              <a:t> bảng</a:t>
            </a:r>
            <a:r>
              <a:rPr lang="en-US" sz="2700" dirty="0" spc="0" kern="0">
                <a:solidFill>
                  <a:srgbClr val="14161C"/>
                </a:solidFill>
                <a:latin typeface="Be Vietnam Pro" pitchFamily="34" charset="0"/>
                <a:ea typeface="Be Vietnam Pro" pitchFamily="34" charset="-122"/>
                <a:cs typeface="Be Vietnam Pro" pitchFamily="34" charset="-120"/>
              </a:rPr>
              <a:t> API,</a:t>
            </a:r>
            <a:r>
              <a:rPr lang="en-US" sz="2700" dirty="0" spc="-26" kern="0">
                <a:solidFill>
                  <a:srgbClr val="14161C"/>
                </a:solidFill>
                <a:latin typeface="Be Vietnam Pro" pitchFamily="34" charset="0"/>
                <a:ea typeface="Be Vietnam Pro" pitchFamily="34" charset="-122"/>
                <a:cs typeface="Be Vietnam Pro" pitchFamily="34" charset="-120"/>
              </a:rPr>
              <a:t> repo</a:t>
            </a:r>
            <a:r>
              <a:rPr lang="en-US" sz="2700" dirty="0" spc="-3" kern="0">
                <a:solidFill>
                  <a:srgbClr val="14161C"/>
                </a:solidFill>
                <a:latin typeface="Be Vietnam Pro" pitchFamily="34" charset="0"/>
                <a:ea typeface="Be Vietnam Pro" pitchFamily="34" charset="-122"/>
                <a:cs typeface="Be Vietnam Pro" pitchFamily="34" charset="-120"/>
              </a:rPr>
              <a:t> hiện</a:t>
            </a:r>
            <a:r>
              <a:rPr lang="en-US" sz="2700" dirty="0" spc="0" kern="0">
                <a:solidFill>
                  <a:srgbClr val="14161C"/>
                </a:solidFill>
                <a:latin typeface="Be Vietnam Pro" pitchFamily="34" charset="0"/>
                <a:ea typeface="Be Vietnam Pro" pitchFamily="34" charset="-122"/>
                <a:cs typeface="Be Vietnam Pro" pitchFamily="34" charset="-120"/>
              </a:rPr>
              <a:t> có</a:t>
            </a:r>
            <a:r>
              <a:rPr lang="en-US" sz="2700" dirty="0" spc="-1" kern="0">
                <a:solidFill>
                  <a:srgbClr val="14161C"/>
                </a:solidFill>
                <a:latin typeface="Be Vietnam Pro" pitchFamily="34" charset="0"/>
                <a:ea typeface="Be Vietnam Pro" pitchFamily="34" charset="-122"/>
                <a:cs typeface="Be Vietnam Pro" pitchFamily="34" charset="-120"/>
              </a:rPr>
              <a:t> mục</a:t>
            </a:r>
            <a:r>
              <a:rPr lang="en-US" sz="2700" dirty="0" spc="-12" kern="0">
                <a:solidFill>
                  <a:srgbClr val="14161C"/>
                </a:solidFill>
                <a:latin typeface="Be Vietnam Pro" pitchFamily="34" charset="0"/>
                <a:ea typeface="Be Vietnam Pro" pitchFamily="34" charset="-122"/>
                <a:cs typeface="Be Vietnam Pro" pitchFamily="34" charset="-120"/>
              </a:rPr>
              <a:t> máy</a:t>
            </a:r>
            <a:r>
              <a:rPr lang="en-US" sz="2700" dirty="0" spc="-1" kern="0">
                <a:solidFill>
                  <a:srgbClr val="14161C"/>
                </a:solidFill>
                <a:latin typeface="Be Vietnam Pro" pitchFamily="34" charset="0"/>
                <a:ea typeface="Be Vietnam Pro" pitchFamily="34" charset="-122"/>
                <a:cs typeface="Be Vietnam Pro" pitchFamily="34" charset="-120"/>
              </a:rPr>
              <a:t> chủ</a:t>
            </a:r>
            <a:r>
              <a:rPr lang="en-US" sz="2700" dirty="0" spc="2" kern="0">
                <a:solidFill>
                  <a:srgbClr val="14161C"/>
                </a:solidFill>
                <a:latin typeface="Be Vietnam Pro" pitchFamily="34" charset="0"/>
                <a:ea typeface="Be Vietnam Pro" pitchFamily="34" charset="-122"/>
                <a:cs typeface="Be Vietnam Pro" pitchFamily="34" charset="-120"/>
              </a:rPr>
              <a:t> MCP</a:t>
            </a:r>
            <a:r>
              <a:rPr lang="en-US" sz="2700" dirty="0" spc="-3" kern="0">
                <a:solidFill>
                  <a:srgbClr val="14161C"/>
                </a:solidFill>
                <a:latin typeface="Be Vietnam Pro" pitchFamily="34" charset="0"/>
                <a:ea typeface="Be Vietnam Pro" pitchFamily="34" charset="-122"/>
                <a:cs typeface="Be Vietnam Pro" pitchFamily="34" charset="-120"/>
              </a:rPr>
              <a:t> (Model</a:t>
            </a:r>
            <a:r>
              <a:rPr lang="en-US" sz="2700" dirty="0" spc="-23" kern="0">
                <a:solidFill>
                  <a:srgbClr val="14161C"/>
                </a:solidFill>
                <a:latin typeface="Be Vietnam Pro" pitchFamily="34" charset="0"/>
                <a:ea typeface="Be Vietnam Pro" pitchFamily="34" charset="-122"/>
                <a:cs typeface="Be Vietnam Pro" pitchFamily="34" charset="-120"/>
              </a:rPr>
              <a:t> Context</a:t>
            </a:r>
            <a:r>
              <a:rPr lang="en-US" sz="2700" dirty="0" spc="-18" kern="0">
                <a:solidFill>
                  <a:srgbClr val="14161C"/>
                </a:solidFill>
                <a:latin typeface="Be Vietnam Pro" pitchFamily="34" charset="0"/>
                <a:ea typeface="Be Vietnam Pro" pitchFamily="34" charset="-122"/>
                <a:cs typeface="Be Vietnam Pro" pitchFamily="34" charset="-120"/>
              </a:rPr>
              <a:t> Protocol),</a:t>
            </a:r>
            <a:r>
              <a:rPr lang="en-US" sz="2700" dirty="0" spc="-3" kern="0">
                <a:solidFill>
                  <a:srgbClr val="14161C"/>
                </a:solidFill>
                <a:latin typeface="Be Vietnam Pro" pitchFamily="34" charset="0"/>
                <a:ea typeface="Be Vietnam Pro" pitchFamily="34" charset="-122"/>
                <a:cs typeface="Be Vietnam Pro" pitchFamily="34" charset="-120"/>
              </a:rPr>
              <a:t> giúp</a:t>
            </a:r>
            <a:r>
              <a:rPr lang="en-US" sz="2700" dirty="0" spc="24" kern="0">
                <a:solidFill>
                  <a:srgbClr val="14161C"/>
                </a:solidFill>
                <a:latin typeface="Be Vietnam Pro" pitchFamily="34" charset="0"/>
                <a:ea typeface="Be Vietnam Pro" pitchFamily="34" charset="-122"/>
                <a:cs typeface="Be Vietnam Pro" pitchFamily="34" charset="-120"/>
              </a:rPr>
              <a:t> ứng</a:t>
            </a:r>
            <a:r>
              <a:rPr lang="en-US" sz="2700" dirty="0" spc="-3" kern="0">
                <a:solidFill>
                  <a:srgbClr val="14161C"/>
                </a:solidFill>
                <a:latin typeface="Be Vietnam Pro" pitchFamily="34" charset="0"/>
                <a:ea typeface="Be Vietnam Pro" pitchFamily="34" charset="-122"/>
                <a:cs typeface="Be Vietnam Pro" pitchFamily="34" charset="-120"/>
              </a:rPr>
              <a:t> dụng AI</a:t>
            </a:r>
            <a:r>
              <a:rPr lang="en-US" sz="2700" dirty="0" spc="-39" kern="0">
                <a:solidFill>
                  <a:srgbClr val="14161C"/>
                </a:solidFill>
                <a:latin typeface="Be Vietnam Pro" pitchFamily="34" charset="0"/>
                <a:ea typeface="Be Vietnam Pro" pitchFamily="34" charset="-122"/>
                <a:cs typeface="Be Vietnam Pro" pitchFamily="34" charset="-120"/>
              </a:rPr>
              <a:t> kết</a:t>
            </a:r>
            <a:r>
              <a:rPr lang="en-US" sz="2700" dirty="0" spc="-2" kern="0">
                <a:solidFill>
                  <a:srgbClr val="14161C"/>
                </a:solidFill>
                <a:latin typeface="Be Vietnam Pro" pitchFamily="34" charset="0"/>
                <a:ea typeface="Be Vietnam Pro" pitchFamily="34" charset="-122"/>
                <a:cs typeface="Be Vietnam Pro" pitchFamily="34" charset="-120"/>
              </a:rPr>
              <a:t> nối</a:t>
            </a:r>
            <a:r>
              <a:rPr lang="en-US" sz="2700" dirty="0" spc="-1" kern="0">
                <a:solidFill>
                  <a:srgbClr val="14161C"/>
                </a:solidFill>
                <a:latin typeface="Be Vietnam Pro" pitchFamily="34" charset="0"/>
                <a:ea typeface="Be Vietnam Pro" pitchFamily="34" charset="-122"/>
                <a:cs typeface="Be Vietnam Pro" pitchFamily="34" charset="-120"/>
              </a:rPr>
              <a:t> công cụ.</a:t>
            </a:r>
            <a:r>
              <a:rPr lang="en-US" sz="2700" dirty="0" spc="-3" kern="0">
                <a:solidFill>
                  <a:srgbClr val="14161C"/>
                </a:solidFill>
                <a:latin typeface="Be Vietnam Pro" pitchFamily="34" charset="0"/>
                <a:ea typeface="Be Vietnam Pro" pitchFamily="34" charset="-122"/>
                <a:cs typeface="Be Vietnam Pro" pitchFamily="34" charset="-120"/>
              </a:rPr>
              <a:t> Bảng</a:t>
            </a:r>
            <a:r>
              <a:rPr lang="en-US" sz="2700" dirty="0" spc="2" kern="0">
                <a:solidFill>
                  <a:srgbClr val="14161C"/>
                </a:solidFill>
                <a:latin typeface="Be Vietnam Pro" pitchFamily="34" charset="0"/>
                <a:ea typeface="Be Vietnam Pro" pitchFamily="34" charset="-122"/>
                <a:cs typeface="Be Vietnam Pro" pitchFamily="34" charset="-120"/>
              </a:rPr>
              <a:t> MCP</a:t>
            </a:r>
            <a:r>
              <a:rPr lang="en-US" sz="2700" dirty="0" spc="-2" kern="0">
                <a:solidFill>
                  <a:srgbClr val="14161C"/>
                </a:solidFill>
                <a:latin typeface="Be Vietnam Pro" pitchFamily="34" charset="0"/>
                <a:ea typeface="Be Vietnam Pro" pitchFamily="34" charset="-122"/>
                <a:cs typeface="Be Vietnam Pro" pitchFamily="34" charset="-120"/>
              </a:rPr>
              <a:t> ghi</a:t>
            </a:r>
            <a:r>
              <a:rPr lang="en-US" sz="2700" dirty="0" spc="-7" kern="0">
                <a:solidFill>
                  <a:srgbClr val="14161C"/>
                </a:solidFill>
                <a:latin typeface="Be Vietnam Pro" pitchFamily="34" charset="0"/>
                <a:ea typeface="Be Vietnam Pro" pitchFamily="34" charset="-122"/>
                <a:cs typeface="Be Vietnam Pro" pitchFamily="34" charset="-120"/>
              </a:rPr>
              <a:t> Auth,</a:t>
            </a:r>
            <a:r>
              <a:rPr lang="en-US" sz="2700" dirty="0" spc="-33" kern="0">
                <a:solidFill>
                  <a:srgbClr val="14161C"/>
                </a:solidFill>
                <a:latin typeface="Be Vietnam Pro" pitchFamily="34" charset="0"/>
                <a:ea typeface="Be Vietnam Pro" pitchFamily="34" charset="-122"/>
                <a:cs typeface="Be Vietnam Pro" pitchFamily="34" charset="-120"/>
              </a:rPr>
              <a:t> Transport</a:t>
            </a:r>
            <a:r>
              <a:rPr lang="en-US" sz="2700" dirty="0" spc="-18" kern="0">
                <a:solidFill>
                  <a:srgbClr val="14161C"/>
                </a:solidFill>
                <a:latin typeface="Be Vietnam Pro" pitchFamily="34" charset="0"/>
                <a:ea typeface="Be Vietnam Pro" pitchFamily="34" charset="-122"/>
                <a:cs typeface="Be Vietnam Pro" pitchFamily="34" charset="-120"/>
              </a:rPr>
              <a:t> và</a:t>
            </a:r>
            <a:r>
              <a:rPr lang="en-US" sz="2700" dirty="0" spc="-9" kern="0">
                <a:solidFill>
                  <a:srgbClr val="14161C"/>
                </a:solidFill>
                <a:latin typeface="Be Vietnam Pro" pitchFamily="34" charset="0"/>
                <a:ea typeface="Be Vietnam Pro" pitchFamily="34" charset="-122"/>
                <a:cs typeface="Be Vietnam Pro" pitchFamily="34" charset="-120"/>
              </a:rPr>
              <a:t> Install;</a:t>
            </a:r>
            <a:r>
              <a:rPr lang="en-US" sz="2700" dirty="0" spc="15" kern="0">
                <a:solidFill>
                  <a:srgbClr val="14161C"/>
                </a:solidFill>
                <a:latin typeface="Be Vietnam Pro" pitchFamily="34" charset="0"/>
                <a:ea typeface="Be Vietnam Pro" pitchFamily="34" charset="-122"/>
                <a:cs typeface="Be Vietnam Pro" pitchFamily="34" charset="-120"/>
              </a:rPr>
              <a:t> đó</a:t>
            </a:r>
            <a:r>
              <a:rPr lang="en-US" sz="2700" dirty="0" spc="-1" kern="0">
                <a:solidFill>
                  <a:srgbClr val="14161C"/>
                </a:solidFill>
                <a:latin typeface="Be Vietnam Pro" pitchFamily="34" charset="0"/>
                <a:ea typeface="Be Vietnam Pro" pitchFamily="34" charset="-122"/>
                <a:cs typeface="Be Vietnam Pro" pitchFamily="34" charset="-120"/>
              </a:rPr>
              <a:t> là</a:t>
            </a:r>
            <a:r>
              <a:rPr lang="en-US" sz="2700" dirty="0" spc="-2" kern="0">
                <a:solidFill>
                  <a:srgbClr val="14161C"/>
                </a:solidFill>
                <a:latin typeface="Be Vietnam Pro" pitchFamily="34" charset="0"/>
                <a:ea typeface="Be Vietnam Pro" pitchFamily="34" charset="-122"/>
                <a:cs typeface="Be Vietnam Pro" pitchFamily="34" charset="-120"/>
              </a:rPr>
              <a:t> kiểu</a:t>
            </a:r>
            <a:r>
              <a:rPr lang="en-US" sz="2700" dirty="0" spc="1" kern="0">
                <a:solidFill>
                  <a:srgbClr val="14161C"/>
                </a:solidFill>
                <a:latin typeface="Be Vietnam Pro" pitchFamily="34" charset="0"/>
                <a:ea typeface="Be Vietnam Pro" pitchFamily="34" charset="-122"/>
                <a:cs typeface="Be Vietnam Pro" pitchFamily="34" charset="-120"/>
              </a:rPr>
              <a:t> tích</a:t>
            </a:r>
            <a:r>
              <a:rPr lang="en-US" sz="2700" dirty="0" spc="-3" kern="0">
                <a:solidFill>
                  <a:srgbClr val="14161C"/>
                </a:solidFill>
                <a:latin typeface="Be Vietnam Pro" pitchFamily="34" charset="0"/>
                <a:ea typeface="Be Vietnam Pro" pitchFamily="34" charset="-122"/>
                <a:cs typeface="Be Vietnam Pro" pitchFamily="34" charset="-120"/>
              </a:rPr>
              <a:t> hợp</a:t>
            </a:r>
            <a:r>
              <a:rPr lang="en-US" sz="2700" dirty="0" spc="0" kern="0">
                <a:solidFill>
                  <a:srgbClr val="14161C"/>
                </a:solidFill>
                <a:latin typeface="Be Vietnam Pro" pitchFamily="34" charset="0"/>
                <a:ea typeface="Be Vietnam Pro" pitchFamily="34" charset="-122"/>
                <a:cs typeface="Be Vietnam Pro" pitchFamily="34" charset="-120"/>
              </a:rPr>
              <a:t> khác</a:t>
            </a:r>
            <a:r>
              <a:rPr lang="en-US" sz="2700" dirty="0" spc="-14" kern="0">
                <a:solidFill>
                  <a:srgbClr val="14161C"/>
                </a:solidFill>
                <a:latin typeface="Be Vietnam Pro" pitchFamily="34" charset="0"/>
                <a:ea typeface="Be Vietnam Pro" pitchFamily="34" charset="-122"/>
                <a:cs typeface="Be Vietnam Pro" pitchFamily="34" charset="-120"/>
              </a:rPr>
              <a:t> với</a:t>
            </a:r>
            <a:r>
              <a:rPr lang="en-US" sz="2700" dirty="0" spc="-2" kern="0">
                <a:solidFill>
                  <a:srgbClr val="14161C"/>
                </a:solidFill>
                <a:latin typeface="Be Vietnam Pro" pitchFamily="34" charset="0"/>
                <a:ea typeface="Be Vietnam Pro" pitchFamily="34" charset="-122"/>
                <a:cs typeface="Be Vietnam Pro" pitchFamily="34" charset="-120"/>
              </a:rPr>
              <a:t> việc</a:t>
            </a:r>
            <a:r>
              <a:rPr lang="en-US" sz="2700" dirty="0" spc="-16" kern="0">
                <a:solidFill>
                  <a:srgbClr val="14161C"/>
                </a:solidFill>
                <a:latin typeface="Be Vietnam Pro" pitchFamily="34" charset="0"/>
                <a:ea typeface="Be Vietnam Pro" pitchFamily="34" charset="-122"/>
                <a:cs typeface="Be Vietnam Pro" pitchFamily="34" charset="-120"/>
              </a:rPr>
              <a:t> gọi</a:t>
            </a:r>
            <a:r>
              <a:rPr lang="en-US" sz="2700" dirty="0" spc="-7" kern="0">
                <a:solidFill>
                  <a:srgbClr val="14161C"/>
                </a:solidFill>
                <a:latin typeface="Be Vietnam Pro" pitchFamily="34" charset="0"/>
                <a:ea typeface="Be Vietnam Pro" pitchFamily="34" charset="-122"/>
                <a:cs typeface="Be Vietnam Pro" pitchFamily="34" charset="-120"/>
              </a:rPr>
              <a:t> một</a:t>
            </a:r>
            <a:r>
              <a:rPr lang="en-US" sz="2700" dirty="0" spc="-15" kern="0">
                <a:solidFill>
                  <a:srgbClr val="14161C"/>
                </a:solidFill>
                <a:latin typeface="Be Vietnam Pro" pitchFamily="34" charset="0"/>
                <a:ea typeface="Be Vietnam Pro" pitchFamily="34" charset="-122"/>
                <a:cs typeface="Be Vietnam Pro" pitchFamily="34" charset="-120"/>
              </a:rPr>
              <a:t> REST</a:t>
            </a:r>
            <a:r>
              <a:rPr lang="en-US" sz="2700" dirty="0" spc="-2" kern="0">
                <a:solidFill>
                  <a:srgbClr val="14161C"/>
                </a:solidFill>
                <a:latin typeface="Be Vietnam Pro" pitchFamily="34" charset="0"/>
                <a:ea typeface="Be Vietnam Pro" pitchFamily="34" charset="-122"/>
                <a:cs typeface="Be Vietnam Pro" pitchFamily="34" charset="-120"/>
              </a:rPr>
              <a:t> API</a:t>
            </a:r>
            <a:r>
              <a:rPr lang="en-US" sz="2700" dirty="0" spc="-20" kern="0">
                <a:solidFill>
                  <a:srgbClr val="14161C"/>
                </a:solidFill>
                <a:latin typeface="Be Vietnam Pro" pitchFamily="34" charset="0"/>
                <a:ea typeface="Be Vietnam Pro" pitchFamily="34" charset="-122"/>
                <a:cs typeface="Be Vietnam Pro" pitchFamily="34" charset="-120"/>
              </a:rPr>
              <a:t> trong</a:t>
            </a:r>
            <a:r>
              <a:rPr lang="en-US" sz="2700" dirty="0" spc="-1" kern="0">
                <a:solidFill>
                  <a:srgbClr val="14161C"/>
                </a:solidFill>
                <a:latin typeface="Be Vietnam Pro" pitchFamily="34" charset="0"/>
                <a:ea typeface="Be Vietnam Pro" pitchFamily="34" charset="-122"/>
                <a:cs typeface="Be Vietnam Pro" pitchFamily="34" charset="-120"/>
              </a:rPr>
              <a:t> mã</a:t>
            </a:r>
            <a:r>
              <a:rPr lang="en-US" sz="2700" dirty="0" spc="24" kern="0">
                <a:solidFill>
                  <a:srgbClr val="14161C"/>
                </a:solidFill>
                <a:latin typeface="Be Vietnam Pro" pitchFamily="34" charset="0"/>
                <a:ea typeface="Be Vietnam Pro" pitchFamily="34" charset="-122"/>
                <a:cs typeface="Be Vietnam Pro" pitchFamily="34" charset="-120"/>
              </a:rPr>
              <a:t> ứng</a:t>
            </a:r>
            <a:r>
              <a:rPr lang="en-US" sz="2700" dirty="0" spc="-3" kern="0">
                <a:solidFill>
                  <a:srgbClr val="14161C"/>
                </a:solidFill>
                <a:latin typeface="Be Vietnam Pro" pitchFamily="34" charset="0"/>
                <a:ea typeface="Be Vietnam Pro" pitchFamily="34" charset="-122"/>
                <a:cs typeface="Be Vietnam Pro" pitchFamily="34" charset="-120"/>
              </a:rPr>
              <a:t> dụng.</a:t>
            </a:r>
            <a:r>
              <a:rPr lang="en-US" sz="2700" dirty="0" spc="0" kern="0">
                <a:solidFill>
                  <a:srgbClr val="14161C"/>
                </a:solidFill>
                <a:latin typeface="Be Vietnam Pro" pitchFamily="34" charset="0"/>
                <a:ea typeface="Be Vietnam Pro" pitchFamily="34" charset="-122"/>
                <a:cs typeface="Be Vietnam Pro" pitchFamily="34" charset="-120"/>
              </a:rPr>
              <a:t> [S5][S6]</a:t>
            </a:r>
            <a:endParaRPr lang="en-US" sz="2700" dirty="0"/>
          </a:p>
        </p:txBody>
      </p:sp>
      <p:sp>
        <p:nvSpPr>
          <p:cNvPr id="7" name="Shape 5"/>
          <p:cNvSpPr/>
          <p:nvPr/>
        </p:nvSpPr>
        <p:spPr>
          <a:xfrm>
            <a:off x="12192000" y="3095625"/>
            <a:ext cx="5257800" cy="1476375"/>
          </a:xfrm>
          <a:prstGeom prst="roundRect">
            <a:avLst>
              <a:gd name="adj" fmla="val 11613"/>
            </a:avLst>
          </a:prstGeom>
          <a:solidFill>
            <a:srgbClr val="FBF8F2"/>
          </a:solidFill>
          <a:ln w="9525">
            <a:solidFill>
              <a:srgbClr val="DDD5C1"/>
            </a:solidFill>
            <a:prstDash val="solid"/>
          </a:ln>
        </p:spPr>
      </p:sp>
      <p:sp>
        <p:nvSpPr>
          <p:cNvPr id="8" name="Text 6"/>
          <p:cNvSpPr/>
          <p:nvPr/>
        </p:nvSpPr>
        <p:spPr>
          <a:xfrm>
            <a:off x="12439650" y="3238500"/>
            <a:ext cx="4762500" cy="419100"/>
          </a:xfrm>
          <a:prstGeom prst="rect">
            <a:avLst/>
          </a:prstGeom>
          <a:noFill/>
          <a:ln/>
        </p:spPr>
        <p:txBody>
          <a:bodyPr wrap="square" lIns="0" tIns="10525" rIns="0" bIns="-10525" rtlCol="0" anchor="t"/>
          <a:lstStyle/>
          <a:p>
            <a:pPr algn="l" indent="0" marL="0">
              <a:lnSpc>
                <a:spcPts val="2535"/>
              </a:lnSpc>
              <a:buNone/>
            </a:pPr>
            <a:r>
              <a:rPr lang="en-US" sz="1950" b="1" dirty="0" spc="0" kern="0">
                <a:solidFill>
                  <a:srgbClr val="0F766E"/>
                </a:solidFill>
                <a:latin typeface="Be Vietnam Pro" pitchFamily="34" charset="0"/>
                <a:ea typeface="Be Vietnam Pro" pitchFamily="34" charset="-122"/>
                <a:cs typeface="Be Vietnam Pro" pitchFamily="34" charset="-120"/>
              </a:rPr>
              <a:t>PUBLIC ≠</a:t>
            </a:r>
            <a:r>
              <a:rPr lang="en-US" sz="1950" b="1" dirty="0" spc="-12" kern="0">
                <a:solidFill>
                  <a:srgbClr val="0F766E"/>
                </a:solidFill>
                <a:latin typeface="Be Vietnam Pro" pitchFamily="34" charset="0"/>
                <a:ea typeface="Be Vietnam Pro" pitchFamily="34" charset="-122"/>
                <a:cs typeface="Be Vietnam Pro" pitchFamily="34" charset="-120"/>
              </a:rPr>
              <a:t> VÔ</a:t>
            </a:r>
            <a:r>
              <a:rPr lang="en-US" sz="1950" b="1" dirty="0" spc="0" kern="0">
                <a:solidFill>
                  <a:srgbClr val="0F766E"/>
                </a:solidFill>
                <a:latin typeface="Be Vietnam Pro" pitchFamily="34" charset="0"/>
                <a:ea typeface="Be Vietnam Pro" pitchFamily="34" charset="-122"/>
                <a:cs typeface="Be Vietnam Pro" pitchFamily="34" charset="-120"/>
              </a:rPr>
              <a:t> HẠN</a:t>
            </a:r>
            <a:endParaRPr lang="en-US" sz="1950" dirty="0"/>
          </a:p>
        </p:txBody>
      </p:sp>
      <p:sp>
        <p:nvSpPr>
          <p:cNvPr id="9" name="Text 7"/>
          <p:cNvSpPr/>
          <p:nvPr/>
        </p:nvSpPr>
        <p:spPr>
          <a:xfrm>
            <a:off x="12439650" y="3695700"/>
            <a:ext cx="4762500" cy="762000"/>
          </a:xfrm>
          <a:prstGeom prst="rect">
            <a:avLst/>
          </a:prstGeom>
          <a:noFill/>
          <a:ln/>
        </p:spPr>
        <p:txBody>
          <a:bodyPr wrap="square" lIns="0" tIns="12144" rIns="0" bIns="-12144" rtlCol="0" anchor="t"/>
          <a:lstStyle/>
          <a:p>
            <a:pPr algn="l" indent="0" marL="0">
              <a:lnSpc>
                <a:spcPts val="2925"/>
              </a:lnSpc>
              <a:buNone/>
            </a:pPr>
            <a:r>
              <a:rPr lang="en-US" sz="2250" dirty="0" spc="-34" kern="0">
                <a:solidFill>
                  <a:srgbClr val="14161C"/>
                </a:solidFill>
                <a:latin typeface="Be Vietnam Pro" pitchFamily="34" charset="0"/>
                <a:ea typeface="Be Vietnam Pro" pitchFamily="34" charset="-122"/>
                <a:cs typeface="Be Vietnam Pro" pitchFamily="34" charset="-120"/>
              </a:rPr>
              <a:t>Xem</a:t>
            </a:r>
            <a:r>
              <a:rPr lang="en-US" sz="2250" dirty="0" spc="-2" kern="0">
                <a:solidFill>
                  <a:srgbClr val="14161C"/>
                </a:solidFill>
                <a:latin typeface="Be Vietnam Pro" pitchFamily="34" charset="0"/>
                <a:ea typeface="Be Vietnam Pro" pitchFamily="34" charset="-122"/>
                <a:cs typeface="Be Vietnam Pro" pitchFamily="34" charset="-120"/>
              </a:rPr>
              <a:t> giá</a:t>
            </a:r>
            <a:r>
              <a:rPr lang="en-US" sz="2250" dirty="0" spc="-17" kern="0">
                <a:solidFill>
                  <a:srgbClr val="14161C"/>
                </a:solidFill>
                <a:latin typeface="Be Vietnam Pro" pitchFamily="34" charset="0"/>
                <a:ea typeface="Be Vietnam Pro" pitchFamily="34" charset="-122"/>
                <a:cs typeface="Be Vietnam Pro" pitchFamily="34" charset="-120"/>
              </a:rPr>
              <a:t> và</a:t>
            </a:r>
            <a:r>
              <a:rPr lang="en-US" sz="2250" dirty="0" spc="0" kern="0">
                <a:solidFill>
                  <a:srgbClr val="14161C"/>
                </a:solidFill>
                <a:latin typeface="Be Vietnam Pro" pitchFamily="34" charset="0"/>
                <a:ea typeface="Be Vietnam Pro" pitchFamily="34" charset="-122"/>
                <a:cs typeface="Be Vietnam Pro" pitchFamily="34" charset="-120"/>
              </a:rPr>
              <a:t> hạn</a:t>
            </a:r>
            <a:r>
              <a:rPr lang="en-US" sz="2250" dirty="0" spc="11" kern="0">
                <a:solidFill>
                  <a:srgbClr val="14161C"/>
                </a:solidFill>
                <a:latin typeface="Be Vietnam Pro" pitchFamily="34" charset="0"/>
                <a:ea typeface="Be Vietnam Pro" pitchFamily="34" charset="-122"/>
                <a:cs typeface="Be Vietnam Pro" pitchFamily="34" charset="-120"/>
              </a:rPr>
              <a:t> mức</a:t>
            </a:r>
            <a:r>
              <a:rPr lang="en-US" sz="2250" dirty="0" spc="-1" kern="0">
                <a:solidFill>
                  <a:srgbClr val="14161C"/>
                </a:solidFill>
                <a:latin typeface="Be Vietnam Pro" pitchFamily="34" charset="0"/>
                <a:ea typeface="Be Vietnam Pro" pitchFamily="34" charset="-122"/>
                <a:cs typeface="Be Vietnam Pro" pitchFamily="34" charset="-120"/>
              </a:rPr>
              <a:t> hiện</a:t>
            </a:r>
            <a:r>
              <a:rPr lang="en-US" sz="2250" dirty="0" spc="1" kern="0">
                <a:solidFill>
                  <a:srgbClr val="14161C"/>
                </a:solidFill>
                <a:latin typeface="Be Vietnam Pro" pitchFamily="34" charset="0"/>
                <a:ea typeface="Be Vietnam Pro" pitchFamily="34" charset="-122"/>
                <a:cs typeface="Be Vietnam Pro" pitchFamily="34" charset="-120"/>
              </a:rPr>
              <a:t> hành.</a:t>
            </a:r>
            <a:endParaRPr lang="en-US" sz="2250" dirty="0"/>
          </a:p>
        </p:txBody>
      </p:sp>
      <p:sp>
        <p:nvSpPr>
          <p:cNvPr id="10" name="Shape 8"/>
          <p:cNvSpPr/>
          <p:nvPr/>
        </p:nvSpPr>
        <p:spPr>
          <a:xfrm>
            <a:off x="12192000" y="4781550"/>
            <a:ext cx="5257800" cy="1476375"/>
          </a:xfrm>
          <a:prstGeom prst="roundRect">
            <a:avLst>
              <a:gd name="adj" fmla="val 11613"/>
            </a:avLst>
          </a:prstGeom>
          <a:solidFill>
            <a:srgbClr val="FBF8F2"/>
          </a:solidFill>
          <a:ln w="9525">
            <a:solidFill>
              <a:srgbClr val="DDD5C1"/>
            </a:solidFill>
            <a:prstDash val="solid"/>
          </a:ln>
        </p:spPr>
      </p:sp>
      <p:sp>
        <p:nvSpPr>
          <p:cNvPr id="11" name="Text 9"/>
          <p:cNvSpPr/>
          <p:nvPr/>
        </p:nvSpPr>
        <p:spPr>
          <a:xfrm>
            <a:off x="12439650" y="4924425"/>
            <a:ext cx="4762500" cy="419100"/>
          </a:xfrm>
          <a:prstGeom prst="rect">
            <a:avLst/>
          </a:prstGeom>
          <a:noFill/>
          <a:ln/>
        </p:spPr>
        <p:txBody>
          <a:bodyPr wrap="square" lIns="0" tIns="10525" rIns="0" bIns="-10525" rtlCol="0" anchor="t"/>
          <a:lstStyle/>
          <a:p>
            <a:pPr algn="l" indent="0" marL="0">
              <a:lnSpc>
                <a:spcPts val="2535"/>
              </a:lnSpc>
              <a:buNone/>
            </a:pPr>
            <a:r>
              <a:rPr lang="en-US" sz="1950" b="1" dirty="0" spc="-19" kern="0">
                <a:solidFill>
                  <a:srgbClr val="0F766E"/>
                </a:solidFill>
                <a:latin typeface="Be Vietnam Pro" pitchFamily="34" charset="0"/>
                <a:ea typeface="Be Vietnam Pro" pitchFamily="34" charset="-122"/>
                <a:cs typeface="Be Vietnam Pro" pitchFamily="34" charset="-120"/>
              </a:rPr>
              <a:t>DANH</a:t>
            </a:r>
            <a:r>
              <a:rPr lang="en-US" sz="1950" b="1" dirty="0" spc="-24" kern="0">
                <a:solidFill>
                  <a:srgbClr val="0F766E"/>
                </a:solidFill>
                <a:latin typeface="Be Vietnam Pro" pitchFamily="34" charset="0"/>
                <a:ea typeface="Be Vietnam Pro" pitchFamily="34" charset="-122"/>
                <a:cs typeface="Be Vietnam Pro" pitchFamily="34" charset="-120"/>
              </a:rPr>
              <a:t> SÁCH</a:t>
            </a:r>
            <a:r>
              <a:rPr lang="en-US" sz="1950" b="1" dirty="0" spc="0" kern="0">
                <a:solidFill>
                  <a:srgbClr val="0F766E"/>
                </a:solidFill>
                <a:latin typeface="Be Vietnam Pro" pitchFamily="34" charset="0"/>
                <a:ea typeface="Be Vietnam Pro" pitchFamily="34" charset="-122"/>
                <a:cs typeface="Be Vietnam Pro" pitchFamily="34" charset="-120"/>
              </a:rPr>
              <a:t> ≠</a:t>
            </a:r>
            <a:r>
              <a:rPr lang="en-US" sz="1950" b="1" dirty="0" spc="-22" kern="0">
                <a:solidFill>
                  <a:srgbClr val="0F766E"/>
                </a:solidFill>
                <a:latin typeface="Be Vietnam Pro" pitchFamily="34" charset="0"/>
                <a:ea typeface="Be Vietnam Pro" pitchFamily="34" charset="-122"/>
                <a:cs typeface="Be Vietnam Pro" pitchFamily="34" charset="-120"/>
              </a:rPr>
              <a:t> CAM</a:t>
            </a:r>
            <a:r>
              <a:rPr lang="en-US" sz="1950" b="1" dirty="0" spc="-2" kern="0">
                <a:solidFill>
                  <a:srgbClr val="0F766E"/>
                </a:solidFill>
                <a:latin typeface="Be Vietnam Pro" pitchFamily="34" charset="0"/>
                <a:ea typeface="Be Vietnam Pro" pitchFamily="34" charset="-122"/>
                <a:cs typeface="Be Vietnam Pro" pitchFamily="34" charset="-120"/>
              </a:rPr>
              <a:t> KẾT</a:t>
            </a:r>
            <a:endParaRPr lang="en-US" sz="1950" dirty="0"/>
          </a:p>
        </p:txBody>
      </p:sp>
      <p:sp>
        <p:nvSpPr>
          <p:cNvPr id="12" name="Text 10"/>
          <p:cNvSpPr/>
          <p:nvPr/>
        </p:nvSpPr>
        <p:spPr>
          <a:xfrm>
            <a:off x="12439650" y="5381625"/>
            <a:ext cx="4762500" cy="762000"/>
          </a:xfrm>
          <a:prstGeom prst="rect">
            <a:avLst/>
          </a:prstGeom>
          <a:noFill/>
          <a:ln/>
        </p:spPr>
        <p:txBody>
          <a:bodyPr wrap="square" lIns="0" tIns="12144" rIns="0" bIns="-12144" rtlCol="0" anchor="t"/>
          <a:lstStyle/>
          <a:p>
            <a:pPr algn="l" indent="0" marL="0">
              <a:lnSpc>
                <a:spcPts val="2925"/>
              </a:lnSpc>
              <a:buNone/>
            </a:pPr>
            <a:r>
              <a:rPr lang="en-US" sz="2250" dirty="0" spc="-3" kern="0">
                <a:solidFill>
                  <a:srgbClr val="14161C"/>
                </a:solidFill>
                <a:latin typeface="Be Vietnam Pro" pitchFamily="34" charset="0"/>
                <a:ea typeface="Be Vietnam Pro" pitchFamily="34" charset="-122"/>
                <a:cs typeface="Be Vietnam Pro" pitchFamily="34" charset="-120"/>
              </a:rPr>
              <a:t>Kiểm</a:t>
            </a:r>
            <a:r>
              <a:rPr lang="en-US" sz="2250" dirty="0" spc="-24" kern="0">
                <a:solidFill>
                  <a:srgbClr val="14161C"/>
                </a:solidFill>
                <a:latin typeface="Be Vietnam Pro" pitchFamily="34" charset="0"/>
                <a:ea typeface="Be Vietnam Pro" pitchFamily="34" charset="-122"/>
                <a:cs typeface="Be Vietnam Pro" pitchFamily="34" charset="-120"/>
              </a:rPr>
              <a:t> tra</a:t>
            </a:r>
            <a:r>
              <a:rPr lang="en-US" sz="2250" dirty="0" spc="2" kern="0">
                <a:solidFill>
                  <a:srgbClr val="14161C"/>
                </a:solidFill>
                <a:latin typeface="Be Vietnam Pro" pitchFamily="34" charset="0"/>
                <a:ea typeface="Be Vietnam Pro" pitchFamily="34" charset="-122"/>
                <a:cs typeface="Be Vietnam Pro" pitchFamily="34" charset="-120"/>
              </a:rPr>
              <a:t> dịch vụ</a:t>
            </a:r>
            <a:r>
              <a:rPr lang="en-US" sz="2250" dirty="0" spc="19" kern="0">
                <a:solidFill>
                  <a:srgbClr val="14161C"/>
                </a:solidFill>
                <a:latin typeface="Be Vietnam Pro" pitchFamily="34" charset="0"/>
                <a:ea typeface="Be Vietnam Pro" pitchFamily="34" charset="-122"/>
                <a:cs typeface="Be Vietnam Pro" pitchFamily="34" charset="-120"/>
              </a:rPr>
              <a:t> đích</a:t>
            </a:r>
            <a:r>
              <a:rPr lang="en-US" sz="2250" dirty="0" spc="7" kern="0">
                <a:solidFill>
                  <a:srgbClr val="14161C"/>
                </a:solidFill>
                <a:latin typeface="Be Vietnam Pro" pitchFamily="34" charset="0"/>
                <a:ea typeface="Be Vietnam Pro" pitchFamily="34" charset="-122"/>
                <a:cs typeface="Be Vietnam Pro" pitchFamily="34" charset="-120"/>
              </a:rPr>
              <a:t> trước</a:t>
            </a:r>
            <a:r>
              <a:rPr lang="en-US" sz="2250" dirty="0" spc="-1" kern="0">
                <a:solidFill>
                  <a:srgbClr val="14161C"/>
                </a:solidFill>
                <a:latin typeface="Be Vietnam Pro" pitchFamily="34" charset="0"/>
                <a:ea typeface="Be Vietnam Pro" pitchFamily="34" charset="-122"/>
                <a:cs typeface="Be Vietnam Pro" pitchFamily="34" charset="-120"/>
              </a:rPr>
              <a:t> khi</a:t>
            </a:r>
            <a:r>
              <a:rPr lang="en-US" sz="2250" dirty="0" spc="3" kern="0">
                <a:solidFill>
                  <a:srgbClr val="14161C"/>
                </a:solidFill>
                <a:latin typeface="Be Vietnam Pro" pitchFamily="34" charset="0"/>
                <a:ea typeface="Be Vietnam Pro" pitchFamily="34" charset="-122"/>
                <a:cs typeface="Be Vietnam Pro" pitchFamily="34" charset="-120"/>
              </a:rPr>
              <a:t> dùng.</a:t>
            </a:r>
            <a:endParaRPr lang="en-US" sz="2250" dirty="0"/>
          </a:p>
        </p:txBody>
      </p:sp>
      <p:sp>
        <p:nvSpPr>
          <p:cNvPr id="13" name="Shape 11"/>
          <p:cNvSpPr/>
          <p:nvPr/>
        </p:nvSpPr>
        <p:spPr>
          <a:xfrm>
            <a:off x="12192000" y="6467475"/>
            <a:ext cx="5257800" cy="1476375"/>
          </a:xfrm>
          <a:prstGeom prst="roundRect">
            <a:avLst>
              <a:gd name="adj" fmla="val 11613"/>
            </a:avLst>
          </a:prstGeom>
          <a:solidFill>
            <a:srgbClr val="FBF8F2"/>
          </a:solidFill>
          <a:ln w="9525">
            <a:solidFill>
              <a:srgbClr val="DDD5C1"/>
            </a:solidFill>
            <a:prstDash val="solid"/>
          </a:ln>
        </p:spPr>
      </p:sp>
      <p:sp>
        <p:nvSpPr>
          <p:cNvPr id="14" name="Text 12"/>
          <p:cNvSpPr/>
          <p:nvPr/>
        </p:nvSpPr>
        <p:spPr>
          <a:xfrm>
            <a:off x="12439650" y="6610350"/>
            <a:ext cx="4762500" cy="419100"/>
          </a:xfrm>
          <a:prstGeom prst="rect">
            <a:avLst/>
          </a:prstGeom>
          <a:noFill/>
          <a:ln/>
        </p:spPr>
        <p:txBody>
          <a:bodyPr wrap="square" lIns="0" tIns="10525" rIns="0" bIns="-10525" rtlCol="0" anchor="t"/>
          <a:lstStyle/>
          <a:p>
            <a:pPr algn="l" indent="0" marL="0">
              <a:lnSpc>
                <a:spcPts val="2535"/>
              </a:lnSpc>
              <a:buNone/>
            </a:pPr>
            <a:r>
              <a:rPr lang="en-US" sz="1950" b="1" dirty="0" spc="-4" kern="0">
                <a:solidFill>
                  <a:srgbClr val="0F766E"/>
                </a:solidFill>
                <a:latin typeface="Be Vietnam Pro" pitchFamily="34" charset="0"/>
                <a:ea typeface="Be Vietnam Pro" pitchFamily="34" charset="-122"/>
                <a:cs typeface="Be Vietnam Pro" pitchFamily="34" charset="-120"/>
              </a:rPr>
              <a:t>MCP</a:t>
            </a:r>
            <a:r>
              <a:rPr lang="en-US" sz="1950" b="1" dirty="0" spc="2" kern="0">
                <a:solidFill>
                  <a:srgbClr val="0F766E"/>
                </a:solidFill>
                <a:latin typeface="Be Vietnam Pro" pitchFamily="34" charset="0"/>
                <a:ea typeface="Be Vietnam Pro" pitchFamily="34" charset="-122"/>
                <a:cs typeface="Be Vietnam Pro" pitchFamily="34" charset="-120"/>
              </a:rPr>
              <a:t> ≠</a:t>
            </a:r>
            <a:r>
              <a:rPr lang="en-US" sz="1950" b="1" dirty="0" spc="-1" kern="0">
                <a:solidFill>
                  <a:srgbClr val="0F766E"/>
                </a:solidFill>
                <a:latin typeface="Be Vietnam Pro" pitchFamily="34" charset="0"/>
                <a:ea typeface="Be Vietnam Pro" pitchFamily="34" charset="-122"/>
                <a:cs typeface="Be Vietnam Pro" pitchFamily="34" charset="-120"/>
              </a:rPr>
              <a:t> MỌI</a:t>
            </a:r>
            <a:r>
              <a:rPr lang="en-US" sz="1950" b="1" dirty="0" spc="0" kern="0">
                <a:solidFill>
                  <a:srgbClr val="0F766E"/>
                </a:solidFill>
                <a:latin typeface="Be Vietnam Pro" pitchFamily="34" charset="0"/>
                <a:ea typeface="Be Vietnam Pro" pitchFamily="34" charset="-122"/>
                <a:cs typeface="Be Vietnam Pro" pitchFamily="34" charset="-120"/>
              </a:rPr>
              <a:t> API</a:t>
            </a:r>
            <a:endParaRPr lang="en-US" sz="1950" dirty="0"/>
          </a:p>
        </p:txBody>
      </p:sp>
      <p:sp>
        <p:nvSpPr>
          <p:cNvPr id="15" name="Text 13"/>
          <p:cNvSpPr/>
          <p:nvPr/>
        </p:nvSpPr>
        <p:spPr>
          <a:xfrm>
            <a:off x="12439650" y="7067550"/>
            <a:ext cx="4762500" cy="762000"/>
          </a:xfrm>
          <a:prstGeom prst="rect">
            <a:avLst/>
          </a:prstGeom>
          <a:noFill/>
          <a:ln/>
        </p:spPr>
        <p:txBody>
          <a:bodyPr wrap="square" lIns="0" tIns="12144" rIns="0" bIns="-12144" rtlCol="0" anchor="t"/>
          <a:lstStyle/>
          <a:p>
            <a:pPr algn="l" indent="0" marL="0">
              <a:lnSpc>
                <a:spcPts val="2925"/>
              </a:lnSpc>
              <a:buNone/>
            </a:pPr>
            <a:r>
              <a:rPr lang="en-US" sz="2250" dirty="0" spc="0" kern="0">
                <a:solidFill>
                  <a:srgbClr val="14161C"/>
                </a:solidFill>
                <a:latin typeface="Be Vietnam Pro" pitchFamily="34" charset="0"/>
                <a:ea typeface="Be Vietnam Pro" pitchFamily="34" charset="-122"/>
                <a:cs typeface="Be Vietnam Pro" pitchFamily="34" charset="-120"/>
              </a:rPr>
              <a:t>Chọn</a:t>
            </a:r>
            <a:r>
              <a:rPr lang="en-US" sz="2250" dirty="0" spc="1" kern="0">
                <a:solidFill>
                  <a:srgbClr val="14161C"/>
                </a:solidFill>
                <a:latin typeface="Be Vietnam Pro" pitchFamily="34" charset="0"/>
                <a:ea typeface="Be Vietnam Pro" pitchFamily="34" charset="-122"/>
                <a:cs typeface="Be Vietnam Pro" pitchFamily="34" charset="-120"/>
              </a:rPr>
              <a:t> cách tích</a:t>
            </a:r>
            <a:r>
              <a:rPr lang="en-US" sz="2250" dirty="0" spc="4" kern="0">
                <a:solidFill>
                  <a:srgbClr val="14161C"/>
                </a:solidFill>
                <a:latin typeface="Be Vietnam Pro" pitchFamily="34" charset="0"/>
                <a:ea typeface="Be Vietnam Pro" pitchFamily="34" charset="-122"/>
                <a:cs typeface="Be Vietnam Pro" pitchFamily="34" charset="-120"/>
              </a:rPr>
              <a:t> hợp</a:t>
            </a:r>
            <a:r>
              <a:rPr lang="en-US" sz="2250" dirty="0" spc="-3" kern="0">
                <a:solidFill>
                  <a:srgbClr val="14161C"/>
                </a:solidFill>
                <a:latin typeface="Be Vietnam Pro" pitchFamily="34" charset="0"/>
                <a:ea typeface="Be Vietnam Pro" pitchFamily="34" charset="-122"/>
                <a:cs typeface="Be Vietnam Pro" pitchFamily="34" charset="-120"/>
              </a:rPr>
              <a:t> theo</a:t>
            </a:r>
            <a:r>
              <a:rPr lang="en-US" sz="2250" dirty="0" spc="24" kern="0">
                <a:solidFill>
                  <a:srgbClr val="14161C"/>
                </a:solidFill>
                <a:latin typeface="Be Vietnam Pro" pitchFamily="34" charset="0"/>
                <a:ea typeface="Be Vietnam Pro" pitchFamily="34" charset="-122"/>
                <a:cs typeface="Be Vietnam Pro" pitchFamily="34" charset="-120"/>
              </a:rPr>
              <a:t> ứng</a:t>
            </a:r>
            <a:r>
              <a:rPr lang="en-US" sz="2250" dirty="0" spc="3" kern="0">
                <a:solidFill>
                  <a:srgbClr val="14161C"/>
                </a:solidFill>
                <a:latin typeface="Be Vietnam Pro" pitchFamily="34" charset="0"/>
                <a:ea typeface="Be Vietnam Pro" pitchFamily="34" charset="-122"/>
                <a:cs typeface="Be Vietnam Pro" pitchFamily="34" charset="-120"/>
              </a:rPr>
              <a:t> dụng.</a:t>
            </a:r>
            <a:endParaRPr lang="en-US" sz="2250" dirty="0"/>
          </a:p>
        </p:txBody>
      </p:sp>
      <p:sp>
        <p:nvSpPr>
          <p:cNvPr id="16" name="Text 14"/>
          <p:cNvSpPr/>
          <p:nvPr/>
        </p:nvSpPr>
        <p:spPr>
          <a:xfrm>
            <a:off x="838200" y="9353550"/>
            <a:ext cx="16611600" cy="333375"/>
          </a:xfrm>
          <a:prstGeom prst="rect">
            <a:avLst/>
          </a:prstGeom>
          <a:noFill/>
          <a:ln/>
        </p:spPr>
        <p:txBody>
          <a:bodyPr wrap="square" lIns="0" tIns="8906" rIns="0" bIns="-8906" rtlCol="0" anchor="t"/>
          <a:lstStyle/>
          <a:p>
            <a:pPr algn="l" indent="0" marL="0">
              <a:lnSpc>
                <a:spcPts val="2145"/>
              </a:lnSpc>
              <a:buNone/>
            </a:pPr>
            <a:r>
              <a:rPr lang="en-US" sz="1650" dirty="0" spc="-3" kern="0">
                <a:solidFill>
                  <a:srgbClr val="6B6A66"/>
                </a:solidFill>
                <a:latin typeface="Be Vietnam Pro" pitchFamily="34" charset="0"/>
                <a:ea typeface="Be Vietnam Pro" pitchFamily="34" charset="-122"/>
                <a:cs typeface="Be Vietnam Pro" pitchFamily="34" charset="-120"/>
              </a:rPr>
              <a:t>Nguồn:</a:t>
            </a:r>
            <a:r>
              <a:rPr lang="en-US" sz="1650" dirty="0" spc="-1" kern="0">
                <a:solidFill>
                  <a:srgbClr val="6B6A66"/>
                </a:solidFill>
                <a:latin typeface="Be Vietnam Pro" pitchFamily="34" charset="0"/>
                <a:ea typeface="Be Vietnam Pro" pitchFamily="34" charset="-122"/>
                <a:cs typeface="Be Vietnam Pro" pitchFamily="34" charset="-120"/>
              </a:rPr>
              <a:t> [S5]</a:t>
            </a:r>
            <a:r>
              <a:rPr lang="en-US" sz="1650" dirty="0" spc="-2" kern="0">
                <a:solidFill>
                  <a:srgbClr val="6B6A66"/>
                </a:solidFill>
                <a:latin typeface="Be Vietnam Pro" pitchFamily="34" charset="0"/>
                <a:ea typeface="Be Vietnam Pro" pitchFamily="34" charset="-122"/>
                <a:cs typeface="Be Vietnam Pro" pitchFamily="34" charset="-120"/>
              </a:rPr>
              <a:t> [S6]</a:t>
            </a:r>
            <a:r>
              <a:rPr lang="en-US" sz="1650" dirty="0" spc="1" kern="0">
                <a:solidFill>
                  <a:srgbClr val="6B6A66"/>
                </a:solidFill>
                <a:latin typeface="Be Vietnam Pro" pitchFamily="34" charset="0"/>
                <a:ea typeface="Be Vietnam Pro" pitchFamily="34" charset="-122"/>
                <a:cs typeface="Be Vietnam Pro" pitchFamily="34" charset="-120"/>
              </a:rPr>
              <a:t>  ·</a:t>
            </a:r>
            <a:r>
              <a:rPr lang="en-US" sz="1650" dirty="0" spc="2" kern="0">
                <a:solidFill>
                  <a:srgbClr val="6B6A66"/>
                </a:solidFill>
                <a:latin typeface="Be Vietnam Pro" pitchFamily="34" charset="0"/>
                <a:ea typeface="Be Vietnam Pro" pitchFamily="34" charset="-122"/>
                <a:cs typeface="Be Vietnam Pro" pitchFamily="34" charset="-120"/>
              </a:rPr>
              <a:t>  Số</a:t>
            </a:r>
            <a:r>
              <a:rPr lang="en-US" sz="1650" dirty="0" spc="-1" kern="0">
                <a:solidFill>
                  <a:srgbClr val="6B6A66"/>
                </a:solidFill>
                <a:latin typeface="Be Vietnam Pro" pitchFamily="34" charset="0"/>
                <a:ea typeface="Be Vietnam Pro" pitchFamily="34" charset="-122"/>
                <a:cs typeface="Be Vietnam Pro" pitchFamily="34" charset="-120"/>
              </a:rPr>
              <a:t> liệu:</a:t>
            </a:r>
            <a:r>
              <a:rPr lang="en-US" sz="1650" dirty="0" spc="1" kern="0">
                <a:solidFill>
                  <a:srgbClr val="6B6A66"/>
                </a:solidFill>
                <a:latin typeface="Be Vietnam Pro" pitchFamily="34" charset="0"/>
                <a:ea typeface="Be Vietnam Pro" pitchFamily="34" charset="-122"/>
                <a:cs typeface="Be Vietnam Pro" pitchFamily="34" charset="-120"/>
              </a:rPr>
              <a:t> phiên</a:t>
            </a:r>
            <a:r>
              <a:rPr lang="en-US" sz="1650" dirty="0" spc="-1" kern="0">
                <a:solidFill>
                  <a:srgbClr val="6B6A66"/>
                </a:solidFill>
                <a:latin typeface="Be Vietnam Pro" pitchFamily="34" charset="0"/>
                <a:ea typeface="Be Vietnam Pro" pitchFamily="34" charset="-122"/>
                <a:cs typeface="Be Vietnam Pro" pitchFamily="34" charset="-120"/>
              </a:rPr>
              <a:t> quét</a:t>
            </a:r>
            <a:r>
              <a:rPr lang="en-US" sz="1650" dirty="0" spc="-8" kern="0">
                <a:solidFill>
                  <a:srgbClr val="6B6A66"/>
                </a:solidFill>
                <a:latin typeface="Be Vietnam Pro" pitchFamily="34" charset="0"/>
                <a:ea typeface="Be Vietnam Pro" pitchFamily="34" charset="-122"/>
                <a:cs typeface="Be Vietnam Pro" pitchFamily="34" charset="-120"/>
              </a:rPr>
              <a:t> 23/10/2026</a:t>
            </a:r>
            <a:endParaRPr lang="en-US" sz="1650" dirty="0"/>
          </a:p>
        </p:txBody>
      </p:sp>
      <p:sp>
        <p:nvSpPr>
          <p:cNvPr id="17" name="Shape 15"/>
          <p:cNvSpPr/>
          <p:nvPr/>
        </p:nvSpPr>
        <p:spPr>
          <a:xfrm>
            <a:off x="847725" y="9896475"/>
            <a:ext cx="57150" cy="57150"/>
          </a:xfrm>
          <a:prstGeom prst="ellipse">
            <a:avLst/>
          </a:prstGeom>
          <a:solidFill>
            <a:srgbClr val="DDD5C1"/>
          </a:solidFill>
          <a:ln/>
        </p:spPr>
      </p:sp>
      <p:sp>
        <p:nvSpPr>
          <p:cNvPr id="18" name="Shape 16"/>
          <p:cNvSpPr/>
          <p:nvPr/>
        </p:nvSpPr>
        <p:spPr>
          <a:xfrm>
            <a:off x="952500" y="9896475"/>
            <a:ext cx="57150" cy="57150"/>
          </a:xfrm>
          <a:prstGeom prst="ellipse">
            <a:avLst/>
          </a:prstGeom>
          <a:solidFill>
            <a:srgbClr val="DDD5C1"/>
          </a:solidFill>
          <a:ln/>
        </p:spPr>
      </p:sp>
      <p:sp>
        <p:nvSpPr>
          <p:cNvPr id="19" name="Shape 17"/>
          <p:cNvSpPr/>
          <p:nvPr/>
        </p:nvSpPr>
        <p:spPr>
          <a:xfrm>
            <a:off x="1057275" y="9896475"/>
            <a:ext cx="57150" cy="57150"/>
          </a:xfrm>
          <a:prstGeom prst="ellipse">
            <a:avLst/>
          </a:prstGeom>
          <a:solidFill>
            <a:srgbClr val="DDD5C1"/>
          </a:solidFill>
          <a:ln/>
        </p:spPr>
      </p:sp>
      <p:sp>
        <p:nvSpPr>
          <p:cNvPr id="20" name="Shape 18"/>
          <p:cNvSpPr/>
          <p:nvPr/>
        </p:nvSpPr>
        <p:spPr>
          <a:xfrm>
            <a:off x="1162050" y="9896475"/>
            <a:ext cx="57150" cy="57150"/>
          </a:xfrm>
          <a:prstGeom prst="ellipse">
            <a:avLst/>
          </a:prstGeom>
          <a:solidFill>
            <a:srgbClr val="DDD5C1"/>
          </a:solidFill>
          <a:ln/>
        </p:spPr>
      </p:sp>
      <p:sp>
        <p:nvSpPr>
          <p:cNvPr id="21" name="Shape 19"/>
          <p:cNvSpPr/>
          <p:nvPr/>
        </p:nvSpPr>
        <p:spPr>
          <a:xfrm>
            <a:off x="1266825" y="9896475"/>
            <a:ext cx="57150" cy="57150"/>
          </a:xfrm>
          <a:prstGeom prst="ellipse">
            <a:avLst/>
          </a:prstGeom>
          <a:solidFill>
            <a:srgbClr val="DDD5C1"/>
          </a:solidFill>
          <a:ln/>
        </p:spPr>
      </p:sp>
      <p:sp>
        <p:nvSpPr>
          <p:cNvPr id="22" name="Shape 20"/>
          <p:cNvSpPr/>
          <p:nvPr/>
        </p:nvSpPr>
        <p:spPr>
          <a:xfrm>
            <a:off x="1371600" y="9896475"/>
            <a:ext cx="57150" cy="57150"/>
          </a:xfrm>
          <a:prstGeom prst="ellipse">
            <a:avLst/>
          </a:prstGeom>
          <a:solidFill>
            <a:srgbClr val="DDD5C1"/>
          </a:solidFill>
          <a:ln/>
        </p:spPr>
      </p:sp>
      <p:sp>
        <p:nvSpPr>
          <p:cNvPr id="23" name="Shape 21"/>
          <p:cNvSpPr/>
          <p:nvPr/>
        </p:nvSpPr>
        <p:spPr>
          <a:xfrm>
            <a:off x="1476375" y="9896475"/>
            <a:ext cx="57150" cy="57150"/>
          </a:xfrm>
          <a:prstGeom prst="ellipse">
            <a:avLst/>
          </a:prstGeom>
          <a:solidFill>
            <a:srgbClr val="DDD5C1"/>
          </a:solidFill>
          <a:ln/>
        </p:spPr>
      </p:sp>
      <p:sp>
        <p:nvSpPr>
          <p:cNvPr id="24" name="Shape 22"/>
          <p:cNvSpPr/>
          <p:nvPr/>
        </p:nvSpPr>
        <p:spPr>
          <a:xfrm>
            <a:off x="1581150" y="9896475"/>
            <a:ext cx="57150" cy="57150"/>
          </a:xfrm>
          <a:prstGeom prst="ellipse">
            <a:avLst/>
          </a:prstGeom>
          <a:solidFill>
            <a:srgbClr val="DDD5C1"/>
          </a:solidFill>
          <a:ln/>
        </p:spPr>
      </p:sp>
      <p:sp>
        <p:nvSpPr>
          <p:cNvPr id="25" name="Shape 23"/>
          <p:cNvSpPr/>
          <p:nvPr/>
        </p:nvSpPr>
        <p:spPr>
          <a:xfrm>
            <a:off x="1685925" y="9896475"/>
            <a:ext cx="57150" cy="57150"/>
          </a:xfrm>
          <a:prstGeom prst="ellipse">
            <a:avLst/>
          </a:prstGeom>
          <a:solidFill>
            <a:srgbClr val="DDD5C1"/>
          </a:solidFill>
          <a:ln/>
        </p:spPr>
      </p:sp>
      <p:sp>
        <p:nvSpPr>
          <p:cNvPr id="26" name="Shape 24"/>
          <p:cNvSpPr/>
          <p:nvPr/>
        </p:nvSpPr>
        <p:spPr>
          <a:xfrm>
            <a:off x="1790700" y="9896475"/>
            <a:ext cx="57150" cy="57150"/>
          </a:xfrm>
          <a:prstGeom prst="ellipse">
            <a:avLst/>
          </a:prstGeom>
          <a:solidFill>
            <a:srgbClr val="DDD5C1"/>
          </a:solidFill>
          <a:ln/>
        </p:spPr>
      </p:sp>
      <p:sp>
        <p:nvSpPr>
          <p:cNvPr id="27" name="Shape 25"/>
          <p:cNvSpPr/>
          <p:nvPr/>
        </p:nvSpPr>
        <p:spPr>
          <a:xfrm>
            <a:off x="1895475" y="9896475"/>
            <a:ext cx="57150" cy="57150"/>
          </a:xfrm>
          <a:prstGeom prst="ellipse">
            <a:avLst/>
          </a:prstGeom>
          <a:solidFill>
            <a:srgbClr val="DDD5C1"/>
          </a:solidFill>
          <a:ln/>
        </p:spPr>
      </p:sp>
      <p:sp>
        <p:nvSpPr>
          <p:cNvPr id="28" name="Shape 26"/>
          <p:cNvSpPr/>
          <p:nvPr/>
        </p:nvSpPr>
        <p:spPr>
          <a:xfrm>
            <a:off x="2000250" y="9896475"/>
            <a:ext cx="57150" cy="57150"/>
          </a:xfrm>
          <a:prstGeom prst="ellipse">
            <a:avLst/>
          </a:prstGeom>
          <a:solidFill>
            <a:srgbClr val="DDD5C1"/>
          </a:solidFill>
          <a:ln/>
        </p:spPr>
      </p:sp>
      <p:sp>
        <p:nvSpPr>
          <p:cNvPr id="29" name="Shape 27"/>
          <p:cNvSpPr/>
          <p:nvPr/>
        </p:nvSpPr>
        <p:spPr>
          <a:xfrm>
            <a:off x="2105025" y="9896475"/>
            <a:ext cx="57150" cy="57150"/>
          </a:xfrm>
          <a:prstGeom prst="ellipse">
            <a:avLst/>
          </a:prstGeom>
          <a:solidFill>
            <a:srgbClr val="DDD5C1"/>
          </a:solidFill>
          <a:ln/>
        </p:spPr>
      </p:sp>
      <p:sp>
        <p:nvSpPr>
          <p:cNvPr id="30" name="Shape 28"/>
          <p:cNvSpPr/>
          <p:nvPr/>
        </p:nvSpPr>
        <p:spPr>
          <a:xfrm>
            <a:off x="2209800" y="9896475"/>
            <a:ext cx="57150" cy="57150"/>
          </a:xfrm>
          <a:prstGeom prst="ellipse">
            <a:avLst/>
          </a:prstGeom>
          <a:solidFill>
            <a:srgbClr val="DDD5C1"/>
          </a:solidFill>
          <a:ln/>
        </p:spPr>
      </p:sp>
      <p:sp>
        <p:nvSpPr>
          <p:cNvPr id="31" name="Shape 29"/>
          <p:cNvSpPr/>
          <p:nvPr/>
        </p:nvSpPr>
        <p:spPr>
          <a:xfrm>
            <a:off x="2314575" y="9896475"/>
            <a:ext cx="57150" cy="57150"/>
          </a:xfrm>
          <a:prstGeom prst="ellipse">
            <a:avLst/>
          </a:prstGeom>
          <a:solidFill>
            <a:srgbClr val="DDD5C1"/>
          </a:solidFill>
          <a:ln/>
        </p:spPr>
      </p:sp>
      <p:sp>
        <p:nvSpPr>
          <p:cNvPr id="32" name="Shape 30"/>
          <p:cNvSpPr/>
          <p:nvPr/>
        </p:nvSpPr>
        <p:spPr>
          <a:xfrm>
            <a:off x="2419350" y="9896475"/>
            <a:ext cx="57150" cy="57150"/>
          </a:xfrm>
          <a:prstGeom prst="ellipse">
            <a:avLst/>
          </a:prstGeom>
          <a:solidFill>
            <a:srgbClr val="DDD5C1"/>
          </a:solidFill>
          <a:ln/>
        </p:spPr>
      </p:sp>
      <p:sp>
        <p:nvSpPr>
          <p:cNvPr id="33" name="Shape 31"/>
          <p:cNvSpPr/>
          <p:nvPr/>
        </p:nvSpPr>
        <p:spPr>
          <a:xfrm>
            <a:off x="2524125" y="9896475"/>
            <a:ext cx="57150" cy="57150"/>
          </a:xfrm>
          <a:prstGeom prst="ellipse">
            <a:avLst/>
          </a:prstGeom>
          <a:solidFill>
            <a:srgbClr val="DDD5C1"/>
          </a:solidFill>
          <a:ln/>
        </p:spPr>
      </p:sp>
      <p:sp>
        <p:nvSpPr>
          <p:cNvPr id="34" name="Shape 32"/>
          <p:cNvSpPr/>
          <p:nvPr/>
        </p:nvSpPr>
        <p:spPr>
          <a:xfrm>
            <a:off x="2628900" y="9896475"/>
            <a:ext cx="57150" cy="57150"/>
          </a:xfrm>
          <a:prstGeom prst="ellipse">
            <a:avLst/>
          </a:prstGeom>
          <a:solidFill>
            <a:srgbClr val="DDD5C1"/>
          </a:solidFill>
          <a:ln/>
        </p:spPr>
      </p:sp>
      <p:sp>
        <p:nvSpPr>
          <p:cNvPr id="35" name="Shape 33"/>
          <p:cNvSpPr/>
          <p:nvPr/>
        </p:nvSpPr>
        <p:spPr>
          <a:xfrm>
            <a:off x="2733675" y="9896475"/>
            <a:ext cx="57150" cy="57150"/>
          </a:xfrm>
          <a:prstGeom prst="ellipse">
            <a:avLst/>
          </a:prstGeom>
          <a:solidFill>
            <a:srgbClr val="DDD5C1"/>
          </a:solidFill>
          <a:ln/>
        </p:spPr>
      </p:sp>
      <p:sp>
        <p:nvSpPr>
          <p:cNvPr id="36" name="Shape 34"/>
          <p:cNvSpPr/>
          <p:nvPr/>
        </p:nvSpPr>
        <p:spPr>
          <a:xfrm>
            <a:off x="2838450" y="9896475"/>
            <a:ext cx="57150" cy="57150"/>
          </a:xfrm>
          <a:prstGeom prst="ellipse">
            <a:avLst/>
          </a:prstGeom>
          <a:solidFill>
            <a:srgbClr val="DDD5C1"/>
          </a:solidFill>
          <a:ln/>
        </p:spPr>
      </p:sp>
      <p:sp>
        <p:nvSpPr>
          <p:cNvPr id="37" name="Shape 35"/>
          <p:cNvSpPr/>
          <p:nvPr/>
        </p:nvSpPr>
        <p:spPr>
          <a:xfrm>
            <a:off x="2943225" y="9896475"/>
            <a:ext cx="57150" cy="57150"/>
          </a:xfrm>
          <a:prstGeom prst="ellipse">
            <a:avLst/>
          </a:prstGeom>
          <a:solidFill>
            <a:srgbClr val="E8472B"/>
          </a:solidFill>
          <a:ln/>
        </p:spPr>
      </p:sp>
      <p:sp>
        <p:nvSpPr>
          <p:cNvPr id="38" name="Shape 36"/>
          <p:cNvSpPr/>
          <p:nvPr/>
        </p:nvSpPr>
        <p:spPr>
          <a:xfrm>
            <a:off x="3048000" y="9896475"/>
            <a:ext cx="57150" cy="57150"/>
          </a:xfrm>
          <a:prstGeom prst="ellipse">
            <a:avLst/>
          </a:prstGeom>
          <a:solidFill>
            <a:srgbClr val="DDD5C1"/>
          </a:solidFill>
          <a:ln/>
        </p:spPr>
      </p:sp>
      <p:sp>
        <p:nvSpPr>
          <p:cNvPr id="39" name="Shape 37"/>
          <p:cNvSpPr/>
          <p:nvPr/>
        </p:nvSpPr>
        <p:spPr>
          <a:xfrm>
            <a:off x="3152775" y="9896475"/>
            <a:ext cx="57150" cy="57150"/>
          </a:xfrm>
          <a:prstGeom prst="ellipse">
            <a:avLst/>
          </a:prstGeom>
          <a:solidFill>
            <a:srgbClr val="DDD5C1"/>
          </a:solidFill>
          <a:ln/>
        </p:spPr>
      </p:sp>
      <p:sp>
        <p:nvSpPr>
          <p:cNvPr id="40" name="Shape 38"/>
          <p:cNvSpPr/>
          <p:nvPr/>
        </p:nvSpPr>
        <p:spPr>
          <a:xfrm>
            <a:off x="3257550" y="9896475"/>
            <a:ext cx="57150" cy="57150"/>
          </a:xfrm>
          <a:prstGeom prst="ellipse">
            <a:avLst/>
          </a:prstGeom>
          <a:solidFill>
            <a:srgbClr val="DDD5C1"/>
          </a:solidFill>
          <a:ln/>
        </p:spPr>
      </p:sp>
      <p:sp>
        <p:nvSpPr>
          <p:cNvPr id="41" name="Text 39"/>
          <p:cNvSpPr/>
          <p:nvPr/>
        </p:nvSpPr>
        <p:spPr>
          <a:xfrm>
            <a:off x="3667125" y="9734550"/>
            <a:ext cx="10953750" cy="342900"/>
          </a:xfrm>
          <a:prstGeom prst="rect">
            <a:avLst/>
          </a:prstGeom>
          <a:noFill/>
          <a:ln/>
        </p:spPr>
        <p:txBody>
          <a:bodyPr wrap="square" lIns="0" tIns="8906" rIns="0" bIns="-8906" rtlCol="0" anchor="t"/>
          <a:lstStyle/>
          <a:p>
            <a:pPr algn="l" indent="0" marL="0">
              <a:lnSpc>
                <a:spcPts val="2145"/>
              </a:lnSpc>
              <a:buNone/>
            </a:pPr>
            <a:r>
              <a:rPr lang="en-US" sz="1650" dirty="0" spc="-6" kern="0">
                <a:solidFill>
                  <a:srgbClr val="6B6A66"/>
                </a:solidFill>
                <a:latin typeface="Be Vietnam Pro" pitchFamily="34" charset="0"/>
                <a:ea typeface="Be Vietnam Pro" pitchFamily="34" charset="-122"/>
                <a:cs typeface="Be Vietnam Pro" pitchFamily="34" charset="-120"/>
              </a:rPr>
              <a:t>Multiple-report</a:t>
            </a:r>
            <a:r>
              <a:rPr lang="en-US" sz="1650" dirty="0" spc="3" kern="0">
                <a:solidFill>
                  <a:srgbClr val="6B6A66"/>
                </a:solidFill>
                <a:latin typeface="Be Vietnam Pro" pitchFamily="34" charset="0"/>
                <a:ea typeface="Be Vietnam Pro" pitchFamily="34" charset="-122"/>
                <a:cs typeface="Be Vietnam Pro" pitchFamily="34" charset="-120"/>
              </a:rPr>
              <a:t> ·</a:t>
            </a:r>
            <a:r>
              <a:rPr lang="en-US" sz="1650" dirty="0" spc="1" kern="0">
                <a:solidFill>
                  <a:srgbClr val="6B6A66"/>
                </a:solidFill>
                <a:latin typeface="Be Vietnam Pro" pitchFamily="34" charset="0"/>
                <a:ea typeface="Be Vietnam Pro" pitchFamily="34" charset="-122"/>
                <a:cs typeface="Be Vietnam Pro" pitchFamily="34" charset="-120"/>
              </a:rPr>
              <a:t> GitHub</a:t>
            </a:r>
            <a:r>
              <a:rPr lang="en-US" sz="1650" dirty="0" spc="-38" kern="0">
                <a:solidFill>
                  <a:srgbClr val="6B6A66"/>
                </a:solidFill>
                <a:latin typeface="Be Vietnam Pro" pitchFamily="34" charset="0"/>
                <a:ea typeface="Be Vietnam Pro" pitchFamily="34" charset="-122"/>
                <a:cs typeface="Be Vietnam Pro" pitchFamily="34" charset="-120"/>
              </a:rPr>
              <a:t> Top</a:t>
            </a:r>
            <a:r>
              <a:rPr lang="en-US" sz="1650" dirty="0" spc="4" kern="0">
                <a:solidFill>
                  <a:srgbClr val="6B6A66"/>
                </a:solidFill>
                <a:latin typeface="Be Vietnam Pro" pitchFamily="34" charset="0"/>
                <a:ea typeface="Be Vietnam Pro" pitchFamily="34" charset="-122"/>
                <a:cs typeface="Be Vietnam Pro" pitchFamily="34" charset="-120"/>
              </a:rPr>
              <a:t> 3</a:t>
            </a:r>
            <a:r>
              <a:rPr lang="en-US" sz="1650" dirty="0" spc="0" kern="0">
                <a:solidFill>
                  <a:srgbClr val="6B6A66"/>
                </a:solidFill>
                <a:latin typeface="Be Vietnam Pro" pitchFamily="34" charset="0"/>
                <a:ea typeface="Be Vietnam Pro" pitchFamily="34" charset="-122"/>
                <a:cs typeface="Be Vietnam Pro" pitchFamily="34" charset="-120"/>
              </a:rPr>
              <a:t> ·</a:t>
            </a:r>
            <a:r>
              <a:rPr lang="en-US" sz="1650" dirty="0" spc="-22" kern="0">
                <a:solidFill>
                  <a:srgbClr val="6B6A66"/>
                </a:solidFill>
                <a:latin typeface="Be Vietnam Pro" pitchFamily="34" charset="0"/>
                <a:ea typeface="Be Vietnam Pro" pitchFamily="34" charset="-122"/>
                <a:cs typeface="Be Vietnam Pro" pitchFamily="34" charset="-120"/>
              </a:rPr>
              <a:t> 21/24</a:t>
            </a:r>
            <a:endParaRPr lang="en-US" sz="1650" dirty="0"/>
          </a:p>
        </p:txBody>
      </p:sp>
      <p:sp>
        <p:nvSpPr>
          <p:cNvPr id="42" name="Shape 40"/>
          <p:cNvSpPr/>
          <p:nvPr/>
        </p:nvSpPr>
        <p:spPr>
          <a:xfrm>
            <a:off x="15983712" y="9076331"/>
            <a:ext cx="1645920" cy="552301"/>
          </a:xfrm>
          <a:prstGeom prst="roundRect">
            <a:avLst>
              <a:gd name="adj" fmla="val 28000"/>
            </a:avLst>
          </a:prstGeom>
          <a:solidFill>
            <a:srgbClr val="FFFFFF">
              <a:alpha val="82000"/>
            </a:srgbClr>
          </a:solidFill>
          <a:ln/>
        </p:spPr>
      </p:sp>
      <p:pic>
        <p:nvPicPr>
          <p:cNvPr id="43" name="Moda image moda-export-watermark-77befc74-2a98-495c-8c23-11886f5de918"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838200" y="438150"/>
            <a:ext cx="16192500" cy="381000"/>
          </a:xfrm>
          <a:prstGeom prst="rect">
            <a:avLst/>
          </a:prstGeom>
          <a:noFill/>
          <a:ln/>
        </p:spPr>
        <p:txBody>
          <a:bodyPr wrap="square" lIns="0" tIns="10104" rIns="0" bIns="-10104" rtlCol="0" anchor="t"/>
          <a:lstStyle/>
          <a:p>
            <a:pPr algn="l" indent="0" marL="0">
              <a:lnSpc>
                <a:spcPts val="2438"/>
              </a:lnSpc>
              <a:buNone/>
            </a:pPr>
            <a:r>
              <a:rPr lang="en-US" sz="1875" dirty="0" spc="32" kern="0">
                <a:solidFill>
                  <a:srgbClr val="7C93FF"/>
                </a:solidFill>
                <a:latin typeface="Be Vietnam Pro SemiBold" pitchFamily="34" charset="0"/>
                <a:ea typeface="Be Vietnam Pro SemiBold" pitchFamily="34" charset="-122"/>
                <a:cs typeface="Be Vietnam Pro SemiBold" pitchFamily="34" charset="-120"/>
              </a:rPr>
              <a:t>ỨNG</a:t>
            </a:r>
            <a:r>
              <a:rPr lang="en-US" sz="1875" dirty="0" spc="1" kern="0">
                <a:solidFill>
                  <a:srgbClr val="7C93FF"/>
                </a:solidFill>
                <a:latin typeface="Be Vietnam Pro SemiBold" pitchFamily="34" charset="0"/>
                <a:ea typeface="Be Vietnam Pro SemiBold" pitchFamily="34" charset="-122"/>
                <a:cs typeface="Be Vietnam Pro SemiBold" pitchFamily="34" charset="-120"/>
              </a:rPr>
              <a:t> DỤNG</a:t>
            </a:r>
            <a:r>
              <a:rPr lang="en-US" sz="1875" dirty="0" spc="0" kern="0">
                <a:solidFill>
                  <a:srgbClr val="7C93FF"/>
                </a:solidFill>
                <a:latin typeface="Be Vietnam Pro SemiBold" pitchFamily="34" charset="0"/>
                <a:ea typeface="Be Vietnam Pro SemiBold" pitchFamily="34" charset="-122"/>
                <a:cs typeface="Be Vietnam Pro SemiBold" pitchFamily="34" charset="-120"/>
              </a:rPr>
              <a:t> KẾT</a:t>
            </a:r>
            <a:r>
              <a:rPr lang="en-US" sz="1875" dirty="0" spc="-2" kern="0">
                <a:solidFill>
                  <a:srgbClr val="7C93FF"/>
                </a:solidFill>
                <a:latin typeface="Be Vietnam Pro SemiBold" pitchFamily="34" charset="0"/>
                <a:ea typeface="Be Vietnam Pro SemiBold" pitchFamily="34" charset="-122"/>
                <a:cs typeface="Be Vietnam Pro SemiBold" pitchFamily="34" charset="-120"/>
              </a:rPr>
              <a:t> HỢP</a:t>
            </a:r>
            <a:endParaRPr lang="en-US" sz="1875" dirty="0"/>
          </a:p>
        </p:txBody>
      </p:sp>
      <p:sp>
        <p:nvSpPr>
          <p:cNvPr id="3" name="Text 1"/>
          <p:cNvSpPr/>
          <p:nvPr/>
        </p:nvSpPr>
        <p:spPr>
          <a:xfrm>
            <a:off x="838200" y="1066800"/>
            <a:ext cx="16573500" cy="1476375"/>
          </a:xfrm>
          <a:prstGeom prst="rect">
            <a:avLst/>
          </a:prstGeom>
          <a:noFill/>
          <a:ln/>
        </p:spPr>
        <p:txBody>
          <a:bodyPr wrap="square" lIns="0" tIns="3048" rIns="0" bIns="-3048" rtlCol="0" anchor="t"/>
          <a:lstStyle/>
          <a:p>
            <a:pPr algn="l" indent="0" marL="0">
              <a:lnSpc>
                <a:spcPts val="6240"/>
              </a:lnSpc>
              <a:buNone/>
            </a:pPr>
            <a:r>
              <a:rPr lang="en-US" sz="4800" dirty="0" spc="4" kern="0">
                <a:solidFill>
                  <a:srgbClr val="F3EEE3"/>
                </a:solidFill>
                <a:latin typeface="Bricolage Grotesque ExtraBold" pitchFamily="34" charset="0"/>
                <a:ea typeface="Bricolage Grotesque ExtraBold" pitchFamily="34" charset="-122"/>
                <a:cs typeface="Bricolage Grotesque ExtraBold" pitchFamily="34" charset="-120"/>
              </a:rPr>
              <a:t>Ghép</a:t>
            </a:r>
            <a:r>
              <a:rPr lang="en-US" sz="4800" dirty="0" spc="0" kern="0">
                <a:solidFill>
                  <a:srgbClr val="F3EEE3"/>
                </a:solidFill>
                <a:latin typeface="Bricolage Grotesque ExtraBold" pitchFamily="34" charset="0"/>
                <a:ea typeface="Bricolage Grotesque ExtraBold" pitchFamily="34" charset="-122"/>
                <a:cs typeface="Bricolage Grotesque ExtraBold" pitchFamily="34" charset="-120"/>
              </a:rPr>
              <a:t> cả</a:t>
            </a:r>
            <a:r>
              <a:rPr lang="en-US" sz="4800" dirty="0" spc="-5" kern="0">
                <a:solidFill>
                  <a:srgbClr val="F3EEE3"/>
                </a:solidFill>
                <a:latin typeface="Bricolage Grotesque ExtraBold" pitchFamily="34" charset="0"/>
                <a:ea typeface="Bricolage Grotesque ExtraBold" pitchFamily="34" charset="-122"/>
                <a:cs typeface="Bricolage Grotesque ExtraBold" pitchFamily="34" charset="-120"/>
              </a:rPr>
              <a:t> ba</a:t>
            </a:r>
            <a:r>
              <a:rPr lang="en-US" sz="4800" dirty="0" spc="-1" kern="0">
                <a:solidFill>
                  <a:srgbClr val="F3EEE3"/>
                </a:solidFill>
                <a:latin typeface="Bricolage Grotesque ExtraBold" pitchFamily="34" charset="0"/>
                <a:ea typeface="Bricolage Grotesque ExtraBold" pitchFamily="34" charset="-122"/>
                <a:cs typeface="Bricolage Grotesque ExtraBold" pitchFamily="34" charset="-120"/>
              </a:rPr>
              <a:t> thành</a:t>
            </a:r>
            <a:r>
              <a:rPr lang="en-US" sz="4800" dirty="0" spc="-6" kern="0">
                <a:solidFill>
                  <a:srgbClr val="F3EEE3"/>
                </a:solidFill>
                <a:latin typeface="Bricolage Grotesque ExtraBold" pitchFamily="34" charset="0"/>
                <a:ea typeface="Bricolage Grotesque ExtraBold" pitchFamily="34" charset="-122"/>
                <a:cs typeface="Bricolage Grotesque ExtraBold" pitchFamily="34" charset="-120"/>
              </a:rPr>
              <a:t> một</a:t>
            </a:r>
            <a:r>
              <a:rPr lang="en-US" sz="4800" dirty="0" spc="2" kern="0">
                <a:solidFill>
                  <a:srgbClr val="F3EEE3"/>
                </a:solidFill>
                <a:latin typeface="Bricolage Grotesque ExtraBold" pitchFamily="34" charset="0"/>
                <a:ea typeface="Bricolage Grotesque ExtraBold" pitchFamily="34" charset="-122"/>
                <a:cs typeface="Bricolage Grotesque ExtraBold" pitchFamily="34" charset="-120"/>
              </a:rPr>
              <a:t> dự</a:t>
            </a:r>
            <a:r>
              <a:rPr lang="en-US" sz="4800" dirty="0" spc="-3" kern="0">
                <a:solidFill>
                  <a:srgbClr val="F3EEE3"/>
                </a:solidFill>
                <a:latin typeface="Bricolage Grotesque ExtraBold" pitchFamily="34" charset="0"/>
                <a:ea typeface="Bricolage Grotesque ExtraBold" pitchFamily="34" charset="-122"/>
                <a:cs typeface="Bricolage Grotesque ExtraBold" pitchFamily="34" charset="-120"/>
              </a:rPr>
              <a:t> án</a:t>
            </a:r>
            <a:r>
              <a:rPr lang="en-US" sz="4800" dirty="0" spc="-1" kern="0">
                <a:solidFill>
                  <a:srgbClr val="F3EEE3"/>
                </a:solidFill>
                <a:latin typeface="Bricolage Grotesque ExtraBold" pitchFamily="34" charset="0"/>
                <a:ea typeface="Bricolage Grotesque ExtraBold" pitchFamily="34" charset="-122"/>
                <a:cs typeface="Bricolage Grotesque ExtraBold" pitchFamily="34" charset="-120"/>
              </a:rPr>
              <a:t> học</a:t>
            </a:r>
            <a:r>
              <a:rPr lang="en-US" sz="4800" dirty="0" spc="-3" kern="0">
                <a:solidFill>
                  <a:srgbClr val="F3EEE3"/>
                </a:solidFill>
                <a:latin typeface="Bricolage Grotesque ExtraBold" pitchFamily="34" charset="0"/>
                <a:ea typeface="Bricolage Grotesque ExtraBold" pitchFamily="34" charset="-122"/>
                <a:cs typeface="Bricolage Grotesque ExtraBold" pitchFamily="34" charset="-120"/>
              </a:rPr>
              <a:t> tập</a:t>
            </a:r>
            <a:endParaRPr lang="en-US" sz="4800" dirty="0"/>
          </a:p>
        </p:txBody>
      </p:sp>
      <p:sp>
        <p:nvSpPr>
          <p:cNvPr id="4" name="Connector line-1792794929523-882518002"/>
          <p:cNvSpPr/>
          <p:nvPr/>
        </p:nvSpPr>
        <p:spPr>
          <a:xfrm>
            <a:off x="838200" y="2647950"/>
            <a:ext cx="16611600" cy="0"/>
          </a:xfrm>
          <a:prstGeom prst="line">
            <a:avLst/>
          </a:prstGeom>
          <a:noFill/>
          <a:ln w="28575">
            <a:solidFill>
              <a:srgbClr val="363B4A"/>
            </a:solidFill>
            <a:prstDash val="solid"/>
            <a:headEnd type="none"/>
            <a:tailEnd type="none"/>
          </a:ln>
        </p:spPr>
      </p:sp>
      <p:sp>
        <p:nvSpPr>
          <p:cNvPr id="5" name="Shape 3"/>
          <p:cNvSpPr/>
          <p:nvPr/>
        </p:nvSpPr>
        <p:spPr>
          <a:xfrm>
            <a:off x="838200" y="4038600"/>
            <a:ext cx="3905250" cy="3238500"/>
          </a:xfrm>
          <a:prstGeom prst="roundRect">
            <a:avLst>
              <a:gd name="adj" fmla="val 5294"/>
            </a:avLst>
          </a:prstGeom>
          <a:solidFill>
            <a:srgbClr val="1E212B"/>
          </a:solidFill>
          <a:ln w="9525">
            <a:solidFill>
              <a:srgbClr val="FFB454"/>
            </a:solidFill>
            <a:prstDash val="solid"/>
          </a:ln>
        </p:spPr>
      </p:sp>
      <p:sp>
        <p:nvSpPr>
          <p:cNvPr id="6" name="Text 4"/>
          <p:cNvSpPr/>
          <p:nvPr/>
        </p:nvSpPr>
        <p:spPr>
          <a:xfrm>
            <a:off x="1085850" y="4286250"/>
            <a:ext cx="3333750" cy="476250"/>
          </a:xfrm>
          <a:prstGeom prst="rect">
            <a:avLst/>
          </a:prstGeom>
          <a:noFill/>
          <a:ln/>
        </p:spPr>
        <p:txBody>
          <a:bodyPr wrap="square" lIns="0" tIns="11335" rIns="0" bIns="-11335" rtlCol="0" anchor="t"/>
          <a:lstStyle/>
          <a:p>
            <a:pPr algn="l" indent="0" marL="0">
              <a:lnSpc>
                <a:spcPts val="2730"/>
              </a:lnSpc>
              <a:buNone/>
            </a:pPr>
            <a:r>
              <a:rPr lang="en-US" sz="2100" b="1" dirty="0" kern="0">
                <a:solidFill>
                  <a:srgbClr val="7C93FF"/>
                </a:solidFill>
                <a:latin typeface="Be Vietnam Pro" pitchFamily="34" charset="0"/>
                <a:ea typeface="Be Vietnam Pro" pitchFamily="34" charset="-122"/>
                <a:cs typeface="Be Vietnam Pro" pitchFamily="34" charset="-120"/>
              </a:rPr>
              <a:t>01</a:t>
            </a:r>
            <a:endParaRPr lang="en-US" sz="2100" dirty="0"/>
          </a:p>
        </p:txBody>
      </p:sp>
      <p:sp>
        <p:nvSpPr>
          <p:cNvPr id="7" name="Text 5"/>
          <p:cNvSpPr/>
          <p:nvPr/>
        </p:nvSpPr>
        <p:spPr>
          <a:xfrm>
            <a:off x="1085850" y="5000625"/>
            <a:ext cx="3333750" cy="666750"/>
          </a:xfrm>
          <a:prstGeom prst="rect">
            <a:avLst/>
          </a:prstGeom>
          <a:noFill/>
          <a:ln/>
        </p:spPr>
        <p:txBody>
          <a:bodyPr wrap="square" lIns="0" tIns="16192" rIns="0" bIns="-16192" rtlCol="0" anchor="t"/>
          <a:lstStyle/>
          <a:p>
            <a:pPr algn="l" indent="0" marL="0">
              <a:lnSpc>
                <a:spcPts val="3900"/>
              </a:lnSpc>
              <a:buNone/>
            </a:pPr>
            <a:r>
              <a:rPr lang="en-US" sz="3000" b="1" dirty="0" spc="-26" kern="0">
                <a:solidFill>
                  <a:srgbClr val="FFB454"/>
                </a:solidFill>
                <a:latin typeface="Be Vietnam Pro" pitchFamily="34" charset="0"/>
                <a:ea typeface="Be Vietnam Pro" pitchFamily="34" charset="-122"/>
                <a:cs typeface="Be Vietnam Pro" pitchFamily="34" charset="-120"/>
              </a:rPr>
              <a:t>awesome</a:t>
            </a:r>
            <a:endParaRPr lang="en-US" sz="3000" dirty="0"/>
          </a:p>
        </p:txBody>
      </p:sp>
      <p:sp>
        <p:nvSpPr>
          <p:cNvPr id="8" name="Text 6"/>
          <p:cNvSpPr/>
          <p:nvPr/>
        </p:nvSpPr>
        <p:spPr>
          <a:xfrm>
            <a:off x="1085850" y="5953125"/>
            <a:ext cx="3333750" cy="1143000"/>
          </a:xfrm>
          <a:prstGeom prst="rect">
            <a:avLst/>
          </a:prstGeom>
          <a:noFill/>
          <a:ln/>
        </p:spPr>
        <p:txBody>
          <a:bodyPr wrap="square" lIns="0" tIns="12533" rIns="0" bIns="-12533" rtlCol="0" anchor="t"/>
          <a:lstStyle/>
          <a:p>
            <a:pPr algn="l" indent="0" marL="0">
              <a:lnSpc>
                <a:spcPts val="3023"/>
              </a:lnSpc>
              <a:buNone/>
            </a:pPr>
            <a:r>
              <a:rPr lang="en-US" sz="2325" dirty="0" spc="1" kern="0">
                <a:solidFill>
                  <a:srgbClr val="F3EEE3"/>
                </a:solidFill>
                <a:latin typeface="Be Vietnam Pro" pitchFamily="34" charset="0"/>
                <a:ea typeface="Be Vietnam Pro" pitchFamily="34" charset="-122"/>
                <a:cs typeface="Be Vietnam Pro" pitchFamily="34" charset="-120"/>
              </a:rPr>
              <a:t>Tìm</a:t>
            </a:r>
            <a:r>
              <a:rPr lang="en-US" sz="2325" dirty="0" spc="-11" kern="0">
                <a:solidFill>
                  <a:srgbClr val="F3EEE3"/>
                </a:solidFill>
                <a:latin typeface="Be Vietnam Pro" pitchFamily="34" charset="0"/>
                <a:ea typeface="Be Vietnam Pro" pitchFamily="34" charset="-122"/>
                <a:cs typeface="Be Vietnam Pro" pitchFamily="34" charset="-120"/>
              </a:rPr>
              <a:t> tài</a:t>
            </a:r>
            <a:r>
              <a:rPr lang="en-US" sz="2325" dirty="0" spc="2" kern="0">
                <a:solidFill>
                  <a:srgbClr val="F3EEE3"/>
                </a:solidFill>
                <a:latin typeface="Be Vietnam Pro" pitchFamily="34" charset="0"/>
                <a:ea typeface="Be Vietnam Pro" pitchFamily="34" charset="-122"/>
                <a:cs typeface="Be Vietnam Pro" pitchFamily="34" charset="-120"/>
              </a:rPr>
              <a:t> liệu</a:t>
            </a:r>
            <a:r>
              <a:rPr lang="en-US" sz="2325" dirty="0" spc="-14" kern="0">
                <a:solidFill>
                  <a:srgbClr val="F3EEE3"/>
                </a:solidFill>
                <a:latin typeface="Be Vietnam Pro" pitchFamily="34" charset="0"/>
                <a:ea typeface="Be Vietnam Pro" pitchFamily="34" charset="-122"/>
                <a:cs typeface="Be Vietnam Pro" pitchFamily="34" charset="-120"/>
              </a:rPr>
              <a:t> và</a:t>
            </a:r>
            <a:r>
              <a:rPr lang="en-US" sz="2325" dirty="0" spc="-2" kern="0">
                <a:solidFill>
                  <a:srgbClr val="F3EEE3"/>
                </a:solidFill>
                <a:latin typeface="Be Vietnam Pro" pitchFamily="34" charset="0"/>
                <a:ea typeface="Be Vietnam Pro" pitchFamily="34" charset="-122"/>
                <a:cs typeface="Be Vietnam Pro" pitchFamily="34" charset="-120"/>
              </a:rPr>
              <a:t> công</a:t>
            </a:r>
            <a:r>
              <a:rPr lang="en-US" sz="2325" dirty="0" spc="-1" kern="0">
                <a:solidFill>
                  <a:srgbClr val="F3EEE3"/>
                </a:solidFill>
                <a:latin typeface="Be Vietnam Pro" pitchFamily="34" charset="0"/>
                <a:ea typeface="Be Vietnam Pro" pitchFamily="34" charset="-122"/>
                <a:cs typeface="Be Vietnam Pro" pitchFamily="34" charset="-120"/>
              </a:rPr>
              <a:t> cụ</a:t>
            </a:r>
            <a:endParaRPr lang="en-US" sz="2325" dirty="0"/>
          </a:p>
          <a:p>
            <a:pPr algn="l" indent="0" marL="0">
              <a:lnSpc>
                <a:spcPts val="3023"/>
              </a:lnSpc>
              <a:buNone/>
            </a:pPr>
            <a:r>
              <a:rPr lang="en-US" sz="2325" dirty="0" spc="4" kern="0">
                <a:solidFill>
                  <a:srgbClr val="F3EEE3"/>
                </a:solidFill>
                <a:latin typeface="Be Vietnam Pro" pitchFamily="34" charset="0"/>
                <a:ea typeface="Be Vietnam Pro" pitchFamily="34" charset="-122"/>
                <a:cs typeface="Be Vietnam Pro" pitchFamily="34" charset="-120"/>
              </a:rPr>
              <a:t>làm</a:t>
            </a:r>
            <a:r>
              <a:rPr lang="en-US" sz="2325" dirty="0" spc="20" kern="0">
                <a:solidFill>
                  <a:srgbClr val="F3EEE3"/>
                </a:solidFill>
                <a:latin typeface="Be Vietnam Pro" pitchFamily="34" charset="0"/>
                <a:ea typeface="Be Vietnam Pro" pitchFamily="34" charset="-122"/>
                <a:cs typeface="Be Vietnam Pro" pitchFamily="34" charset="-120"/>
              </a:rPr>
              <a:t> ứng</a:t>
            </a:r>
            <a:r>
              <a:rPr lang="en-US" sz="2325" dirty="0" spc="-2" kern="0">
                <a:solidFill>
                  <a:srgbClr val="F3EEE3"/>
                </a:solidFill>
                <a:latin typeface="Be Vietnam Pro" pitchFamily="34" charset="0"/>
                <a:ea typeface="Be Vietnam Pro" pitchFamily="34" charset="-122"/>
                <a:cs typeface="Be Vietnam Pro" pitchFamily="34" charset="-120"/>
              </a:rPr>
              <a:t> dụng</a:t>
            </a:r>
            <a:r>
              <a:rPr lang="en-US" sz="2325" dirty="0" spc="-8" kern="0">
                <a:solidFill>
                  <a:srgbClr val="F3EEE3"/>
                </a:solidFill>
                <a:latin typeface="Be Vietnam Pro" pitchFamily="34" charset="0"/>
                <a:ea typeface="Be Vietnam Pro" pitchFamily="34" charset="-122"/>
                <a:cs typeface="Be Vietnam Pro" pitchFamily="34" charset="-120"/>
              </a:rPr>
              <a:t> web.</a:t>
            </a:r>
            <a:endParaRPr lang="en-US" sz="2325" dirty="0"/>
          </a:p>
        </p:txBody>
      </p:sp>
      <p:sp>
        <p:nvSpPr>
          <p:cNvPr id="9" name="Connector line-1792794929526-549510212"/>
          <p:cNvSpPr/>
          <p:nvPr/>
        </p:nvSpPr>
        <p:spPr>
          <a:xfrm>
            <a:off x="4752975" y="5619750"/>
            <a:ext cx="285750" cy="0"/>
          </a:xfrm>
          <a:prstGeom prst="line">
            <a:avLst/>
          </a:prstGeom>
          <a:noFill/>
          <a:ln w="28575">
            <a:solidFill>
              <a:srgbClr val="7C93FF"/>
            </a:solidFill>
            <a:prstDash val="solid"/>
            <a:headEnd type="none"/>
            <a:tailEnd type="triangle" w="lg" len="lg"/>
          </a:ln>
        </p:spPr>
      </p:sp>
      <p:sp>
        <p:nvSpPr>
          <p:cNvPr id="10" name="Shape 8"/>
          <p:cNvSpPr/>
          <p:nvPr/>
        </p:nvSpPr>
        <p:spPr>
          <a:xfrm>
            <a:off x="5067300" y="4038600"/>
            <a:ext cx="3905250" cy="3238500"/>
          </a:xfrm>
          <a:prstGeom prst="roundRect">
            <a:avLst>
              <a:gd name="adj" fmla="val 5294"/>
            </a:avLst>
          </a:prstGeom>
          <a:solidFill>
            <a:srgbClr val="1E212B"/>
          </a:solidFill>
          <a:ln w="9525">
            <a:solidFill>
              <a:srgbClr val="3DD6A0"/>
            </a:solidFill>
            <a:prstDash val="solid"/>
          </a:ln>
        </p:spPr>
      </p:sp>
      <p:sp>
        <p:nvSpPr>
          <p:cNvPr id="11" name="Text 9"/>
          <p:cNvSpPr/>
          <p:nvPr/>
        </p:nvSpPr>
        <p:spPr>
          <a:xfrm>
            <a:off x="5314950" y="4286250"/>
            <a:ext cx="3333750" cy="476250"/>
          </a:xfrm>
          <a:prstGeom prst="rect">
            <a:avLst/>
          </a:prstGeom>
          <a:noFill/>
          <a:ln/>
        </p:spPr>
        <p:txBody>
          <a:bodyPr wrap="square" lIns="0" tIns="11335" rIns="0" bIns="-11335" rtlCol="0" anchor="t"/>
          <a:lstStyle/>
          <a:p>
            <a:pPr algn="l" indent="0" marL="0">
              <a:lnSpc>
                <a:spcPts val="2730"/>
              </a:lnSpc>
              <a:buNone/>
            </a:pPr>
            <a:r>
              <a:rPr lang="en-US" sz="2100" b="1" dirty="0" spc="-5" kern="0">
                <a:solidFill>
                  <a:srgbClr val="7C93FF"/>
                </a:solidFill>
                <a:latin typeface="Be Vietnam Pro" pitchFamily="34" charset="0"/>
                <a:ea typeface="Be Vietnam Pro" pitchFamily="34" charset="-122"/>
                <a:cs typeface="Be Vietnam Pro" pitchFamily="34" charset="-120"/>
              </a:rPr>
              <a:t>02</a:t>
            </a:r>
            <a:endParaRPr lang="en-US" sz="2100" dirty="0"/>
          </a:p>
        </p:txBody>
      </p:sp>
      <p:sp>
        <p:nvSpPr>
          <p:cNvPr id="12" name="Text 10"/>
          <p:cNvSpPr/>
          <p:nvPr/>
        </p:nvSpPr>
        <p:spPr>
          <a:xfrm>
            <a:off x="5314950" y="5000625"/>
            <a:ext cx="3333750" cy="666750"/>
          </a:xfrm>
          <a:prstGeom prst="rect">
            <a:avLst/>
          </a:prstGeom>
          <a:noFill/>
          <a:ln/>
        </p:spPr>
        <p:txBody>
          <a:bodyPr wrap="square" lIns="0" tIns="16192" rIns="0" bIns="-16192" rtlCol="0" anchor="t"/>
          <a:lstStyle/>
          <a:p>
            <a:pPr algn="l" indent="0" marL="0">
              <a:lnSpc>
                <a:spcPts val="3900"/>
              </a:lnSpc>
              <a:buNone/>
            </a:pPr>
            <a:r>
              <a:rPr lang="en-US" sz="3000" b="1" dirty="0" kern="0">
                <a:solidFill>
                  <a:srgbClr val="3DD6A0"/>
                </a:solidFill>
                <a:latin typeface="Be Vietnam Pro" pitchFamily="34" charset="0"/>
                <a:ea typeface="Be Vietnam Pro" pitchFamily="34" charset="-122"/>
                <a:cs typeface="Be Vietnam Pro" pitchFamily="34" charset="-120"/>
              </a:rPr>
              <a:t>public-apis</a:t>
            </a:r>
            <a:endParaRPr lang="en-US" sz="3000" dirty="0"/>
          </a:p>
        </p:txBody>
      </p:sp>
      <p:sp>
        <p:nvSpPr>
          <p:cNvPr id="13" name="Text 11"/>
          <p:cNvSpPr/>
          <p:nvPr/>
        </p:nvSpPr>
        <p:spPr>
          <a:xfrm>
            <a:off x="5314950" y="5953125"/>
            <a:ext cx="3333750" cy="1143000"/>
          </a:xfrm>
          <a:prstGeom prst="rect">
            <a:avLst/>
          </a:prstGeom>
          <a:noFill/>
          <a:ln/>
        </p:spPr>
        <p:txBody>
          <a:bodyPr wrap="square" lIns="0" tIns="12533" rIns="0" bIns="-12533" rtlCol="0" anchor="t"/>
          <a:lstStyle/>
          <a:p>
            <a:pPr algn="l" indent="0" marL="0">
              <a:lnSpc>
                <a:spcPts val="3023"/>
              </a:lnSpc>
              <a:buNone/>
            </a:pPr>
            <a:r>
              <a:rPr lang="en-US" sz="2325" dirty="0" spc="1" kern="0">
                <a:solidFill>
                  <a:srgbClr val="F3EEE3"/>
                </a:solidFill>
                <a:latin typeface="Be Vietnam Pro" pitchFamily="34" charset="0"/>
                <a:ea typeface="Be Vietnam Pro" pitchFamily="34" charset="-122"/>
                <a:cs typeface="Be Vietnam Pro" pitchFamily="34" charset="-120"/>
              </a:rPr>
              <a:t>Chọn</a:t>
            </a:r>
            <a:r>
              <a:rPr lang="en-US" sz="2325" dirty="0" spc="0" kern="0">
                <a:solidFill>
                  <a:srgbClr val="F3EEE3"/>
                </a:solidFill>
                <a:latin typeface="Be Vietnam Pro" pitchFamily="34" charset="0"/>
                <a:ea typeface="Be Vietnam Pro" pitchFamily="34" charset="-122"/>
                <a:cs typeface="Be Vietnam Pro" pitchFamily="34" charset="-120"/>
              </a:rPr>
              <a:t> dữ</a:t>
            </a:r>
            <a:r>
              <a:rPr lang="en-US" sz="2325" dirty="0" spc="2" kern="0">
                <a:solidFill>
                  <a:srgbClr val="F3EEE3"/>
                </a:solidFill>
                <a:latin typeface="Be Vietnam Pro" pitchFamily="34" charset="0"/>
                <a:ea typeface="Be Vietnam Pro" pitchFamily="34" charset="-122"/>
                <a:cs typeface="Be Vietnam Pro" pitchFamily="34" charset="-120"/>
              </a:rPr>
              <a:t> liệu</a:t>
            </a:r>
            <a:r>
              <a:rPr lang="en-US" sz="2325" dirty="0" spc="0" kern="0">
                <a:solidFill>
                  <a:srgbClr val="F3EEE3"/>
                </a:solidFill>
                <a:latin typeface="Be Vietnam Pro" pitchFamily="34" charset="0"/>
                <a:ea typeface="Be Vietnam Pro" pitchFamily="34" charset="-122"/>
                <a:cs typeface="Be Vietnam Pro" pitchFamily="34" charset="-120"/>
              </a:rPr>
              <a:t> giả</a:t>
            </a:r>
            <a:endParaRPr lang="en-US" sz="2325" dirty="0"/>
          </a:p>
          <a:p>
            <a:pPr algn="l" indent="0" marL="0">
              <a:lnSpc>
                <a:spcPts val="3023"/>
              </a:lnSpc>
              <a:buNone/>
            </a:pPr>
            <a:r>
              <a:rPr lang="en-US" sz="2325" dirty="0" spc="26" kern="0">
                <a:solidFill>
                  <a:srgbClr val="F3EEE3"/>
                </a:solidFill>
                <a:latin typeface="Be Vietnam Pro" pitchFamily="34" charset="0"/>
                <a:ea typeface="Be Vietnam Pro" pitchFamily="34" charset="-122"/>
                <a:cs typeface="Be Vietnam Pro" pitchFamily="34" charset="-120"/>
              </a:rPr>
              <a:t>để</a:t>
            </a:r>
            <a:r>
              <a:rPr lang="en-US" sz="2325" dirty="0" spc="-12" kern="0">
                <a:solidFill>
                  <a:srgbClr val="F3EEE3"/>
                </a:solidFill>
                <a:latin typeface="Be Vietnam Pro" pitchFamily="34" charset="0"/>
                <a:ea typeface="Be Vietnam Pro" pitchFamily="34" charset="-122"/>
                <a:cs typeface="Be Vietnam Pro" pitchFamily="34" charset="-120"/>
              </a:rPr>
              <a:t> luyện</a:t>
            </a:r>
            <a:r>
              <a:rPr lang="en-US" sz="2325" dirty="0" spc="0" kern="0">
                <a:solidFill>
                  <a:srgbClr val="F3EEE3"/>
                </a:solidFill>
                <a:latin typeface="Be Vietnam Pro" pitchFamily="34" charset="0"/>
                <a:ea typeface="Be Vietnam Pro" pitchFamily="34" charset="-122"/>
                <a:cs typeface="Be Vietnam Pro" pitchFamily="34" charset="-120"/>
              </a:rPr>
              <a:t> hiển</a:t>
            </a:r>
            <a:r>
              <a:rPr lang="en-US" sz="2325" dirty="0" spc="1" kern="0">
                <a:solidFill>
                  <a:srgbClr val="F3EEE3"/>
                </a:solidFill>
                <a:latin typeface="Be Vietnam Pro" pitchFamily="34" charset="0"/>
                <a:ea typeface="Be Vietnam Pro" pitchFamily="34" charset="-122"/>
                <a:cs typeface="Be Vietnam Pro" pitchFamily="34" charset="-120"/>
              </a:rPr>
              <a:t> thị.</a:t>
            </a:r>
            <a:endParaRPr lang="en-US" sz="2325" dirty="0"/>
          </a:p>
        </p:txBody>
      </p:sp>
      <p:sp>
        <p:nvSpPr>
          <p:cNvPr id="14" name="Connector line-1792794929529-897150341"/>
          <p:cNvSpPr/>
          <p:nvPr/>
        </p:nvSpPr>
        <p:spPr>
          <a:xfrm>
            <a:off x="8982075" y="5619750"/>
            <a:ext cx="285750" cy="0"/>
          </a:xfrm>
          <a:prstGeom prst="line">
            <a:avLst/>
          </a:prstGeom>
          <a:noFill/>
          <a:ln w="28575">
            <a:solidFill>
              <a:srgbClr val="7C93FF"/>
            </a:solidFill>
            <a:prstDash val="solid"/>
            <a:headEnd type="none"/>
            <a:tailEnd type="triangle" w="lg" len="lg"/>
          </a:ln>
        </p:spPr>
      </p:sp>
      <p:sp>
        <p:nvSpPr>
          <p:cNvPr id="15" name="Shape 13"/>
          <p:cNvSpPr/>
          <p:nvPr/>
        </p:nvSpPr>
        <p:spPr>
          <a:xfrm>
            <a:off x="9296400" y="4038600"/>
            <a:ext cx="3905250" cy="3238500"/>
          </a:xfrm>
          <a:prstGeom prst="roundRect">
            <a:avLst>
              <a:gd name="adj" fmla="val 5294"/>
            </a:avLst>
          </a:prstGeom>
          <a:solidFill>
            <a:srgbClr val="1E212B"/>
          </a:solidFill>
          <a:ln w="9525">
            <a:solidFill>
              <a:srgbClr val="9AA0B5"/>
            </a:solidFill>
            <a:prstDash val="solid"/>
          </a:ln>
        </p:spPr>
      </p:sp>
      <p:sp>
        <p:nvSpPr>
          <p:cNvPr id="16" name="Text 14"/>
          <p:cNvSpPr/>
          <p:nvPr/>
        </p:nvSpPr>
        <p:spPr>
          <a:xfrm>
            <a:off x="9544050" y="4286250"/>
            <a:ext cx="3333750" cy="476250"/>
          </a:xfrm>
          <a:prstGeom prst="rect">
            <a:avLst/>
          </a:prstGeom>
          <a:noFill/>
          <a:ln/>
        </p:spPr>
        <p:txBody>
          <a:bodyPr wrap="square" lIns="0" tIns="11335" rIns="0" bIns="-11335" rtlCol="0" anchor="t"/>
          <a:lstStyle/>
          <a:p>
            <a:pPr algn="l" indent="0" marL="0">
              <a:lnSpc>
                <a:spcPts val="2730"/>
              </a:lnSpc>
              <a:buNone/>
            </a:pPr>
            <a:r>
              <a:rPr lang="en-US" sz="2100" b="1" dirty="0" spc="-1" kern="0">
                <a:solidFill>
                  <a:srgbClr val="7C93FF"/>
                </a:solidFill>
                <a:latin typeface="Be Vietnam Pro" pitchFamily="34" charset="0"/>
                <a:ea typeface="Be Vietnam Pro" pitchFamily="34" charset="-122"/>
                <a:cs typeface="Be Vietnam Pro" pitchFamily="34" charset="-120"/>
              </a:rPr>
              <a:t>03</a:t>
            </a:r>
            <a:endParaRPr lang="en-US" sz="2100" dirty="0"/>
          </a:p>
        </p:txBody>
      </p:sp>
      <p:sp>
        <p:nvSpPr>
          <p:cNvPr id="17" name="Text 15"/>
          <p:cNvSpPr/>
          <p:nvPr/>
        </p:nvSpPr>
        <p:spPr>
          <a:xfrm>
            <a:off x="9544050" y="5000625"/>
            <a:ext cx="3333750" cy="666750"/>
          </a:xfrm>
          <a:prstGeom prst="rect">
            <a:avLst/>
          </a:prstGeom>
          <a:noFill/>
          <a:ln/>
        </p:spPr>
        <p:txBody>
          <a:bodyPr wrap="square" lIns="0" tIns="16192" rIns="0" bIns="-16192" rtlCol="0" anchor="t"/>
          <a:lstStyle/>
          <a:p>
            <a:pPr algn="l" indent="0" marL="0">
              <a:lnSpc>
                <a:spcPts val="3900"/>
              </a:lnSpc>
              <a:buNone/>
            </a:pPr>
            <a:r>
              <a:rPr lang="en-US" sz="3000" b="1" dirty="0" spc="-52" kern="0">
                <a:solidFill>
                  <a:srgbClr val="F3EEE3"/>
                </a:solidFill>
                <a:latin typeface="Be Vietnam Pro" pitchFamily="34" charset="0"/>
                <a:ea typeface="Be Vietnam Pro" pitchFamily="34" charset="-122"/>
                <a:cs typeface="Be Vietnam Pro" pitchFamily="34" charset="-120"/>
              </a:rPr>
              <a:t>Xây</a:t>
            </a:r>
            <a:r>
              <a:rPr lang="en-US" sz="3000" b="1" dirty="0" spc="35" kern="0">
                <a:solidFill>
                  <a:srgbClr val="F3EEE3"/>
                </a:solidFill>
                <a:latin typeface="Be Vietnam Pro" pitchFamily="34" charset="0"/>
                <a:ea typeface="Be Vietnam Pro" pitchFamily="34" charset="-122"/>
                <a:cs typeface="Be Vietnam Pro" pitchFamily="34" charset="-120"/>
              </a:rPr>
              <a:t> ứng</a:t>
            </a:r>
            <a:r>
              <a:rPr lang="en-US" sz="3000" b="1" dirty="0" spc="-3" kern="0">
                <a:solidFill>
                  <a:srgbClr val="F3EEE3"/>
                </a:solidFill>
                <a:latin typeface="Be Vietnam Pro" pitchFamily="34" charset="0"/>
                <a:ea typeface="Be Vietnam Pro" pitchFamily="34" charset="-122"/>
                <a:cs typeface="Be Vietnam Pro" pitchFamily="34" charset="-120"/>
              </a:rPr>
              <a:t> dụng</a:t>
            </a:r>
            <a:endParaRPr lang="en-US" sz="3000" dirty="0"/>
          </a:p>
        </p:txBody>
      </p:sp>
      <p:sp>
        <p:nvSpPr>
          <p:cNvPr id="18" name="Text 16"/>
          <p:cNvSpPr/>
          <p:nvPr/>
        </p:nvSpPr>
        <p:spPr>
          <a:xfrm>
            <a:off x="9544050" y="5953125"/>
            <a:ext cx="3333750" cy="1143000"/>
          </a:xfrm>
          <a:prstGeom prst="rect">
            <a:avLst/>
          </a:prstGeom>
          <a:noFill/>
          <a:ln/>
        </p:spPr>
        <p:txBody>
          <a:bodyPr wrap="square" lIns="0" tIns="12533" rIns="0" bIns="-12533" rtlCol="0" anchor="t"/>
          <a:lstStyle/>
          <a:p>
            <a:pPr algn="l" indent="0" marL="0">
              <a:lnSpc>
                <a:spcPts val="3023"/>
              </a:lnSpc>
              <a:buNone/>
            </a:pPr>
            <a:r>
              <a:rPr lang="en-US" sz="2325" dirty="0" spc="-28" kern="0">
                <a:solidFill>
                  <a:srgbClr val="F3EEE3"/>
                </a:solidFill>
                <a:latin typeface="Be Vietnam Pro" pitchFamily="34" charset="0"/>
                <a:ea typeface="Be Vietnam Pro" pitchFamily="34" charset="-122"/>
                <a:cs typeface="Be Vietnam Pro" pitchFamily="34" charset="-120"/>
              </a:rPr>
              <a:t>Làm</a:t>
            </a:r>
            <a:r>
              <a:rPr lang="en-US" sz="2325" dirty="0" spc="1" kern="0">
                <a:solidFill>
                  <a:srgbClr val="F3EEE3"/>
                </a:solidFill>
                <a:latin typeface="Be Vietnam Pro" pitchFamily="34" charset="0"/>
                <a:ea typeface="Be Vietnam Pro" pitchFamily="34" charset="-122"/>
                <a:cs typeface="Be Vietnam Pro" pitchFamily="34" charset="-120"/>
              </a:rPr>
              <a:t> giao</a:t>
            </a:r>
            <a:r>
              <a:rPr lang="en-US" sz="2325" dirty="0" spc="0" kern="0">
                <a:solidFill>
                  <a:srgbClr val="F3EEE3"/>
                </a:solidFill>
                <a:latin typeface="Be Vietnam Pro" pitchFamily="34" charset="0"/>
                <a:ea typeface="Be Vietnam Pro" pitchFamily="34" charset="-122"/>
                <a:cs typeface="Be Vietnam Pro" pitchFamily="34" charset="-120"/>
              </a:rPr>
              <a:t> diện nhỏ</a:t>
            </a:r>
            <a:endParaRPr lang="en-US" sz="2325" dirty="0"/>
          </a:p>
          <a:p>
            <a:pPr algn="l" indent="0" marL="0">
              <a:lnSpc>
                <a:spcPts val="3023"/>
              </a:lnSpc>
              <a:buNone/>
            </a:pPr>
            <a:r>
              <a:rPr lang="en-US" sz="2325" dirty="0" spc="-20" kern="0">
                <a:solidFill>
                  <a:srgbClr val="F3EEE3"/>
                </a:solidFill>
                <a:latin typeface="Be Vietnam Pro" pitchFamily="34" charset="0"/>
                <a:ea typeface="Be Vietnam Pro" pitchFamily="34" charset="-122"/>
                <a:cs typeface="Be Vietnam Pro" pitchFamily="34" charset="-120"/>
              </a:rPr>
              <a:t>và</a:t>
            </a:r>
            <a:r>
              <a:rPr lang="en-US" sz="2325" dirty="0" spc="-1" kern="0">
                <a:solidFill>
                  <a:srgbClr val="F3EEE3"/>
                </a:solidFill>
                <a:latin typeface="Be Vietnam Pro" pitchFamily="34" charset="0"/>
                <a:ea typeface="Be Vietnam Pro" pitchFamily="34" charset="-122"/>
                <a:cs typeface="Be Vietnam Pro" pitchFamily="34" charset="-120"/>
              </a:rPr>
              <a:t> xử</a:t>
            </a:r>
            <a:r>
              <a:rPr lang="en-US" sz="2325" dirty="0" spc="3" kern="0">
                <a:solidFill>
                  <a:srgbClr val="F3EEE3"/>
                </a:solidFill>
                <a:latin typeface="Be Vietnam Pro" pitchFamily="34" charset="0"/>
                <a:ea typeface="Be Vietnam Pro" pitchFamily="34" charset="-122"/>
                <a:cs typeface="Be Vietnam Pro" pitchFamily="34" charset="-120"/>
              </a:rPr>
              <a:t> lý</a:t>
            </a:r>
            <a:r>
              <a:rPr lang="en-US" sz="2325" dirty="0" spc="1" kern="0">
                <a:solidFill>
                  <a:srgbClr val="F3EEE3"/>
                </a:solidFill>
                <a:latin typeface="Be Vietnam Pro" pitchFamily="34" charset="0"/>
                <a:ea typeface="Be Vietnam Pro" pitchFamily="34" charset="-122"/>
                <a:cs typeface="Be Vietnam Pro" pitchFamily="34" charset="-120"/>
              </a:rPr>
              <a:t> phản</a:t>
            </a:r>
            <a:r>
              <a:rPr lang="en-US" sz="2325" dirty="0" spc="2" kern="0">
                <a:solidFill>
                  <a:srgbClr val="F3EEE3"/>
                </a:solidFill>
                <a:latin typeface="Be Vietnam Pro" pitchFamily="34" charset="0"/>
                <a:ea typeface="Be Vietnam Pro" pitchFamily="34" charset="-122"/>
                <a:cs typeface="Be Vietnam Pro" pitchFamily="34" charset="-120"/>
              </a:rPr>
              <a:t> hồi.</a:t>
            </a:r>
            <a:endParaRPr lang="en-US" sz="2325" dirty="0"/>
          </a:p>
        </p:txBody>
      </p:sp>
      <p:sp>
        <p:nvSpPr>
          <p:cNvPr id="19" name="Connector line-1792794929532-628376521"/>
          <p:cNvSpPr/>
          <p:nvPr/>
        </p:nvSpPr>
        <p:spPr>
          <a:xfrm>
            <a:off x="13211175" y="5619750"/>
            <a:ext cx="285750" cy="0"/>
          </a:xfrm>
          <a:prstGeom prst="line">
            <a:avLst/>
          </a:prstGeom>
          <a:noFill/>
          <a:ln w="28575">
            <a:solidFill>
              <a:srgbClr val="7C93FF"/>
            </a:solidFill>
            <a:prstDash val="solid"/>
            <a:headEnd type="none"/>
            <a:tailEnd type="triangle" w="lg" len="lg"/>
          </a:ln>
        </p:spPr>
      </p:sp>
      <p:sp>
        <p:nvSpPr>
          <p:cNvPr id="20" name="Shape 18"/>
          <p:cNvSpPr/>
          <p:nvPr/>
        </p:nvSpPr>
        <p:spPr>
          <a:xfrm>
            <a:off x="13525500" y="4038600"/>
            <a:ext cx="3905250" cy="3238500"/>
          </a:xfrm>
          <a:prstGeom prst="roundRect">
            <a:avLst>
              <a:gd name="adj" fmla="val 5294"/>
            </a:avLst>
          </a:prstGeom>
          <a:solidFill>
            <a:srgbClr val="1E212B"/>
          </a:solidFill>
          <a:ln w="9525">
            <a:solidFill>
              <a:srgbClr val="7C93FF"/>
            </a:solidFill>
            <a:prstDash val="solid"/>
          </a:ln>
        </p:spPr>
      </p:sp>
      <p:sp>
        <p:nvSpPr>
          <p:cNvPr id="21" name="Text 19"/>
          <p:cNvSpPr/>
          <p:nvPr/>
        </p:nvSpPr>
        <p:spPr>
          <a:xfrm>
            <a:off x="13773150" y="4286250"/>
            <a:ext cx="3333750" cy="476250"/>
          </a:xfrm>
          <a:prstGeom prst="rect">
            <a:avLst/>
          </a:prstGeom>
          <a:noFill/>
          <a:ln/>
        </p:spPr>
        <p:txBody>
          <a:bodyPr wrap="square" lIns="0" tIns="11335" rIns="0" bIns="-11335" rtlCol="0" anchor="t"/>
          <a:lstStyle/>
          <a:p>
            <a:pPr algn="l" indent="0" marL="0">
              <a:lnSpc>
                <a:spcPts val="2730"/>
              </a:lnSpc>
              <a:buNone/>
            </a:pPr>
            <a:r>
              <a:rPr lang="en-US" sz="2100" b="1" dirty="0" spc="-3" kern="0">
                <a:solidFill>
                  <a:srgbClr val="7C93FF"/>
                </a:solidFill>
                <a:latin typeface="Be Vietnam Pro" pitchFamily="34" charset="0"/>
                <a:ea typeface="Be Vietnam Pro" pitchFamily="34" charset="-122"/>
                <a:cs typeface="Be Vietnam Pro" pitchFamily="34" charset="-120"/>
              </a:rPr>
              <a:t>04</a:t>
            </a:r>
            <a:endParaRPr lang="en-US" sz="2100" dirty="0"/>
          </a:p>
        </p:txBody>
      </p:sp>
      <p:sp>
        <p:nvSpPr>
          <p:cNvPr id="22" name="Text 20"/>
          <p:cNvSpPr/>
          <p:nvPr/>
        </p:nvSpPr>
        <p:spPr>
          <a:xfrm>
            <a:off x="13773150" y="5000625"/>
            <a:ext cx="3333750" cy="666750"/>
          </a:xfrm>
          <a:prstGeom prst="rect">
            <a:avLst/>
          </a:prstGeom>
          <a:noFill/>
          <a:ln/>
        </p:spPr>
        <p:txBody>
          <a:bodyPr wrap="square" lIns="0" tIns="14573" rIns="0" bIns="-14573" rtlCol="0" anchor="t"/>
          <a:lstStyle/>
          <a:p>
            <a:pPr algn="l" indent="0" marL="0">
              <a:lnSpc>
                <a:spcPts val="3510"/>
              </a:lnSpc>
              <a:buNone/>
            </a:pPr>
            <a:r>
              <a:rPr lang="en-US" sz="2700" b="1" dirty="0" spc="-10" kern="0">
                <a:solidFill>
                  <a:srgbClr val="7C93FF"/>
                </a:solidFill>
                <a:latin typeface="Be Vietnam Pro" pitchFamily="34" charset="0"/>
                <a:ea typeface="Be Vietnam Pro" pitchFamily="34" charset="-122"/>
                <a:cs typeface="Be Vietnam Pro" pitchFamily="34" charset="-120"/>
              </a:rPr>
              <a:t>build-your-own-x</a:t>
            </a:r>
            <a:endParaRPr lang="en-US" sz="2700" dirty="0"/>
          </a:p>
        </p:txBody>
      </p:sp>
      <p:sp>
        <p:nvSpPr>
          <p:cNvPr id="23" name="Text 21"/>
          <p:cNvSpPr/>
          <p:nvPr/>
        </p:nvSpPr>
        <p:spPr>
          <a:xfrm>
            <a:off x="13773150" y="5953125"/>
            <a:ext cx="3333750" cy="1143000"/>
          </a:xfrm>
          <a:prstGeom prst="rect">
            <a:avLst/>
          </a:prstGeom>
          <a:noFill/>
          <a:ln/>
        </p:spPr>
        <p:txBody>
          <a:bodyPr wrap="square" lIns="0" tIns="12533" rIns="0" bIns="-12533" rtlCol="0" anchor="t"/>
          <a:lstStyle/>
          <a:p>
            <a:pPr algn="l" indent="0" marL="0">
              <a:lnSpc>
                <a:spcPts val="3023"/>
              </a:lnSpc>
              <a:buNone/>
            </a:pPr>
            <a:r>
              <a:rPr lang="en-US" sz="2325" dirty="0" spc="-117" kern="0">
                <a:solidFill>
                  <a:srgbClr val="F3EEE3"/>
                </a:solidFill>
                <a:latin typeface="Be Vietnam Pro" pitchFamily="34" charset="0"/>
                <a:ea typeface="Be Vietnam Pro" pitchFamily="34" charset="-122"/>
                <a:cs typeface="Be Vietnam Pro" pitchFamily="34" charset="-120"/>
              </a:rPr>
              <a:t>Tự</a:t>
            </a:r>
            <a:r>
              <a:rPr lang="en-US" sz="2325" dirty="0" spc="-24" kern="0">
                <a:solidFill>
                  <a:srgbClr val="F3EEE3"/>
                </a:solidFill>
                <a:latin typeface="Be Vietnam Pro" pitchFamily="34" charset="0"/>
                <a:ea typeface="Be Vietnam Pro" pitchFamily="34" charset="-122"/>
                <a:cs typeface="Be Vietnam Pro" pitchFamily="34" charset="-120"/>
              </a:rPr>
              <a:t> xây</a:t>
            </a:r>
            <a:r>
              <a:rPr lang="en-US" sz="2325" dirty="0" spc="-11" kern="0">
                <a:solidFill>
                  <a:srgbClr val="F3EEE3"/>
                </a:solidFill>
                <a:latin typeface="Be Vietnam Pro" pitchFamily="34" charset="0"/>
                <a:ea typeface="Be Vietnam Pro" pitchFamily="34" charset="-122"/>
                <a:cs typeface="Be Vietnam Pro" pitchFamily="34" charset="-120"/>
              </a:rPr>
              <a:t> web</a:t>
            </a:r>
            <a:r>
              <a:rPr lang="en-US" sz="2325" dirty="0" spc="-8" kern="0">
                <a:solidFill>
                  <a:srgbClr val="F3EEE3"/>
                </a:solidFill>
                <a:latin typeface="Be Vietnam Pro" pitchFamily="34" charset="0"/>
                <a:ea typeface="Be Vietnam Pro" pitchFamily="34" charset="-122"/>
                <a:cs typeface="Be Vietnam Pro" pitchFamily="34" charset="-120"/>
              </a:rPr>
              <a:t> server</a:t>
            </a:r>
            <a:r>
              <a:rPr lang="en-US" sz="2325" dirty="0" spc="0" kern="0">
                <a:solidFill>
                  <a:srgbClr val="F3EEE3"/>
                </a:solidFill>
                <a:latin typeface="Be Vietnam Pro" pitchFamily="34" charset="0"/>
                <a:ea typeface="Be Vietnam Pro" pitchFamily="34" charset="-122"/>
                <a:cs typeface="Be Vietnam Pro" pitchFamily="34" charset="-120"/>
              </a:rPr>
              <a:t> nhỏ</a:t>
            </a:r>
            <a:endParaRPr lang="en-US" sz="2325" dirty="0"/>
          </a:p>
          <a:p>
            <a:pPr algn="l" indent="0" marL="0">
              <a:lnSpc>
                <a:spcPts val="3023"/>
              </a:lnSpc>
              <a:buNone/>
            </a:pPr>
            <a:r>
              <a:rPr lang="en-US" sz="2325" dirty="0" spc="26" kern="0">
                <a:solidFill>
                  <a:srgbClr val="F3EEE3"/>
                </a:solidFill>
                <a:latin typeface="Be Vietnam Pro" pitchFamily="34" charset="0"/>
                <a:ea typeface="Be Vietnam Pro" pitchFamily="34" charset="-122"/>
                <a:cs typeface="Be Vietnam Pro" pitchFamily="34" charset="-120"/>
              </a:rPr>
              <a:t>để</a:t>
            </a:r>
            <a:r>
              <a:rPr lang="en-US" sz="2325" dirty="0" spc="2" kern="0">
                <a:solidFill>
                  <a:srgbClr val="F3EEE3"/>
                </a:solidFill>
                <a:latin typeface="Be Vietnam Pro" pitchFamily="34" charset="0"/>
                <a:ea typeface="Be Vietnam Pro" pitchFamily="34" charset="-122"/>
                <a:cs typeface="Be Vietnam Pro" pitchFamily="34" charset="-120"/>
              </a:rPr>
              <a:t> hiểu</a:t>
            </a:r>
            <a:r>
              <a:rPr lang="en-US" sz="2325" dirty="0" spc="-12" kern="0">
                <a:solidFill>
                  <a:srgbClr val="F3EEE3"/>
                </a:solidFill>
                <a:latin typeface="Be Vietnam Pro" pitchFamily="34" charset="0"/>
                <a:ea typeface="Be Vietnam Pro" pitchFamily="34" charset="-122"/>
                <a:cs typeface="Be Vietnam Pro" pitchFamily="34" charset="-120"/>
              </a:rPr>
              <a:t> tầng</a:t>
            </a:r>
            <a:r>
              <a:rPr lang="en-US" sz="2325" dirty="0" spc="3" kern="0">
                <a:solidFill>
                  <a:srgbClr val="F3EEE3"/>
                </a:solidFill>
                <a:latin typeface="Be Vietnam Pro" pitchFamily="34" charset="0"/>
                <a:ea typeface="Be Vietnam Pro" pitchFamily="34" charset="-122"/>
                <a:cs typeface="Be Vietnam Pro" pitchFamily="34" charset="-120"/>
              </a:rPr>
              <a:t> phía</a:t>
            </a:r>
            <a:r>
              <a:rPr lang="en-US" sz="2325" dirty="0" spc="8" kern="0">
                <a:solidFill>
                  <a:srgbClr val="F3EEE3"/>
                </a:solidFill>
                <a:latin typeface="Be Vietnam Pro" pitchFamily="34" charset="0"/>
                <a:ea typeface="Be Vietnam Pro" pitchFamily="34" charset="-122"/>
                <a:cs typeface="Be Vietnam Pro" pitchFamily="34" charset="-120"/>
              </a:rPr>
              <a:t> dưới.</a:t>
            </a:r>
            <a:endParaRPr lang="en-US" sz="2325" dirty="0"/>
          </a:p>
        </p:txBody>
      </p:sp>
      <p:sp>
        <p:nvSpPr>
          <p:cNvPr id="24" name="Shape 22"/>
          <p:cNvSpPr/>
          <p:nvPr/>
        </p:nvSpPr>
        <p:spPr>
          <a:xfrm>
            <a:off x="838200" y="8515350"/>
            <a:ext cx="16611600" cy="676275"/>
          </a:xfrm>
          <a:prstGeom prst="roundRect">
            <a:avLst>
              <a:gd name="adj" fmla="val 11268"/>
            </a:avLst>
          </a:prstGeom>
          <a:solidFill>
            <a:srgbClr val="252A36"/>
          </a:solidFill>
          <a:ln w="9525">
            <a:solidFill>
              <a:srgbClr val="252A36"/>
            </a:solidFill>
            <a:prstDash val="solid"/>
          </a:ln>
        </p:spPr>
      </p:sp>
      <p:sp>
        <p:nvSpPr>
          <p:cNvPr id="25" name="Text 23"/>
          <p:cNvSpPr/>
          <p:nvPr/>
        </p:nvSpPr>
        <p:spPr>
          <a:xfrm>
            <a:off x="1038225" y="8677275"/>
            <a:ext cx="16240125" cy="457200"/>
          </a:xfrm>
          <a:prstGeom prst="rect">
            <a:avLst/>
          </a:prstGeom>
          <a:noFill/>
          <a:ln/>
        </p:spPr>
        <p:txBody>
          <a:bodyPr wrap="square" lIns="0" tIns="10914" rIns="0" bIns="-10914" rtlCol="0" anchor="t"/>
          <a:lstStyle/>
          <a:p>
            <a:pPr algn="l" indent="0" marL="0">
              <a:lnSpc>
                <a:spcPts val="2633"/>
              </a:lnSpc>
              <a:buNone/>
            </a:pPr>
            <a:r>
              <a:rPr lang="en-US" sz="2025" dirty="0" spc="4" kern="0">
                <a:solidFill>
                  <a:srgbClr val="F3EEE3"/>
                </a:solidFill>
                <a:latin typeface="Be Vietnam Pro Medium" pitchFamily="34" charset="0"/>
                <a:ea typeface="Be Vietnam Pro Medium" pitchFamily="34" charset="-122"/>
                <a:cs typeface="Be Vietnam Pro Medium" pitchFamily="34" charset="-120"/>
              </a:rPr>
              <a:t>Ví dụ</a:t>
            </a:r>
            <a:r>
              <a:rPr lang="en-US" sz="2025" dirty="0" spc="1" kern="0">
                <a:solidFill>
                  <a:srgbClr val="F3EEE3"/>
                </a:solidFill>
                <a:latin typeface="Be Vietnam Pro Medium" pitchFamily="34" charset="0"/>
                <a:ea typeface="Be Vietnam Pro Medium" pitchFamily="34" charset="-122"/>
                <a:cs typeface="Be Vietnam Pro Medium" pitchFamily="34" charset="-120"/>
              </a:rPr>
              <a:t> của</a:t>
            </a:r>
            <a:r>
              <a:rPr lang="en-US" sz="2025" dirty="0" spc="6" kern="0">
                <a:solidFill>
                  <a:srgbClr val="F3EEE3"/>
                </a:solidFill>
                <a:latin typeface="Be Vietnam Pro Medium" pitchFamily="34" charset="0"/>
                <a:ea typeface="Be Vietnam Pro Medium" pitchFamily="34" charset="-122"/>
                <a:cs typeface="Be Vietnam Pro Medium" pitchFamily="34" charset="-120"/>
              </a:rPr>
              <a:t> người</a:t>
            </a:r>
            <a:r>
              <a:rPr lang="en-US" sz="2025" dirty="0" spc="-3" kern="0">
                <a:solidFill>
                  <a:srgbClr val="F3EEE3"/>
                </a:solidFill>
                <a:latin typeface="Be Vietnam Pro Medium" pitchFamily="34" charset="0"/>
                <a:ea typeface="Be Vietnam Pro Medium" pitchFamily="34" charset="-122"/>
                <a:cs typeface="Be Vietnam Pro Medium" pitchFamily="34" charset="-120"/>
              </a:rPr>
              <a:t> viết:</a:t>
            </a:r>
            <a:r>
              <a:rPr lang="en-US" sz="2025" dirty="0" spc="-7" kern="0">
                <a:solidFill>
                  <a:srgbClr val="F3EEE3"/>
                </a:solidFill>
                <a:latin typeface="Be Vietnam Pro Medium" pitchFamily="34" charset="0"/>
                <a:ea typeface="Be Vietnam Pro Medium" pitchFamily="34" charset="-122"/>
                <a:cs typeface="Be Vietnam Pro Medium" pitchFamily="34" charset="-120"/>
              </a:rPr>
              <a:t> một</a:t>
            </a:r>
            <a:r>
              <a:rPr lang="en-US" sz="2025" dirty="0" spc="-11" kern="0">
                <a:solidFill>
                  <a:srgbClr val="F3EEE3"/>
                </a:solidFill>
                <a:latin typeface="Be Vietnam Pro Medium" pitchFamily="34" charset="0"/>
                <a:ea typeface="Be Vietnam Pro Medium" pitchFamily="34" charset="-122"/>
                <a:cs typeface="Be Vietnam Pro Medium" pitchFamily="34" charset="-120"/>
              </a:rPr>
              <a:t> trang</a:t>
            </a:r>
            <a:r>
              <a:rPr lang="en-US" sz="2025" dirty="0" spc="1" kern="0">
                <a:solidFill>
                  <a:srgbClr val="F3EEE3"/>
                </a:solidFill>
                <a:latin typeface="Be Vietnam Pro Medium" pitchFamily="34" charset="0"/>
                <a:ea typeface="Be Vietnam Pro Medium" pitchFamily="34" charset="-122"/>
                <a:cs typeface="Be Vietnam Pro Medium" pitchFamily="34" charset="-120"/>
              </a:rPr>
              <a:t> danh mục</a:t>
            </a:r>
            <a:r>
              <a:rPr lang="en-US" sz="2025" dirty="0" spc="-2" kern="0">
                <a:solidFill>
                  <a:srgbClr val="F3EEE3"/>
                </a:solidFill>
                <a:latin typeface="Be Vietnam Pro Medium" pitchFamily="34" charset="0"/>
                <a:ea typeface="Be Vietnam Pro Medium" pitchFamily="34" charset="-122"/>
                <a:cs typeface="Be Vietnam Pro Medium" pitchFamily="34" charset="-120"/>
              </a:rPr>
              <a:t> sản</a:t>
            </a:r>
            <a:r>
              <a:rPr lang="en-US" sz="2025" dirty="0" spc="0" kern="0">
                <a:solidFill>
                  <a:srgbClr val="F3EEE3"/>
                </a:solidFill>
                <a:latin typeface="Be Vietnam Pro Medium" pitchFamily="34" charset="0"/>
                <a:ea typeface="Be Vietnam Pro Medium" pitchFamily="34" charset="-122"/>
                <a:cs typeface="Be Vietnam Pro Medium" pitchFamily="34" charset="-120"/>
              </a:rPr>
              <a:t> phẩm</a:t>
            </a:r>
            <a:r>
              <a:rPr lang="en-US" sz="2025" dirty="0" spc="2" kern="0">
                <a:solidFill>
                  <a:srgbClr val="F3EEE3"/>
                </a:solidFill>
                <a:latin typeface="Be Vietnam Pro Medium" pitchFamily="34" charset="0"/>
                <a:ea typeface="Be Vietnam Pro Medium" pitchFamily="34" charset="-122"/>
                <a:cs typeface="Be Vietnam Pro Medium" pitchFamily="34" charset="-120"/>
              </a:rPr>
              <a:t> dùng</a:t>
            </a:r>
            <a:r>
              <a:rPr lang="en-US" sz="2025" dirty="0" spc="4" kern="0">
                <a:solidFill>
                  <a:srgbClr val="F3EEE3"/>
                </a:solidFill>
                <a:latin typeface="Be Vietnam Pro Medium" pitchFamily="34" charset="0"/>
                <a:ea typeface="Be Vietnam Pro Medium" pitchFamily="34" charset="-122"/>
                <a:cs typeface="Be Vietnam Pro Medium" pitchFamily="34" charset="-120"/>
              </a:rPr>
              <a:t> dữ</a:t>
            </a:r>
            <a:r>
              <a:rPr lang="en-US" sz="2025" dirty="0" spc="0" kern="0">
                <a:solidFill>
                  <a:srgbClr val="F3EEE3"/>
                </a:solidFill>
                <a:latin typeface="Be Vietnam Pro Medium" pitchFamily="34" charset="0"/>
                <a:ea typeface="Be Vietnam Pro Medium" pitchFamily="34" charset="-122"/>
                <a:cs typeface="Be Vietnam Pro Medium" pitchFamily="34" charset="-120"/>
              </a:rPr>
              <a:t> liệu</a:t>
            </a:r>
            <a:r>
              <a:rPr lang="en-US" sz="2025" dirty="0" spc="1" kern="0">
                <a:solidFill>
                  <a:srgbClr val="F3EEE3"/>
                </a:solidFill>
                <a:latin typeface="Be Vietnam Pro Medium" pitchFamily="34" charset="0"/>
                <a:ea typeface="Be Vietnam Pro Medium" pitchFamily="34" charset="-122"/>
                <a:cs typeface="Be Vietnam Pro Medium" pitchFamily="34" charset="-120"/>
              </a:rPr>
              <a:t> giả;</a:t>
            </a:r>
            <a:r>
              <a:rPr lang="en-US" sz="2025" dirty="0" spc="-2" kern="0">
                <a:solidFill>
                  <a:srgbClr val="F3EEE3"/>
                </a:solidFill>
                <a:latin typeface="Be Vietnam Pro Medium" pitchFamily="34" charset="0"/>
                <a:ea typeface="Be Vietnam Pro Medium" pitchFamily="34" charset="-122"/>
                <a:cs typeface="Be Vietnam Pro Medium" pitchFamily="34" charset="-120"/>
              </a:rPr>
              <a:t> mở</a:t>
            </a:r>
            <a:r>
              <a:rPr lang="en-US" sz="2025" dirty="0" spc="-13" kern="0">
                <a:solidFill>
                  <a:srgbClr val="F3EEE3"/>
                </a:solidFill>
                <a:latin typeface="Be Vietnam Pro Medium" pitchFamily="34" charset="0"/>
                <a:ea typeface="Be Vietnam Pro Medium" pitchFamily="34" charset="-122"/>
                <a:cs typeface="Be Vietnam Pro Medium" pitchFamily="34" charset="-120"/>
              </a:rPr>
              <a:t> rộng</a:t>
            </a:r>
            <a:r>
              <a:rPr lang="en-US" sz="2025" dirty="0" spc="18" kern="0">
                <a:solidFill>
                  <a:srgbClr val="F3EEE3"/>
                </a:solidFill>
                <a:latin typeface="Be Vietnam Pro Medium" pitchFamily="34" charset="0"/>
                <a:ea typeface="Be Vietnam Pro Medium" pitchFamily="34" charset="-122"/>
                <a:cs typeface="Be Vietnam Pro Medium" pitchFamily="34" charset="-120"/>
              </a:rPr>
              <a:t> từng</a:t>
            </a:r>
            <a:r>
              <a:rPr lang="en-US" sz="2025" dirty="0" spc="0" kern="0">
                <a:solidFill>
                  <a:srgbClr val="F3EEE3"/>
                </a:solidFill>
                <a:latin typeface="Be Vietnam Pro Medium" pitchFamily="34" charset="0"/>
                <a:ea typeface="Be Vietnam Pro Medium" pitchFamily="34" charset="-122"/>
                <a:cs typeface="Be Vietnam Pro Medium" pitchFamily="34" charset="-120"/>
              </a:rPr>
              <a:t> phần.</a:t>
            </a:r>
            <a:endParaRPr lang="en-US" sz="2025" dirty="0"/>
          </a:p>
        </p:txBody>
      </p:sp>
      <p:sp>
        <p:nvSpPr>
          <p:cNvPr id="26" name="Text 24"/>
          <p:cNvSpPr/>
          <p:nvPr/>
        </p:nvSpPr>
        <p:spPr>
          <a:xfrm>
            <a:off x="838200" y="9353550"/>
            <a:ext cx="16611600" cy="333375"/>
          </a:xfrm>
          <a:prstGeom prst="rect">
            <a:avLst/>
          </a:prstGeom>
          <a:noFill/>
          <a:ln/>
        </p:spPr>
        <p:txBody>
          <a:bodyPr wrap="square" lIns="0" tIns="8906" rIns="0" bIns="-8906" rtlCol="0" anchor="t"/>
          <a:lstStyle/>
          <a:p>
            <a:pPr algn="l" indent="0" marL="0">
              <a:lnSpc>
                <a:spcPts val="2145"/>
              </a:lnSpc>
              <a:buNone/>
            </a:pPr>
            <a:r>
              <a:rPr lang="en-US" sz="1650" dirty="0" spc="-3" kern="0">
                <a:solidFill>
                  <a:srgbClr val="9AA0B5"/>
                </a:solidFill>
                <a:latin typeface="Be Vietnam Pro" pitchFamily="34" charset="0"/>
                <a:ea typeface="Be Vietnam Pro" pitchFamily="34" charset="-122"/>
                <a:cs typeface="Be Vietnam Pro" pitchFamily="34" charset="-120"/>
              </a:rPr>
              <a:t>Nguồn:</a:t>
            </a:r>
            <a:r>
              <a:rPr lang="en-US" sz="1650" dirty="0" spc="-2" kern="0">
                <a:solidFill>
                  <a:srgbClr val="9AA0B5"/>
                </a:solidFill>
                <a:latin typeface="Be Vietnam Pro" pitchFamily="34" charset="0"/>
                <a:ea typeface="Be Vietnam Pro" pitchFamily="34" charset="-122"/>
                <a:cs typeface="Be Vietnam Pro" pitchFamily="34" charset="-120"/>
              </a:rPr>
              <a:t> [S2]</a:t>
            </a:r>
            <a:r>
              <a:rPr lang="en-US" sz="1650" dirty="0" spc="-1" kern="0">
                <a:solidFill>
                  <a:srgbClr val="9AA0B5"/>
                </a:solidFill>
                <a:latin typeface="Be Vietnam Pro" pitchFamily="34" charset="0"/>
                <a:ea typeface="Be Vietnam Pro" pitchFamily="34" charset="-122"/>
                <a:cs typeface="Be Vietnam Pro" pitchFamily="34" charset="-120"/>
              </a:rPr>
              <a:t> [S3] [S5]</a:t>
            </a:r>
            <a:r>
              <a:rPr lang="en-US" sz="1650" dirty="0" spc="1" kern="0">
                <a:solidFill>
                  <a:srgbClr val="9AA0B5"/>
                </a:solidFill>
                <a:latin typeface="Be Vietnam Pro" pitchFamily="34" charset="0"/>
                <a:ea typeface="Be Vietnam Pro" pitchFamily="34" charset="-122"/>
                <a:cs typeface="Be Vietnam Pro" pitchFamily="34" charset="-120"/>
              </a:rPr>
              <a:t>  ·</a:t>
            </a:r>
            <a:r>
              <a:rPr lang="en-US" sz="1650" dirty="0" spc="2" kern="0">
                <a:solidFill>
                  <a:srgbClr val="9AA0B5"/>
                </a:solidFill>
                <a:latin typeface="Be Vietnam Pro" pitchFamily="34" charset="0"/>
                <a:ea typeface="Be Vietnam Pro" pitchFamily="34" charset="-122"/>
                <a:cs typeface="Be Vietnam Pro" pitchFamily="34" charset="-120"/>
              </a:rPr>
              <a:t>  Số</a:t>
            </a:r>
            <a:r>
              <a:rPr lang="en-US" sz="1650" dirty="0" spc="0" kern="0">
                <a:solidFill>
                  <a:srgbClr val="9AA0B5"/>
                </a:solidFill>
                <a:latin typeface="Be Vietnam Pro" pitchFamily="34" charset="0"/>
                <a:ea typeface="Be Vietnam Pro" pitchFamily="34" charset="-122"/>
                <a:cs typeface="Be Vietnam Pro" pitchFamily="34" charset="-120"/>
              </a:rPr>
              <a:t> liệu: phiên</a:t>
            </a:r>
            <a:r>
              <a:rPr lang="en-US" sz="1650" dirty="0" spc="-1" kern="0">
                <a:solidFill>
                  <a:srgbClr val="9AA0B5"/>
                </a:solidFill>
                <a:latin typeface="Be Vietnam Pro" pitchFamily="34" charset="0"/>
                <a:ea typeface="Be Vietnam Pro" pitchFamily="34" charset="-122"/>
                <a:cs typeface="Be Vietnam Pro" pitchFamily="34" charset="-120"/>
              </a:rPr>
              <a:t> quét</a:t>
            </a:r>
            <a:r>
              <a:rPr lang="en-US" sz="1650" dirty="0" spc="-8" kern="0">
                <a:solidFill>
                  <a:srgbClr val="9AA0B5"/>
                </a:solidFill>
                <a:latin typeface="Be Vietnam Pro" pitchFamily="34" charset="0"/>
                <a:ea typeface="Be Vietnam Pro" pitchFamily="34" charset="-122"/>
                <a:cs typeface="Be Vietnam Pro" pitchFamily="34" charset="-120"/>
              </a:rPr>
              <a:t> 23/10/2026</a:t>
            </a:r>
            <a:endParaRPr lang="en-US" sz="1650" dirty="0"/>
          </a:p>
        </p:txBody>
      </p:sp>
      <p:sp>
        <p:nvSpPr>
          <p:cNvPr id="27" name="Shape 25"/>
          <p:cNvSpPr/>
          <p:nvPr/>
        </p:nvSpPr>
        <p:spPr>
          <a:xfrm>
            <a:off x="847725" y="9896475"/>
            <a:ext cx="57150" cy="57150"/>
          </a:xfrm>
          <a:prstGeom prst="ellipse">
            <a:avLst/>
          </a:prstGeom>
          <a:solidFill>
            <a:srgbClr val="363B4A"/>
          </a:solidFill>
          <a:ln/>
        </p:spPr>
      </p:sp>
      <p:sp>
        <p:nvSpPr>
          <p:cNvPr id="28" name="Shape 26"/>
          <p:cNvSpPr/>
          <p:nvPr/>
        </p:nvSpPr>
        <p:spPr>
          <a:xfrm>
            <a:off x="952500" y="9896475"/>
            <a:ext cx="57150" cy="57150"/>
          </a:xfrm>
          <a:prstGeom prst="ellipse">
            <a:avLst/>
          </a:prstGeom>
          <a:solidFill>
            <a:srgbClr val="363B4A"/>
          </a:solidFill>
          <a:ln/>
        </p:spPr>
      </p:sp>
      <p:sp>
        <p:nvSpPr>
          <p:cNvPr id="29" name="Shape 27"/>
          <p:cNvSpPr/>
          <p:nvPr/>
        </p:nvSpPr>
        <p:spPr>
          <a:xfrm>
            <a:off x="1057275" y="9896475"/>
            <a:ext cx="57150" cy="57150"/>
          </a:xfrm>
          <a:prstGeom prst="ellipse">
            <a:avLst/>
          </a:prstGeom>
          <a:solidFill>
            <a:srgbClr val="363B4A"/>
          </a:solidFill>
          <a:ln/>
        </p:spPr>
      </p:sp>
      <p:sp>
        <p:nvSpPr>
          <p:cNvPr id="30" name="Shape 28"/>
          <p:cNvSpPr/>
          <p:nvPr/>
        </p:nvSpPr>
        <p:spPr>
          <a:xfrm>
            <a:off x="1162050" y="9896475"/>
            <a:ext cx="57150" cy="57150"/>
          </a:xfrm>
          <a:prstGeom prst="ellipse">
            <a:avLst/>
          </a:prstGeom>
          <a:solidFill>
            <a:srgbClr val="363B4A"/>
          </a:solidFill>
          <a:ln/>
        </p:spPr>
      </p:sp>
      <p:sp>
        <p:nvSpPr>
          <p:cNvPr id="31" name="Shape 29"/>
          <p:cNvSpPr/>
          <p:nvPr/>
        </p:nvSpPr>
        <p:spPr>
          <a:xfrm>
            <a:off x="1266825" y="9896475"/>
            <a:ext cx="57150" cy="57150"/>
          </a:xfrm>
          <a:prstGeom prst="ellipse">
            <a:avLst/>
          </a:prstGeom>
          <a:solidFill>
            <a:srgbClr val="363B4A"/>
          </a:solidFill>
          <a:ln/>
        </p:spPr>
      </p:sp>
      <p:sp>
        <p:nvSpPr>
          <p:cNvPr id="32" name="Shape 30"/>
          <p:cNvSpPr/>
          <p:nvPr/>
        </p:nvSpPr>
        <p:spPr>
          <a:xfrm>
            <a:off x="1371600" y="9896475"/>
            <a:ext cx="57150" cy="57150"/>
          </a:xfrm>
          <a:prstGeom prst="ellipse">
            <a:avLst/>
          </a:prstGeom>
          <a:solidFill>
            <a:srgbClr val="363B4A"/>
          </a:solidFill>
          <a:ln/>
        </p:spPr>
      </p:sp>
      <p:sp>
        <p:nvSpPr>
          <p:cNvPr id="33" name="Shape 31"/>
          <p:cNvSpPr/>
          <p:nvPr/>
        </p:nvSpPr>
        <p:spPr>
          <a:xfrm>
            <a:off x="1476375" y="9896475"/>
            <a:ext cx="57150" cy="57150"/>
          </a:xfrm>
          <a:prstGeom prst="ellipse">
            <a:avLst/>
          </a:prstGeom>
          <a:solidFill>
            <a:srgbClr val="363B4A"/>
          </a:solidFill>
          <a:ln/>
        </p:spPr>
      </p:sp>
      <p:sp>
        <p:nvSpPr>
          <p:cNvPr id="34" name="Shape 32"/>
          <p:cNvSpPr/>
          <p:nvPr/>
        </p:nvSpPr>
        <p:spPr>
          <a:xfrm>
            <a:off x="1581150" y="9896475"/>
            <a:ext cx="57150" cy="57150"/>
          </a:xfrm>
          <a:prstGeom prst="ellipse">
            <a:avLst/>
          </a:prstGeom>
          <a:solidFill>
            <a:srgbClr val="363B4A"/>
          </a:solidFill>
          <a:ln/>
        </p:spPr>
      </p:sp>
      <p:sp>
        <p:nvSpPr>
          <p:cNvPr id="35" name="Shape 33"/>
          <p:cNvSpPr/>
          <p:nvPr/>
        </p:nvSpPr>
        <p:spPr>
          <a:xfrm>
            <a:off x="1685925" y="9896475"/>
            <a:ext cx="57150" cy="57150"/>
          </a:xfrm>
          <a:prstGeom prst="ellipse">
            <a:avLst/>
          </a:prstGeom>
          <a:solidFill>
            <a:srgbClr val="363B4A"/>
          </a:solidFill>
          <a:ln/>
        </p:spPr>
      </p:sp>
      <p:sp>
        <p:nvSpPr>
          <p:cNvPr id="36" name="Shape 34"/>
          <p:cNvSpPr/>
          <p:nvPr/>
        </p:nvSpPr>
        <p:spPr>
          <a:xfrm>
            <a:off x="1790700" y="9896475"/>
            <a:ext cx="57150" cy="57150"/>
          </a:xfrm>
          <a:prstGeom prst="ellipse">
            <a:avLst/>
          </a:prstGeom>
          <a:solidFill>
            <a:srgbClr val="363B4A"/>
          </a:solidFill>
          <a:ln/>
        </p:spPr>
      </p:sp>
      <p:sp>
        <p:nvSpPr>
          <p:cNvPr id="37" name="Shape 35"/>
          <p:cNvSpPr/>
          <p:nvPr/>
        </p:nvSpPr>
        <p:spPr>
          <a:xfrm>
            <a:off x="1895475" y="9896475"/>
            <a:ext cx="57150" cy="57150"/>
          </a:xfrm>
          <a:prstGeom prst="ellipse">
            <a:avLst/>
          </a:prstGeom>
          <a:solidFill>
            <a:srgbClr val="363B4A"/>
          </a:solidFill>
          <a:ln/>
        </p:spPr>
      </p:sp>
      <p:sp>
        <p:nvSpPr>
          <p:cNvPr id="38" name="Shape 36"/>
          <p:cNvSpPr/>
          <p:nvPr/>
        </p:nvSpPr>
        <p:spPr>
          <a:xfrm>
            <a:off x="2000250" y="9896475"/>
            <a:ext cx="57150" cy="57150"/>
          </a:xfrm>
          <a:prstGeom prst="ellipse">
            <a:avLst/>
          </a:prstGeom>
          <a:solidFill>
            <a:srgbClr val="363B4A"/>
          </a:solidFill>
          <a:ln/>
        </p:spPr>
      </p:sp>
      <p:sp>
        <p:nvSpPr>
          <p:cNvPr id="39" name="Shape 37"/>
          <p:cNvSpPr/>
          <p:nvPr/>
        </p:nvSpPr>
        <p:spPr>
          <a:xfrm>
            <a:off x="2105025" y="9896475"/>
            <a:ext cx="57150" cy="57150"/>
          </a:xfrm>
          <a:prstGeom prst="ellipse">
            <a:avLst/>
          </a:prstGeom>
          <a:solidFill>
            <a:srgbClr val="363B4A"/>
          </a:solidFill>
          <a:ln/>
        </p:spPr>
      </p:sp>
      <p:sp>
        <p:nvSpPr>
          <p:cNvPr id="40" name="Shape 38"/>
          <p:cNvSpPr/>
          <p:nvPr/>
        </p:nvSpPr>
        <p:spPr>
          <a:xfrm>
            <a:off x="2209800" y="9896475"/>
            <a:ext cx="57150" cy="57150"/>
          </a:xfrm>
          <a:prstGeom prst="ellipse">
            <a:avLst/>
          </a:prstGeom>
          <a:solidFill>
            <a:srgbClr val="363B4A"/>
          </a:solidFill>
          <a:ln/>
        </p:spPr>
      </p:sp>
      <p:sp>
        <p:nvSpPr>
          <p:cNvPr id="41" name="Shape 39"/>
          <p:cNvSpPr/>
          <p:nvPr/>
        </p:nvSpPr>
        <p:spPr>
          <a:xfrm>
            <a:off x="2314575" y="9896475"/>
            <a:ext cx="57150" cy="57150"/>
          </a:xfrm>
          <a:prstGeom prst="ellipse">
            <a:avLst/>
          </a:prstGeom>
          <a:solidFill>
            <a:srgbClr val="363B4A"/>
          </a:solidFill>
          <a:ln/>
        </p:spPr>
      </p:sp>
      <p:sp>
        <p:nvSpPr>
          <p:cNvPr id="42" name="Shape 40"/>
          <p:cNvSpPr/>
          <p:nvPr/>
        </p:nvSpPr>
        <p:spPr>
          <a:xfrm>
            <a:off x="2419350" y="9896475"/>
            <a:ext cx="57150" cy="57150"/>
          </a:xfrm>
          <a:prstGeom prst="ellipse">
            <a:avLst/>
          </a:prstGeom>
          <a:solidFill>
            <a:srgbClr val="363B4A"/>
          </a:solidFill>
          <a:ln/>
        </p:spPr>
      </p:sp>
      <p:sp>
        <p:nvSpPr>
          <p:cNvPr id="43" name="Shape 41"/>
          <p:cNvSpPr/>
          <p:nvPr/>
        </p:nvSpPr>
        <p:spPr>
          <a:xfrm>
            <a:off x="2524125" y="9896475"/>
            <a:ext cx="57150" cy="57150"/>
          </a:xfrm>
          <a:prstGeom prst="ellipse">
            <a:avLst/>
          </a:prstGeom>
          <a:solidFill>
            <a:srgbClr val="363B4A"/>
          </a:solidFill>
          <a:ln/>
        </p:spPr>
      </p:sp>
      <p:sp>
        <p:nvSpPr>
          <p:cNvPr id="44" name="Shape 42"/>
          <p:cNvSpPr/>
          <p:nvPr/>
        </p:nvSpPr>
        <p:spPr>
          <a:xfrm>
            <a:off x="2628900" y="9896475"/>
            <a:ext cx="57150" cy="57150"/>
          </a:xfrm>
          <a:prstGeom prst="ellipse">
            <a:avLst/>
          </a:prstGeom>
          <a:solidFill>
            <a:srgbClr val="363B4A"/>
          </a:solidFill>
          <a:ln/>
        </p:spPr>
      </p:sp>
      <p:sp>
        <p:nvSpPr>
          <p:cNvPr id="45" name="Shape 43"/>
          <p:cNvSpPr/>
          <p:nvPr/>
        </p:nvSpPr>
        <p:spPr>
          <a:xfrm>
            <a:off x="2733675" y="9896475"/>
            <a:ext cx="57150" cy="57150"/>
          </a:xfrm>
          <a:prstGeom prst="ellipse">
            <a:avLst/>
          </a:prstGeom>
          <a:solidFill>
            <a:srgbClr val="363B4A"/>
          </a:solidFill>
          <a:ln/>
        </p:spPr>
      </p:sp>
      <p:sp>
        <p:nvSpPr>
          <p:cNvPr id="46" name="Shape 44"/>
          <p:cNvSpPr/>
          <p:nvPr/>
        </p:nvSpPr>
        <p:spPr>
          <a:xfrm>
            <a:off x="2838450" y="9896475"/>
            <a:ext cx="57150" cy="57150"/>
          </a:xfrm>
          <a:prstGeom prst="ellipse">
            <a:avLst/>
          </a:prstGeom>
          <a:solidFill>
            <a:srgbClr val="363B4A"/>
          </a:solidFill>
          <a:ln/>
        </p:spPr>
      </p:sp>
      <p:sp>
        <p:nvSpPr>
          <p:cNvPr id="47" name="Shape 45"/>
          <p:cNvSpPr/>
          <p:nvPr/>
        </p:nvSpPr>
        <p:spPr>
          <a:xfrm>
            <a:off x="2943225" y="9896475"/>
            <a:ext cx="57150" cy="57150"/>
          </a:xfrm>
          <a:prstGeom prst="ellipse">
            <a:avLst/>
          </a:prstGeom>
          <a:solidFill>
            <a:srgbClr val="363B4A"/>
          </a:solidFill>
          <a:ln/>
        </p:spPr>
      </p:sp>
      <p:sp>
        <p:nvSpPr>
          <p:cNvPr id="48" name="Shape 46"/>
          <p:cNvSpPr/>
          <p:nvPr/>
        </p:nvSpPr>
        <p:spPr>
          <a:xfrm>
            <a:off x="3048000" y="9896475"/>
            <a:ext cx="57150" cy="57150"/>
          </a:xfrm>
          <a:prstGeom prst="ellipse">
            <a:avLst/>
          </a:prstGeom>
          <a:solidFill>
            <a:srgbClr val="E8472B"/>
          </a:solidFill>
          <a:ln/>
        </p:spPr>
      </p:sp>
      <p:sp>
        <p:nvSpPr>
          <p:cNvPr id="49" name="Shape 47"/>
          <p:cNvSpPr/>
          <p:nvPr/>
        </p:nvSpPr>
        <p:spPr>
          <a:xfrm>
            <a:off x="3152775" y="9896475"/>
            <a:ext cx="57150" cy="57150"/>
          </a:xfrm>
          <a:prstGeom prst="ellipse">
            <a:avLst/>
          </a:prstGeom>
          <a:solidFill>
            <a:srgbClr val="363B4A"/>
          </a:solidFill>
          <a:ln/>
        </p:spPr>
      </p:sp>
      <p:sp>
        <p:nvSpPr>
          <p:cNvPr id="50" name="Shape 48"/>
          <p:cNvSpPr/>
          <p:nvPr/>
        </p:nvSpPr>
        <p:spPr>
          <a:xfrm>
            <a:off x="3257550" y="9896475"/>
            <a:ext cx="57150" cy="57150"/>
          </a:xfrm>
          <a:prstGeom prst="ellipse">
            <a:avLst/>
          </a:prstGeom>
          <a:solidFill>
            <a:srgbClr val="363B4A"/>
          </a:solidFill>
          <a:ln/>
        </p:spPr>
      </p:sp>
      <p:sp>
        <p:nvSpPr>
          <p:cNvPr id="51" name="Text 49"/>
          <p:cNvSpPr/>
          <p:nvPr/>
        </p:nvSpPr>
        <p:spPr>
          <a:xfrm>
            <a:off x="3667125" y="9734550"/>
            <a:ext cx="10953750" cy="342900"/>
          </a:xfrm>
          <a:prstGeom prst="rect">
            <a:avLst/>
          </a:prstGeom>
          <a:noFill/>
          <a:ln/>
        </p:spPr>
        <p:txBody>
          <a:bodyPr wrap="square" lIns="0" tIns="8906" rIns="0" bIns="-8906" rtlCol="0" anchor="t"/>
          <a:lstStyle/>
          <a:p>
            <a:pPr algn="l" indent="0" marL="0">
              <a:lnSpc>
                <a:spcPts val="2145"/>
              </a:lnSpc>
              <a:buNone/>
            </a:pPr>
            <a:r>
              <a:rPr lang="en-US" sz="1650" dirty="0" spc="-6" kern="0">
                <a:solidFill>
                  <a:srgbClr val="9AA0B5"/>
                </a:solidFill>
                <a:latin typeface="Be Vietnam Pro" pitchFamily="34" charset="0"/>
                <a:ea typeface="Be Vietnam Pro" pitchFamily="34" charset="-122"/>
                <a:cs typeface="Be Vietnam Pro" pitchFamily="34" charset="-120"/>
              </a:rPr>
              <a:t>Multiple-report</a:t>
            </a:r>
            <a:r>
              <a:rPr lang="en-US" sz="1650" dirty="0" spc="3" kern="0">
                <a:solidFill>
                  <a:srgbClr val="9AA0B5"/>
                </a:solidFill>
                <a:latin typeface="Be Vietnam Pro" pitchFamily="34" charset="0"/>
                <a:ea typeface="Be Vietnam Pro" pitchFamily="34" charset="-122"/>
                <a:cs typeface="Be Vietnam Pro" pitchFamily="34" charset="-120"/>
              </a:rPr>
              <a:t> ·</a:t>
            </a:r>
            <a:r>
              <a:rPr lang="en-US" sz="1650" dirty="0" spc="1" kern="0">
                <a:solidFill>
                  <a:srgbClr val="9AA0B5"/>
                </a:solidFill>
                <a:latin typeface="Be Vietnam Pro" pitchFamily="34" charset="0"/>
                <a:ea typeface="Be Vietnam Pro" pitchFamily="34" charset="-122"/>
                <a:cs typeface="Be Vietnam Pro" pitchFamily="34" charset="-120"/>
              </a:rPr>
              <a:t> GitHub</a:t>
            </a:r>
            <a:r>
              <a:rPr lang="en-US" sz="1650" dirty="0" spc="-38" kern="0">
                <a:solidFill>
                  <a:srgbClr val="9AA0B5"/>
                </a:solidFill>
                <a:latin typeface="Be Vietnam Pro" pitchFamily="34" charset="0"/>
                <a:ea typeface="Be Vietnam Pro" pitchFamily="34" charset="-122"/>
                <a:cs typeface="Be Vietnam Pro" pitchFamily="34" charset="-120"/>
              </a:rPr>
              <a:t> Top</a:t>
            </a:r>
            <a:r>
              <a:rPr lang="en-US" sz="1650" dirty="0" spc="4" kern="0">
                <a:solidFill>
                  <a:srgbClr val="9AA0B5"/>
                </a:solidFill>
                <a:latin typeface="Be Vietnam Pro" pitchFamily="34" charset="0"/>
                <a:ea typeface="Be Vietnam Pro" pitchFamily="34" charset="-122"/>
                <a:cs typeface="Be Vietnam Pro" pitchFamily="34" charset="-120"/>
              </a:rPr>
              <a:t> 3</a:t>
            </a:r>
            <a:r>
              <a:rPr lang="en-US" sz="1650" dirty="0" spc="0" kern="0">
                <a:solidFill>
                  <a:srgbClr val="9AA0B5"/>
                </a:solidFill>
                <a:latin typeface="Be Vietnam Pro" pitchFamily="34" charset="0"/>
                <a:ea typeface="Be Vietnam Pro" pitchFamily="34" charset="-122"/>
                <a:cs typeface="Be Vietnam Pro" pitchFamily="34" charset="-120"/>
              </a:rPr>
              <a:t> ·</a:t>
            </a:r>
            <a:r>
              <a:rPr lang="en-US" sz="1650" dirty="0" spc="-21" kern="0">
                <a:solidFill>
                  <a:srgbClr val="9AA0B5"/>
                </a:solidFill>
                <a:latin typeface="Be Vietnam Pro" pitchFamily="34" charset="0"/>
                <a:ea typeface="Be Vietnam Pro" pitchFamily="34" charset="-122"/>
                <a:cs typeface="Be Vietnam Pro" pitchFamily="34" charset="-120"/>
              </a:rPr>
              <a:t> 22/24</a:t>
            </a:r>
            <a:endParaRPr lang="en-US" sz="1650" dirty="0"/>
          </a:p>
        </p:txBody>
      </p:sp>
      <p:sp>
        <p:nvSpPr>
          <p:cNvPr id="52" name="Shape 50"/>
          <p:cNvSpPr/>
          <p:nvPr/>
        </p:nvSpPr>
        <p:spPr>
          <a:xfrm>
            <a:off x="15983712" y="9076331"/>
            <a:ext cx="1645920" cy="552301"/>
          </a:xfrm>
          <a:prstGeom prst="roundRect">
            <a:avLst>
              <a:gd name="adj" fmla="val 28000"/>
            </a:avLst>
          </a:prstGeom>
          <a:solidFill>
            <a:srgbClr val="FFFFFF">
              <a:alpha val="82000"/>
            </a:srgbClr>
          </a:solidFill>
          <a:ln/>
        </p:spPr>
      </p:sp>
      <p:pic>
        <p:nvPicPr>
          <p:cNvPr id="53" name="Moda image moda-export-watermark-cac9b987-e24e-404d-8f5a-20881ad976aa"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838200" y="438150"/>
            <a:ext cx="16192500" cy="381000"/>
          </a:xfrm>
          <a:prstGeom prst="rect">
            <a:avLst/>
          </a:prstGeom>
          <a:noFill/>
          <a:ln/>
        </p:spPr>
        <p:txBody>
          <a:bodyPr wrap="square" lIns="0" tIns="10104" rIns="0" bIns="-10104" rtlCol="0" anchor="t"/>
          <a:lstStyle/>
          <a:p>
            <a:pPr algn="l" indent="0" marL="0">
              <a:lnSpc>
                <a:spcPts val="2438"/>
              </a:lnSpc>
              <a:buNone/>
            </a:pPr>
            <a:r>
              <a:rPr lang="en-US" sz="1875" dirty="0" spc="3" kern="0">
                <a:solidFill>
                  <a:srgbClr val="1F3FD1"/>
                </a:solidFill>
                <a:latin typeface="Be Vietnam Pro SemiBold" pitchFamily="34" charset="0"/>
                <a:ea typeface="Be Vietnam Pro SemiBold" pitchFamily="34" charset="-122"/>
                <a:cs typeface="Be Vietnam Pro SemiBold" pitchFamily="34" charset="-120"/>
              </a:rPr>
              <a:t>KẾ</a:t>
            </a:r>
            <a:r>
              <a:rPr lang="en-US" sz="1875" dirty="0" spc="-27" kern="0">
                <a:solidFill>
                  <a:srgbClr val="1F3FD1"/>
                </a:solidFill>
                <a:latin typeface="Be Vietnam Pro SemiBold" pitchFamily="34" charset="0"/>
                <a:ea typeface="Be Vietnam Pro SemiBold" pitchFamily="34" charset="-122"/>
                <a:cs typeface="Be Vietnam Pro SemiBold" pitchFamily="34" charset="-120"/>
              </a:rPr>
              <a:t> HOẠCH</a:t>
            </a:r>
            <a:r>
              <a:rPr lang="en-US" sz="1875" dirty="0" spc="-2" kern="0">
                <a:solidFill>
                  <a:srgbClr val="1F3FD1"/>
                </a:solidFill>
                <a:latin typeface="Be Vietnam Pro SemiBold" pitchFamily="34" charset="0"/>
                <a:ea typeface="Be Vietnam Pro SemiBold" pitchFamily="34" charset="-122"/>
                <a:cs typeface="Be Vietnam Pro SemiBold" pitchFamily="34" charset="-120"/>
              </a:rPr>
              <a:t> ĐỀ</a:t>
            </a:r>
            <a:r>
              <a:rPr lang="en-US" sz="1875" dirty="0" spc="-47" kern="0">
                <a:solidFill>
                  <a:srgbClr val="1F3FD1"/>
                </a:solidFill>
                <a:latin typeface="Be Vietnam Pro SemiBold" pitchFamily="34" charset="0"/>
                <a:ea typeface="Be Vietnam Pro SemiBold" pitchFamily="34" charset="-122"/>
                <a:cs typeface="Be Vietnam Pro SemiBold" pitchFamily="34" charset="-120"/>
              </a:rPr>
              <a:t> XUẤT</a:t>
            </a:r>
            <a:endParaRPr lang="en-US" sz="1875" dirty="0"/>
          </a:p>
        </p:txBody>
      </p:sp>
      <p:sp>
        <p:nvSpPr>
          <p:cNvPr id="3" name="Text 1"/>
          <p:cNvSpPr/>
          <p:nvPr/>
        </p:nvSpPr>
        <p:spPr>
          <a:xfrm>
            <a:off x="838200" y="1066800"/>
            <a:ext cx="16573500" cy="1476375"/>
          </a:xfrm>
          <a:prstGeom prst="rect">
            <a:avLst/>
          </a:prstGeom>
          <a:noFill/>
          <a:ln/>
        </p:spPr>
        <p:txBody>
          <a:bodyPr wrap="square" lIns="0" tIns="3048" rIns="0" bIns="-3048" rtlCol="0" anchor="t"/>
          <a:lstStyle/>
          <a:p>
            <a:pPr algn="l" indent="0" marL="0">
              <a:lnSpc>
                <a:spcPts val="6240"/>
              </a:lnSpc>
              <a:buNone/>
            </a:pPr>
            <a:r>
              <a:rPr lang="en-US" sz="4800" dirty="0" spc="-23" kern="0">
                <a:solidFill>
                  <a:srgbClr val="14161C"/>
                </a:solidFill>
                <a:latin typeface="Bricolage Grotesque ExtraBold" pitchFamily="34" charset="0"/>
                <a:ea typeface="Bricolage Grotesque ExtraBold" pitchFamily="34" charset="-122"/>
                <a:cs typeface="Bricolage Grotesque ExtraBold" pitchFamily="34" charset="-120"/>
              </a:rPr>
              <a:t>Lộ</a:t>
            </a:r>
            <a:r>
              <a:rPr lang="en-US" sz="4800" dirty="0" spc="-11" kern="0">
                <a:solidFill>
                  <a:srgbClr val="14161C"/>
                </a:solidFill>
                <a:latin typeface="Bricolage Grotesque ExtraBold" pitchFamily="34" charset="0"/>
                <a:ea typeface="Bricolage Grotesque ExtraBold" pitchFamily="34" charset="-122"/>
                <a:cs typeface="Bricolage Grotesque ExtraBold" pitchFamily="34" charset="-120"/>
              </a:rPr>
              <a:t> trình</a:t>
            </a:r>
            <a:r>
              <a:rPr lang="en-US" sz="4800" dirty="0" spc="1" kern="0">
                <a:solidFill>
                  <a:srgbClr val="14161C"/>
                </a:solidFill>
                <a:latin typeface="Bricolage Grotesque ExtraBold" pitchFamily="34" charset="0"/>
                <a:ea typeface="Bricolage Grotesque ExtraBold" pitchFamily="34" charset="-122"/>
                <a:cs typeface="Bricolage Grotesque ExtraBold" pitchFamily="34" charset="-120"/>
              </a:rPr>
              <a:t> 7</a:t>
            </a:r>
            <a:r>
              <a:rPr lang="en-US" sz="4800" dirty="0" spc="4" kern="0">
                <a:solidFill>
                  <a:srgbClr val="14161C"/>
                </a:solidFill>
                <a:latin typeface="Bricolage Grotesque ExtraBold" pitchFamily="34" charset="0"/>
                <a:ea typeface="Bricolage Grotesque ExtraBold" pitchFamily="34" charset="-122"/>
                <a:cs typeface="Bricolage Grotesque ExtraBold" pitchFamily="34" charset="-120"/>
              </a:rPr>
              <a:t> buổi</a:t>
            </a:r>
            <a:r>
              <a:rPr lang="en-US" sz="4800" dirty="0" spc="13" kern="0">
                <a:solidFill>
                  <a:srgbClr val="14161C"/>
                </a:solidFill>
                <a:latin typeface="Bricolage Grotesque ExtraBold" pitchFamily="34" charset="0"/>
                <a:ea typeface="Bricolage Grotesque ExtraBold" pitchFamily="34" charset="-122"/>
                <a:cs typeface="Bricolage Grotesque ExtraBold" pitchFamily="34" charset="-120"/>
              </a:rPr>
              <a:t> để</a:t>
            </a:r>
            <a:r>
              <a:rPr lang="en-US" sz="4800" dirty="0" spc="-2" kern="0">
                <a:solidFill>
                  <a:srgbClr val="14161C"/>
                </a:solidFill>
                <a:latin typeface="Bricolage Grotesque ExtraBold" pitchFamily="34" charset="0"/>
                <a:ea typeface="Bricolage Grotesque ExtraBold" pitchFamily="34" charset="-122"/>
                <a:cs typeface="Bricolage Grotesque ExtraBold" pitchFamily="34" charset="-120"/>
              </a:rPr>
              <a:t> bắt</a:t>
            </a:r>
            <a:r>
              <a:rPr lang="en-US" sz="4800" dirty="0" spc="5" kern="0">
                <a:solidFill>
                  <a:srgbClr val="14161C"/>
                </a:solidFill>
                <a:latin typeface="Bricolage Grotesque ExtraBold" pitchFamily="34" charset="0"/>
                <a:ea typeface="Bricolage Grotesque ExtraBold" pitchFamily="34" charset="-122"/>
                <a:cs typeface="Bricolage Grotesque ExtraBold" pitchFamily="34" charset="-120"/>
              </a:rPr>
              <a:t> đầu</a:t>
            </a:r>
            <a:endParaRPr lang="en-US" sz="4800" dirty="0"/>
          </a:p>
        </p:txBody>
      </p:sp>
      <p:sp>
        <p:nvSpPr>
          <p:cNvPr id="4" name="Connector line-1792794932368-288847898"/>
          <p:cNvSpPr/>
          <p:nvPr/>
        </p:nvSpPr>
        <p:spPr>
          <a:xfrm>
            <a:off x="838200" y="2647950"/>
            <a:ext cx="16611600" cy="0"/>
          </a:xfrm>
          <a:prstGeom prst="line">
            <a:avLst/>
          </a:prstGeom>
          <a:noFill/>
          <a:ln w="28575">
            <a:solidFill>
              <a:srgbClr val="DDD5C1"/>
            </a:solidFill>
            <a:prstDash val="solid"/>
            <a:headEnd type="none"/>
            <a:tailEnd type="none"/>
          </a:ln>
        </p:spPr>
      </p:sp>
      <p:sp>
        <p:nvSpPr>
          <p:cNvPr id="5" name="Connector line-1792794932368-51861235"/>
          <p:cNvSpPr/>
          <p:nvPr/>
        </p:nvSpPr>
        <p:spPr>
          <a:xfrm>
            <a:off x="1524000" y="4667250"/>
            <a:ext cx="15240000" cy="0"/>
          </a:xfrm>
          <a:prstGeom prst="line">
            <a:avLst/>
          </a:prstGeom>
          <a:noFill/>
          <a:ln w="28575">
            <a:solidFill>
              <a:srgbClr val="1F3FD1"/>
            </a:solidFill>
            <a:prstDash val="solid"/>
            <a:headEnd type="none"/>
            <a:tailEnd type="none"/>
          </a:ln>
        </p:spPr>
      </p:sp>
      <p:sp>
        <p:nvSpPr>
          <p:cNvPr id="6" name="Shape 4"/>
          <p:cNvSpPr/>
          <p:nvPr/>
        </p:nvSpPr>
        <p:spPr>
          <a:xfrm>
            <a:off x="2667000" y="4543425"/>
            <a:ext cx="247650" cy="247650"/>
          </a:xfrm>
          <a:prstGeom prst="ellipse">
            <a:avLst/>
          </a:prstGeom>
          <a:solidFill>
            <a:srgbClr val="1F3FD1"/>
          </a:solidFill>
          <a:ln/>
        </p:spPr>
      </p:sp>
      <p:sp>
        <p:nvSpPr>
          <p:cNvPr id="7" name="Text 5"/>
          <p:cNvSpPr/>
          <p:nvPr/>
        </p:nvSpPr>
        <p:spPr>
          <a:xfrm>
            <a:off x="981075" y="3571875"/>
            <a:ext cx="3619500" cy="571500"/>
          </a:xfrm>
          <a:prstGeom prst="rect">
            <a:avLst/>
          </a:prstGeom>
          <a:noFill/>
          <a:ln/>
        </p:spPr>
        <p:txBody>
          <a:bodyPr wrap="square" lIns="0" tIns="11335" rIns="0" bIns="-11335" rtlCol="0" anchor="t"/>
          <a:lstStyle/>
          <a:p>
            <a:pPr algn="ctr" indent="0" marL="0">
              <a:lnSpc>
                <a:spcPts val="2730"/>
              </a:lnSpc>
              <a:buNone/>
            </a:pPr>
            <a:r>
              <a:rPr lang="en-US" sz="2100" b="1" dirty="0" kern="0">
                <a:solidFill>
                  <a:srgbClr val="1F3FD1"/>
                </a:solidFill>
                <a:latin typeface="Be Vietnam Pro" pitchFamily="34" charset="0"/>
                <a:ea typeface="Be Vietnam Pro" pitchFamily="34" charset="-122"/>
                <a:cs typeface="Be Vietnam Pro" pitchFamily="34" charset="-120"/>
              </a:rPr>
              <a:t>BUỔI 1</a:t>
            </a:r>
            <a:endParaRPr lang="en-US" sz="2100" dirty="0"/>
          </a:p>
        </p:txBody>
      </p:sp>
      <p:sp>
        <p:nvSpPr>
          <p:cNvPr id="8" name="Text 6"/>
          <p:cNvSpPr/>
          <p:nvPr/>
        </p:nvSpPr>
        <p:spPr>
          <a:xfrm>
            <a:off x="981075" y="5191125"/>
            <a:ext cx="3619500" cy="1143000"/>
          </a:xfrm>
          <a:prstGeom prst="rect">
            <a:avLst/>
          </a:prstGeom>
          <a:noFill/>
          <a:ln/>
        </p:spPr>
        <p:txBody>
          <a:bodyPr wrap="square" lIns="0" tIns="16192" rIns="0" bIns="-16192" rtlCol="0" anchor="t"/>
          <a:lstStyle/>
          <a:p>
            <a:pPr algn="l" indent="0" marL="0">
              <a:lnSpc>
                <a:spcPts val="3900"/>
              </a:lnSpc>
              <a:buNone/>
            </a:pPr>
            <a:r>
              <a:rPr lang="en-US" sz="3000" b="1" dirty="0" spc="-10" kern="0">
                <a:solidFill>
                  <a:srgbClr val="14161C"/>
                </a:solidFill>
                <a:latin typeface="Be Vietnam Pro" pitchFamily="34" charset="0"/>
                <a:ea typeface="Be Vietnam Pro" pitchFamily="34" charset="-122"/>
                <a:cs typeface="Be Vietnam Pro" pitchFamily="34" charset="-120"/>
              </a:rPr>
              <a:t>Chọn</a:t>
            </a:r>
            <a:r>
              <a:rPr lang="en-US" sz="3000" b="1" dirty="0" spc="1" kern="0">
                <a:solidFill>
                  <a:srgbClr val="14161C"/>
                </a:solidFill>
                <a:latin typeface="Be Vietnam Pro" pitchFamily="34" charset="0"/>
                <a:ea typeface="Be Vietnam Pro" pitchFamily="34" charset="-122"/>
                <a:cs typeface="Be Vietnam Pro" pitchFamily="34" charset="-120"/>
              </a:rPr>
              <a:t> mục</a:t>
            </a:r>
            <a:r>
              <a:rPr lang="en-US" sz="3000" b="1" dirty="0" spc="2" kern="0">
                <a:solidFill>
                  <a:srgbClr val="14161C"/>
                </a:solidFill>
                <a:latin typeface="Be Vietnam Pro" pitchFamily="34" charset="0"/>
                <a:ea typeface="Be Vietnam Pro" pitchFamily="34" charset="-122"/>
                <a:cs typeface="Be Vietnam Pro" pitchFamily="34" charset="-120"/>
              </a:rPr>
              <a:t> tiêu</a:t>
            </a:r>
            <a:endParaRPr lang="en-US" sz="3000" dirty="0"/>
          </a:p>
        </p:txBody>
      </p:sp>
      <p:sp>
        <p:nvSpPr>
          <p:cNvPr id="9" name="Text 7"/>
          <p:cNvSpPr/>
          <p:nvPr/>
        </p:nvSpPr>
        <p:spPr>
          <a:xfrm>
            <a:off x="981075" y="6619875"/>
            <a:ext cx="3619500" cy="1143000"/>
          </a:xfrm>
          <a:prstGeom prst="rect">
            <a:avLst/>
          </a:prstGeom>
          <a:noFill/>
          <a:ln/>
        </p:spPr>
        <p:txBody>
          <a:bodyPr wrap="square" lIns="0" tIns="12954" rIns="0" bIns="-12954" rtlCol="0" anchor="t"/>
          <a:lstStyle/>
          <a:p>
            <a:pPr algn="l" indent="0" marL="0">
              <a:lnSpc>
                <a:spcPts val="3120"/>
              </a:lnSpc>
              <a:buNone/>
            </a:pPr>
            <a:r>
              <a:rPr lang="en-US" sz="2400" dirty="0" spc="-7" kern="0">
                <a:solidFill>
                  <a:srgbClr val="14161C"/>
                </a:solidFill>
                <a:latin typeface="Be Vietnam Pro" pitchFamily="34" charset="0"/>
                <a:ea typeface="Be Vietnam Pro" pitchFamily="34" charset="-122"/>
                <a:cs typeface="Be Vietnam Pro" pitchFamily="34" charset="-120"/>
              </a:rPr>
              <a:t>Một</a:t>
            </a:r>
            <a:r>
              <a:rPr lang="en-US" sz="2400" dirty="0" spc="-1" kern="0">
                <a:solidFill>
                  <a:srgbClr val="14161C"/>
                </a:solidFill>
                <a:latin typeface="Be Vietnam Pro" pitchFamily="34" charset="0"/>
                <a:ea typeface="Be Vietnam Pro" pitchFamily="34" charset="-122"/>
                <a:cs typeface="Be Vietnam Pro" pitchFamily="34" charset="-120"/>
              </a:rPr>
              <a:t> câu</a:t>
            </a:r>
            <a:r>
              <a:rPr lang="en-US" sz="2400" dirty="0" spc="0" kern="0">
                <a:solidFill>
                  <a:srgbClr val="14161C"/>
                </a:solidFill>
                <a:latin typeface="Be Vietnam Pro" pitchFamily="34" charset="0"/>
                <a:ea typeface="Be Vietnam Pro" pitchFamily="34" charset="-122"/>
                <a:cs typeface="Be Vietnam Pro" pitchFamily="34" charset="-120"/>
              </a:rPr>
              <a:t> hỏi</a:t>
            </a:r>
            <a:endParaRPr lang="en-US" sz="2400" dirty="0"/>
          </a:p>
          <a:p>
            <a:pPr algn="l" indent="0" marL="0">
              <a:lnSpc>
                <a:spcPts val="3120"/>
              </a:lnSpc>
              <a:buNone/>
            </a:pPr>
            <a:r>
              <a:rPr lang="en-US" sz="2400" dirty="0" spc="-24" kern="0">
                <a:solidFill>
                  <a:srgbClr val="14161C"/>
                </a:solidFill>
                <a:latin typeface="Be Vietnam Pro" pitchFamily="34" charset="0"/>
                <a:ea typeface="Be Vietnam Pro" pitchFamily="34" charset="-122"/>
                <a:cs typeface="Be Vietnam Pro" pitchFamily="34" charset="-120"/>
              </a:rPr>
              <a:t>và</a:t>
            </a:r>
            <a:r>
              <a:rPr lang="en-US" sz="2400" dirty="0" spc="13" kern="0">
                <a:solidFill>
                  <a:srgbClr val="14161C"/>
                </a:solidFill>
                <a:latin typeface="Be Vietnam Pro" pitchFamily="34" charset="0"/>
                <a:ea typeface="Be Vietnam Pro" pitchFamily="34" charset="-122"/>
                <a:cs typeface="Be Vietnam Pro" pitchFamily="34" charset="-120"/>
              </a:rPr>
              <a:t> đầu</a:t>
            </a:r>
            <a:r>
              <a:rPr lang="en-US" sz="2400" dirty="0" spc="-29" kern="0">
                <a:solidFill>
                  <a:srgbClr val="14161C"/>
                </a:solidFill>
                <a:latin typeface="Be Vietnam Pro" pitchFamily="34" charset="0"/>
                <a:ea typeface="Be Vietnam Pro" pitchFamily="34" charset="-122"/>
                <a:cs typeface="Be Vietnam Pro" pitchFamily="34" charset="-120"/>
              </a:rPr>
              <a:t> ra</a:t>
            </a:r>
            <a:r>
              <a:rPr lang="en-US" sz="2400" dirty="0" spc="0" kern="0">
                <a:solidFill>
                  <a:srgbClr val="14161C"/>
                </a:solidFill>
                <a:latin typeface="Be Vietnam Pro" pitchFamily="34" charset="0"/>
                <a:ea typeface="Be Vietnam Pro" pitchFamily="34" charset="-122"/>
                <a:cs typeface="Be Vietnam Pro" pitchFamily="34" charset="-120"/>
              </a:rPr>
              <a:t> nhỏ.</a:t>
            </a:r>
            <a:endParaRPr lang="en-US" sz="2400" dirty="0"/>
          </a:p>
        </p:txBody>
      </p:sp>
      <p:sp>
        <p:nvSpPr>
          <p:cNvPr id="10" name="Shape 8"/>
          <p:cNvSpPr/>
          <p:nvPr/>
        </p:nvSpPr>
        <p:spPr>
          <a:xfrm>
            <a:off x="6896100" y="4543425"/>
            <a:ext cx="247650" cy="247650"/>
          </a:xfrm>
          <a:prstGeom prst="ellipse">
            <a:avLst/>
          </a:prstGeom>
          <a:solidFill>
            <a:srgbClr val="1F3FD1"/>
          </a:solidFill>
          <a:ln/>
        </p:spPr>
      </p:sp>
      <p:sp>
        <p:nvSpPr>
          <p:cNvPr id="11" name="Text 9"/>
          <p:cNvSpPr/>
          <p:nvPr/>
        </p:nvSpPr>
        <p:spPr>
          <a:xfrm>
            <a:off x="5210175" y="3571875"/>
            <a:ext cx="3619500" cy="571500"/>
          </a:xfrm>
          <a:prstGeom prst="rect">
            <a:avLst/>
          </a:prstGeom>
          <a:noFill/>
          <a:ln/>
        </p:spPr>
        <p:txBody>
          <a:bodyPr wrap="square" lIns="0" tIns="11335" rIns="0" bIns="-11335" rtlCol="0" anchor="t"/>
          <a:lstStyle/>
          <a:p>
            <a:pPr algn="ctr" indent="0" marL="0">
              <a:lnSpc>
                <a:spcPts val="2730"/>
              </a:lnSpc>
              <a:buNone/>
            </a:pPr>
            <a:r>
              <a:rPr lang="en-US" sz="2100" b="1" dirty="0" spc="0" kern="0">
                <a:solidFill>
                  <a:srgbClr val="1F3FD1"/>
                </a:solidFill>
                <a:latin typeface="Be Vietnam Pro" pitchFamily="34" charset="0"/>
                <a:ea typeface="Be Vietnam Pro" pitchFamily="34" charset="-122"/>
                <a:cs typeface="Be Vietnam Pro" pitchFamily="34" charset="-120"/>
              </a:rPr>
              <a:t>BUỔI</a:t>
            </a:r>
            <a:r>
              <a:rPr lang="en-US" sz="2100" b="1" dirty="0" spc="-1" kern="0">
                <a:solidFill>
                  <a:srgbClr val="1F3FD1"/>
                </a:solidFill>
                <a:latin typeface="Be Vietnam Pro" pitchFamily="34" charset="0"/>
                <a:ea typeface="Be Vietnam Pro" pitchFamily="34" charset="-122"/>
                <a:cs typeface="Be Vietnam Pro" pitchFamily="34" charset="-120"/>
              </a:rPr>
              <a:t> 2–3</a:t>
            </a:r>
            <a:endParaRPr lang="en-US" sz="2100" dirty="0"/>
          </a:p>
        </p:txBody>
      </p:sp>
      <p:sp>
        <p:nvSpPr>
          <p:cNvPr id="12" name="Text 10"/>
          <p:cNvSpPr/>
          <p:nvPr/>
        </p:nvSpPr>
        <p:spPr>
          <a:xfrm>
            <a:off x="5210175" y="5191125"/>
            <a:ext cx="3619500" cy="1143000"/>
          </a:xfrm>
          <a:prstGeom prst="rect">
            <a:avLst/>
          </a:prstGeom>
          <a:noFill/>
          <a:ln/>
        </p:spPr>
        <p:txBody>
          <a:bodyPr wrap="square" lIns="0" tIns="16192" rIns="0" bIns="-16192" rtlCol="0" anchor="t"/>
          <a:lstStyle/>
          <a:p>
            <a:pPr algn="l" indent="0" marL="0">
              <a:lnSpc>
                <a:spcPts val="3900"/>
              </a:lnSpc>
              <a:buNone/>
            </a:pPr>
            <a:r>
              <a:rPr lang="en-US" sz="3000" b="1" dirty="0" spc="1" kern="0">
                <a:solidFill>
                  <a:srgbClr val="14161C"/>
                </a:solidFill>
                <a:latin typeface="Be Vietnam Pro" pitchFamily="34" charset="0"/>
                <a:ea typeface="Be Vietnam Pro" pitchFamily="34" charset="-122"/>
                <a:cs typeface="Be Vietnam Pro" pitchFamily="34" charset="-120"/>
              </a:rPr>
              <a:t>Tìm &amp;</a:t>
            </a:r>
            <a:r>
              <a:rPr lang="en-US" sz="3000" b="1" dirty="0" spc="2" kern="0">
                <a:solidFill>
                  <a:srgbClr val="14161C"/>
                </a:solidFill>
                <a:latin typeface="Be Vietnam Pro" pitchFamily="34" charset="0"/>
                <a:ea typeface="Be Vietnam Pro" pitchFamily="34" charset="-122"/>
                <a:cs typeface="Be Vietnam Pro" pitchFamily="34" charset="-120"/>
              </a:rPr>
              <a:t> thử</a:t>
            </a:r>
            <a:endParaRPr lang="en-US" sz="3000" dirty="0"/>
          </a:p>
        </p:txBody>
      </p:sp>
      <p:sp>
        <p:nvSpPr>
          <p:cNvPr id="13" name="Text 11"/>
          <p:cNvSpPr/>
          <p:nvPr/>
        </p:nvSpPr>
        <p:spPr>
          <a:xfrm>
            <a:off x="5210175" y="6619875"/>
            <a:ext cx="3619500" cy="1143000"/>
          </a:xfrm>
          <a:prstGeom prst="rect">
            <a:avLst/>
          </a:prstGeom>
          <a:noFill/>
          <a:ln/>
        </p:spPr>
        <p:txBody>
          <a:bodyPr wrap="square" lIns="0" tIns="12954" rIns="0" bIns="-12954" rtlCol="0" anchor="t"/>
          <a:lstStyle/>
          <a:p>
            <a:pPr algn="l" indent="0" marL="0">
              <a:lnSpc>
                <a:spcPts val="3120"/>
              </a:lnSpc>
              <a:buNone/>
            </a:pPr>
            <a:r>
              <a:rPr lang="en-US" sz="2400" dirty="0" spc="0" kern="0">
                <a:solidFill>
                  <a:srgbClr val="14161C"/>
                </a:solidFill>
                <a:latin typeface="Be Vietnam Pro" pitchFamily="34" charset="0"/>
                <a:ea typeface="Be Vietnam Pro" pitchFamily="34" charset="-122"/>
                <a:cs typeface="Be Vietnam Pro" pitchFamily="34" charset="-120"/>
              </a:rPr>
              <a:t>Chọn</a:t>
            </a:r>
            <a:r>
              <a:rPr lang="en-US" sz="2400" dirty="0" spc="-11" kern="0">
                <a:solidFill>
                  <a:srgbClr val="14161C"/>
                </a:solidFill>
                <a:latin typeface="Be Vietnam Pro" pitchFamily="34" charset="0"/>
                <a:ea typeface="Be Vietnam Pro" pitchFamily="34" charset="-122"/>
                <a:cs typeface="Be Vietnam Pro" pitchFamily="34" charset="-120"/>
              </a:rPr>
              <a:t> tài</a:t>
            </a:r>
            <a:r>
              <a:rPr lang="en-US" sz="2400" dirty="0" spc="-10" kern="0">
                <a:solidFill>
                  <a:srgbClr val="14161C"/>
                </a:solidFill>
                <a:latin typeface="Be Vietnam Pro" pitchFamily="34" charset="0"/>
                <a:ea typeface="Be Vietnam Pro" pitchFamily="34" charset="-122"/>
                <a:cs typeface="Be Vietnam Pro" pitchFamily="34" charset="-120"/>
              </a:rPr>
              <a:t> nguyên;</a:t>
            </a:r>
            <a:endParaRPr lang="en-US" sz="2400" dirty="0"/>
          </a:p>
          <a:p>
            <a:pPr algn="l" indent="0" marL="0">
              <a:lnSpc>
                <a:spcPts val="3120"/>
              </a:lnSpc>
              <a:buNone/>
            </a:pPr>
            <a:r>
              <a:rPr lang="en-US" sz="2400" dirty="0" spc="2" kern="0">
                <a:solidFill>
                  <a:srgbClr val="14161C"/>
                </a:solidFill>
                <a:latin typeface="Be Vietnam Pro" pitchFamily="34" charset="0"/>
                <a:ea typeface="Be Vietnam Pro" pitchFamily="34" charset="-122"/>
                <a:cs typeface="Be Vietnam Pro" pitchFamily="34" charset="-120"/>
              </a:rPr>
              <a:t>thử</a:t>
            </a:r>
            <a:r>
              <a:rPr lang="en-US" sz="2400" dirty="0" spc="-3" kern="0">
                <a:solidFill>
                  <a:srgbClr val="14161C"/>
                </a:solidFill>
                <a:latin typeface="Be Vietnam Pro" pitchFamily="34" charset="0"/>
                <a:ea typeface="Be Vietnam Pro" pitchFamily="34" charset="-122"/>
                <a:cs typeface="Be Vietnam Pro" pitchFamily="34" charset="-120"/>
              </a:rPr>
              <a:t> một</a:t>
            </a:r>
            <a:r>
              <a:rPr lang="en-US" sz="2400" dirty="0" spc="-22" kern="0">
                <a:solidFill>
                  <a:srgbClr val="14161C"/>
                </a:solidFill>
                <a:latin typeface="Be Vietnam Pro" pitchFamily="34" charset="0"/>
                <a:ea typeface="Be Vietnam Pro" pitchFamily="34" charset="-122"/>
                <a:cs typeface="Be Vietnam Pro" pitchFamily="34" charset="-120"/>
              </a:rPr>
              <a:t> yêu</a:t>
            </a:r>
            <a:r>
              <a:rPr lang="en-US" sz="2400" dirty="0" spc="0" kern="0">
                <a:solidFill>
                  <a:srgbClr val="14161C"/>
                </a:solidFill>
                <a:latin typeface="Be Vietnam Pro" pitchFamily="34" charset="0"/>
                <a:ea typeface="Be Vietnam Pro" pitchFamily="34" charset="-122"/>
                <a:cs typeface="Be Vietnam Pro" pitchFamily="34" charset="-120"/>
              </a:rPr>
              <a:t> cầu.</a:t>
            </a:r>
            <a:endParaRPr lang="en-US" sz="2400" dirty="0"/>
          </a:p>
        </p:txBody>
      </p:sp>
      <p:sp>
        <p:nvSpPr>
          <p:cNvPr id="14" name="Shape 12"/>
          <p:cNvSpPr/>
          <p:nvPr/>
        </p:nvSpPr>
        <p:spPr>
          <a:xfrm>
            <a:off x="11125200" y="4543425"/>
            <a:ext cx="247650" cy="247650"/>
          </a:xfrm>
          <a:prstGeom prst="ellipse">
            <a:avLst/>
          </a:prstGeom>
          <a:solidFill>
            <a:srgbClr val="1F3FD1"/>
          </a:solidFill>
          <a:ln/>
        </p:spPr>
      </p:sp>
      <p:sp>
        <p:nvSpPr>
          <p:cNvPr id="15" name="Text 13"/>
          <p:cNvSpPr/>
          <p:nvPr/>
        </p:nvSpPr>
        <p:spPr>
          <a:xfrm>
            <a:off x="9439275" y="3571875"/>
            <a:ext cx="3619500" cy="571500"/>
          </a:xfrm>
          <a:prstGeom prst="rect">
            <a:avLst/>
          </a:prstGeom>
          <a:noFill/>
          <a:ln/>
        </p:spPr>
        <p:txBody>
          <a:bodyPr wrap="square" lIns="0" tIns="11335" rIns="0" bIns="-11335" rtlCol="0" anchor="t"/>
          <a:lstStyle/>
          <a:p>
            <a:pPr algn="ctr" indent="0" marL="0">
              <a:lnSpc>
                <a:spcPts val="2730"/>
              </a:lnSpc>
              <a:buNone/>
            </a:pPr>
            <a:r>
              <a:rPr lang="en-US" sz="2100" b="1" dirty="0" spc="0" kern="0">
                <a:solidFill>
                  <a:srgbClr val="1F3FD1"/>
                </a:solidFill>
                <a:latin typeface="Be Vietnam Pro" pitchFamily="34" charset="0"/>
                <a:ea typeface="Be Vietnam Pro" pitchFamily="34" charset="-122"/>
                <a:cs typeface="Be Vietnam Pro" pitchFamily="34" charset="-120"/>
              </a:rPr>
              <a:t>BUỔI</a:t>
            </a:r>
            <a:r>
              <a:rPr lang="en-US" sz="2100" b="1" dirty="0" spc="-2" kern="0">
                <a:solidFill>
                  <a:srgbClr val="1F3FD1"/>
                </a:solidFill>
                <a:latin typeface="Be Vietnam Pro" pitchFamily="34" charset="0"/>
                <a:ea typeface="Be Vietnam Pro" pitchFamily="34" charset="-122"/>
                <a:cs typeface="Be Vietnam Pro" pitchFamily="34" charset="-120"/>
              </a:rPr>
              <a:t> 4–5</a:t>
            </a:r>
            <a:endParaRPr lang="en-US" sz="2100" dirty="0"/>
          </a:p>
        </p:txBody>
      </p:sp>
      <p:sp>
        <p:nvSpPr>
          <p:cNvPr id="16" name="Text 14"/>
          <p:cNvSpPr/>
          <p:nvPr/>
        </p:nvSpPr>
        <p:spPr>
          <a:xfrm>
            <a:off x="9439275" y="5191125"/>
            <a:ext cx="3619500" cy="1143000"/>
          </a:xfrm>
          <a:prstGeom prst="rect">
            <a:avLst/>
          </a:prstGeom>
          <a:noFill/>
          <a:ln/>
        </p:spPr>
        <p:txBody>
          <a:bodyPr wrap="square" lIns="0" tIns="16192" rIns="0" bIns="-16192" rtlCol="0" anchor="t"/>
          <a:lstStyle/>
          <a:p>
            <a:pPr algn="l" indent="0" marL="0">
              <a:lnSpc>
                <a:spcPts val="3900"/>
              </a:lnSpc>
              <a:buNone/>
            </a:pPr>
            <a:r>
              <a:rPr lang="en-US" sz="3000" b="1" dirty="0" spc="-23" kern="0">
                <a:solidFill>
                  <a:srgbClr val="14161C"/>
                </a:solidFill>
                <a:latin typeface="Be Vietnam Pro" pitchFamily="34" charset="0"/>
                <a:ea typeface="Be Vietnam Pro" pitchFamily="34" charset="-122"/>
                <a:cs typeface="Be Vietnam Pro" pitchFamily="34" charset="-120"/>
              </a:rPr>
              <a:t>Làm</a:t>
            </a:r>
            <a:r>
              <a:rPr lang="en-US" sz="3000" b="1" dirty="0" spc="-2" kern="0">
                <a:solidFill>
                  <a:srgbClr val="14161C"/>
                </a:solidFill>
                <a:latin typeface="Be Vietnam Pro" pitchFamily="34" charset="0"/>
                <a:ea typeface="Be Vietnam Pro" pitchFamily="34" charset="-122"/>
                <a:cs typeface="Be Vietnam Pro" pitchFamily="34" charset="-120"/>
              </a:rPr>
              <a:t> sản</a:t>
            </a:r>
            <a:r>
              <a:rPr lang="en-US" sz="3000" b="1" dirty="0" spc="-4" kern="0">
                <a:solidFill>
                  <a:srgbClr val="14161C"/>
                </a:solidFill>
                <a:latin typeface="Be Vietnam Pro" pitchFamily="34" charset="0"/>
                <a:ea typeface="Be Vietnam Pro" pitchFamily="34" charset="-122"/>
                <a:cs typeface="Be Vietnam Pro" pitchFamily="34" charset="-120"/>
              </a:rPr>
              <a:t> phẩm</a:t>
            </a:r>
            <a:endParaRPr lang="en-US" sz="3000" dirty="0"/>
          </a:p>
        </p:txBody>
      </p:sp>
      <p:sp>
        <p:nvSpPr>
          <p:cNvPr id="17" name="Text 15"/>
          <p:cNvSpPr/>
          <p:nvPr/>
        </p:nvSpPr>
        <p:spPr>
          <a:xfrm>
            <a:off x="9439275" y="6619875"/>
            <a:ext cx="3619500" cy="1143000"/>
          </a:xfrm>
          <a:prstGeom prst="rect">
            <a:avLst/>
          </a:prstGeom>
          <a:noFill/>
          <a:ln/>
        </p:spPr>
        <p:txBody>
          <a:bodyPr wrap="square" lIns="0" tIns="12954" rIns="0" bIns="-12954" rtlCol="0" anchor="t"/>
          <a:lstStyle/>
          <a:p>
            <a:pPr algn="l" indent="0" marL="0">
              <a:lnSpc>
                <a:spcPts val="3120"/>
              </a:lnSpc>
              <a:buNone/>
            </a:pPr>
            <a:r>
              <a:rPr lang="en-US" sz="2400" dirty="0" spc="-7" kern="0">
                <a:solidFill>
                  <a:srgbClr val="14161C"/>
                </a:solidFill>
                <a:latin typeface="Be Vietnam Pro" pitchFamily="34" charset="0"/>
                <a:ea typeface="Be Vietnam Pro" pitchFamily="34" charset="-122"/>
                <a:cs typeface="Be Vietnam Pro" pitchFamily="34" charset="-120"/>
              </a:rPr>
              <a:t>Một</a:t>
            </a:r>
            <a:r>
              <a:rPr lang="en-US" sz="2400" dirty="0" spc="1" kern="0">
                <a:solidFill>
                  <a:srgbClr val="14161C"/>
                </a:solidFill>
                <a:latin typeface="Be Vietnam Pro" pitchFamily="34" charset="0"/>
                <a:ea typeface="Be Vietnam Pro" pitchFamily="34" charset="-122"/>
                <a:cs typeface="Be Vietnam Pro" pitchFamily="34" charset="-120"/>
              </a:rPr>
              <a:t> luồng</a:t>
            </a:r>
            <a:r>
              <a:rPr lang="en-US" sz="2400" dirty="0" spc="-7" kern="0">
                <a:solidFill>
                  <a:srgbClr val="14161C"/>
                </a:solidFill>
                <a:latin typeface="Be Vietnam Pro" pitchFamily="34" charset="0"/>
                <a:ea typeface="Be Vietnam Pro" pitchFamily="34" charset="-122"/>
                <a:cs typeface="Be Vietnam Pro" pitchFamily="34" charset="-120"/>
              </a:rPr>
              <a:t> chạy</a:t>
            </a:r>
            <a:r>
              <a:rPr lang="en-US" sz="2400" dirty="0" spc="6" kern="0">
                <a:solidFill>
                  <a:srgbClr val="14161C"/>
                </a:solidFill>
                <a:latin typeface="Be Vietnam Pro" pitchFamily="34" charset="0"/>
                <a:ea typeface="Be Vietnam Pro" pitchFamily="34" charset="-122"/>
                <a:cs typeface="Be Vietnam Pro" pitchFamily="34" charset="-120"/>
              </a:rPr>
              <a:t> được;</a:t>
            </a:r>
            <a:endParaRPr lang="en-US" sz="2400" dirty="0"/>
          </a:p>
          <a:p>
            <a:pPr algn="l" indent="0" marL="0">
              <a:lnSpc>
                <a:spcPts val="3120"/>
              </a:lnSpc>
              <a:buNone/>
            </a:pPr>
            <a:r>
              <a:rPr lang="en-US" sz="2400" dirty="0" spc="5" kern="0">
                <a:solidFill>
                  <a:srgbClr val="14161C"/>
                </a:solidFill>
                <a:latin typeface="Be Vietnam Pro" pitchFamily="34" charset="0"/>
                <a:ea typeface="Be Vietnam Pro" pitchFamily="34" charset="-122"/>
                <a:cs typeface="Be Vietnam Pro" pitchFamily="34" charset="-120"/>
              </a:rPr>
              <a:t>xử</a:t>
            </a:r>
            <a:r>
              <a:rPr lang="en-US" sz="2400" dirty="0" spc="0" kern="0">
                <a:solidFill>
                  <a:srgbClr val="14161C"/>
                </a:solidFill>
                <a:latin typeface="Be Vietnam Pro" pitchFamily="34" charset="0"/>
                <a:ea typeface="Be Vietnam Pro" pitchFamily="34" charset="-122"/>
                <a:cs typeface="Be Vietnam Pro" pitchFamily="34" charset="-120"/>
              </a:rPr>
              <a:t> lý lỗi</a:t>
            </a:r>
            <a:r>
              <a:rPr lang="en-US" sz="2400" dirty="0" spc="1" kern="0">
                <a:solidFill>
                  <a:srgbClr val="14161C"/>
                </a:solidFill>
                <a:latin typeface="Be Vietnam Pro" pitchFamily="34" charset="0"/>
                <a:ea typeface="Be Vietnam Pro" pitchFamily="34" charset="-122"/>
                <a:cs typeface="Be Vietnam Pro" pitchFamily="34" charset="-120"/>
              </a:rPr>
              <a:t> cơ</a:t>
            </a:r>
            <a:r>
              <a:rPr lang="en-US" sz="2400" dirty="0" spc="-1" kern="0">
                <a:solidFill>
                  <a:srgbClr val="14161C"/>
                </a:solidFill>
                <a:latin typeface="Be Vietnam Pro" pitchFamily="34" charset="0"/>
                <a:ea typeface="Be Vietnam Pro" pitchFamily="34" charset="-122"/>
                <a:cs typeface="Be Vietnam Pro" pitchFamily="34" charset="-120"/>
              </a:rPr>
              <a:t> bản.</a:t>
            </a:r>
            <a:endParaRPr lang="en-US" sz="2400" dirty="0"/>
          </a:p>
        </p:txBody>
      </p:sp>
      <p:sp>
        <p:nvSpPr>
          <p:cNvPr id="18" name="Shape 16"/>
          <p:cNvSpPr/>
          <p:nvPr/>
        </p:nvSpPr>
        <p:spPr>
          <a:xfrm>
            <a:off x="15354300" y="4543425"/>
            <a:ext cx="247650" cy="247650"/>
          </a:xfrm>
          <a:prstGeom prst="ellipse">
            <a:avLst/>
          </a:prstGeom>
          <a:solidFill>
            <a:srgbClr val="1F3FD1"/>
          </a:solidFill>
          <a:ln/>
        </p:spPr>
      </p:sp>
      <p:sp>
        <p:nvSpPr>
          <p:cNvPr id="19" name="Text 17"/>
          <p:cNvSpPr/>
          <p:nvPr/>
        </p:nvSpPr>
        <p:spPr>
          <a:xfrm>
            <a:off x="13668375" y="3571875"/>
            <a:ext cx="3619500" cy="571500"/>
          </a:xfrm>
          <a:prstGeom prst="rect">
            <a:avLst/>
          </a:prstGeom>
          <a:noFill/>
          <a:ln/>
        </p:spPr>
        <p:txBody>
          <a:bodyPr wrap="square" lIns="0" tIns="11335" rIns="0" bIns="-11335" rtlCol="0" anchor="t"/>
          <a:lstStyle/>
          <a:p>
            <a:pPr algn="ctr" indent="0" marL="0">
              <a:lnSpc>
                <a:spcPts val="2730"/>
              </a:lnSpc>
              <a:buNone/>
            </a:pPr>
            <a:r>
              <a:rPr lang="en-US" sz="2100" b="1" dirty="0" kern="0">
                <a:solidFill>
                  <a:srgbClr val="1F3FD1"/>
                </a:solidFill>
                <a:latin typeface="Be Vietnam Pro" pitchFamily="34" charset="0"/>
                <a:ea typeface="Be Vietnam Pro" pitchFamily="34" charset="-122"/>
                <a:cs typeface="Be Vietnam Pro" pitchFamily="34" charset="-120"/>
              </a:rPr>
              <a:t>BUỔI 6–7</a:t>
            </a:r>
            <a:endParaRPr lang="en-US" sz="2100" dirty="0"/>
          </a:p>
        </p:txBody>
      </p:sp>
      <p:sp>
        <p:nvSpPr>
          <p:cNvPr id="20" name="Text 18"/>
          <p:cNvSpPr/>
          <p:nvPr/>
        </p:nvSpPr>
        <p:spPr>
          <a:xfrm>
            <a:off x="13668375" y="5191125"/>
            <a:ext cx="3619500" cy="1143000"/>
          </a:xfrm>
          <a:prstGeom prst="rect">
            <a:avLst/>
          </a:prstGeom>
          <a:noFill/>
          <a:ln/>
        </p:spPr>
        <p:txBody>
          <a:bodyPr wrap="square" lIns="0" tIns="16192" rIns="0" bIns="-16192" rtlCol="0" anchor="t"/>
          <a:lstStyle/>
          <a:p>
            <a:pPr algn="l" indent="0" marL="0">
              <a:lnSpc>
                <a:spcPts val="3900"/>
              </a:lnSpc>
              <a:buNone/>
            </a:pPr>
            <a:r>
              <a:rPr lang="en-US" sz="3000" b="1" dirty="0" spc="7" kern="0">
                <a:solidFill>
                  <a:srgbClr val="14161C"/>
                </a:solidFill>
                <a:latin typeface="Be Vietnam Pro" pitchFamily="34" charset="0"/>
                <a:ea typeface="Be Vietnam Pro" pitchFamily="34" charset="-122"/>
                <a:cs typeface="Be Vietnam Pro" pitchFamily="34" charset="-120"/>
              </a:rPr>
              <a:t>Đào</a:t>
            </a:r>
            <a:r>
              <a:rPr lang="en-US" sz="3000" b="1" dirty="0" spc="2" kern="0">
                <a:solidFill>
                  <a:srgbClr val="14161C"/>
                </a:solidFill>
                <a:latin typeface="Be Vietnam Pro" pitchFamily="34" charset="0"/>
                <a:ea typeface="Be Vietnam Pro" pitchFamily="34" charset="-122"/>
                <a:cs typeface="Be Vietnam Pro" pitchFamily="34" charset="-120"/>
              </a:rPr>
              <a:t> sâu</a:t>
            </a:r>
            <a:r>
              <a:rPr lang="en-US" sz="3000" b="1" dirty="0" spc="3" kern="0">
                <a:solidFill>
                  <a:srgbClr val="14161C"/>
                </a:solidFill>
                <a:latin typeface="Be Vietnam Pro" pitchFamily="34" charset="0"/>
                <a:ea typeface="Be Vietnam Pro" pitchFamily="34" charset="-122"/>
                <a:cs typeface="Be Vietnam Pro" pitchFamily="34" charset="-120"/>
              </a:rPr>
              <a:t> &amp;</a:t>
            </a:r>
            <a:r>
              <a:rPr lang="en-US" sz="3000" b="1" dirty="0" spc="-38" kern="0">
                <a:solidFill>
                  <a:srgbClr val="14161C"/>
                </a:solidFill>
                <a:latin typeface="Be Vietnam Pro" pitchFamily="34" charset="0"/>
                <a:ea typeface="Be Vietnam Pro" pitchFamily="34" charset="-122"/>
                <a:cs typeface="Be Vietnam Pro" pitchFamily="34" charset="-120"/>
              </a:rPr>
              <a:t> kể</a:t>
            </a:r>
            <a:r>
              <a:rPr lang="en-US" sz="3000" b="1" dirty="0" spc="-1" kern="0">
                <a:solidFill>
                  <a:srgbClr val="14161C"/>
                </a:solidFill>
                <a:latin typeface="Be Vietnam Pro" pitchFamily="34" charset="0"/>
                <a:ea typeface="Be Vietnam Pro" pitchFamily="34" charset="-122"/>
                <a:cs typeface="Be Vietnam Pro" pitchFamily="34" charset="-120"/>
              </a:rPr>
              <a:t> lại</a:t>
            </a:r>
            <a:endParaRPr lang="en-US" sz="3000" dirty="0"/>
          </a:p>
        </p:txBody>
      </p:sp>
      <p:sp>
        <p:nvSpPr>
          <p:cNvPr id="21" name="Text 19"/>
          <p:cNvSpPr/>
          <p:nvPr/>
        </p:nvSpPr>
        <p:spPr>
          <a:xfrm>
            <a:off x="13668375" y="6619875"/>
            <a:ext cx="3619500" cy="1143000"/>
          </a:xfrm>
          <a:prstGeom prst="rect">
            <a:avLst/>
          </a:prstGeom>
          <a:noFill/>
          <a:ln/>
        </p:spPr>
        <p:txBody>
          <a:bodyPr wrap="square" lIns="0" tIns="12954" rIns="0" bIns="-12954" rtlCol="0" anchor="t"/>
          <a:lstStyle/>
          <a:p>
            <a:pPr algn="l" indent="0" marL="0">
              <a:lnSpc>
                <a:spcPts val="3120"/>
              </a:lnSpc>
              <a:buNone/>
            </a:pPr>
            <a:r>
              <a:rPr lang="en-US" sz="2400" dirty="0" spc="-118" kern="0">
                <a:solidFill>
                  <a:srgbClr val="14161C"/>
                </a:solidFill>
                <a:latin typeface="Be Vietnam Pro" pitchFamily="34" charset="0"/>
                <a:ea typeface="Be Vietnam Pro" pitchFamily="34" charset="-122"/>
                <a:cs typeface="Be Vietnam Pro" pitchFamily="34" charset="-120"/>
              </a:rPr>
              <a:t>Tự</a:t>
            </a:r>
            <a:r>
              <a:rPr lang="en-US" sz="2400" dirty="0" spc="-25" kern="0">
                <a:solidFill>
                  <a:srgbClr val="14161C"/>
                </a:solidFill>
                <a:latin typeface="Be Vietnam Pro" pitchFamily="34" charset="0"/>
                <a:ea typeface="Be Vietnam Pro" pitchFamily="34" charset="-122"/>
                <a:cs typeface="Be Vietnam Pro" pitchFamily="34" charset="-120"/>
              </a:rPr>
              <a:t> xây</a:t>
            </a:r>
            <a:r>
              <a:rPr lang="en-US" sz="2400" dirty="0" spc="-3" kern="0">
                <a:solidFill>
                  <a:srgbClr val="14161C"/>
                </a:solidFill>
                <a:latin typeface="Be Vietnam Pro" pitchFamily="34" charset="0"/>
                <a:ea typeface="Be Vietnam Pro" pitchFamily="34" charset="-122"/>
                <a:cs typeface="Be Vietnam Pro" pitchFamily="34" charset="-120"/>
              </a:rPr>
              <a:t> một</a:t>
            </a:r>
            <a:r>
              <a:rPr lang="en-US" sz="2400" dirty="0" spc="2" kern="0">
                <a:solidFill>
                  <a:srgbClr val="14161C"/>
                </a:solidFill>
                <a:latin typeface="Be Vietnam Pro" pitchFamily="34" charset="0"/>
                <a:ea typeface="Be Vietnam Pro" pitchFamily="34" charset="-122"/>
                <a:cs typeface="Be Vietnam Pro" pitchFamily="34" charset="-120"/>
              </a:rPr>
              <a:t> phần;</a:t>
            </a:r>
            <a:endParaRPr lang="en-US" sz="2400" dirty="0"/>
          </a:p>
          <a:p>
            <a:pPr algn="l" indent="0" marL="0">
              <a:lnSpc>
                <a:spcPts val="3120"/>
              </a:lnSpc>
              <a:buNone/>
            </a:pPr>
            <a:r>
              <a:rPr lang="en-US" sz="2400" dirty="0" spc="-8" kern="0">
                <a:solidFill>
                  <a:srgbClr val="14161C"/>
                </a:solidFill>
                <a:latin typeface="Be Vietnam Pro" pitchFamily="34" charset="0"/>
                <a:ea typeface="Be Vietnam Pro" pitchFamily="34" charset="-122"/>
                <a:cs typeface="Be Vietnam Pro" pitchFamily="34" charset="-120"/>
              </a:rPr>
              <a:t>viết</a:t>
            </a:r>
            <a:r>
              <a:rPr lang="en-US" sz="2400" dirty="0" spc="18" kern="0">
                <a:solidFill>
                  <a:srgbClr val="14161C"/>
                </a:solidFill>
                <a:latin typeface="Be Vietnam Pro" pitchFamily="34" charset="0"/>
                <a:ea typeface="Be Vietnam Pro" pitchFamily="34" charset="-122"/>
                <a:cs typeface="Be Vietnam Pro" pitchFamily="34" charset="-120"/>
              </a:rPr>
              <a:t> điều</a:t>
            </a:r>
            <a:r>
              <a:rPr lang="en-US" sz="2400" dirty="0" spc="19" kern="0">
                <a:solidFill>
                  <a:srgbClr val="14161C"/>
                </a:solidFill>
                <a:latin typeface="Be Vietnam Pro" pitchFamily="34" charset="0"/>
                <a:ea typeface="Be Vietnam Pro" pitchFamily="34" charset="-122"/>
                <a:cs typeface="Be Vietnam Pro" pitchFamily="34" charset="-120"/>
              </a:rPr>
              <a:t> đã</a:t>
            </a:r>
            <a:r>
              <a:rPr lang="en-US" sz="2400" dirty="0" spc="-2" kern="0">
                <a:solidFill>
                  <a:srgbClr val="14161C"/>
                </a:solidFill>
                <a:latin typeface="Be Vietnam Pro" pitchFamily="34" charset="0"/>
                <a:ea typeface="Be Vietnam Pro" pitchFamily="34" charset="-122"/>
                <a:cs typeface="Be Vietnam Pro" pitchFamily="34" charset="-120"/>
              </a:rPr>
              <a:t> hiểu.</a:t>
            </a:r>
            <a:endParaRPr lang="en-US" sz="2400" dirty="0"/>
          </a:p>
        </p:txBody>
      </p:sp>
      <p:sp>
        <p:nvSpPr>
          <p:cNvPr id="22" name="Shape 20"/>
          <p:cNvSpPr/>
          <p:nvPr/>
        </p:nvSpPr>
        <p:spPr>
          <a:xfrm>
            <a:off x="838200" y="8515350"/>
            <a:ext cx="16611600" cy="676275"/>
          </a:xfrm>
          <a:prstGeom prst="roundRect">
            <a:avLst>
              <a:gd name="adj" fmla="val 11268"/>
            </a:avLst>
          </a:prstGeom>
          <a:solidFill>
            <a:srgbClr val="E8E0CF"/>
          </a:solidFill>
          <a:ln w="9525">
            <a:solidFill>
              <a:srgbClr val="E8E0CF"/>
            </a:solidFill>
            <a:prstDash val="solid"/>
          </a:ln>
        </p:spPr>
      </p:sp>
      <p:sp>
        <p:nvSpPr>
          <p:cNvPr id="23" name="Text 21"/>
          <p:cNvSpPr/>
          <p:nvPr/>
        </p:nvSpPr>
        <p:spPr>
          <a:xfrm>
            <a:off x="1038225" y="8677275"/>
            <a:ext cx="16240125" cy="457200"/>
          </a:xfrm>
          <a:prstGeom prst="rect">
            <a:avLst/>
          </a:prstGeom>
          <a:noFill/>
          <a:ln/>
        </p:spPr>
        <p:txBody>
          <a:bodyPr wrap="square" lIns="0" tIns="10914" rIns="0" bIns="-10914" rtlCol="0" anchor="t"/>
          <a:lstStyle/>
          <a:p>
            <a:pPr algn="l" indent="0" marL="0">
              <a:lnSpc>
                <a:spcPts val="2633"/>
              </a:lnSpc>
              <a:buNone/>
            </a:pPr>
            <a:r>
              <a:rPr lang="en-US" sz="2025" dirty="0" spc="4" kern="0">
                <a:solidFill>
                  <a:srgbClr val="14161C"/>
                </a:solidFill>
                <a:latin typeface="Be Vietnam Pro Medium" pitchFamily="34" charset="0"/>
                <a:ea typeface="Be Vietnam Pro Medium" pitchFamily="34" charset="-122"/>
                <a:cs typeface="Be Vietnam Pro Medium" pitchFamily="34" charset="-120"/>
              </a:rPr>
              <a:t>Đề</a:t>
            </a:r>
            <a:r>
              <a:rPr lang="en-US" sz="2025" dirty="0" spc="-6" kern="0">
                <a:solidFill>
                  <a:srgbClr val="14161C"/>
                </a:solidFill>
                <a:latin typeface="Be Vietnam Pro Medium" pitchFamily="34" charset="0"/>
                <a:ea typeface="Be Vietnam Pro Medium" pitchFamily="34" charset="-122"/>
                <a:cs typeface="Be Vietnam Pro Medium" pitchFamily="34" charset="-120"/>
              </a:rPr>
              <a:t> xuất</a:t>
            </a:r>
            <a:r>
              <a:rPr lang="en-US" sz="2025" dirty="0" spc="0" kern="0">
                <a:solidFill>
                  <a:srgbClr val="14161C"/>
                </a:solidFill>
                <a:latin typeface="Be Vietnam Pro Medium" pitchFamily="34" charset="0"/>
                <a:ea typeface="Be Vietnam Pro Medium" pitchFamily="34" charset="-122"/>
                <a:cs typeface="Be Vietnam Pro Medium" pitchFamily="34" charset="-120"/>
              </a:rPr>
              <a:t> linh</a:t>
            </a:r>
            <a:r>
              <a:rPr lang="en-US" sz="2025" dirty="0" spc="-7" kern="0">
                <a:solidFill>
                  <a:srgbClr val="14161C"/>
                </a:solidFill>
                <a:latin typeface="Be Vietnam Pro Medium" pitchFamily="34" charset="0"/>
                <a:ea typeface="Be Vietnam Pro Medium" pitchFamily="34" charset="-122"/>
                <a:cs typeface="Be Vietnam Pro Medium" pitchFamily="34" charset="-120"/>
              </a:rPr>
              <a:t> hoạt,</a:t>
            </a:r>
            <a:r>
              <a:rPr lang="en-US" sz="2025" dirty="0" spc="-2" kern="0">
                <a:solidFill>
                  <a:srgbClr val="14161C"/>
                </a:solidFill>
                <a:latin typeface="Be Vietnam Pro Medium" pitchFamily="34" charset="0"/>
                <a:ea typeface="Be Vietnam Pro Medium" pitchFamily="34" charset="-122"/>
                <a:cs typeface="Be Vietnam Pro Medium" pitchFamily="34" charset="-120"/>
              </a:rPr>
              <a:t> không</a:t>
            </a:r>
            <a:r>
              <a:rPr lang="en-US" sz="2025" dirty="0" spc="0" kern="0">
                <a:solidFill>
                  <a:srgbClr val="14161C"/>
                </a:solidFill>
                <a:latin typeface="Be Vietnam Pro Medium" pitchFamily="34" charset="0"/>
                <a:ea typeface="Be Vietnam Pro Medium" pitchFamily="34" charset="-122"/>
                <a:cs typeface="Be Vietnam Pro Medium" pitchFamily="34" charset="-120"/>
              </a:rPr>
              <a:t> phải</a:t>
            </a:r>
            <a:r>
              <a:rPr lang="en-US" sz="2025" dirty="0" spc="-1" kern="0">
                <a:solidFill>
                  <a:srgbClr val="14161C"/>
                </a:solidFill>
                <a:latin typeface="Be Vietnam Pro Medium" pitchFamily="34" charset="0"/>
                <a:ea typeface="Be Vietnam Pro Medium" pitchFamily="34" charset="-122"/>
                <a:cs typeface="Be Vietnam Pro Medium" pitchFamily="34" charset="-120"/>
              </a:rPr>
              <a:t> cam</a:t>
            </a:r>
            <a:r>
              <a:rPr lang="en-US" sz="2025" dirty="0" spc="-25" kern="0">
                <a:solidFill>
                  <a:srgbClr val="14161C"/>
                </a:solidFill>
                <a:latin typeface="Be Vietnam Pro Medium" pitchFamily="34" charset="0"/>
                <a:ea typeface="Be Vietnam Pro Medium" pitchFamily="34" charset="-122"/>
                <a:cs typeface="Be Vietnam Pro Medium" pitchFamily="34" charset="-120"/>
              </a:rPr>
              <a:t> kết</a:t>
            </a:r>
            <a:r>
              <a:rPr lang="en-US" sz="2025" dirty="0" spc="-1" kern="0">
                <a:solidFill>
                  <a:srgbClr val="14161C"/>
                </a:solidFill>
                <a:latin typeface="Be Vietnam Pro Medium" pitchFamily="34" charset="0"/>
                <a:ea typeface="Be Vietnam Pro Medium" pitchFamily="34" charset="-122"/>
                <a:cs typeface="Be Vietnam Pro Medium" pitchFamily="34" charset="-120"/>
              </a:rPr>
              <a:t> thời</a:t>
            </a:r>
            <a:r>
              <a:rPr lang="en-US" sz="2025" dirty="0" spc="0" kern="0">
                <a:solidFill>
                  <a:srgbClr val="14161C"/>
                </a:solidFill>
                <a:latin typeface="Be Vietnam Pro Medium" pitchFamily="34" charset="0"/>
                <a:ea typeface="Be Vietnam Pro Medium" pitchFamily="34" charset="-122"/>
                <a:cs typeface="Be Vietnam Pro Medium" pitchFamily="34" charset="-120"/>
              </a:rPr>
              <a:t> gian.</a:t>
            </a:r>
            <a:r>
              <a:rPr lang="en-US" sz="2025" dirty="0" spc="-17" kern="0">
                <a:solidFill>
                  <a:srgbClr val="14161C"/>
                </a:solidFill>
                <a:latin typeface="Be Vietnam Pro Medium" pitchFamily="34" charset="0"/>
                <a:ea typeface="Be Vietnam Pro Medium" pitchFamily="34" charset="-122"/>
                <a:cs typeface="Be Vietnam Pro Medium" pitchFamily="34" charset="-120"/>
              </a:rPr>
              <a:t> Xong</a:t>
            </a:r>
            <a:r>
              <a:rPr lang="en-US" sz="2025" dirty="0" spc="-1" kern="0">
                <a:solidFill>
                  <a:srgbClr val="14161C"/>
                </a:solidFill>
                <a:latin typeface="Be Vietnam Pro Medium" pitchFamily="34" charset="0"/>
                <a:ea typeface="Be Vietnam Pro Medium" pitchFamily="34" charset="-122"/>
                <a:cs typeface="Be Vietnam Pro Medium" pitchFamily="34" charset="-120"/>
              </a:rPr>
              <a:t> khi</a:t>
            </a:r>
            <a:r>
              <a:rPr lang="en-US" sz="2025" dirty="0" spc="2" kern="0">
                <a:solidFill>
                  <a:srgbClr val="14161C"/>
                </a:solidFill>
                <a:latin typeface="Be Vietnam Pro Medium" pitchFamily="34" charset="0"/>
                <a:ea typeface="Be Vietnam Pro Medium" pitchFamily="34" charset="-122"/>
                <a:cs typeface="Be Vietnam Pro Medium" pitchFamily="34" charset="-120"/>
              </a:rPr>
              <a:t> bạn</a:t>
            </a:r>
            <a:r>
              <a:rPr lang="en-US" sz="2025" dirty="0" spc="-5" kern="0">
                <a:solidFill>
                  <a:srgbClr val="14161C"/>
                </a:solidFill>
                <a:latin typeface="Be Vietnam Pro Medium" pitchFamily="34" charset="0"/>
                <a:ea typeface="Be Vietnam Pro Medium" pitchFamily="34" charset="-122"/>
                <a:cs typeface="Be Vietnam Pro Medium" pitchFamily="34" charset="-120"/>
              </a:rPr>
              <a:t> chạy</a:t>
            </a:r>
            <a:r>
              <a:rPr lang="en-US" sz="2025" dirty="0" spc="9" kern="0">
                <a:solidFill>
                  <a:srgbClr val="14161C"/>
                </a:solidFill>
                <a:latin typeface="Be Vietnam Pro Medium" pitchFamily="34" charset="0"/>
                <a:ea typeface="Be Vietnam Pro Medium" pitchFamily="34" charset="-122"/>
                <a:cs typeface="Be Vietnam Pro Medium" pitchFamily="34" charset="-120"/>
              </a:rPr>
              <a:t> được</a:t>
            </a:r>
            <a:r>
              <a:rPr lang="en-US" sz="2025" dirty="0" spc="-12" kern="0">
                <a:solidFill>
                  <a:srgbClr val="14161C"/>
                </a:solidFill>
                <a:latin typeface="Be Vietnam Pro Medium" pitchFamily="34" charset="0"/>
                <a:ea typeface="Be Vietnam Pro Medium" pitchFamily="34" charset="-122"/>
                <a:cs typeface="Be Vietnam Pro Medium" pitchFamily="34" charset="-120"/>
              </a:rPr>
              <a:t> và</a:t>
            </a:r>
            <a:r>
              <a:rPr lang="en-US" sz="2025" dirty="0" spc="0" kern="0">
                <a:solidFill>
                  <a:srgbClr val="14161C"/>
                </a:solidFill>
                <a:latin typeface="Be Vietnam Pro Medium" pitchFamily="34" charset="0"/>
                <a:ea typeface="Be Vietnam Pro Medium" pitchFamily="34" charset="-122"/>
                <a:cs typeface="Be Vietnam Pro Medium" pitchFamily="34" charset="-120"/>
              </a:rPr>
              <a:t> giải</a:t>
            </a:r>
            <a:r>
              <a:rPr lang="en-US" sz="2025" dirty="0" spc="-1" kern="0">
                <a:solidFill>
                  <a:srgbClr val="14161C"/>
                </a:solidFill>
                <a:latin typeface="Be Vietnam Pro Medium" pitchFamily="34" charset="0"/>
                <a:ea typeface="Be Vietnam Pro Medium" pitchFamily="34" charset="-122"/>
                <a:cs typeface="Be Vietnam Pro Medium" pitchFamily="34" charset="-120"/>
              </a:rPr>
              <a:t> thích</a:t>
            </a:r>
            <a:r>
              <a:rPr lang="en-US" sz="2025" dirty="0" spc="8" kern="0">
                <a:solidFill>
                  <a:srgbClr val="14161C"/>
                </a:solidFill>
                <a:latin typeface="Be Vietnam Pro Medium" pitchFamily="34" charset="0"/>
                <a:ea typeface="Be Vietnam Pro Medium" pitchFamily="34" charset="-122"/>
                <a:cs typeface="Be Vietnam Pro Medium" pitchFamily="34" charset="-120"/>
              </a:rPr>
              <a:t> được.</a:t>
            </a:r>
            <a:endParaRPr lang="en-US" sz="2025" dirty="0"/>
          </a:p>
        </p:txBody>
      </p:sp>
      <p:sp>
        <p:nvSpPr>
          <p:cNvPr id="24" name="Text 22"/>
          <p:cNvSpPr/>
          <p:nvPr/>
        </p:nvSpPr>
        <p:spPr>
          <a:xfrm>
            <a:off x="838200" y="9353550"/>
            <a:ext cx="16611600" cy="333375"/>
          </a:xfrm>
          <a:prstGeom prst="rect">
            <a:avLst/>
          </a:prstGeom>
          <a:noFill/>
          <a:ln/>
        </p:spPr>
        <p:txBody>
          <a:bodyPr wrap="square" lIns="0" tIns="8906" rIns="0" bIns="-8906" rtlCol="0" anchor="t"/>
          <a:lstStyle/>
          <a:p>
            <a:pPr algn="l" indent="0" marL="0">
              <a:lnSpc>
                <a:spcPts val="2145"/>
              </a:lnSpc>
              <a:buNone/>
            </a:pPr>
            <a:r>
              <a:rPr lang="en-US" sz="1650" dirty="0" spc="-3" kern="0">
                <a:solidFill>
                  <a:srgbClr val="6B6A66"/>
                </a:solidFill>
                <a:latin typeface="Be Vietnam Pro" pitchFamily="34" charset="0"/>
                <a:ea typeface="Be Vietnam Pro" pitchFamily="34" charset="-122"/>
                <a:cs typeface="Be Vietnam Pro" pitchFamily="34" charset="-120"/>
              </a:rPr>
              <a:t>Nguồn:</a:t>
            </a:r>
            <a:r>
              <a:rPr lang="en-US" sz="1650" dirty="0" spc="-2" kern="0">
                <a:solidFill>
                  <a:srgbClr val="6B6A66"/>
                </a:solidFill>
                <a:latin typeface="Be Vietnam Pro" pitchFamily="34" charset="0"/>
                <a:ea typeface="Be Vietnam Pro" pitchFamily="34" charset="-122"/>
                <a:cs typeface="Be Vietnam Pro" pitchFamily="34" charset="-120"/>
              </a:rPr>
              <a:t> [S2]</a:t>
            </a:r>
            <a:r>
              <a:rPr lang="en-US" sz="1650" dirty="0" spc="-1" kern="0">
                <a:solidFill>
                  <a:srgbClr val="6B6A66"/>
                </a:solidFill>
                <a:latin typeface="Be Vietnam Pro" pitchFamily="34" charset="0"/>
                <a:ea typeface="Be Vietnam Pro" pitchFamily="34" charset="-122"/>
                <a:cs typeface="Be Vietnam Pro" pitchFamily="34" charset="-120"/>
              </a:rPr>
              <a:t> [S3] [S5]</a:t>
            </a:r>
            <a:r>
              <a:rPr lang="en-US" sz="1650" dirty="0" spc="1" kern="0">
                <a:solidFill>
                  <a:srgbClr val="6B6A66"/>
                </a:solidFill>
                <a:latin typeface="Be Vietnam Pro" pitchFamily="34" charset="0"/>
                <a:ea typeface="Be Vietnam Pro" pitchFamily="34" charset="-122"/>
                <a:cs typeface="Be Vietnam Pro" pitchFamily="34" charset="-120"/>
              </a:rPr>
              <a:t>  ·</a:t>
            </a:r>
            <a:r>
              <a:rPr lang="en-US" sz="1650" dirty="0" spc="2" kern="0">
                <a:solidFill>
                  <a:srgbClr val="6B6A66"/>
                </a:solidFill>
                <a:latin typeface="Be Vietnam Pro" pitchFamily="34" charset="0"/>
                <a:ea typeface="Be Vietnam Pro" pitchFamily="34" charset="-122"/>
                <a:cs typeface="Be Vietnam Pro" pitchFamily="34" charset="-120"/>
              </a:rPr>
              <a:t>  Số</a:t>
            </a:r>
            <a:r>
              <a:rPr lang="en-US" sz="1650" dirty="0" spc="0" kern="0">
                <a:solidFill>
                  <a:srgbClr val="6B6A66"/>
                </a:solidFill>
                <a:latin typeface="Be Vietnam Pro" pitchFamily="34" charset="0"/>
                <a:ea typeface="Be Vietnam Pro" pitchFamily="34" charset="-122"/>
                <a:cs typeface="Be Vietnam Pro" pitchFamily="34" charset="-120"/>
              </a:rPr>
              <a:t> liệu: phiên</a:t>
            </a:r>
            <a:r>
              <a:rPr lang="en-US" sz="1650" dirty="0" spc="-1" kern="0">
                <a:solidFill>
                  <a:srgbClr val="6B6A66"/>
                </a:solidFill>
                <a:latin typeface="Be Vietnam Pro" pitchFamily="34" charset="0"/>
                <a:ea typeface="Be Vietnam Pro" pitchFamily="34" charset="-122"/>
                <a:cs typeface="Be Vietnam Pro" pitchFamily="34" charset="-120"/>
              </a:rPr>
              <a:t> quét</a:t>
            </a:r>
            <a:r>
              <a:rPr lang="en-US" sz="1650" dirty="0" spc="-8" kern="0">
                <a:solidFill>
                  <a:srgbClr val="6B6A66"/>
                </a:solidFill>
                <a:latin typeface="Be Vietnam Pro" pitchFamily="34" charset="0"/>
                <a:ea typeface="Be Vietnam Pro" pitchFamily="34" charset="-122"/>
                <a:cs typeface="Be Vietnam Pro" pitchFamily="34" charset="-120"/>
              </a:rPr>
              <a:t> 23/10/2026</a:t>
            </a:r>
            <a:endParaRPr lang="en-US" sz="1650" dirty="0"/>
          </a:p>
        </p:txBody>
      </p:sp>
      <p:sp>
        <p:nvSpPr>
          <p:cNvPr id="25" name="Shape 23"/>
          <p:cNvSpPr/>
          <p:nvPr/>
        </p:nvSpPr>
        <p:spPr>
          <a:xfrm>
            <a:off x="847725" y="9896475"/>
            <a:ext cx="57150" cy="57150"/>
          </a:xfrm>
          <a:prstGeom prst="ellipse">
            <a:avLst/>
          </a:prstGeom>
          <a:solidFill>
            <a:srgbClr val="DDD5C1"/>
          </a:solidFill>
          <a:ln/>
        </p:spPr>
      </p:sp>
      <p:sp>
        <p:nvSpPr>
          <p:cNvPr id="26" name="Shape 24"/>
          <p:cNvSpPr/>
          <p:nvPr/>
        </p:nvSpPr>
        <p:spPr>
          <a:xfrm>
            <a:off x="952500" y="9896475"/>
            <a:ext cx="57150" cy="57150"/>
          </a:xfrm>
          <a:prstGeom prst="ellipse">
            <a:avLst/>
          </a:prstGeom>
          <a:solidFill>
            <a:srgbClr val="DDD5C1"/>
          </a:solidFill>
          <a:ln/>
        </p:spPr>
      </p:sp>
      <p:sp>
        <p:nvSpPr>
          <p:cNvPr id="27" name="Shape 25"/>
          <p:cNvSpPr/>
          <p:nvPr/>
        </p:nvSpPr>
        <p:spPr>
          <a:xfrm>
            <a:off x="1057275" y="9896475"/>
            <a:ext cx="57150" cy="57150"/>
          </a:xfrm>
          <a:prstGeom prst="ellipse">
            <a:avLst/>
          </a:prstGeom>
          <a:solidFill>
            <a:srgbClr val="DDD5C1"/>
          </a:solidFill>
          <a:ln/>
        </p:spPr>
      </p:sp>
      <p:sp>
        <p:nvSpPr>
          <p:cNvPr id="28" name="Shape 26"/>
          <p:cNvSpPr/>
          <p:nvPr/>
        </p:nvSpPr>
        <p:spPr>
          <a:xfrm>
            <a:off x="1162050" y="9896475"/>
            <a:ext cx="57150" cy="57150"/>
          </a:xfrm>
          <a:prstGeom prst="ellipse">
            <a:avLst/>
          </a:prstGeom>
          <a:solidFill>
            <a:srgbClr val="DDD5C1"/>
          </a:solidFill>
          <a:ln/>
        </p:spPr>
      </p:sp>
      <p:sp>
        <p:nvSpPr>
          <p:cNvPr id="29" name="Shape 27"/>
          <p:cNvSpPr/>
          <p:nvPr/>
        </p:nvSpPr>
        <p:spPr>
          <a:xfrm>
            <a:off x="1266825" y="9896475"/>
            <a:ext cx="57150" cy="57150"/>
          </a:xfrm>
          <a:prstGeom prst="ellipse">
            <a:avLst/>
          </a:prstGeom>
          <a:solidFill>
            <a:srgbClr val="DDD5C1"/>
          </a:solidFill>
          <a:ln/>
        </p:spPr>
      </p:sp>
      <p:sp>
        <p:nvSpPr>
          <p:cNvPr id="30" name="Shape 28"/>
          <p:cNvSpPr/>
          <p:nvPr/>
        </p:nvSpPr>
        <p:spPr>
          <a:xfrm>
            <a:off x="1371600" y="9896475"/>
            <a:ext cx="57150" cy="57150"/>
          </a:xfrm>
          <a:prstGeom prst="ellipse">
            <a:avLst/>
          </a:prstGeom>
          <a:solidFill>
            <a:srgbClr val="DDD5C1"/>
          </a:solidFill>
          <a:ln/>
        </p:spPr>
      </p:sp>
      <p:sp>
        <p:nvSpPr>
          <p:cNvPr id="31" name="Shape 29"/>
          <p:cNvSpPr/>
          <p:nvPr/>
        </p:nvSpPr>
        <p:spPr>
          <a:xfrm>
            <a:off x="1476375" y="9896475"/>
            <a:ext cx="57150" cy="57150"/>
          </a:xfrm>
          <a:prstGeom prst="ellipse">
            <a:avLst/>
          </a:prstGeom>
          <a:solidFill>
            <a:srgbClr val="DDD5C1"/>
          </a:solidFill>
          <a:ln/>
        </p:spPr>
      </p:sp>
      <p:sp>
        <p:nvSpPr>
          <p:cNvPr id="32" name="Shape 30"/>
          <p:cNvSpPr/>
          <p:nvPr/>
        </p:nvSpPr>
        <p:spPr>
          <a:xfrm>
            <a:off x="1581150" y="9896475"/>
            <a:ext cx="57150" cy="57150"/>
          </a:xfrm>
          <a:prstGeom prst="ellipse">
            <a:avLst/>
          </a:prstGeom>
          <a:solidFill>
            <a:srgbClr val="DDD5C1"/>
          </a:solidFill>
          <a:ln/>
        </p:spPr>
      </p:sp>
      <p:sp>
        <p:nvSpPr>
          <p:cNvPr id="33" name="Shape 31"/>
          <p:cNvSpPr/>
          <p:nvPr/>
        </p:nvSpPr>
        <p:spPr>
          <a:xfrm>
            <a:off x="1685925" y="9896475"/>
            <a:ext cx="57150" cy="57150"/>
          </a:xfrm>
          <a:prstGeom prst="ellipse">
            <a:avLst/>
          </a:prstGeom>
          <a:solidFill>
            <a:srgbClr val="DDD5C1"/>
          </a:solidFill>
          <a:ln/>
        </p:spPr>
      </p:sp>
      <p:sp>
        <p:nvSpPr>
          <p:cNvPr id="34" name="Shape 32"/>
          <p:cNvSpPr/>
          <p:nvPr/>
        </p:nvSpPr>
        <p:spPr>
          <a:xfrm>
            <a:off x="1790700" y="9896475"/>
            <a:ext cx="57150" cy="57150"/>
          </a:xfrm>
          <a:prstGeom prst="ellipse">
            <a:avLst/>
          </a:prstGeom>
          <a:solidFill>
            <a:srgbClr val="DDD5C1"/>
          </a:solidFill>
          <a:ln/>
        </p:spPr>
      </p:sp>
      <p:sp>
        <p:nvSpPr>
          <p:cNvPr id="35" name="Shape 33"/>
          <p:cNvSpPr/>
          <p:nvPr/>
        </p:nvSpPr>
        <p:spPr>
          <a:xfrm>
            <a:off x="1895475" y="9896475"/>
            <a:ext cx="57150" cy="57150"/>
          </a:xfrm>
          <a:prstGeom prst="ellipse">
            <a:avLst/>
          </a:prstGeom>
          <a:solidFill>
            <a:srgbClr val="DDD5C1"/>
          </a:solidFill>
          <a:ln/>
        </p:spPr>
      </p:sp>
      <p:sp>
        <p:nvSpPr>
          <p:cNvPr id="36" name="Shape 34"/>
          <p:cNvSpPr/>
          <p:nvPr/>
        </p:nvSpPr>
        <p:spPr>
          <a:xfrm>
            <a:off x="2000250" y="9896475"/>
            <a:ext cx="57150" cy="57150"/>
          </a:xfrm>
          <a:prstGeom prst="ellipse">
            <a:avLst/>
          </a:prstGeom>
          <a:solidFill>
            <a:srgbClr val="DDD5C1"/>
          </a:solidFill>
          <a:ln/>
        </p:spPr>
      </p:sp>
      <p:sp>
        <p:nvSpPr>
          <p:cNvPr id="37" name="Shape 35"/>
          <p:cNvSpPr/>
          <p:nvPr/>
        </p:nvSpPr>
        <p:spPr>
          <a:xfrm>
            <a:off x="2105025" y="9896475"/>
            <a:ext cx="57150" cy="57150"/>
          </a:xfrm>
          <a:prstGeom prst="ellipse">
            <a:avLst/>
          </a:prstGeom>
          <a:solidFill>
            <a:srgbClr val="DDD5C1"/>
          </a:solidFill>
          <a:ln/>
        </p:spPr>
      </p:sp>
      <p:sp>
        <p:nvSpPr>
          <p:cNvPr id="38" name="Shape 36"/>
          <p:cNvSpPr/>
          <p:nvPr/>
        </p:nvSpPr>
        <p:spPr>
          <a:xfrm>
            <a:off x="2209800" y="9896475"/>
            <a:ext cx="57150" cy="57150"/>
          </a:xfrm>
          <a:prstGeom prst="ellipse">
            <a:avLst/>
          </a:prstGeom>
          <a:solidFill>
            <a:srgbClr val="DDD5C1"/>
          </a:solidFill>
          <a:ln/>
        </p:spPr>
      </p:sp>
      <p:sp>
        <p:nvSpPr>
          <p:cNvPr id="39" name="Shape 37"/>
          <p:cNvSpPr/>
          <p:nvPr/>
        </p:nvSpPr>
        <p:spPr>
          <a:xfrm>
            <a:off x="2314575" y="9896475"/>
            <a:ext cx="57150" cy="57150"/>
          </a:xfrm>
          <a:prstGeom prst="ellipse">
            <a:avLst/>
          </a:prstGeom>
          <a:solidFill>
            <a:srgbClr val="DDD5C1"/>
          </a:solidFill>
          <a:ln/>
        </p:spPr>
      </p:sp>
      <p:sp>
        <p:nvSpPr>
          <p:cNvPr id="40" name="Shape 38"/>
          <p:cNvSpPr/>
          <p:nvPr/>
        </p:nvSpPr>
        <p:spPr>
          <a:xfrm>
            <a:off x="2419350" y="9896475"/>
            <a:ext cx="57150" cy="57150"/>
          </a:xfrm>
          <a:prstGeom prst="ellipse">
            <a:avLst/>
          </a:prstGeom>
          <a:solidFill>
            <a:srgbClr val="DDD5C1"/>
          </a:solidFill>
          <a:ln/>
        </p:spPr>
      </p:sp>
      <p:sp>
        <p:nvSpPr>
          <p:cNvPr id="41" name="Shape 39"/>
          <p:cNvSpPr/>
          <p:nvPr/>
        </p:nvSpPr>
        <p:spPr>
          <a:xfrm>
            <a:off x="2524125" y="9896475"/>
            <a:ext cx="57150" cy="57150"/>
          </a:xfrm>
          <a:prstGeom prst="ellipse">
            <a:avLst/>
          </a:prstGeom>
          <a:solidFill>
            <a:srgbClr val="DDD5C1"/>
          </a:solidFill>
          <a:ln/>
        </p:spPr>
      </p:sp>
      <p:sp>
        <p:nvSpPr>
          <p:cNvPr id="42" name="Shape 40"/>
          <p:cNvSpPr/>
          <p:nvPr/>
        </p:nvSpPr>
        <p:spPr>
          <a:xfrm>
            <a:off x="2628900" y="9896475"/>
            <a:ext cx="57150" cy="57150"/>
          </a:xfrm>
          <a:prstGeom prst="ellipse">
            <a:avLst/>
          </a:prstGeom>
          <a:solidFill>
            <a:srgbClr val="DDD5C1"/>
          </a:solidFill>
          <a:ln/>
        </p:spPr>
      </p:sp>
      <p:sp>
        <p:nvSpPr>
          <p:cNvPr id="43" name="Shape 41"/>
          <p:cNvSpPr/>
          <p:nvPr/>
        </p:nvSpPr>
        <p:spPr>
          <a:xfrm>
            <a:off x="2733675" y="9896475"/>
            <a:ext cx="57150" cy="57150"/>
          </a:xfrm>
          <a:prstGeom prst="ellipse">
            <a:avLst/>
          </a:prstGeom>
          <a:solidFill>
            <a:srgbClr val="DDD5C1"/>
          </a:solidFill>
          <a:ln/>
        </p:spPr>
      </p:sp>
      <p:sp>
        <p:nvSpPr>
          <p:cNvPr id="44" name="Shape 42"/>
          <p:cNvSpPr/>
          <p:nvPr/>
        </p:nvSpPr>
        <p:spPr>
          <a:xfrm>
            <a:off x="2838450" y="9896475"/>
            <a:ext cx="57150" cy="57150"/>
          </a:xfrm>
          <a:prstGeom prst="ellipse">
            <a:avLst/>
          </a:prstGeom>
          <a:solidFill>
            <a:srgbClr val="DDD5C1"/>
          </a:solidFill>
          <a:ln/>
        </p:spPr>
      </p:sp>
      <p:sp>
        <p:nvSpPr>
          <p:cNvPr id="45" name="Shape 43"/>
          <p:cNvSpPr/>
          <p:nvPr/>
        </p:nvSpPr>
        <p:spPr>
          <a:xfrm>
            <a:off x="2943225" y="9896475"/>
            <a:ext cx="57150" cy="57150"/>
          </a:xfrm>
          <a:prstGeom prst="ellipse">
            <a:avLst/>
          </a:prstGeom>
          <a:solidFill>
            <a:srgbClr val="DDD5C1"/>
          </a:solidFill>
          <a:ln/>
        </p:spPr>
      </p:sp>
      <p:sp>
        <p:nvSpPr>
          <p:cNvPr id="46" name="Shape 44"/>
          <p:cNvSpPr/>
          <p:nvPr/>
        </p:nvSpPr>
        <p:spPr>
          <a:xfrm>
            <a:off x="3048000" y="9896475"/>
            <a:ext cx="57150" cy="57150"/>
          </a:xfrm>
          <a:prstGeom prst="ellipse">
            <a:avLst/>
          </a:prstGeom>
          <a:solidFill>
            <a:srgbClr val="DDD5C1"/>
          </a:solidFill>
          <a:ln/>
        </p:spPr>
      </p:sp>
      <p:sp>
        <p:nvSpPr>
          <p:cNvPr id="47" name="Shape 45"/>
          <p:cNvSpPr/>
          <p:nvPr/>
        </p:nvSpPr>
        <p:spPr>
          <a:xfrm>
            <a:off x="3152775" y="9896475"/>
            <a:ext cx="57150" cy="57150"/>
          </a:xfrm>
          <a:prstGeom prst="ellipse">
            <a:avLst/>
          </a:prstGeom>
          <a:solidFill>
            <a:srgbClr val="E8472B"/>
          </a:solidFill>
          <a:ln/>
        </p:spPr>
      </p:sp>
      <p:sp>
        <p:nvSpPr>
          <p:cNvPr id="48" name="Shape 46"/>
          <p:cNvSpPr/>
          <p:nvPr/>
        </p:nvSpPr>
        <p:spPr>
          <a:xfrm>
            <a:off x="3257550" y="9896475"/>
            <a:ext cx="57150" cy="57150"/>
          </a:xfrm>
          <a:prstGeom prst="ellipse">
            <a:avLst/>
          </a:prstGeom>
          <a:solidFill>
            <a:srgbClr val="DDD5C1"/>
          </a:solidFill>
          <a:ln/>
        </p:spPr>
      </p:sp>
      <p:sp>
        <p:nvSpPr>
          <p:cNvPr id="49" name="Text 47"/>
          <p:cNvSpPr/>
          <p:nvPr/>
        </p:nvSpPr>
        <p:spPr>
          <a:xfrm>
            <a:off x="3667125" y="9734550"/>
            <a:ext cx="10953750" cy="342900"/>
          </a:xfrm>
          <a:prstGeom prst="rect">
            <a:avLst/>
          </a:prstGeom>
          <a:noFill/>
          <a:ln/>
        </p:spPr>
        <p:txBody>
          <a:bodyPr wrap="square" lIns="0" tIns="8906" rIns="0" bIns="-8906" rtlCol="0" anchor="t"/>
          <a:lstStyle/>
          <a:p>
            <a:pPr algn="l" indent="0" marL="0">
              <a:lnSpc>
                <a:spcPts val="2145"/>
              </a:lnSpc>
              <a:buNone/>
            </a:pPr>
            <a:r>
              <a:rPr lang="en-US" sz="1650" dirty="0" spc="-6" kern="0">
                <a:solidFill>
                  <a:srgbClr val="6B6A66"/>
                </a:solidFill>
                <a:latin typeface="Be Vietnam Pro" pitchFamily="34" charset="0"/>
                <a:ea typeface="Be Vietnam Pro" pitchFamily="34" charset="-122"/>
                <a:cs typeface="Be Vietnam Pro" pitchFamily="34" charset="-120"/>
              </a:rPr>
              <a:t>Multiple-report</a:t>
            </a:r>
            <a:r>
              <a:rPr lang="en-US" sz="1650" dirty="0" spc="3" kern="0">
                <a:solidFill>
                  <a:srgbClr val="6B6A66"/>
                </a:solidFill>
                <a:latin typeface="Be Vietnam Pro" pitchFamily="34" charset="0"/>
                <a:ea typeface="Be Vietnam Pro" pitchFamily="34" charset="-122"/>
                <a:cs typeface="Be Vietnam Pro" pitchFamily="34" charset="-120"/>
              </a:rPr>
              <a:t> ·</a:t>
            </a:r>
            <a:r>
              <a:rPr lang="en-US" sz="1650" dirty="0" spc="1" kern="0">
                <a:solidFill>
                  <a:srgbClr val="6B6A66"/>
                </a:solidFill>
                <a:latin typeface="Be Vietnam Pro" pitchFamily="34" charset="0"/>
                <a:ea typeface="Be Vietnam Pro" pitchFamily="34" charset="-122"/>
                <a:cs typeface="Be Vietnam Pro" pitchFamily="34" charset="-120"/>
              </a:rPr>
              <a:t> GitHub</a:t>
            </a:r>
            <a:r>
              <a:rPr lang="en-US" sz="1650" dirty="0" spc="-38" kern="0">
                <a:solidFill>
                  <a:srgbClr val="6B6A66"/>
                </a:solidFill>
                <a:latin typeface="Be Vietnam Pro" pitchFamily="34" charset="0"/>
                <a:ea typeface="Be Vietnam Pro" pitchFamily="34" charset="-122"/>
                <a:cs typeface="Be Vietnam Pro" pitchFamily="34" charset="-120"/>
              </a:rPr>
              <a:t> Top</a:t>
            </a:r>
            <a:r>
              <a:rPr lang="en-US" sz="1650" dirty="0" spc="4" kern="0">
                <a:solidFill>
                  <a:srgbClr val="6B6A66"/>
                </a:solidFill>
                <a:latin typeface="Be Vietnam Pro" pitchFamily="34" charset="0"/>
                <a:ea typeface="Be Vietnam Pro" pitchFamily="34" charset="-122"/>
                <a:cs typeface="Be Vietnam Pro" pitchFamily="34" charset="-120"/>
              </a:rPr>
              <a:t> 3</a:t>
            </a:r>
            <a:r>
              <a:rPr lang="en-US" sz="1650" dirty="0" spc="0" kern="0">
                <a:solidFill>
                  <a:srgbClr val="6B6A66"/>
                </a:solidFill>
                <a:latin typeface="Be Vietnam Pro" pitchFamily="34" charset="0"/>
                <a:ea typeface="Be Vietnam Pro" pitchFamily="34" charset="-122"/>
                <a:cs typeface="Be Vietnam Pro" pitchFamily="34" charset="-120"/>
              </a:rPr>
              <a:t> ·</a:t>
            </a:r>
            <a:r>
              <a:rPr lang="en-US" sz="1650" dirty="0" spc="-24" kern="0">
                <a:solidFill>
                  <a:srgbClr val="6B6A66"/>
                </a:solidFill>
                <a:latin typeface="Be Vietnam Pro" pitchFamily="34" charset="0"/>
                <a:ea typeface="Be Vietnam Pro" pitchFamily="34" charset="-122"/>
                <a:cs typeface="Be Vietnam Pro" pitchFamily="34" charset="-120"/>
              </a:rPr>
              <a:t> 23/24</a:t>
            </a:r>
            <a:endParaRPr lang="en-US" sz="1650" dirty="0"/>
          </a:p>
        </p:txBody>
      </p:sp>
      <p:sp>
        <p:nvSpPr>
          <p:cNvPr id="50" name="Shape 48"/>
          <p:cNvSpPr/>
          <p:nvPr/>
        </p:nvSpPr>
        <p:spPr>
          <a:xfrm>
            <a:off x="15983712" y="9076331"/>
            <a:ext cx="1645920" cy="552301"/>
          </a:xfrm>
          <a:prstGeom prst="roundRect">
            <a:avLst>
              <a:gd name="adj" fmla="val 28000"/>
            </a:avLst>
          </a:prstGeom>
          <a:solidFill>
            <a:srgbClr val="FFFFFF">
              <a:alpha val="82000"/>
            </a:srgbClr>
          </a:solidFill>
          <a:ln/>
        </p:spPr>
      </p:sp>
      <p:pic>
        <p:nvPicPr>
          <p:cNvPr id="51" name="Moda image moda-export-watermark-5905edd9-dc0f-45ee-b0ed-b82a5e863b7b"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838200" y="438150"/>
            <a:ext cx="16192500" cy="381000"/>
          </a:xfrm>
          <a:prstGeom prst="rect">
            <a:avLst/>
          </a:prstGeom>
          <a:noFill/>
          <a:ln/>
        </p:spPr>
        <p:txBody>
          <a:bodyPr wrap="square" lIns="0" tIns="10104" rIns="0" bIns="-10104" rtlCol="0" anchor="t"/>
          <a:lstStyle/>
          <a:p>
            <a:pPr algn="l" indent="0" marL="0">
              <a:lnSpc>
                <a:spcPts val="2438"/>
              </a:lnSpc>
              <a:buNone/>
            </a:pPr>
            <a:r>
              <a:rPr lang="en-US" sz="1875" dirty="0" spc="3" kern="0">
                <a:solidFill>
                  <a:srgbClr val="7C93FF"/>
                </a:solidFill>
                <a:latin typeface="Be Vietnam Pro SemiBold" pitchFamily="34" charset="0"/>
                <a:ea typeface="Be Vietnam Pro SemiBold" pitchFamily="34" charset="-122"/>
                <a:cs typeface="Be Vietnam Pro SemiBold" pitchFamily="34" charset="-120"/>
              </a:rPr>
              <a:t>NGUỒN</a:t>
            </a:r>
            <a:r>
              <a:rPr lang="en-US" sz="1875" dirty="0" spc="-3" kern="0">
                <a:solidFill>
                  <a:srgbClr val="7C93FF"/>
                </a:solidFill>
                <a:latin typeface="Be Vietnam Pro SemiBold" pitchFamily="34" charset="0"/>
                <a:ea typeface="Be Vietnam Pro SemiBold" pitchFamily="34" charset="-122"/>
                <a:cs typeface="Be Vietnam Pro SemiBold" pitchFamily="34" charset="-120"/>
              </a:rPr>
              <a:t> THAM</a:t>
            </a:r>
            <a:r>
              <a:rPr lang="en-US" sz="1875" dirty="0" spc="-15" kern="0">
                <a:solidFill>
                  <a:srgbClr val="7C93FF"/>
                </a:solidFill>
                <a:latin typeface="Be Vietnam Pro SemiBold" pitchFamily="34" charset="0"/>
                <a:ea typeface="Be Vietnam Pro SemiBold" pitchFamily="34" charset="-122"/>
                <a:cs typeface="Be Vietnam Pro SemiBold" pitchFamily="34" charset="-120"/>
              </a:rPr>
              <a:t> KHẢO</a:t>
            </a:r>
            <a:endParaRPr lang="en-US" sz="1875" dirty="0"/>
          </a:p>
        </p:txBody>
      </p:sp>
      <p:sp>
        <p:nvSpPr>
          <p:cNvPr id="3" name="Text 1"/>
          <p:cNvSpPr/>
          <p:nvPr/>
        </p:nvSpPr>
        <p:spPr>
          <a:xfrm>
            <a:off x="838200" y="1066800"/>
            <a:ext cx="16573500" cy="1476375"/>
          </a:xfrm>
          <a:prstGeom prst="rect">
            <a:avLst/>
          </a:prstGeom>
          <a:noFill/>
          <a:ln/>
        </p:spPr>
        <p:txBody>
          <a:bodyPr wrap="square" lIns="0" tIns="3048" rIns="0" bIns="-3048" rtlCol="0" anchor="t"/>
          <a:lstStyle/>
          <a:p>
            <a:pPr algn="l" indent="0" marL="0">
              <a:lnSpc>
                <a:spcPts val="6240"/>
              </a:lnSpc>
              <a:buNone/>
            </a:pPr>
            <a:r>
              <a:rPr lang="en-US" sz="4800" dirty="0" spc="-1" kern="0">
                <a:solidFill>
                  <a:srgbClr val="F3EEE3"/>
                </a:solidFill>
                <a:latin typeface="Bricolage Grotesque ExtraBold" pitchFamily="34" charset="0"/>
                <a:ea typeface="Bricolage Grotesque ExtraBold" pitchFamily="34" charset="-122"/>
                <a:cs typeface="Bricolage Grotesque ExtraBold" pitchFamily="34" charset="-120"/>
              </a:rPr>
              <a:t>Nguồn</a:t>
            </a:r>
            <a:r>
              <a:rPr lang="en-US" sz="4800" dirty="0" spc="15" kern="0">
                <a:solidFill>
                  <a:srgbClr val="F3EEE3"/>
                </a:solidFill>
                <a:latin typeface="Bricolage Grotesque ExtraBold" pitchFamily="34" charset="0"/>
                <a:ea typeface="Bricolage Grotesque ExtraBold" pitchFamily="34" charset="-122"/>
                <a:cs typeface="Bricolage Grotesque ExtraBold" pitchFamily="34" charset="-120"/>
              </a:rPr>
              <a:t> để</a:t>
            </a:r>
            <a:r>
              <a:rPr lang="en-US" sz="4800" dirty="0" spc="9" kern="0">
                <a:solidFill>
                  <a:srgbClr val="F3EEE3"/>
                </a:solidFill>
                <a:latin typeface="Bricolage Grotesque ExtraBold" pitchFamily="34" charset="0"/>
                <a:ea typeface="Bricolage Grotesque ExtraBold" pitchFamily="34" charset="-122"/>
                <a:cs typeface="Bricolage Grotesque ExtraBold" pitchFamily="34" charset="-120"/>
              </a:rPr>
              <a:t> đọc</a:t>
            </a:r>
            <a:r>
              <a:rPr lang="en-US" sz="4800" dirty="0" spc="-3" kern="0">
                <a:solidFill>
                  <a:srgbClr val="F3EEE3"/>
                </a:solidFill>
                <a:latin typeface="Bricolage Grotesque ExtraBold" pitchFamily="34" charset="0"/>
                <a:ea typeface="Bricolage Grotesque ExtraBold" pitchFamily="34" charset="-122"/>
                <a:cs typeface="Bricolage Grotesque ExtraBold" pitchFamily="34" charset="-120"/>
              </a:rPr>
              <a:t> lại</a:t>
            </a:r>
            <a:r>
              <a:rPr lang="en-US" sz="4800" dirty="0" spc="-56" kern="0">
                <a:solidFill>
                  <a:srgbClr val="F3EEE3"/>
                </a:solidFill>
                <a:latin typeface="Bricolage Grotesque ExtraBold" pitchFamily="34" charset="0"/>
                <a:ea typeface="Bricolage Grotesque ExtraBold" pitchFamily="34" charset="-122"/>
                <a:cs typeface="Bricolage Grotesque ExtraBold" pitchFamily="34" charset="-120"/>
              </a:rPr>
              <a:t> và</a:t>
            </a:r>
            <a:r>
              <a:rPr lang="en-US" sz="4800" dirty="0" spc="2" kern="0">
                <a:solidFill>
                  <a:srgbClr val="F3EEE3"/>
                </a:solidFill>
                <a:latin typeface="Bricolage Grotesque ExtraBold" pitchFamily="34" charset="0"/>
                <a:ea typeface="Bricolage Grotesque ExtraBold" pitchFamily="34" charset="-122"/>
                <a:cs typeface="Bricolage Grotesque ExtraBold" pitchFamily="34" charset="-120"/>
              </a:rPr>
              <a:t> kiểm</a:t>
            </a:r>
            <a:r>
              <a:rPr lang="en-US" sz="4800" dirty="0" spc="5" kern="0">
                <a:solidFill>
                  <a:srgbClr val="F3EEE3"/>
                </a:solidFill>
                <a:latin typeface="Bricolage Grotesque ExtraBold" pitchFamily="34" charset="0"/>
                <a:ea typeface="Bricolage Grotesque ExtraBold" pitchFamily="34" charset="-122"/>
                <a:cs typeface="Bricolage Grotesque ExtraBold" pitchFamily="34" charset="-120"/>
              </a:rPr>
              <a:t> chứng</a:t>
            </a:r>
            <a:endParaRPr lang="en-US" sz="4800" dirty="0"/>
          </a:p>
        </p:txBody>
      </p:sp>
      <p:sp>
        <p:nvSpPr>
          <p:cNvPr id="4" name="Connector line-1792794935253-82067544"/>
          <p:cNvSpPr/>
          <p:nvPr/>
        </p:nvSpPr>
        <p:spPr>
          <a:xfrm>
            <a:off x="838200" y="2647950"/>
            <a:ext cx="16611600" cy="0"/>
          </a:xfrm>
          <a:prstGeom prst="line">
            <a:avLst/>
          </a:prstGeom>
          <a:noFill/>
          <a:ln w="28575">
            <a:solidFill>
              <a:srgbClr val="363B4A"/>
            </a:solidFill>
            <a:prstDash val="solid"/>
            <a:headEnd type="none"/>
            <a:tailEnd type="none"/>
          </a:ln>
        </p:spPr>
      </p:sp>
      <p:sp>
        <p:nvSpPr>
          <p:cNvPr id="5" name="Shape 3"/>
          <p:cNvSpPr/>
          <p:nvPr/>
        </p:nvSpPr>
        <p:spPr>
          <a:xfrm>
            <a:off x="838200" y="3000375"/>
            <a:ext cx="8153400" cy="1209675"/>
          </a:xfrm>
          <a:prstGeom prst="roundRect">
            <a:avLst>
              <a:gd name="adj" fmla="val 14173"/>
            </a:avLst>
          </a:prstGeom>
          <a:solidFill>
            <a:srgbClr val="1E212B"/>
          </a:solidFill>
          <a:ln w="9525">
            <a:solidFill>
              <a:srgbClr val="363B4A"/>
            </a:solidFill>
            <a:prstDash val="solid"/>
          </a:ln>
        </p:spPr>
      </p:sp>
      <p:sp>
        <p:nvSpPr>
          <p:cNvPr id="6" name="Text 4"/>
          <p:cNvSpPr/>
          <p:nvPr/>
        </p:nvSpPr>
        <p:spPr>
          <a:xfrm>
            <a:off x="1028700" y="3190875"/>
            <a:ext cx="666750" cy="428625"/>
          </a:xfrm>
          <a:prstGeom prst="rect">
            <a:avLst/>
          </a:prstGeom>
          <a:noFill/>
          <a:ln/>
        </p:spPr>
        <p:txBody>
          <a:bodyPr wrap="square" lIns="0" tIns="10525" rIns="0" bIns="-10525" rtlCol="0" anchor="t"/>
          <a:lstStyle/>
          <a:p>
            <a:pPr algn="l" indent="0" marL="0">
              <a:lnSpc>
                <a:spcPts val="2535"/>
              </a:lnSpc>
              <a:buNone/>
            </a:pPr>
            <a:r>
              <a:rPr lang="en-US" sz="1950" b="1" dirty="0" spc="1" kern="0">
                <a:solidFill>
                  <a:srgbClr val="7C93FF"/>
                </a:solidFill>
                <a:latin typeface="Be Vietnam Pro" pitchFamily="34" charset="0"/>
                <a:ea typeface="Be Vietnam Pro" pitchFamily="34" charset="-122"/>
                <a:cs typeface="Be Vietnam Pro" pitchFamily="34" charset="-120"/>
              </a:rPr>
              <a:t>S1</a:t>
            </a:r>
            <a:endParaRPr lang="en-US" sz="1950" dirty="0"/>
          </a:p>
        </p:txBody>
      </p:sp>
      <p:sp>
        <p:nvSpPr>
          <p:cNvPr id="7" name="Text 5"/>
          <p:cNvSpPr/>
          <p:nvPr/>
        </p:nvSpPr>
        <p:spPr>
          <a:xfrm>
            <a:off x="1809750" y="3143250"/>
            <a:ext cx="6953250" cy="476250"/>
          </a:xfrm>
          <a:prstGeom prst="rect">
            <a:avLst/>
          </a:prstGeom>
          <a:noFill/>
          <a:ln/>
        </p:spPr>
        <p:txBody>
          <a:bodyPr wrap="square" lIns="0" tIns="10914" rIns="0" bIns="-10914" rtlCol="0" anchor="t"/>
          <a:lstStyle/>
          <a:p>
            <a:pPr algn="l" indent="0" marL="0">
              <a:lnSpc>
                <a:spcPts val="2633"/>
              </a:lnSpc>
              <a:buNone/>
            </a:pPr>
            <a:r>
              <a:rPr lang="en-US" sz="2025" dirty="0" spc="2" kern="0">
                <a:solidFill>
                  <a:srgbClr val="F3EEE3"/>
                </a:solidFill>
                <a:latin typeface="Be Vietnam Pro SemiBold" pitchFamily="34" charset="0"/>
                <a:ea typeface="Be Vietnam Pro SemiBold" pitchFamily="34" charset="-122"/>
                <a:cs typeface="Be Vietnam Pro SemiBold" pitchFamily="34" charset="-120"/>
              </a:rPr>
              <a:t>GitHub</a:t>
            </a:r>
            <a:r>
              <a:rPr lang="en-US" sz="2025" dirty="0" spc="-1" kern="0">
                <a:solidFill>
                  <a:srgbClr val="F3EEE3"/>
                </a:solidFill>
                <a:latin typeface="Be Vietnam Pro SemiBold" pitchFamily="34" charset="0"/>
                <a:ea typeface="Be Vietnam Pro SemiBold" pitchFamily="34" charset="-122"/>
                <a:cs typeface="Be Vietnam Pro SemiBold" pitchFamily="34" charset="-120"/>
              </a:rPr>
              <a:t> —</a:t>
            </a:r>
            <a:r>
              <a:rPr lang="en-US" sz="2025" dirty="0" spc="-11" kern="0">
                <a:solidFill>
                  <a:srgbClr val="F3EEE3"/>
                </a:solidFill>
                <a:latin typeface="Be Vietnam Pro SemiBold" pitchFamily="34" charset="0"/>
                <a:ea typeface="Be Vietnam Pro SemiBold" pitchFamily="34" charset="-122"/>
                <a:cs typeface="Be Vietnam Pro SemiBold" pitchFamily="34" charset="-120"/>
              </a:rPr>
              <a:t> metadata</a:t>
            </a:r>
            <a:r>
              <a:rPr lang="en-US" sz="2025" dirty="0" spc="-15" kern="0">
                <a:solidFill>
                  <a:srgbClr val="F3EEE3"/>
                </a:solidFill>
                <a:latin typeface="Be Vietnam Pro SemiBold" pitchFamily="34" charset="0"/>
                <a:ea typeface="Be Vietnam Pro SemiBold" pitchFamily="34" charset="-122"/>
                <a:cs typeface="Be Vietnam Pro SemiBold" pitchFamily="34" charset="-120"/>
              </a:rPr>
              <a:t> và</a:t>
            </a:r>
            <a:r>
              <a:rPr lang="en-US" sz="2025" dirty="0" spc="-27" kern="0">
                <a:solidFill>
                  <a:srgbClr val="F3EEE3"/>
                </a:solidFill>
                <a:latin typeface="Be Vietnam Pro SemiBold" pitchFamily="34" charset="0"/>
                <a:ea typeface="Be Vietnam Pro SemiBold" pitchFamily="34" charset="-122"/>
                <a:cs typeface="Be Vietnam Pro SemiBold" pitchFamily="34" charset="-120"/>
              </a:rPr>
              <a:t> kết</a:t>
            </a:r>
            <a:r>
              <a:rPr lang="en-US" sz="2025" dirty="0" spc="2" kern="0">
                <a:solidFill>
                  <a:srgbClr val="F3EEE3"/>
                </a:solidFill>
                <a:latin typeface="Be Vietnam Pro SemiBold" pitchFamily="34" charset="0"/>
                <a:ea typeface="Be Vietnam Pro SemiBold" pitchFamily="34" charset="-122"/>
                <a:cs typeface="Be Vietnam Pro SemiBold" pitchFamily="34" charset="-120"/>
              </a:rPr>
              <a:t> quả</a:t>
            </a:r>
            <a:r>
              <a:rPr lang="en-US" sz="2025" dirty="0" spc="1" kern="0">
                <a:solidFill>
                  <a:srgbClr val="F3EEE3"/>
                </a:solidFill>
                <a:latin typeface="Be Vietnam Pro SemiBold" pitchFamily="34" charset="0"/>
                <a:ea typeface="Be Vietnam Pro SemiBold" pitchFamily="34" charset="-122"/>
                <a:cs typeface="Be Vietnam Pro SemiBold" pitchFamily="34" charset="-120"/>
              </a:rPr>
              <a:t> tìm</a:t>
            </a:r>
            <a:r>
              <a:rPr lang="en-US" sz="2025" dirty="0" spc="-14" kern="0">
                <a:solidFill>
                  <a:srgbClr val="F3EEE3"/>
                </a:solidFill>
                <a:latin typeface="Be Vietnam Pro SemiBold" pitchFamily="34" charset="0"/>
                <a:ea typeface="Be Vietnam Pro SemiBold" pitchFamily="34" charset="-122"/>
                <a:cs typeface="Be Vietnam Pro SemiBold" pitchFamily="34" charset="-120"/>
              </a:rPr>
              <a:t> repo</a:t>
            </a:r>
            <a:r>
              <a:rPr lang="en-US" sz="2025" dirty="0" spc="-3" kern="0">
                <a:solidFill>
                  <a:srgbClr val="F3EEE3"/>
                </a:solidFill>
                <a:latin typeface="Be Vietnam Pro SemiBold" pitchFamily="34" charset="0"/>
                <a:ea typeface="Be Vietnam Pro SemiBold" pitchFamily="34" charset="-122"/>
                <a:cs typeface="Be Vietnam Pro SemiBold" pitchFamily="34" charset="-120"/>
              </a:rPr>
              <a:t> theo</a:t>
            </a:r>
            <a:r>
              <a:rPr lang="en-US" sz="2025" dirty="0" spc="-1" kern="0">
                <a:solidFill>
                  <a:srgbClr val="F3EEE3"/>
                </a:solidFill>
                <a:latin typeface="Be Vietnam Pro SemiBold" pitchFamily="34" charset="0"/>
                <a:ea typeface="Be Vietnam Pro SemiBold" pitchFamily="34" charset="-122"/>
                <a:cs typeface="Be Vietnam Pro SemiBold" pitchFamily="34" charset="-120"/>
              </a:rPr>
              <a:t> sao</a:t>
            </a:r>
            <a:endParaRPr lang="en-US" sz="2025" dirty="0"/>
          </a:p>
        </p:txBody>
      </p:sp>
      <p:sp>
        <p:nvSpPr>
          <p:cNvPr id="8" name="Text 6"/>
          <p:cNvSpPr/>
          <p:nvPr/>
        </p:nvSpPr>
        <p:spPr>
          <a:xfrm>
            <a:off x="1809750" y="3667125"/>
            <a:ext cx="6953250" cy="457200"/>
          </a:xfrm>
          <a:prstGeom prst="rect">
            <a:avLst/>
          </a:prstGeom>
          <a:noFill/>
          <a:ln/>
        </p:spPr>
        <p:txBody>
          <a:bodyPr wrap="square" lIns="0" tIns="8906" rIns="0" bIns="-8906" rtlCol="0" anchor="t"/>
          <a:lstStyle/>
          <a:p>
            <a:pPr algn="l" indent="0" marL="0">
              <a:lnSpc>
                <a:spcPts val="2145"/>
              </a:lnSpc>
              <a:buNone/>
            </a:pPr>
            <a:r>
              <a:rPr lang="en-US" sz="1650" dirty="0" spc="-6" kern="0">
                <a:solidFill>
                  <a:srgbClr val="9AA0B5"/>
                </a:solidFill>
                <a:latin typeface="Be Vietnam Pro" pitchFamily="34" charset="0"/>
                <a:ea typeface="Be Vietnam Pro" pitchFamily="34" charset="-122"/>
                <a:cs typeface="Be Vietnam Pro" pitchFamily="34" charset="-120"/>
              </a:rPr>
              <a:t>github.com/search</a:t>
            </a:r>
            <a:r>
              <a:rPr lang="en-US" sz="1650" dirty="0" spc="0" kern="0">
                <a:solidFill>
                  <a:srgbClr val="9AA0B5"/>
                </a:solidFill>
                <a:latin typeface="Be Vietnam Pro" pitchFamily="34" charset="0"/>
                <a:ea typeface="Be Vietnam Pro" pitchFamily="34" charset="-122"/>
                <a:cs typeface="Be Vietnam Pro" pitchFamily="34" charset="-120"/>
              </a:rPr>
              <a:t> ·</a:t>
            </a:r>
            <a:r>
              <a:rPr lang="en-US" sz="1650" dirty="0" spc="-5" kern="0">
                <a:solidFill>
                  <a:srgbClr val="9AA0B5"/>
                </a:solidFill>
                <a:latin typeface="Be Vietnam Pro" pitchFamily="34" charset="0"/>
                <a:ea typeface="Be Vietnam Pro" pitchFamily="34" charset="-122"/>
                <a:cs typeface="Be Vietnam Pro" pitchFamily="34" charset="-120"/>
              </a:rPr>
              <a:t> tổng sao</a:t>
            </a:r>
            <a:r>
              <a:rPr lang="en-US" sz="1650" dirty="0" spc="0" kern="0">
                <a:solidFill>
                  <a:srgbClr val="9AA0B5"/>
                </a:solidFill>
                <a:latin typeface="Be Vietnam Pro" pitchFamily="34" charset="0"/>
                <a:ea typeface="Be Vietnam Pro" pitchFamily="34" charset="-122"/>
                <a:cs typeface="Be Vietnam Pro" pitchFamily="34" charset="-120"/>
              </a:rPr>
              <a:t> giảm</a:t>
            </a:r>
            <a:r>
              <a:rPr lang="en-US" sz="1650" dirty="0" spc="1" kern="0">
                <a:solidFill>
                  <a:srgbClr val="9AA0B5"/>
                </a:solidFill>
                <a:latin typeface="Be Vietnam Pro" pitchFamily="34" charset="0"/>
                <a:ea typeface="Be Vietnam Pro" pitchFamily="34" charset="-122"/>
                <a:cs typeface="Be Vietnam Pro" pitchFamily="34" charset="-120"/>
              </a:rPr>
              <a:t> dần</a:t>
            </a:r>
            <a:endParaRPr lang="en-US" sz="1650" dirty="0"/>
          </a:p>
        </p:txBody>
      </p:sp>
      <p:sp>
        <p:nvSpPr>
          <p:cNvPr id="9" name="Shape 7"/>
          <p:cNvSpPr/>
          <p:nvPr/>
        </p:nvSpPr>
        <p:spPr>
          <a:xfrm>
            <a:off x="838200" y="4362450"/>
            <a:ext cx="8153400" cy="1209675"/>
          </a:xfrm>
          <a:prstGeom prst="roundRect">
            <a:avLst>
              <a:gd name="adj" fmla="val 14173"/>
            </a:avLst>
          </a:prstGeom>
          <a:solidFill>
            <a:srgbClr val="1E212B"/>
          </a:solidFill>
          <a:ln w="9525">
            <a:solidFill>
              <a:srgbClr val="363B4A"/>
            </a:solidFill>
            <a:prstDash val="solid"/>
          </a:ln>
        </p:spPr>
      </p:sp>
      <p:sp>
        <p:nvSpPr>
          <p:cNvPr id="10" name="Text 8"/>
          <p:cNvSpPr/>
          <p:nvPr/>
        </p:nvSpPr>
        <p:spPr>
          <a:xfrm>
            <a:off x="1028700" y="4552950"/>
            <a:ext cx="666750" cy="428625"/>
          </a:xfrm>
          <a:prstGeom prst="rect">
            <a:avLst/>
          </a:prstGeom>
          <a:noFill/>
          <a:ln/>
        </p:spPr>
        <p:txBody>
          <a:bodyPr wrap="square" lIns="0" tIns="10525" rIns="0" bIns="-10525" rtlCol="0" anchor="t"/>
          <a:lstStyle/>
          <a:p>
            <a:pPr algn="l" indent="0" marL="0">
              <a:lnSpc>
                <a:spcPts val="2535"/>
              </a:lnSpc>
              <a:buNone/>
            </a:pPr>
            <a:r>
              <a:rPr lang="en-US" sz="1950" b="1" dirty="0" spc="-3" kern="0">
                <a:solidFill>
                  <a:srgbClr val="FFB454"/>
                </a:solidFill>
                <a:latin typeface="Be Vietnam Pro" pitchFamily="34" charset="0"/>
                <a:ea typeface="Be Vietnam Pro" pitchFamily="34" charset="-122"/>
                <a:cs typeface="Be Vietnam Pro" pitchFamily="34" charset="-120"/>
              </a:rPr>
              <a:t>S2</a:t>
            </a:r>
            <a:endParaRPr lang="en-US" sz="1950" dirty="0"/>
          </a:p>
        </p:txBody>
      </p:sp>
      <p:sp>
        <p:nvSpPr>
          <p:cNvPr id="11" name="Text 9"/>
          <p:cNvSpPr/>
          <p:nvPr/>
        </p:nvSpPr>
        <p:spPr>
          <a:xfrm>
            <a:off x="1809750" y="4505325"/>
            <a:ext cx="6953250" cy="476250"/>
          </a:xfrm>
          <a:prstGeom prst="rect">
            <a:avLst/>
          </a:prstGeom>
          <a:noFill/>
          <a:ln/>
        </p:spPr>
        <p:txBody>
          <a:bodyPr wrap="square" lIns="0" tIns="10914" rIns="0" bIns="-10914" rtlCol="0" anchor="t"/>
          <a:lstStyle/>
          <a:p>
            <a:pPr algn="l" indent="0" marL="0">
              <a:lnSpc>
                <a:spcPts val="2633"/>
              </a:lnSpc>
              <a:buNone/>
            </a:pPr>
            <a:r>
              <a:rPr lang="en-US" sz="2025" dirty="0" spc="-10" kern="0">
                <a:solidFill>
                  <a:srgbClr val="F3EEE3"/>
                </a:solidFill>
                <a:latin typeface="Be Vietnam Pro SemiBold" pitchFamily="34" charset="0"/>
                <a:ea typeface="Be Vietnam Pro SemiBold" pitchFamily="34" charset="-122"/>
                <a:cs typeface="Be Vietnam Pro SemiBold" pitchFamily="34" charset="-120"/>
              </a:rPr>
              <a:t>CodeCrafters</a:t>
            </a:r>
            <a:r>
              <a:rPr lang="en-US" sz="2025" dirty="0" spc="1" kern="0">
                <a:solidFill>
                  <a:srgbClr val="F3EEE3"/>
                </a:solidFill>
                <a:latin typeface="Be Vietnam Pro SemiBold" pitchFamily="34" charset="0"/>
                <a:ea typeface="Be Vietnam Pro SemiBold" pitchFamily="34" charset="-122"/>
                <a:cs typeface="Be Vietnam Pro SemiBold" pitchFamily="34" charset="-120"/>
              </a:rPr>
              <a:t> —</a:t>
            </a:r>
            <a:r>
              <a:rPr lang="en-US" sz="2025" dirty="0" spc="-6" kern="0">
                <a:solidFill>
                  <a:srgbClr val="F3EEE3"/>
                </a:solidFill>
                <a:latin typeface="Be Vietnam Pro SemiBold" pitchFamily="34" charset="0"/>
                <a:ea typeface="Be Vietnam Pro SemiBold" pitchFamily="34" charset="-122"/>
                <a:cs typeface="Be Vietnam Pro SemiBold" pitchFamily="34" charset="-120"/>
              </a:rPr>
              <a:t> build-your-own-x</a:t>
            </a:r>
            <a:r>
              <a:rPr lang="en-US" sz="2025" dirty="0" spc="-3" kern="0">
                <a:solidFill>
                  <a:srgbClr val="F3EEE3"/>
                </a:solidFill>
                <a:latin typeface="Be Vietnam Pro SemiBold" pitchFamily="34" charset="0"/>
                <a:ea typeface="Be Vietnam Pro SemiBold" pitchFamily="34" charset="-122"/>
                <a:cs typeface="Be Vietnam Pro SemiBold" pitchFamily="34" charset="-120"/>
              </a:rPr>
              <a:t> /</a:t>
            </a:r>
            <a:r>
              <a:rPr lang="en-US" sz="2025" dirty="0" spc="0" kern="0">
                <a:solidFill>
                  <a:srgbClr val="F3EEE3"/>
                </a:solidFill>
                <a:latin typeface="Be Vietnam Pro SemiBold" pitchFamily="34" charset="0"/>
                <a:ea typeface="Be Vietnam Pro SemiBold" pitchFamily="34" charset="-122"/>
                <a:cs typeface="Be Vietnam Pro SemiBold" pitchFamily="34" charset="-120"/>
              </a:rPr>
              <a:t> README</a:t>
            </a:r>
            <a:endParaRPr lang="en-US" sz="2025" dirty="0"/>
          </a:p>
        </p:txBody>
      </p:sp>
      <p:sp>
        <p:nvSpPr>
          <p:cNvPr id="12" name="Text 10"/>
          <p:cNvSpPr/>
          <p:nvPr/>
        </p:nvSpPr>
        <p:spPr>
          <a:xfrm>
            <a:off x="1809750" y="5029200"/>
            <a:ext cx="6953250" cy="457200"/>
          </a:xfrm>
          <a:prstGeom prst="rect">
            <a:avLst/>
          </a:prstGeom>
          <a:noFill/>
          <a:ln/>
        </p:spPr>
        <p:txBody>
          <a:bodyPr wrap="square" lIns="0" tIns="8906" rIns="0" bIns="-8906" rtlCol="0" anchor="t"/>
          <a:lstStyle/>
          <a:p>
            <a:pPr algn="l" indent="0" marL="0">
              <a:lnSpc>
                <a:spcPts val="2145"/>
              </a:lnSpc>
              <a:buNone/>
            </a:pPr>
            <a:r>
              <a:rPr lang="en-US" sz="1650" dirty="0" spc="-5" kern="0">
                <a:solidFill>
                  <a:srgbClr val="9AA0B5"/>
                </a:solidFill>
                <a:latin typeface="Be Vietnam Pro" pitchFamily="34" charset="0"/>
                <a:ea typeface="Be Vietnam Pro" pitchFamily="34" charset="-122"/>
                <a:cs typeface="Be Vietnam Pro" pitchFamily="34" charset="-120"/>
              </a:rPr>
              <a:t>codecrafters-io/build-your-own-x/blob/master/README.md</a:t>
            </a:r>
            <a:endParaRPr lang="en-US" sz="1650" dirty="0"/>
          </a:p>
        </p:txBody>
      </p:sp>
      <p:sp>
        <p:nvSpPr>
          <p:cNvPr id="13" name="Shape 11"/>
          <p:cNvSpPr/>
          <p:nvPr/>
        </p:nvSpPr>
        <p:spPr>
          <a:xfrm>
            <a:off x="838200" y="5724525"/>
            <a:ext cx="8153400" cy="1209675"/>
          </a:xfrm>
          <a:prstGeom prst="roundRect">
            <a:avLst>
              <a:gd name="adj" fmla="val 14173"/>
            </a:avLst>
          </a:prstGeom>
          <a:solidFill>
            <a:srgbClr val="1E212B"/>
          </a:solidFill>
          <a:ln w="9525">
            <a:solidFill>
              <a:srgbClr val="363B4A"/>
            </a:solidFill>
            <a:prstDash val="solid"/>
          </a:ln>
        </p:spPr>
      </p:sp>
      <p:sp>
        <p:nvSpPr>
          <p:cNvPr id="14" name="Text 12"/>
          <p:cNvSpPr/>
          <p:nvPr/>
        </p:nvSpPr>
        <p:spPr>
          <a:xfrm>
            <a:off x="1028700" y="5915025"/>
            <a:ext cx="666750" cy="428625"/>
          </a:xfrm>
          <a:prstGeom prst="rect">
            <a:avLst/>
          </a:prstGeom>
          <a:noFill/>
          <a:ln/>
        </p:spPr>
        <p:txBody>
          <a:bodyPr wrap="square" lIns="0" tIns="10525" rIns="0" bIns="-10525" rtlCol="0" anchor="t"/>
          <a:lstStyle/>
          <a:p>
            <a:pPr algn="l" indent="0" marL="0">
              <a:lnSpc>
                <a:spcPts val="2535"/>
              </a:lnSpc>
              <a:buNone/>
            </a:pPr>
            <a:r>
              <a:rPr lang="en-US" sz="1950" b="1" dirty="0" kern="0">
                <a:solidFill>
                  <a:srgbClr val="3DD6A0"/>
                </a:solidFill>
                <a:latin typeface="Be Vietnam Pro" pitchFamily="34" charset="0"/>
                <a:ea typeface="Be Vietnam Pro" pitchFamily="34" charset="-122"/>
                <a:cs typeface="Be Vietnam Pro" pitchFamily="34" charset="-120"/>
              </a:rPr>
              <a:t>S3</a:t>
            </a:r>
            <a:endParaRPr lang="en-US" sz="1950" dirty="0"/>
          </a:p>
        </p:txBody>
      </p:sp>
      <p:sp>
        <p:nvSpPr>
          <p:cNvPr id="15" name="Text 13"/>
          <p:cNvSpPr/>
          <p:nvPr/>
        </p:nvSpPr>
        <p:spPr>
          <a:xfrm>
            <a:off x="1809750" y="5867400"/>
            <a:ext cx="6953250" cy="476250"/>
          </a:xfrm>
          <a:prstGeom prst="rect">
            <a:avLst/>
          </a:prstGeom>
          <a:noFill/>
          <a:ln/>
        </p:spPr>
        <p:txBody>
          <a:bodyPr wrap="square" lIns="0" tIns="10914" rIns="0" bIns="-10914" rtlCol="0" anchor="t"/>
          <a:lstStyle/>
          <a:p>
            <a:pPr algn="l" indent="0" marL="0">
              <a:lnSpc>
                <a:spcPts val="2633"/>
              </a:lnSpc>
              <a:buNone/>
            </a:pPr>
            <a:r>
              <a:rPr lang="en-US" sz="2025" dirty="0" spc="-9" kern="0">
                <a:solidFill>
                  <a:srgbClr val="F3EEE3"/>
                </a:solidFill>
                <a:latin typeface="Be Vietnam Pro SemiBold" pitchFamily="34" charset="0"/>
                <a:ea typeface="Be Vietnam Pro SemiBold" pitchFamily="34" charset="-122"/>
                <a:cs typeface="Be Vietnam Pro SemiBold" pitchFamily="34" charset="-120"/>
              </a:rPr>
              <a:t>Sindre</a:t>
            </a:r>
            <a:r>
              <a:rPr lang="en-US" sz="2025" dirty="0" spc="2" kern="0">
                <a:solidFill>
                  <a:srgbClr val="F3EEE3"/>
                </a:solidFill>
                <a:latin typeface="Be Vietnam Pro SemiBold" pitchFamily="34" charset="0"/>
                <a:ea typeface="Be Vietnam Pro SemiBold" pitchFamily="34" charset="-122"/>
                <a:cs typeface="Be Vietnam Pro SemiBold" pitchFamily="34" charset="-120"/>
              </a:rPr>
              <a:t> Sorhus</a:t>
            </a:r>
            <a:r>
              <a:rPr lang="en-US" sz="2025" dirty="0" spc="-1" kern="0">
                <a:solidFill>
                  <a:srgbClr val="F3EEE3"/>
                </a:solidFill>
                <a:latin typeface="Be Vietnam Pro SemiBold" pitchFamily="34" charset="0"/>
                <a:ea typeface="Be Vietnam Pro SemiBold" pitchFamily="34" charset="-122"/>
                <a:cs typeface="Be Vietnam Pro SemiBold" pitchFamily="34" charset="-120"/>
              </a:rPr>
              <a:t> —</a:t>
            </a:r>
            <a:r>
              <a:rPr lang="en-US" sz="2025" dirty="0" spc="-14" kern="0">
                <a:solidFill>
                  <a:srgbClr val="F3EEE3"/>
                </a:solidFill>
                <a:latin typeface="Be Vietnam Pro SemiBold" pitchFamily="34" charset="0"/>
                <a:ea typeface="Be Vietnam Pro SemiBold" pitchFamily="34" charset="-122"/>
                <a:cs typeface="Be Vietnam Pro SemiBold" pitchFamily="34" charset="-120"/>
              </a:rPr>
              <a:t> awesome</a:t>
            </a:r>
            <a:r>
              <a:rPr lang="en-US" sz="2025" dirty="0" spc="-3" kern="0">
                <a:solidFill>
                  <a:srgbClr val="F3EEE3"/>
                </a:solidFill>
                <a:latin typeface="Be Vietnam Pro SemiBold" pitchFamily="34" charset="0"/>
                <a:ea typeface="Be Vietnam Pro SemiBold" pitchFamily="34" charset="-122"/>
                <a:cs typeface="Be Vietnam Pro SemiBold" pitchFamily="34" charset="-120"/>
              </a:rPr>
              <a:t> /</a:t>
            </a:r>
            <a:r>
              <a:rPr lang="en-US" sz="2025" dirty="0" spc="0" kern="0">
                <a:solidFill>
                  <a:srgbClr val="F3EEE3"/>
                </a:solidFill>
                <a:latin typeface="Be Vietnam Pro SemiBold" pitchFamily="34" charset="0"/>
                <a:ea typeface="Be Vietnam Pro SemiBold" pitchFamily="34" charset="-122"/>
                <a:cs typeface="Be Vietnam Pro SemiBold" pitchFamily="34" charset="-120"/>
              </a:rPr>
              <a:t> README</a:t>
            </a:r>
            <a:endParaRPr lang="en-US" sz="2025" dirty="0"/>
          </a:p>
        </p:txBody>
      </p:sp>
      <p:sp>
        <p:nvSpPr>
          <p:cNvPr id="16" name="Text 14"/>
          <p:cNvSpPr/>
          <p:nvPr/>
        </p:nvSpPr>
        <p:spPr>
          <a:xfrm>
            <a:off x="1809750" y="6391275"/>
            <a:ext cx="6953250" cy="457200"/>
          </a:xfrm>
          <a:prstGeom prst="rect">
            <a:avLst/>
          </a:prstGeom>
          <a:noFill/>
          <a:ln/>
        </p:spPr>
        <p:txBody>
          <a:bodyPr wrap="square" lIns="0" tIns="8906" rIns="0" bIns="-8906" rtlCol="0" anchor="t"/>
          <a:lstStyle/>
          <a:p>
            <a:pPr algn="l" indent="0" marL="0">
              <a:lnSpc>
                <a:spcPts val="2145"/>
              </a:lnSpc>
              <a:buNone/>
            </a:pPr>
            <a:r>
              <a:rPr lang="en-US" sz="1650" dirty="0" spc="-9" kern="0">
                <a:solidFill>
                  <a:srgbClr val="9AA0B5"/>
                </a:solidFill>
                <a:latin typeface="Be Vietnam Pro" pitchFamily="34" charset="0"/>
                <a:ea typeface="Be Vietnam Pro" pitchFamily="34" charset="-122"/>
                <a:cs typeface="Be Vietnam Pro" pitchFamily="34" charset="-120"/>
              </a:rPr>
              <a:t>sindresorhus/awesome/blob/main/readme.md</a:t>
            </a:r>
            <a:endParaRPr lang="en-US" sz="1650" dirty="0"/>
          </a:p>
        </p:txBody>
      </p:sp>
      <p:sp>
        <p:nvSpPr>
          <p:cNvPr id="17" name="Shape 15"/>
          <p:cNvSpPr/>
          <p:nvPr/>
        </p:nvSpPr>
        <p:spPr>
          <a:xfrm>
            <a:off x="838200" y="7086600"/>
            <a:ext cx="8153400" cy="1209675"/>
          </a:xfrm>
          <a:prstGeom prst="roundRect">
            <a:avLst>
              <a:gd name="adj" fmla="val 14173"/>
            </a:avLst>
          </a:prstGeom>
          <a:solidFill>
            <a:srgbClr val="1E212B"/>
          </a:solidFill>
          <a:ln w="9525">
            <a:solidFill>
              <a:srgbClr val="363B4A"/>
            </a:solidFill>
            <a:prstDash val="solid"/>
          </a:ln>
        </p:spPr>
      </p:sp>
      <p:sp>
        <p:nvSpPr>
          <p:cNvPr id="18" name="Text 16"/>
          <p:cNvSpPr/>
          <p:nvPr/>
        </p:nvSpPr>
        <p:spPr>
          <a:xfrm>
            <a:off x="1028700" y="7277100"/>
            <a:ext cx="666750" cy="428625"/>
          </a:xfrm>
          <a:prstGeom prst="rect">
            <a:avLst/>
          </a:prstGeom>
          <a:noFill/>
          <a:ln/>
        </p:spPr>
        <p:txBody>
          <a:bodyPr wrap="square" lIns="0" tIns="10525" rIns="0" bIns="-10525" rtlCol="0" anchor="t"/>
          <a:lstStyle/>
          <a:p>
            <a:pPr algn="l" indent="0" marL="0">
              <a:lnSpc>
                <a:spcPts val="2535"/>
              </a:lnSpc>
              <a:buNone/>
            </a:pPr>
            <a:r>
              <a:rPr lang="en-US" sz="1950" b="1" dirty="0" spc="1" kern="0">
                <a:solidFill>
                  <a:srgbClr val="7C93FF"/>
                </a:solidFill>
                <a:latin typeface="Be Vietnam Pro" pitchFamily="34" charset="0"/>
                <a:ea typeface="Be Vietnam Pro" pitchFamily="34" charset="-122"/>
                <a:cs typeface="Be Vietnam Pro" pitchFamily="34" charset="-120"/>
              </a:rPr>
              <a:t>S4</a:t>
            </a:r>
            <a:endParaRPr lang="en-US" sz="1950" dirty="0"/>
          </a:p>
        </p:txBody>
      </p:sp>
      <p:sp>
        <p:nvSpPr>
          <p:cNvPr id="19" name="Text 17"/>
          <p:cNvSpPr/>
          <p:nvPr/>
        </p:nvSpPr>
        <p:spPr>
          <a:xfrm>
            <a:off x="1809750" y="7229475"/>
            <a:ext cx="6953250" cy="476250"/>
          </a:xfrm>
          <a:prstGeom prst="rect">
            <a:avLst/>
          </a:prstGeom>
          <a:noFill/>
          <a:ln/>
        </p:spPr>
        <p:txBody>
          <a:bodyPr wrap="square" lIns="0" tIns="10914" rIns="0" bIns="-10914" rtlCol="0" anchor="t"/>
          <a:lstStyle/>
          <a:p>
            <a:pPr algn="l" indent="0" marL="0">
              <a:lnSpc>
                <a:spcPts val="2633"/>
              </a:lnSpc>
              <a:buNone/>
            </a:pPr>
            <a:r>
              <a:rPr lang="en-US" sz="2025" dirty="0" spc="-9" kern="0">
                <a:solidFill>
                  <a:srgbClr val="F3EEE3"/>
                </a:solidFill>
                <a:latin typeface="Be Vietnam Pro SemiBold" pitchFamily="34" charset="0"/>
                <a:ea typeface="Be Vietnam Pro SemiBold" pitchFamily="34" charset="-122"/>
                <a:cs typeface="Be Vietnam Pro SemiBold" pitchFamily="34" charset="-120"/>
              </a:rPr>
              <a:t>Sindre</a:t>
            </a:r>
            <a:r>
              <a:rPr lang="en-US" sz="2025" dirty="0" spc="2" kern="0">
                <a:solidFill>
                  <a:srgbClr val="F3EEE3"/>
                </a:solidFill>
                <a:latin typeface="Be Vietnam Pro SemiBold" pitchFamily="34" charset="0"/>
                <a:ea typeface="Be Vietnam Pro SemiBold" pitchFamily="34" charset="-122"/>
                <a:cs typeface="Be Vietnam Pro SemiBold" pitchFamily="34" charset="-120"/>
              </a:rPr>
              <a:t> Sorhus</a:t>
            </a:r>
            <a:r>
              <a:rPr lang="en-US" sz="2025" dirty="0" spc="-1" kern="0">
                <a:solidFill>
                  <a:srgbClr val="F3EEE3"/>
                </a:solidFill>
                <a:latin typeface="Be Vietnam Pro SemiBold" pitchFamily="34" charset="0"/>
                <a:ea typeface="Be Vietnam Pro SemiBold" pitchFamily="34" charset="-122"/>
                <a:cs typeface="Be Vietnam Pro SemiBold" pitchFamily="34" charset="-120"/>
              </a:rPr>
              <a:t> —</a:t>
            </a:r>
            <a:r>
              <a:rPr lang="en-US" sz="2025" dirty="0" spc="0" kern="0">
                <a:solidFill>
                  <a:srgbClr val="F3EEE3"/>
                </a:solidFill>
                <a:latin typeface="Be Vietnam Pro SemiBold" pitchFamily="34" charset="0"/>
                <a:ea typeface="Be Vietnam Pro SemiBold" pitchFamily="34" charset="-122"/>
                <a:cs typeface="Be Vietnam Pro SemiBold" pitchFamily="34" charset="-120"/>
              </a:rPr>
              <a:t> The</a:t>
            </a:r>
            <a:r>
              <a:rPr lang="en-US" sz="2025" dirty="0" spc="-14" kern="0">
                <a:solidFill>
                  <a:srgbClr val="F3EEE3"/>
                </a:solidFill>
                <a:latin typeface="Be Vietnam Pro SemiBold" pitchFamily="34" charset="0"/>
                <a:ea typeface="Be Vietnam Pro SemiBold" pitchFamily="34" charset="-122"/>
                <a:cs typeface="Be Vietnam Pro SemiBold" pitchFamily="34" charset="-120"/>
              </a:rPr>
              <a:t> awesome</a:t>
            </a:r>
            <a:r>
              <a:rPr lang="en-US" sz="2025" dirty="0" spc="-10" kern="0">
                <a:solidFill>
                  <a:srgbClr val="F3EEE3"/>
                </a:solidFill>
                <a:latin typeface="Be Vietnam Pro SemiBold" pitchFamily="34" charset="0"/>
                <a:ea typeface="Be Vietnam Pro SemiBold" pitchFamily="34" charset="-122"/>
                <a:cs typeface="Be Vietnam Pro SemiBold" pitchFamily="34" charset="-120"/>
              </a:rPr>
              <a:t> manifesto</a:t>
            </a:r>
            <a:endParaRPr lang="en-US" sz="2025" dirty="0"/>
          </a:p>
        </p:txBody>
      </p:sp>
      <p:sp>
        <p:nvSpPr>
          <p:cNvPr id="20" name="Text 18"/>
          <p:cNvSpPr/>
          <p:nvPr/>
        </p:nvSpPr>
        <p:spPr>
          <a:xfrm>
            <a:off x="1809750" y="7753350"/>
            <a:ext cx="6953250" cy="457200"/>
          </a:xfrm>
          <a:prstGeom prst="rect">
            <a:avLst/>
          </a:prstGeom>
          <a:noFill/>
          <a:ln/>
        </p:spPr>
        <p:txBody>
          <a:bodyPr wrap="square" lIns="0" tIns="8906" rIns="0" bIns="-8906" rtlCol="0" anchor="t"/>
          <a:lstStyle/>
          <a:p>
            <a:pPr algn="l" indent="0" marL="0">
              <a:lnSpc>
                <a:spcPts val="2145"/>
              </a:lnSpc>
              <a:buNone/>
            </a:pPr>
            <a:r>
              <a:rPr lang="en-US" sz="1650" dirty="0" spc="-12" kern="0">
                <a:solidFill>
                  <a:srgbClr val="9AA0B5"/>
                </a:solidFill>
                <a:latin typeface="Be Vietnam Pro" pitchFamily="34" charset="0"/>
                <a:ea typeface="Be Vietnam Pro" pitchFamily="34" charset="-122"/>
                <a:cs typeface="Be Vietnam Pro" pitchFamily="34" charset="-120"/>
              </a:rPr>
              <a:t>sindresorhus/awesome/blob/main/awesome.md</a:t>
            </a:r>
            <a:endParaRPr lang="en-US" sz="1650" dirty="0"/>
          </a:p>
        </p:txBody>
      </p:sp>
      <p:sp>
        <p:nvSpPr>
          <p:cNvPr id="21" name="Shape 19"/>
          <p:cNvSpPr/>
          <p:nvPr/>
        </p:nvSpPr>
        <p:spPr>
          <a:xfrm>
            <a:off x="9296400" y="3000375"/>
            <a:ext cx="8153400" cy="1209675"/>
          </a:xfrm>
          <a:prstGeom prst="roundRect">
            <a:avLst>
              <a:gd name="adj" fmla="val 14173"/>
            </a:avLst>
          </a:prstGeom>
          <a:solidFill>
            <a:srgbClr val="1E212B"/>
          </a:solidFill>
          <a:ln w="9525">
            <a:solidFill>
              <a:srgbClr val="363B4A"/>
            </a:solidFill>
            <a:prstDash val="solid"/>
          </a:ln>
        </p:spPr>
      </p:sp>
      <p:sp>
        <p:nvSpPr>
          <p:cNvPr id="22" name="Text 20"/>
          <p:cNvSpPr/>
          <p:nvPr/>
        </p:nvSpPr>
        <p:spPr>
          <a:xfrm>
            <a:off x="9486900" y="3190875"/>
            <a:ext cx="666750" cy="428625"/>
          </a:xfrm>
          <a:prstGeom prst="rect">
            <a:avLst/>
          </a:prstGeom>
          <a:noFill/>
          <a:ln/>
        </p:spPr>
        <p:txBody>
          <a:bodyPr wrap="square" lIns="0" tIns="10525" rIns="0" bIns="-10525" rtlCol="0" anchor="t"/>
          <a:lstStyle/>
          <a:p>
            <a:pPr algn="l" indent="0" marL="0">
              <a:lnSpc>
                <a:spcPts val="2535"/>
              </a:lnSpc>
              <a:buNone/>
            </a:pPr>
            <a:r>
              <a:rPr lang="en-US" sz="1950" b="1" dirty="0" spc="2" kern="0">
                <a:solidFill>
                  <a:srgbClr val="FFB454"/>
                </a:solidFill>
                <a:latin typeface="Be Vietnam Pro" pitchFamily="34" charset="0"/>
                <a:ea typeface="Be Vietnam Pro" pitchFamily="34" charset="-122"/>
                <a:cs typeface="Be Vietnam Pro" pitchFamily="34" charset="-120"/>
              </a:rPr>
              <a:t>S5</a:t>
            </a:r>
            <a:endParaRPr lang="en-US" sz="1950" dirty="0"/>
          </a:p>
        </p:txBody>
      </p:sp>
      <p:sp>
        <p:nvSpPr>
          <p:cNvPr id="23" name="Text 21"/>
          <p:cNvSpPr/>
          <p:nvPr/>
        </p:nvSpPr>
        <p:spPr>
          <a:xfrm>
            <a:off x="10267950" y="3143250"/>
            <a:ext cx="6953250" cy="476250"/>
          </a:xfrm>
          <a:prstGeom prst="rect">
            <a:avLst/>
          </a:prstGeom>
          <a:noFill/>
          <a:ln/>
        </p:spPr>
        <p:txBody>
          <a:bodyPr wrap="square" lIns="0" tIns="10914" rIns="0" bIns="-10914" rtlCol="0" anchor="t"/>
          <a:lstStyle/>
          <a:p>
            <a:pPr algn="l" indent="0" marL="0">
              <a:lnSpc>
                <a:spcPts val="2633"/>
              </a:lnSpc>
              <a:buNone/>
            </a:pPr>
            <a:r>
              <a:rPr lang="en-US" sz="2025" dirty="0" spc="1" kern="0">
                <a:solidFill>
                  <a:srgbClr val="F3EEE3"/>
                </a:solidFill>
                <a:latin typeface="Be Vietnam Pro SemiBold" pitchFamily="34" charset="0"/>
                <a:ea typeface="Be Vietnam Pro SemiBold" pitchFamily="34" charset="-122"/>
                <a:cs typeface="Be Vietnam Pro SemiBold" pitchFamily="34" charset="-120"/>
              </a:rPr>
              <a:t>public-apis —</a:t>
            </a:r>
            <a:r>
              <a:rPr lang="en-US" sz="2025" dirty="0" spc="0" kern="0">
                <a:solidFill>
                  <a:srgbClr val="F3EEE3"/>
                </a:solidFill>
                <a:latin typeface="Be Vietnam Pro SemiBold" pitchFamily="34" charset="0"/>
                <a:ea typeface="Be Vietnam Pro SemiBold" pitchFamily="34" charset="-122"/>
                <a:cs typeface="Be Vietnam Pro SemiBold" pitchFamily="34" charset="-120"/>
              </a:rPr>
              <a:t> README</a:t>
            </a:r>
            <a:endParaRPr lang="en-US" sz="2025" dirty="0"/>
          </a:p>
        </p:txBody>
      </p:sp>
      <p:sp>
        <p:nvSpPr>
          <p:cNvPr id="24" name="Text 22"/>
          <p:cNvSpPr/>
          <p:nvPr/>
        </p:nvSpPr>
        <p:spPr>
          <a:xfrm>
            <a:off x="10267950" y="3667125"/>
            <a:ext cx="6953250" cy="457200"/>
          </a:xfrm>
          <a:prstGeom prst="rect">
            <a:avLst/>
          </a:prstGeom>
          <a:noFill/>
          <a:ln/>
        </p:spPr>
        <p:txBody>
          <a:bodyPr wrap="square" lIns="0" tIns="8906" rIns="0" bIns="-8906" rtlCol="0" anchor="t"/>
          <a:lstStyle/>
          <a:p>
            <a:pPr algn="l" indent="0" marL="0">
              <a:lnSpc>
                <a:spcPts val="2145"/>
              </a:lnSpc>
              <a:buNone/>
            </a:pPr>
            <a:r>
              <a:rPr lang="en-US" sz="1650" dirty="0" spc="-1" kern="0">
                <a:solidFill>
                  <a:srgbClr val="9AA0B5"/>
                </a:solidFill>
                <a:latin typeface="Be Vietnam Pro" pitchFamily="34" charset="0"/>
                <a:ea typeface="Be Vietnam Pro" pitchFamily="34" charset="-122"/>
                <a:cs typeface="Be Vietnam Pro" pitchFamily="34" charset="-120"/>
              </a:rPr>
              <a:t>public-apis/public-apis/blob/master/README.md</a:t>
            </a:r>
            <a:endParaRPr lang="en-US" sz="1650" dirty="0"/>
          </a:p>
        </p:txBody>
      </p:sp>
      <p:sp>
        <p:nvSpPr>
          <p:cNvPr id="25" name="Shape 23"/>
          <p:cNvSpPr/>
          <p:nvPr/>
        </p:nvSpPr>
        <p:spPr>
          <a:xfrm>
            <a:off x="9296400" y="4362450"/>
            <a:ext cx="8153400" cy="1209675"/>
          </a:xfrm>
          <a:prstGeom prst="roundRect">
            <a:avLst>
              <a:gd name="adj" fmla="val 14173"/>
            </a:avLst>
          </a:prstGeom>
          <a:solidFill>
            <a:srgbClr val="1E212B"/>
          </a:solidFill>
          <a:ln w="9525">
            <a:solidFill>
              <a:srgbClr val="363B4A"/>
            </a:solidFill>
            <a:prstDash val="solid"/>
          </a:ln>
        </p:spPr>
      </p:sp>
      <p:sp>
        <p:nvSpPr>
          <p:cNvPr id="26" name="Text 24"/>
          <p:cNvSpPr/>
          <p:nvPr/>
        </p:nvSpPr>
        <p:spPr>
          <a:xfrm>
            <a:off x="9486900" y="4552950"/>
            <a:ext cx="666750" cy="428625"/>
          </a:xfrm>
          <a:prstGeom prst="rect">
            <a:avLst/>
          </a:prstGeom>
          <a:noFill/>
          <a:ln/>
        </p:spPr>
        <p:txBody>
          <a:bodyPr wrap="square" lIns="0" tIns="10525" rIns="0" bIns="-10525" rtlCol="0" anchor="t"/>
          <a:lstStyle/>
          <a:p>
            <a:pPr algn="l" indent="0" marL="0">
              <a:lnSpc>
                <a:spcPts val="2535"/>
              </a:lnSpc>
              <a:buNone/>
            </a:pPr>
            <a:r>
              <a:rPr lang="en-US" sz="1950" b="1" dirty="0" spc="1" kern="0">
                <a:solidFill>
                  <a:srgbClr val="3DD6A0"/>
                </a:solidFill>
                <a:latin typeface="Be Vietnam Pro" pitchFamily="34" charset="0"/>
                <a:ea typeface="Be Vietnam Pro" pitchFamily="34" charset="-122"/>
                <a:cs typeface="Be Vietnam Pro" pitchFamily="34" charset="-120"/>
              </a:rPr>
              <a:t>S6</a:t>
            </a:r>
            <a:endParaRPr lang="en-US" sz="1950" dirty="0"/>
          </a:p>
        </p:txBody>
      </p:sp>
      <p:sp>
        <p:nvSpPr>
          <p:cNvPr id="27" name="Text 25"/>
          <p:cNvSpPr/>
          <p:nvPr/>
        </p:nvSpPr>
        <p:spPr>
          <a:xfrm>
            <a:off x="10267950" y="4505325"/>
            <a:ext cx="6953250" cy="476250"/>
          </a:xfrm>
          <a:prstGeom prst="rect">
            <a:avLst/>
          </a:prstGeom>
          <a:noFill/>
          <a:ln/>
        </p:spPr>
        <p:txBody>
          <a:bodyPr wrap="square" lIns="0" tIns="10914" rIns="0" bIns="-10914" rtlCol="0" anchor="t"/>
          <a:lstStyle/>
          <a:p>
            <a:pPr algn="l" indent="0" marL="0">
              <a:lnSpc>
                <a:spcPts val="2633"/>
              </a:lnSpc>
              <a:buNone/>
            </a:pPr>
            <a:r>
              <a:rPr lang="en-US" sz="2025" dirty="0" spc="1" kern="0">
                <a:solidFill>
                  <a:srgbClr val="F3EEE3"/>
                </a:solidFill>
                <a:latin typeface="Be Vietnam Pro SemiBold" pitchFamily="34" charset="0"/>
                <a:ea typeface="Be Vietnam Pro SemiBold" pitchFamily="34" charset="-122"/>
                <a:cs typeface="Be Vietnam Pro SemiBold" pitchFamily="34" charset="-120"/>
              </a:rPr>
              <a:t>public-apis —</a:t>
            </a:r>
            <a:r>
              <a:rPr lang="en-US" sz="2025" dirty="0" spc="0" kern="0">
                <a:solidFill>
                  <a:srgbClr val="F3EEE3"/>
                </a:solidFill>
                <a:latin typeface="Be Vietnam Pro SemiBold" pitchFamily="34" charset="0"/>
                <a:ea typeface="Be Vietnam Pro SemiBold" pitchFamily="34" charset="-122"/>
                <a:cs typeface="Be Vietnam Pro SemiBold" pitchFamily="34" charset="-120"/>
              </a:rPr>
              <a:t> Contributing</a:t>
            </a:r>
            <a:endParaRPr lang="en-US" sz="2025" dirty="0"/>
          </a:p>
        </p:txBody>
      </p:sp>
      <p:sp>
        <p:nvSpPr>
          <p:cNvPr id="28" name="Text 26"/>
          <p:cNvSpPr/>
          <p:nvPr/>
        </p:nvSpPr>
        <p:spPr>
          <a:xfrm>
            <a:off x="10267950" y="5029200"/>
            <a:ext cx="6953250" cy="457200"/>
          </a:xfrm>
          <a:prstGeom prst="rect">
            <a:avLst/>
          </a:prstGeom>
          <a:noFill/>
          <a:ln/>
        </p:spPr>
        <p:txBody>
          <a:bodyPr wrap="square" lIns="0" tIns="8906" rIns="0" bIns="-8906" rtlCol="0" anchor="t"/>
          <a:lstStyle/>
          <a:p>
            <a:pPr algn="l" indent="0" marL="0">
              <a:lnSpc>
                <a:spcPts val="2145"/>
              </a:lnSpc>
              <a:buNone/>
            </a:pPr>
            <a:r>
              <a:rPr lang="en-US" sz="1650" dirty="0" spc="-1" kern="0">
                <a:solidFill>
                  <a:srgbClr val="9AA0B5"/>
                </a:solidFill>
                <a:latin typeface="Be Vietnam Pro" pitchFamily="34" charset="0"/>
                <a:ea typeface="Be Vietnam Pro" pitchFamily="34" charset="-122"/>
                <a:cs typeface="Be Vietnam Pro" pitchFamily="34" charset="-120"/>
              </a:rPr>
              <a:t>public-apis/public-apis/blob/master/CONTRIBUTING.md</a:t>
            </a:r>
            <a:endParaRPr lang="en-US" sz="1650" dirty="0"/>
          </a:p>
        </p:txBody>
      </p:sp>
      <p:sp>
        <p:nvSpPr>
          <p:cNvPr id="29" name="Shape 27"/>
          <p:cNvSpPr/>
          <p:nvPr/>
        </p:nvSpPr>
        <p:spPr>
          <a:xfrm>
            <a:off x="9296400" y="5724525"/>
            <a:ext cx="8153400" cy="1209675"/>
          </a:xfrm>
          <a:prstGeom prst="roundRect">
            <a:avLst>
              <a:gd name="adj" fmla="val 14173"/>
            </a:avLst>
          </a:prstGeom>
          <a:solidFill>
            <a:srgbClr val="1E212B"/>
          </a:solidFill>
          <a:ln w="9525">
            <a:solidFill>
              <a:srgbClr val="363B4A"/>
            </a:solidFill>
            <a:prstDash val="solid"/>
          </a:ln>
        </p:spPr>
      </p:sp>
      <p:sp>
        <p:nvSpPr>
          <p:cNvPr id="30" name="Text 28"/>
          <p:cNvSpPr/>
          <p:nvPr/>
        </p:nvSpPr>
        <p:spPr>
          <a:xfrm>
            <a:off x="9486900" y="5915025"/>
            <a:ext cx="666750" cy="428625"/>
          </a:xfrm>
          <a:prstGeom prst="rect">
            <a:avLst/>
          </a:prstGeom>
          <a:noFill/>
          <a:ln/>
        </p:spPr>
        <p:txBody>
          <a:bodyPr wrap="square" lIns="0" tIns="10525" rIns="0" bIns="-10525" rtlCol="0" anchor="t"/>
          <a:lstStyle/>
          <a:p>
            <a:pPr algn="l" indent="0" marL="0">
              <a:lnSpc>
                <a:spcPts val="2535"/>
              </a:lnSpc>
              <a:buNone/>
            </a:pPr>
            <a:r>
              <a:rPr lang="en-US" sz="1950" b="1" dirty="0" spc="13" kern="0">
                <a:solidFill>
                  <a:srgbClr val="7C93FF"/>
                </a:solidFill>
                <a:latin typeface="Be Vietnam Pro" pitchFamily="34" charset="0"/>
                <a:ea typeface="Be Vietnam Pro" pitchFamily="34" charset="-122"/>
                <a:cs typeface="Be Vietnam Pro" pitchFamily="34" charset="-120"/>
              </a:rPr>
              <a:t>S7</a:t>
            </a:r>
            <a:endParaRPr lang="en-US" sz="1950" dirty="0"/>
          </a:p>
        </p:txBody>
      </p:sp>
      <p:sp>
        <p:nvSpPr>
          <p:cNvPr id="31" name="Text 29"/>
          <p:cNvSpPr/>
          <p:nvPr/>
        </p:nvSpPr>
        <p:spPr>
          <a:xfrm>
            <a:off x="10267950" y="5867400"/>
            <a:ext cx="6953250" cy="476250"/>
          </a:xfrm>
          <a:prstGeom prst="rect">
            <a:avLst/>
          </a:prstGeom>
          <a:noFill/>
          <a:ln/>
        </p:spPr>
        <p:txBody>
          <a:bodyPr wrap="square" lIns="0" tIns="10914" rIns="0" bIns="-10914" rtlCol="0" anchor="t"/>
          <a:lstStyle/>
          <a:p>
            <a:pPr algn="l" indent="0" marL="0">
              <a:lnSpc>
                <a:spcPts val="2633"/>
              </a:lnSpc>
              <a:buNone/>
            </a:pPr>
            <a:r>
              <a:rPr lang="en-US" sz="2025" dirty="0" spc="-4" kern="0">
                <a:solidFill>
                  <a:srgbClr val="F3EEE3"/>
                </a:solidFill>
                <a:latin typeface="Be Vietnam Pro SemiBold" pitchFamily="34" charset="0"/>
                <a:ea typeface="Be Vietnam Pro SemiBold" pitchFamily="34" charset="-122"/>
                <a:cs typeface="Be Vietnam Pro SemiBold" pitchFamily="34" charset="-120"/>
              </a:rPr>
              <a:t>Multiple-report</a:t>
            </a:r>
            <a:r>
              <a:rPr lang="en-US" sz="2025" dirty="0" spc="0" kern="0">
                <a:solidFill>
                  <a:srgbClr val="F3EEE3"/>
                </a:solidFill>
                <a:latin typeface="Be Vietnam Pro SemiBold" pitchFamily="34" charset="0"/>
                <a:ea typeface="Be Vietnam Pro SemiBold" pitchFamily="34" charset="-122"/>
                <a:cs typeface="Be Vietnam Pro SemiBold" pitchFamily="34" charset="-120"/>
              </a:rPr>
              <a:t> —</a:t>
            </a:r>
            <a:r>
              <a:rPr lang="en-US" sz="2025" dirty="0" spc="2" kern="0">
                <a:solidFill>
                  <a:srgbClr val="F3EEE3"/>
                </a:solidFill>
                <a:latin typeface="Be Vietnam Pro SemiBold" pitchFamily="34" charset="0"/>
                <a:ea typeface="Be Vietnam Pro SemiBold" pitchFamily="34" charset="-122"/>
                <a:cs typeface="Be Vietnam Pro SemiBold" pitchFamily="34" charset="-120"/>
              </a:rPr>
              <a:t> quy</a:t>
            </a:r>
            <a:r>
              <a:rPr lang="en-US" sz="2025" dirty="0" spc="1" kern="0">
                <a:solidFill>
                  <a:srgbClr val="F3EEE3"/>
                </a:solidFill>
                <a:latin typeface="Be Vietnam Pro SemiBold" pitchFamily="34" charset="0"/>
                <a:ea typeface="Be Vietnam Pro SemiBold" pitchFamily="34" charset="-122"/>
                <a:cs typeface="Be Vietnam Pro SemiBold" pitchFamily="34" charset="-120"/>
              </a:rPr>
              <a:t> cách</a:t>
            </a:r>
            <a:r>
              <a:rPr lang="en-US" sz="2025" dirty="0" spc="0" kern="0">
                <a:solidFill>
                  <a:srgbClr val="F3EEE3"/>
                </a:solidFill>
                <a:latin typeface="Be Vietnam Pro SemiBold" pitchFamily="34" charset="0"/>
                <a:ea typeface="Be Vietnam Pro SemiBold" pitchFamily="34" charset="-122"/>
                <a:cs typeface="Be Vietnam Pro SemiBold" pitchFamily="34" charset="-120"/>
              </a:rPr>
              <a:t> bài</a:t>
            </a:r>
            <a:r>
              <a:rPr lang="en-US" sz="2025" dirty="0" spc="-2" kern="0">
                <a:solidFill>
                  <a:srgbClr val="F3EEE3"/>
                </a:solidFill>
                <a:latin typeface="Be Vietnam Pro SemiBold" pitchFamily="34" charset="0"/>
                <a:ea typeface="Be Vietnam Pro SemiBold" pitchFamily="34" charset="-122"/>
                <a:cs typeface="Be Vietnam Pro SemiBold" pitchFamily="34" charset="-120"/>
              </a:rPr>
              <a:t> học</a:t>
            </a:r>
            <a:endParaRPr lang="en-US" sz="2025" dirty="0"/>
          </a:p>
        </p:txBody>
      </p:sp>
      <p:sp>
        <p:nvSpPr>
          <p:cNvPr id="32" name="Text 30"/>
          <p:cNvSpPr/>
          <p:nvPr/>
        </p:nvSpPr>
        <p:spPr>
          <a:xfrm>
            <a:off x="10267950" y="6391275"/>
            <a:ext cx="6953250" cy="457200"/>
          </a:xfrm>
          <a:prstGeom prst="rect">
            <a:avLst/>
          </a:prstGeom>
          <a:noFill/>
          <a:ln/>
        </p:spPr>
        <p:txBody>
          <a:bodyPr wrap="square" lIns="0" tIns="8906" rIns="0" bIns="-8906" rtlCol="0" anchor="t"/>
          <a:lstStyle/>
          <a:p>
            <a:pPr algn="l" indent="0" marL="0">
              <a:lnSpc>
                <a:spcPts val="2145"/>
              </a:lnSpc>
              <a:buNone/>
            </a:pPr>
            <a:r>
              <a:rPr lang="en-US" sz="1650" dirty="0" spc="-3" kern="0">
                <a:solidFill>
                  <a:srgbClr val="9AA0B5"/>
                </a:solidFill>
                <a:latin typeface="Be Vietnam Pro" pitchFamily="34" charset="0"/>
                <a:ea typeface="Be Vietnam Pro" pitchFamily="34" charset="-122"/>
                <a:cs typeface="Be Vietnam Pro" pitchFamily="34" charset="-120"/>
              </a:rPr>
              <a:t>vohoailinh90/Multiple-report/blob/main/CLAUDE.md</a:t>
            </a:r>
            <a:endParaRPr lang="en-US" sz="1650" dirty="0"/>
          </a:p>
        </p:txBody>
      </p:sp>
      <p:sp>
        <p:nvSpPr>
          <p:cNvPr id="33" name="Shape 31"/>
          <p:cNvSpPr/>
          <p:nvPr/>
        </p:nvSpPr>
        <p:spPr>
          <a:xfrm>
            <a:off x="9296400" y="7086600"/>
            <a:ext cx="8153400" cy="1209675"/>
          </a:xfrm>
          <a:prstGeom prst="roundRect">
            <a:avLst>
              <a:gd name="adj" fmla="val 14173"/>
            </a:avLst>
          </a:prstGeom>
          <a:solidFill>
            <a:srgbClr val="1E212B"/>
          </a:solidFill>
          <a:ln w="9525">
            <a:solidFill>
              <a:srgbClr val="363B4A"/>
            </a:solidFill>
            <a:prstDash val="solid"/>
          </a:ln>
        </p:spPr>
      </p:sp>
      <p:sp>
        <p:nvSpPr>
          <p:cNvPr id="34" name="Text 32"/>
          <p:cNvSpPr/>
          <p:nvPr/>
        </p:nvSpPr>
        <p:spPr>
          <a:xfrm>
            <a:off x="9486900" y="7277100"/>
            <a:ext cx="666750" cy="428625"/>
          </a:xfrm>
          <a:prstGeom prst="rect">
            <a:avLst/>
          </a:prstGeom>
          <a:noFill/>
          <a:ln/>
        </p:spPr>
        <p:txBody>
          <a:bodyPr wrap="square" lIns="0" tIns="10525" rIns="0" bIns="-10525" rtlCol="0" anchor="t"/>
          <a:lstStyle/>
          <a:p>
            <a:pPr algn="l" indent="0" marL="0">
              <a:lnSpc>
                <a:spcPts val="2535"/>
              </a:lnSpc>
              <a:buNone/>
            </a:pPr>
            <a:r>
              <a:rPr lang="en-US" sz="1950" b="1" dirty="0" spc="12" kern="0">
                <a:solidFill>
                  <a:srgbClr val="FFB454"/>
                </a:solidFill>
                <a:latin typeface="Be Vietnam Pro" pitchFamily="34" charset="0"/>
                <a:ea typeface="Be Vietnam Pro" pitchFamily="34" charset="-122"/>
                <a:cs typeface="Be Vietnam Pro" pitchFamily="34" charset="-120"/>
              </a:rPr>
              <a:t>S8</a:t>
            </a:r>
            <a:endParaRPr lang="en-US" sz="1950" dirty="0"/>
          </a:p>
        </p:txBody>
      </p:sp>
      <p:sp>
        <p:nvSpPr>
          <p:cNvPr id="35" name="Text 33"/>
          <p:cNvSpPr/>
          <p:nvPr/>
        </p:nvSpPr>
        <p:spPr>
          <a:xfrm>
            <a:off x="10267950" y="7229475"/>
            <a:ext cx="6953250" cy="476250"/>
          </a:xfrm>
          <a:prstGeom prst="rect">
            <a:avLst/>
          </a:prstGeom>
          <a:noFill/>
          <a:ln/>
        </p:spPr>
        <p:txBody>
          <a:bodyPr wrap="square" lIns="0" tIns="10914" rIns="0" bIns="-10914" rtlCol="0" anchor="t"/>
          <a:lstStyle/>
          <a:p>
            <a:pPr algn="l" indent="0" marL="0">
              <a:lnSpc>
                <a:spcPts val="2633"/>
              </a:lnSpc>
              <a:buNone/>
            </a:pPr>
            <a:r>
              <a:rPr lang="en-US" sz="2025" dirty="0" spc="-4" kern="0">
                <a:solidFill>
                  <a:srgbClr val="F3EEE3"/>
                </a:solidFill>
                <a:latin typeface="Be Vietnam Pro SemiBold" pitchFamily="34" charset="0"/>
                <a:ea typeface="Be Vietnam Pro SemiBold" pitchFamily="34" charset="-122"/>
                <a:cs typeface="Be Vietnam Pro SemiBold" pitchFamily="34" charset="-120"/>
              </a:rPr>
              <a:t>Multiple-report</a:t>
            </a:r>
            <a:r>
              <a:rPr lang="en-US" sz="2025" dirty="0" spc="0" kern="0">
                <a:solidFill>
                  <a:srgbClr val="F3EEE3"/>
                </a:solidFill>
                <a:latin typeface="Be Vietnam Pro SemiBold" pitchFamily="34" charset="0"/>
                <a:ea typeface="Be Vietnam Pro SemiBold" pitchFamily="34" charset="-122"/>
                <a:cs typeface="Be Vietnam Pro SemiBold" pitchFamily="34" charset="-120"/>
              </a:rPr>
              <a:t> —</a:t>
            </a:r>
            <a:r>
              <a:rPr lang="en-US" sz="2025" dirty="0" spc="-6" kern="0">
                <a:solidFill>
                  <a:srgbClr val="F3EEE3"/>
                </a:solidFill>
                <a:latin typeface="Be Vietnam Pro SemiBold" pitchFamily="34" charset="0"/>
                <a:ea typeface="Be Vietnam Pro SemiBold" pitchFamily="34" charset="-122"/>
                <a:cs typeface="Be Vietnam Pro SemiBold" pitchFamily="34" charset="-120"/>
              </a:rPr>
              <a:t> phong</a:t>
            </a:r>
            <a:r>
              <a:rPr lang="en-US" sz="2025" dirty="0" spc="2" kern="0">
                <a:solidFill>
                  <a:srgbClr val="F3EEE3"/>
                </a:solidFill>
                <a:latin typeface="Be Vietnam Pro SemiBold" pitchFamily="34" charset="0"/>
                <a:ea typeface="Be Vietnam Pro SemiBold" pitchFamily="34" charset="-122"/>
                <a:cs typeface="Be Vietnam Pro SemiBold" pitchFamily="34" charset="-120"/>
              </a:rPr>
              <a:t> cách</a:t>
            </a:r>
            <a:r>
              <a:rPr lang="en-US" sz="2025" dirty="0" spc="-4" kern="0">
                <a:solidFill>
                  <a:srgbClr val="F3EEE3"/>
                </a:solidFill>
                <a:latin typeface="Be Vietnam Pro SemiBold" pitchFamily="34" charset="0"/>
                <a:ea typeface="Be Vietnam Pro SemiBold" pitchFamily="34" charset="-122"/>
                <a:cs typeface="Be Vietnam Pro SemiBold" pitchFamily="34" charset="-120"/>
              </a:rPr>
              <a:t> deck</a:t>
            </a:r>
            <a:endParaRPr lang="en-US" sz="2025" dirty="0"/>
          </a:p>
        </p:txBody>
      </p:sp>
      <p:sp>
        <p:nvSpPr>
          <p:cNvPr id="36" name="Text 34"/>
          <p:cNvSpPr/>
          <p:nvPr/>
        </p:nvSpPr>
        <p:spPr>
          <a:xfrm>
            <a:off x="10267950" y="7753350"/>
            <a:ext cx="6953250" cy="457200"/>
          </a:xfrm>
          <a:prstGeom prst="rect">
            <a:avLst/>
          </a:prstGeom>
          <a:noFill/>
          <a:ln/>
        </p:spPr>
        <p:txBody>
          <a:bodyPr wrap="square" lIns="0" tIns="8906" rIns="0" bIns="-8906" rtlCol="0" anchor="t"/>
          <a:lstStyle/>
          <a:p>
            <a:pPr algn="l" indent="0" marL="0">
              <a:lnSpc>
                <a:spcPts val="2145"/>
              </a:lnSpc>
              <a:buNone/>
            </a:pPr>
            <a:r>
              <a:rPr lang="en-US" sz="1650" dirty="0" spc="-7" kern="0">
                <a:solidFill>
                  <a:srgbClr val="9AA0B5"/>
                </a:solidFill>
                <a:latin typeface="Be Vietnam Pro" pitchFamily="34" charset="0"/>
                <a:ea typeface="Be Vietnam Pro" pitchFamily="34" charset="-122"/>
                <a:cs typeface="Be Vietnam Pro" pitchFamily="34" charset="-120"/>
              </a:rPr>
              <a:t>vohoailinh90/Multiple-report/blob/main/docs/deck-style.md</a:t>
            </a:r>
            <a:endParaRPr lang="en-US" sz="1650" dirty="0"/>
          </a:p>
        </p:txBody>
      </p:sp>
      <p:sp>
        <p:nvSpPr>
          <p:cNvPr id="37" name="Text 35"/>
          <p:cNvSpPr/>
          <p:nvPr/>
        </p:nvSpPr>
        <p:spPr>
          <a:xfrm>
            <a:off x="838200" y="9353550"/>
            <a:ext cx="16611600" cy="333375"/>
          </a:xfrm>
          <a:prstGeom prst="rect">
            <a:avLst/>
          </a:prstGeom>
          <a:noFill/>
          <a:ln/>
        </p:spPr>
        <p:txBody>
          <a:bodyPr wrap="square" lIns="0" tIns="8906" rIns="0" bIns="-8906" rtlCol="0" anchor="t"/>
          <a:lstStyle/>
          <a:p>
            <a:pPr algn="l" indent="0" marL="0">
              <a:lnSpc>
                <a:spcPts val="2145"/>
              </a:lnSpc>
              <a:buNone/>
            </a:pPr>
            <a:r>
              <a:rPr lang="en-US" sz="1650" dirty="0" spc="-3" kern="0">
                <a:solidFill>
                  <a:srgbClr val="9AA0B5"/>
                </a:solidFill>
                <a:latin typeface="Be Vietnam Pro" pitchFamily="34" charset="0"/>
                <a:ea typeface="Be Vietnam Pro" pitchFamily="34" charset="-122"/>
                <a:cs typeface="Be Vietnam Pro" pitchFamily="34" charset="-120"/>
              </a:rPr>
              <a:t>Nguồn:</a:t>
            </a:r>
            <a:r>
              <a:rPr lang="en-US" sz="1650" dirty="0" spc="-2" kern="0">
                <a:solidFill>
                  <a:srgbClr val="9AA0B5"/>
                </a:solidFill>
                <a:latin typeface="Be Vietnam Pro" pitchFamily="34" charset="0"/>
                <a:ea typeface="Be Vietnam Pro" pitchFamily="34" charset="-122"/>
                <a:cs typeface="Be Vietnam Pro" pitchFamily="34" charset="-120"/>
              </a:rPr>
              <a:t> [S1] [S2]</a:t>
            </a:r>
            <a:r>
              <a:rPr lang="en-US" sz="1650" dirty="0" spc="-1" kern="0">
                <a:solidFill>
                  <a:srgbClr val="9AA0B5"/>
                </a:solidFill>
                <a:latin typeface="Be Vietnam Pro" pitchFamily="34" charset="0"/>
                <a:ea typeface="Be Vietnam Pro" pitchFamily="34" charset="-122"/>
                <a:cs typeface="Be Vietnam Pro" pitchFamily="34" charset="-120"/>
              </a:rPr>
              <a:t> [S3]</a:t>
            </a:r>
            <a:r>
              <a:rPr lang="en-US" sz="1650" dirty="0" spc="-2" kern="0">
                <a:solidFill>
                  <a:srgbClr val="9AA0B5"/>
                </a:solidFill>
                <a:latin typeface="Be Vietnam Pro" pitchFamily="34" charset="0"/>
                <a:ea typeface="Be Vietnam Pro" pitchFamily="34" charset="-122"/>
                <a:cs typeface="Be Vietnam Pro" pitchFamily="34" charset="-120"/>
              </a:rPr>
              <a:t> [S4] [S5] [S6]</a:t>
            </a:r>
            <a:r>
              <a:rPr lang="en-US" sz="1650" dirty="0" spc="0" kern="0">
                <a:solidFill>
                  <a:srgbClr val="9AA0B5"/>
                </a:solidFill>
                <a:latin typeface="Be Vietnam Pro" pitchFamily="34" charset="0"/>
                <a:ea typeface="Be Vietnam Pro" pitchFamily="34" charset="-122"/>
                <a:cs typeface="Be Vietnam Pro" pitchFamily="34" charset="-120"/>
              </a:rPr>
              <a:t> [S7]</a:t>
            </a:r>
            <a:r>
              <a:rPr lang="en-US" sz="1650" dirty="0" spc="-3" kern="0">
                <a:solidFill>
                  <a:srgbClr val="9AA0B5"/>
                </a:solidFill>
                <a:latin typeface="Be Vietnam Pro" pitchFamily="34" charset="0"/>
                <a:ea typeface="Be Vietnam Pro" pitchFamily="34" charset="-122"/>
                <a:cs typeface="Be Vietnam Pro" pitchFamily="34" charset="-120"/>
              </a:rPr>
              <a:t> [S8]</a:t>
            </a:r>
            <a:r>
              <a:rPr lang="en-US" sz="1650" dirty="0" spc="2" kern="0">
                <a:solidFill>
                  <a:srgbClr val="9AA0B5"/>
                </a:solidFill>
                <a:latin typeface="Be Vietnam Pro" pitchFamily="34" charset="0"/>
                <a:ea typeface="Be Vietnam Pro" pitchFamily="34" charset="-122"/>
                <a:cs typeface="Be Vietnam Pro" pitchFamily="34" charset="-120"/>
              </a:rPr>
              <a:t>  ·  Số</a:t>
            </a:r>
            <a:r>
              <a:rPr lang="en-US" sz="1650" dirty="0" spc="-1" kern="0">
                <a:solidFill>
                  <a:srgbClr val="9AA0B5"/>
                </a:solidFill>
                <a:latin typeface="Be Vietnam Pro" pitchFamily="34" charset="0"/>
                <a:ea typeface="Be Vietnam Pro" pitchFamily="34" charset="-122"/>
                <a:cs typeface="Be Vietnam Pro" pitchFamily="34" charset="-120"/>
              </a:rPr>
              <a:t> liệu:</a:t>
            </a:r>
            <a:r>
              <a:rPr lang="en-US" sz="1650" dirty="0" spc="1" kern="0">
                <a:solidFill>
                  <a:srgbClr val="9AA0B5"/>
                </a:solidFill>
                <a:latin typeface="Be Vietnam Pro" pitchFamily="34" charset="0"/>
                <a:ea typeface="Be Vietnam Pro" pitchFamily="34" charset="-122"/>
                <a:cs typeface="Be Vietnam Pro" pitchFamily="34" charset="-120"/>
              </a:rPr>
              <a:t> phiên</a:t>
            </a:r>
            <a:r>
              <a:rPr lang="en-US" sz="1650" dirty="0" spc="-1" kern="0">
                <a:solidFill>
                  <a:srgbClr val="9AA0B5"/>
                </a:solidFill>
                <a:latin typeface="Be Vietnam Pro" pitchFamily="34" charset="0"/>
                <a:ea typeface="Be Vietnam Pro" pitchFamily="34" charset="-122"/>
                <a:cs typeface="Be Vietnam Pro" pitchFamily="34" charset="-120"/>
              </a:rPr>
              <a:t> quét</a:t>
            </a:r>
            <a:r>
              <a:rPr lang="en-US" sz="1650" dirty="0" spc="-8" kern="0">
                <a:solidFill>
                  <a:srgbClr val="9AA0B5"/>
                </a:solidFill>
                <a:latin typeface="Be Vietnam Pro" pitchFamily="34" charset="0"/>
                <a:ea typeface="Be Vietnam Pro" pitchFamily="34" charset="-122"/>
                <a:cs typeface="Be Vietnam Pro" pitchFamily="34" charset="-120"/>
              </a:rPr>
              <a:t> 23/10/2026</a:t>
            </a:r>
            <a:endParaRPr lang="en-US" sz="1650" dirty="0"/>
          </a:p>
        </p:txBody>
      </p:sp>
      <p:sp>
        <p:nvSpPr>
          <p:cNvPr id="38" name="Shape 36"/>
          <p:cNvSpPr/>
          <p:nvPr/>
        </p:nvSpPr>
        <p:spPr>
          <a:xfrm>
            <a:off x="847725" y="9896475"/>
            <a:ext cx="57150" cy="57150"/>
          </a:xfrm>
          <a:prstGeom prst="ellipse">
            <a:avLst/>
          </a:prstGeom>
          <a:solidFill>
            <a:srgbClr val="363B4A"/>
          </a:solidFill>
          <a:ln/>
        </p:spPr>
      </p:sp>
      <p:sp>
        <p:nvSpPr>
          <p:cNvPr id="39" name="Shape 37"/>
          <p:cNvSpPr/>
          <p:nvPr/>
        </p:nvSpPr>
        <p:spPr>
          <a:xfrm>
            <a:off x="952500" y="9896475"/>
            <a:ext cx="57150" cy="57150"/>
          </a:xfrm>
          <a:prstGeom prst="ellipse">
            <a:avLst/>
          </a:prstGeom>
          <a:solidFill>
            <a:srgbClr val="363B4A"/>
          </a:solidFill>
          <a:ln/>
        </p:spPr>
      </p:sp>
      <p:sp>
        <p:nvSpPr>
          <p:cNvPr id="40" name="Shape 38"/>
          <p:cNvSpPr/>
          <p:nvPr/>
        </p:nvSpPr>
        <p:spPr>
          <a:xfrm>
            <a:off x="1057275" y="9896475"/>
            <a:ext cx="57150" cy="57150"/>
          </a:xfrm>
          <a:prstGeom prst="ellipse">
            <a:avLst/>
          </a:prstGeom>
          <a:solidFill>
            <a:srgbClr val="363B4A"/>
          </a:solidFill>
          <a:ln/>
        </p:spPr>
      </p:sp>
      <p:sp>
        <p:nvSpPr>
          <p:cNvPr id="41" name="Shape 39"/>
          <p:cNvSpPr/>
          <p:nvPr/>
        </p:nvSpPr>
        <p:spPr>
          <a:xfrm>
            <a:off x="1162050" y="9896475"/>
            <a:ext cx="57150" cy="57150"/>
          </a:xfrm>
          <a:prstGeom prst="ellipse">
            <a:avLst/>
          </a:prstGeom>
          <a:solidFill>
            <a:srgbClr val="363B4A"/>
          </a:solidFill>
          <a:ln/>
        </p:spPr>
      </p:sp>
      <p:sp>
        <p:nvSpPr>
          <p:cNvPr id="42" name="Shape 40"/>
          <p:cNvSpPr/>
          <p:nvPr/>
        </p:nvSpPr>
        <p:spPr>
          <a:xfrm>
            <a:off x="1266825" y="9896475"/>
            <a:ext cx="57150" cy="57150"/>
          </a:xfrm>
          <a:prstGeom prst="ellipse">
            <a:avLst/>
          </a:prstGeom>
          <a:solidFill>
            <a:srgbClr val="363B4A"/>
          </a:solidFill>
          <a:ln/>
        </p:spPr>
      </p:sp>
      <p:sp>
        <p:nvSpPr>
          <p:cNvPr id="43" name="Shape 41"/>
          <p:cNvSpPr/>
          <p:nvPr/>
        </p:nvSpPr>
        <p:spPr>
          <a:xfrm>
            <a:off x="1371600" y="9896475"/>
            <a:ext cx="57150" cy="57150"/>
          </a:xfrm>
          <a:prstGeom prst="ellipse">
            <a:avLst/>
          </a:prstGeom>
          <a:solidFill>
            <a:srgbClr val="363B4A"/>
          </a:solidFill>
          <a:ln/>
        </p:spPr>
      </p:sp>
      <p:sp>
        <p:nvSpPr>
          <p:cNvPr id="44" name="Shape 42"/>
          <p:cNvSpPr/>
          <p:nvPr/>
        </p:nvSpPr>
        <p:spPr>
          <a:xfrm>
            <a:off x="1476375" y="9896475"/>
            <a:ext cx="57150" cy="57150"/>
          </a:xfrm>
          <a:prstGeom prst="ellipse">
            <a:avLst/>
          </a:prstGeom>
          <a:solidFill>
            <a:srgbClr val="363B4A"/>
          </a:solidFill>
          <a:ln/>
        </p:spPr>
      </p:sp>
      <p:sp>
        <p:nvSpPr>
          <p:cNvPr id="45" name="Shape 43"/>
          <p:cNvSpPr/>
          <p:nvPr/>
        </p:nvSpPr>
        <p:spPr>
          <a:xfrm>
            <a:off x="1581150" y="9896475"/>
            <a:ext cx="57150" cy="57150"/>
          </a:xfrm>
          <a:prstGeom prst="ellipse">
            <a:avLst/>
          </a:prstGeom>
          <a:solidFill>
            <a:srgbClr val="363B4A"/>
          </a:solidFill>
          <a:ln/>
        </p:spPr>
      </p:sp>
      <p:sp>
        <p:nvSpPr>
          <p:cNvPr id="46" name="Shape 44"/>
          <p:cNvSpPr/>
          <p:nvPr/>
        </p:nvSpPr>
        <p:spPr>
          <a:xfrm>
            <a:off x="1685925" y="9896475"/>
            <a:ext cx="57150" cy="57150"/>
          </a:xfrm>
          <a:prstGeom prst="ellipse">
            <a:avLst/>
          </a:prstGeom>
          <a:solidFill>
            <a:srgbClr val="363B4A"/>
          </a:solidFill>
          <a:ln/>
        </p:spPr>
      </p:sp>
      <p:sp>
        <p:nvSpPr>
          <p:cNvPr id="47" name="Shape 45"/>
          <p:cNvSpPr/>
          <p:nvPr/>
        </p:nvSpPr>
        <p:spPr>
          <a:xfrm>
            <a:off x="1790700" y="9896475"/>
            <a:ext cx="57150" cy="57150"/>
          </a:xfrm>
          <a:prstGeom prst="ellipse">
            <a:avLst/>
          </a:prstGeom>
          <a:solidFill>
            <a:srgbClr val="363B4A"/>
          </a:solidFill>
          <a:ln/>
        </p:spPr>
      </p:sp>
      <p:sp>
        <p:nvSpPr>
          <p:cNvPr id="48" name="Shape 46"/>
          <p:cNvSpPr/>
          <p:nvPr/>
        </p:nvSpPr>
        <p:spPr>
          <a:xfrm>
            <a:off x="1895475" y="9896475"/>
            <a:ext cx="57150" cy="57150"/>
          </a:xfrm>
          <a:prstGeom prst="ellipse">
            <a:avLst/>
          </a:prstGeom>
          <a:solidFill>
            <a:srgbClr val="363B4A"/>
          </a:solidFill>
          <a:ln/>
        </p:spPr>
      </p:sp>
      <p:sp>
        <p:nvSpPr>
          <p:cNvPr id="49" name="Shape 47"/>
          <p:cNvSpPr/>
          <p:nvPr/>
        </p:nvSpPr>
        <p:spPr>
          <a:xfrm>
            <a:off x="2000250" y="9896475"/>
            <a:ext cx="57150" cy="57150"/>
          </a:xfrm>
          <a:prstGeom prst="ellipse">
            <a:avLst/>
          </a:prstGeom>
          <a:solidFill>
            <a:srgbClr val="363B4A"/>
          </a:solidFill>
          <a:ln/>
        </p:spPr>
      </p:sp>
      <p:sp>
        <p:nvSpPr>
          <p:cNvPr id="50" name="Shape 48"/>
          <p:cNvSpPr/>
          <p:nvPr/>
        </p:nvSpPr>
        <p:spPr>
          <a:xfrm>
            <a:off x="2105025" y="9896475"/>
            <a:ext cx="57150" cy="57150"/>
          </a:xfrm>
          <a:prstGeom prst="ellipse">
            <a:avLst/>
          </a:prstGeom>
          <a:solidFill>
            <a:srgbClr val="363B4A"/>
          </a:solidFill>
          <a:ln/>
        </p:spPr>
      </p:sp>
      <p:sp>
        <p:nvSpPr>
          <p:cNvPr id="51" name="Shape 49"/>
          <p:cNvSpPr/>
          <p:nvPr/>
        </p:nvSpPr>
        <p:spPr>
          <a:xfrm>
            <a:off x="2209800" y="9896475"/>
            <a:ext cx="57150" cy="57150"/>
          </a:xfrm>
          <a:prstGeom prst="ellipse">
            <a:avLst/>
          </a:prstGeom>
          <a:solidFill>
            <a:srgbClr val="363B4A"/>
          </a:solidFill>
          <a:ln/>
        </p:spPr>
      </p:sp>
      <p:sp>
        <p:nvSpPr>
          <p:cNvPr id="52" name="Shape 50"/>
          <p:cNvSpPr/>
          <p:nvPr/>
        </p:nvSpPr>
        <p:spPr>
          <a:xfrm>
            <a:off x="2314575" y="9896475"/>
            <a:ext cx="57150" cy="57150"/>
          </a:xfrm>
          <a:prstGeom prst="ellipse">
            <a:avLst/>
          </a:prstGeom>
          <a:solidFill>
            <a:srgbClr val="363B4A"/>
          </a:solidFill>
          <a:ln/>
        </p:spPr>
      </p:sp>
      <p:sp>
        <p:nvSpPr>
          <p:cNvPr id="53" name="Shape 51"/>
          <p:cNvSpPr/>
          <p:nvPr/>
        </p:nvSpPr>
        <p:spPr>
          <a:xfrm>
            <a:off x="2419350" y="9896475"/>
            <a:ext cx="57150" cy="57150"/>
          </a:xfrm>
          <a:prstGeom prst="ellipse">
            <a:avLst/>
          </a:prstGeom>
          <a:solidFill>
            <a:srgbClr val="363B4A"/>
          </a:solidFill>
          <a:ln/>
        </p:spPr>
      </p:sp>
      <p:sp>
        <p:nvSpPr>
          <p:cNvPr id="54" name="Shape 52"/>
          <p:cNvSpPr/>
          <p:nvPr/>
        </p:nvSpPr>
        <p:spPr>
          <a:xfrm>
            <a:off x="2524125" y="9896475"/>
            <a:ext cx="57150" cy="57150"/>
          </a:xfrm>
          <a:prstGeom prst="ellipse">
            <a:avLst/>
          </a:prstGeom>
          <a:solidFill>
            <a:srgbClr val="363B4A"/>
          </a:solidFill>
          <a:ln/>
        </p:spPr>
      </p:sp>
      <p:sp>
        <p:nvSpPr>
          <p:cNvPr id="55" name="Shape 53"/>
          <p:cNvSpPr/>
          <p:nvPr/>
        </p:nvSpPr>
        <p:spPr>
          <a:xfrm>
            <a:off x="2628900" y="9896475"/>
            <a:ext cx="57150" cy="57150"/>
          </a:xfrm>
          <a:prstGeom prst="ellipse">
            <a:avLst/>
          </a:prstGeom>
          <a:solidFill>
            <a:srgbClr val="363B4A"/>
          </a:solidFill>
          <a:ln/>
        </p:spPr>
      </p:sp>
      <p:sp>
        <p:nvSpPr>
          <p:cNvPr id="56" name="Shape 54"/>
          <p:cNvSpPr/>
          <p:nvPr/>
        </p:nvSpPr>
        <p:spPr>
          <a:xfrm>
            <a:off x="2733675" y="9896475"/>
            <a:ext cx="57150" cy="57150"/>
          </a:xfrm>
          <a:prstGeom prst="ellipse">
            <a:avLst/>
          </a:prstGeom>
          <a:solidFill>
            <a:srgbClr val="363B4A"/>
          </a:solidFill>
          <a:ln/>
        </p:spPr>
      </p:sp>
      <p:sp>
        <p:nvSpPr>
          <p:cNvPr id="57" name="Shape 55"/>
          <p:cNvSpPr/>
          <p:nvPr/>
        </p:nvSpPr>
        <p:spPr>
          <a:xfrm>
            <a:off x="2838450" y="9896475"/>
            <a:ext cx="57150" cy="57150"/>
          </a:xfrm>
          <a:prstGeom prst="ellipse">
            <a:avLst/>
          </a:prstGeom>
          <a:solidFill>
            <a:srgbClr val="363B4A"/>
          </a:solidFill>
          <a:ln/>
        </p:spPr>
      </p:sp>
      <p:sp>
        <p:nvSpPr>
          <p:cNvPr id="58" name="Shape 56"/>
          <p:cNvSpPr/>
          <p:nvPr/>
        </p:nvSpPr>
        <p:spPr>
          <a:xfrm>
            <a:off x="2943225" y="9896475"/>
            <a:ext cx="57150" cy="57150"/>
          </a:xfrm>
          <a:prstGeom prst="ellipse">
            <a:avLst/>
          </a:prstGeom>
          <a:solidFill>
            <a:srgbClr val="363B4A"/>
          </a:solidFill>
          <a:ln/>
        </p:spPr>
      </p:sp>
      <p:sp>
        <p:nvSpPr>
          <p:cNvPr id="59" name="Shape 57"/>
          <p:cNvSpPr/>
          <p:nvPr/>
        </p:nvSpPr>
        <p:spPr>
          <a:xfrm>
            <a:off x="3048000" y="9896475"/>
            <a:ext cx="57150" cy="57150"/>
          </a:xfrm>
          <a:prstGeom prst="ellipse">
            <a:avLst/>
          </a:prstGeom>
          <a:solidFill>
            <a:srgbClr val="363B4A"/>
          </a:solidFill>
          <a:ln/>
        </p:spPr>
      </p:sp>
      <p:sp>
        <p:nvSpPr>
          <p:cNvPr id="60" name="Shape 58"/>
          <p:cNvSpPr/>
          <p:nvPr/>
        </p:nvSpPr>
        <p:spPr>
          <a:xfrm>
            <a:off x="3152775" y="9896475"/>
            <a:ext cx="57150" cy="57150"/>
          </a:xfrm>
          <a:prstGeom prst="ellipse">
            <a:avLst/>
          </a:prstGeom>
          <a:solidFill>
            <a:srgbClr val="363B4A"/>
          </a:solidFill>
          <a:ln/>
        </p:spPr>
      </p:sp>
      <p:sp>
        <p:nvSpPr>
          <p:cNvPr id="61" name="Shape 59"/>
          <p:cNvSpPr/>
          <p:nvPr/>
        </p:nvSpPr>
        <p:spPr>
          <a:xfrm>
            <a:off x="3257550" y="9896475"/>
            <a:ext cx="57150" cy="57150"/>
          </a:xfrm>
          <a:prstGeom prst="ellipse">
            <a:avLst/>
          </a:prstGeom>
          <a:solidFill>
            <a:srgbClr val="E8472B"/>
          </a:solidFill>
          <a:ln/>
        </p:spPr>
      </p:sp>
      <p:sp>
        <p:nvSpPr>
          <p:cNvPr id="62" name="Text 60"/>
          <p:cNvSpPr/>
          <p:nvPr/>
        </p:nvSpPr>
        <p:spPr>
          <a:xfrm>
            <a:off x="3667125" y="9734550"/>
            <a:ext cx="10953750" cy="342900"/>
          </a:xfrm>
          <a:prstGeom prst="rect">
            <a:avLst/>
          </a:prstGeom>
          <a:noFill/>
          <a:ln/>
        </p:spPr>
        <p:txBody>
          <a:bodyPr wrap="square" lIns="0" tIns="8906" rIns="0" bIns="-8906" rtlCol="0" anchor="t"/>
          <a:lstStyle/>
          <a:p>
            <a:pPr algn="l" indent="0" marL="0">
              <a:lnSpc>
                <a:spcPts val="2145"/>
              </a:lnSpc>
              <a:buNone/>
            </a:pPr>
            <a:r>
              <a:rPr lang="en-US" sz="1650" dirty="0" spc="-6" kern="0">
                <a:solidFill>
                  <a:srgbClr val="9AA0B5"/>
                </a:solidFill>
                <a:latin typeface="Be Vietnam Pro" pitchFamily="34" charset="0"/>
                <a:ea typeface="Be Vietnam Pro" pitchFamily="34" charset="-122"/>
                <a:cs typeface="Be Vietnam Pro" pitchFamily="34" charset="-120"/>
              </a:rPr>
              <a:t>Multiple-report</a:t>
            </a:r>
            <a:r>
              <a:rPr lang="en-US" sz="1650" dirty="0" spc="3" kern="0">
                <a:solidFill>
                  <a:srgbClr val="9AA0B5"/>
                </a:solidFill>
                <a:latin typeface="Be Vietnam Pro" pitchFamily="34" charset="0"/>
                <a:ea typeface="Be Vietnam Pro" pitchFamily="34" charset="-122"/>
                <a:cs typeface="Be Vietnam Pro" pitchFamily="34" charset="-120"/>
              </a:rPr>
              <a:t> ·</a:t>
            </a:r>
            <a:r>
              <a:rPr lang="en-US" sz="1650" dirty="0" spc="1" kern="0">
                <a:solidFill>
                  <a:srgbClr val="9AA0B5"/>
                </a:solidFill>
                <a:latin typeface="Be Vietnam Pro" pitchFamily="34" charset="0"/>
                <a:ea typeface="Be Vietnam Pro" pitchFamily="34" charset="-122"/>
                <a:cs typeface="Be Vietnam Pro" pitchFamily="34" charset="-120"/>
              </a:rPr>
              <a:t> GitHub</a:t>
            </a:r>
            <a:r>
              <a:rPr lang="en-US" sz="1650" dirty="0" spc="-38" kern="0">
                <a:solidFill>
                  <a:srgbClr val="9AA0B5"/>
                </a:solidFill>
                <a:latin typeface="Be Vietnam Pro" pitchFamily="34" charset="0"/>
                <a:ea typeface="Be Vietnam Pro" pitchFamily="34" charset="-122"/>
                <a:cs typeface="Be Vietnam Pro" pitchFamily="34" charset="-120"/>
              </a:rPr>
              <a:t> Top</a:t>
            </a:r>
            <a:r>
              <a:rPr lang="en-US" sz="1650" dirty="0" spc="4" kern="0">
                <a:solidFill>
                  <a:srgbClr val="9AA0B5"/>
                </a:solidFill>
                <a:latin typeface="Be Vietnam Pro" pitchFamily="34" charset="0"/>
                <a:ea typeface="Be Vietnam Pro" pitchFamily="34" charset="-122"/>
                <a:cs typeface="Be Vietnam Pro" pitchFamily="34" charset="-120"/>
              </a:rPr>
              <a:t> 3</a:t>
            </a:r>
            <a:r>
              <a:rPr lang="en-US" sz="1650" dirty="0" spc="0" kern="0">
                <a:solidFill>
                  <a:srgbClr val="9AA0B5"/>
                </a:solidFill>
                <a:latin typeface="Be Vietnam Pro" pitchFamily="34" charset="0"/>
                <a:ea typeface="Be Vietnam Pro" pitchFamily="34" charset="-122"/>
                <a:cs typeface="Be Vietnam Pro" pitchFamily="34" charset="-120"/>
              </a:rPr>
              <a:t> ·</a:t>
            </a:r>
            <a:r>
              <a:rPr lang="en-US" sz="1650" dirty="0" spc="-30" kern="0">
                <a:solidFill>
                  <a:srgbClr val="9AA0B5"/>
                </a:solidFill>
                <a:latin typeface="Be Vietnam Pro" pitchFamily="34" charset="0"/>
                <a:ea typeface="Be Vietnam Pro" pitchFamily="34" charset="-122"/>
                <a:cs typeface="Be Vietnam Pro" pitchFamily="34" charset="-120"/>
              </a:rPr>
              <a:t> 24/24</a:t>
            </a:r>
            <a:endParaRPr lang="en-US" sz="1650" dirty="0"/>
          </a:p>
        </p:txBody>
      </p:sp>
      <p:sp>
        <p:nvSpPr>
          <p:cNvPr id="63" name="Shape 61"/>
          <p:cNvSpPr/>
          <p:nvPr/>
        </p:nvSpPr>
        <p:spPr>
          <a:xfrm>
            <a:off x="15983712" y="9076331"/>
            <a:ext cx="1645920" cy="552301"/>
          </a:xfrm>
          <a:prstGeom prst="roundRect">
            <a:avLst>
              <a:gd name="adj" fmla="val 28000"/>
            </a:avLst>
          </a:prstGeom>
          <a:solidFill>
            <a:srgbClr val="FFFFFF">
              <a:alpha val="82000"/>
            </a:srgbClr>
          </a:solidFill>
          <a:ln/>
        </p:spPr>
      </p:sp>
      <p:pic>
        <p:nvPicPr>
          <p:cNvPr id="64" name="Moda image moda-export-watermark-c44b49da-d261-4407-af8f-71b48f05b9e2"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 repo nhiều sao nhất GitHub — hiểu rõ và dùng được</dc:title>
  <dc:subject>Phân tích 3 repo GitHub theo phương pháp trình bày Multiple-report</dc:subject>
  <dc:creator>PptxGenJS</dc:creator>
  <cp:lastModifiedBy>PptxGenJS</cp:lastModifiedBy>
  <cp:revision>1</cp:revision>
  <dcterms:created xsi:type="dcterms:W3CDTF">2026-10-23T22:39:18Z</dcterms:created>
  <dcterms:modified xsi:type="dcterms:W3CDTF">2026-10-23T22:39:18Z</dcterms:modified>
  <dc:language>vi-VN</dc:language>
</cp:coreProperties>
</file>