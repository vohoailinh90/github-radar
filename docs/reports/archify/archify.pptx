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8288000" cy="10287000"/>
  <p:notesSz cx="10287000" cy="18288000"/>
  <p:embeddedFontLst>
    <p:embeddedFont>
      <p:font typeface="Be Vietnam Pro"/>
      <p:regular r:id="rId58"/>
      <p:bold r:id="rId55"/>
    </p:embeddedFont>
    <p:embeddedFont>
      <p:font typeface="Bricolage Grotesque ExtraBold"/>
      <p:regular r:id="rId56"/>
    </p:embeddedFont>
    <p:embeddedFont>
      <p:font typeface="Be Vietnam Pro SemiBold"/>
      <p:regular r:id="rId57"/>
    </p:embeddedFont>
    <p:embeddedFont>
      <p:font typeface="Be Vietnam Pro ExtraBold"/>
      <p:regular r:id="rId59"/>
    </p:embeddedFont>
    <p:embeddedFont>
      <p:font typeface="Be Vietnam Pro Medium"/>
      <p:regular r:id="rId6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929182698-737709507"/>
          <p:cNvSpPr/>
          <p:nvPr/>
        </p:nvSpPr>
        <p:spPr>
          <a:xfrm>
            <a:off x="17240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3" name="Connector line-1792929182700-68954361"/>
          <p:cNvSpPr/>
          <p:nvPr/>
        </p:nvSpPr>
        <p:spPr>
          <a:xfrm>
            <a:off x="16192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4" name="Connector line-1792929182701-237351604"/>
          <p:cNvSpPr/>
          <p:nvPr/>
        </p:nvSpPr>
        <p:spPr>
          <a:xfrm>
            <a:off x="15144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5" name="Connector line-1792929182701-277123501"/>
          <p:cNvSpPr/>
          <p:nvPr/>
        </p:nvSpPr>
        <p:spPr>
          <a:xfrm>
            <a:off x="140970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6" name="Connector line-1792929182701-158228197"/>
          <p:cNvSpPr/>
          <p:nvPr/>
        </p:nvSpPr>
        <p:spPr>
          <a:xfrm>
            <a:off x="13049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7" name="Connector line-1792929182707-101678306"/>
          <p:cNvSpPr/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8" name="Connector line-1792929182707-136723764"/>
          <p:cNvSpPr/>
          <p:nvPr/>
        </p:nvSpPr>
        <p:spPr>
          <a:xfrm>
            <a:off x="10953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9" name="Connector line-1792929182707-11805442"/>
          <p:cNvSpPr/>
          <p:nvPr/>
        </p:nvSpPr>
        <p:spPr>
          <a:xfrm>
            <a:off x="8572500" y="1714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0" name="Connector line-1792929182708-772407877"/>
          <p:cNvSpPr/>
          <p:nvPr/>
        </p:nvSpPr>
        <p:spPr>
          <a:xfrm>
            <a:off x="8572500" y="3429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1" name="Connector line-1792929182708-444297041"/>
          <p:cNvSpPr/>
          <p:nvPr/>
        </p:nvSpPr>
        <p:spPr>
          <a:xfrm>
            <a:off x="8572500" y="5143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2" name="Connector line-1792929182709-964969189"/>
          <p:cNvSpPr/>
          <p:nvPr/>
        </p:nvSpPr>
        <p:spPr>
          <a:xfrm>
            <a:off x="8572500" y="6858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3" name="Connector line-1792929182709-388344037"/>
          <p:cNvSpPr/>
          <p:nvPr/>
        </p:nvSpPr>
        <p:spPr>
          <a:xfrm>
            <a:off x="8572500" y="8572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Archify: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HTML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kiểm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Archify</a:t>
            </a:r>
            <a:r>
              <a:rPr lang="en-US" sz="33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300" dirty="0" spc="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3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không?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f20c91b-f08b-4e5f-83e1-7171447949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Archify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1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cẩn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57" dirty="0" spc="-9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657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657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57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657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657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 JSON</a:t>
            </a:r>
            <a:r>
              <a:rPr lang="en-US" sz="2657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57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657" dirty="0" spc="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657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657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57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657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657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657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57" dirty="0" spc="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657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657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51a2917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25/10/2026,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7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3.2.0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02/48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8494836d-d513-4f75-91e4-c9833f962c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0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nghĩa,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vẽ;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 sau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300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học,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đẹp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15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30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bản,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cần,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ghim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1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03/48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9ea11431-0ba3-4b1f-bc45-e42d40f0bc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Archify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Agent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5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Node.js: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JSON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kiểu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vào,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HTML</a:t>
            </a:r>
            <a:r>
              <a:rPr lang="en-US" sz="2550" dirty="0" spc="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r>
              <a:rPr lang="en-US" sz="25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21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ổn</a:t>
            </a:r>
            <a:r>
              <a:rPr lang="en-US" sz="210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3.2.0,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18/10/2026;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Node.js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18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trở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Giấy</a:t>
            </a:r>
            <a:r>
              <a:rPr lang="en-US" sz="21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Apache-2.0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25/10/2026;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Sao</a:t>
            </a:r>
            <a:r>
              <a:rPr lang="en-US" sz="2100" dirty="0" spc="-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fork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88,9 nghìn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6,0 nghìn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fork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(trang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GitHub,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25/10/2026)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Lịch</a:t>
            </a: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sử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1.744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15/4/2026,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24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tag,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104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1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1.180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tệp;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52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nghìn dòng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84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nghìn dòng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0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54b2848b-43d3-44a0-bc07-fd2c66df93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tả,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Mermaid thành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31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31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theme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Mermaid, phân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Mermaid tự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31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trữ,</a:t>
            </a:r>
            <a:r>
              <a:rPr lang="en-US" sz="31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WYSIWYG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cốt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lõi: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sư,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sư,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9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892e449a-a9d3-4f71-9686-69172dfeac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5048" rIns="0" bIns="-15048" rtlCol="0" anchor="ctr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Sự</a:t>
            </a:r>
            <a:r>
              <a:rPr lang="en-US" sz="27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thật</a:t>
            </a:r>
            <a:r>
              <a:rPr lang="en-US" sz="2700" dirty="0" spc="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r>
              <a:rPr lang="en-US" sz="27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màn</a:t>
            </a:r>
            <a:r>
              <a:rPr lang="en-US" sz="27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r>
              <a:rPr lang="en-US" sz="27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diễn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câu</a:t>
            </a:r>
            <a:r>
              <a:rPr lang="en-US" sz="3000" dirty="0" spc="-1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chuyện</a:t>
            </a:r>
            <a:r>
              <a:rPr lang="en-US" sz="30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phụ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Tiết</a:t>
            </a: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lộ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dần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bảng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Chuyển</a:t>
            </a:r>
            <a:r>
              <a:rPr lang="en-US" sz="30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30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0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hữu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 do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khiển, bản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Mang</a:t>
            </a:r>
            <a:r>
              <a:rPr lang="en-US" sz="30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3000" dirty="0" spc="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ctr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Nhận diện</a:t>
            </a:r>
            <a:r>
              <a:rPr lang="en-US" sz="285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85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lệch</a:t>
            </a:r>
            <a:r>
              <a:rPr lang="en-US" sz="28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nghĩa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 không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88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520f37c5-e468-4441-a3f7-76dc2e4280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Cài:</a:t>
            </a: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npx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skills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add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tt-a1i/archify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-g</a:t>
            </a:r>
            <a:endParaRPr lang="en-US" sz="2700" dirty="0"/>
          </a:p>
        </p:txBody>
      </p:sp>
      <p:sp>
        <p:nvSpPr>
          <p:cNvPr id="7" name="Connector line-1792929327359-472526571"/>
          <p:cNvSpPr/>
          <p:nvPr/>
        </p:nvSpPr>
        <p:spPr>
          <a:xfrm>
            <a:off x="6029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905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24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thường;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endParaRPr lang="en-US" sz="2700" dirty="0"/>
          </a:p>
        </p:txBody>
      </p:sp>
      <p:sp>
        <p:nvSpPr>
          <p:cNvPr id="12" name="Connector line-1792929327364-905362403"/>
          <p:cNvSpPr/>
          <p:nvPr/>
        </p:nvSpPr>
        <p:spPr>
          <a:xfrm>
            <a:off x="11744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34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20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0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639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 nổi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miss,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7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5f4899fd-6a53-4793-a8c2-43919e1080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Claude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~/.claude/skills/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.claude/skills/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Codex</a:t>
            </a:r>
            <a:r>
              <a:rPr lang="en-US" sz="30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CLI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~/.agents/skills/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.agents/skills/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OpenCode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~/.config/opencode/skills/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Claude.ai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archify.zip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Settings,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Capabilities,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Skills;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sandbox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Node.js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Project</a:t>
            </a:r>
            <a:r>
              <a:rPr lang="en-US" sz="3000" dirty="0" spc="-2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Knowledge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 chỉ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Hermes</a:t>
            </a:r>
            <a:r>
              <a:rPr lang="en-US" sz="25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Agent,</a:t>
            </a:r>
            <a:r>
              <a:rPr lang="en-US" sz="25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DeepSeek Harness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7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8b80a13f-ffa3-4766-bb1f-b049acceea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HTML: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Mermaid</a:t>
            </a:r>
            <a:endParaRPr lang="en-US" sz="2700" dirty="0"/>
          </a:p>
        </p:txBody>
      </p:sp>
      <p:sp>
        <p:nvSpPr>
          <p:cNvPr id="7" name="Connector line-1792930040078-393828913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 sơ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tọa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độ,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JSON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endParaRPr lang="en-US" sz="2400" dirty="0"/>
          </a:p>
        </p:txBody>
      </p:sp>
      <p:sp>
        <p:nvSpPr>
          <p:cNvPr id="12" name="Connector line-1792930040085-275998814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finalize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đạt</a:t>
            </a:r>
            <a:endParaRPr lang="en-US" sz="2550" dirty="0"/>
          </a:p>
        </p:txBody>
      </p:sp>
      <p:sp>
        <p:nvSpPr>
          <p:cNvPr id="17" name="Connector line-1792930040093-916790354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511" rIns="0" bIns="-18511" rtlCol="0" anchor="t"/>
          <a:lstStyle/>
          <a:p>
            <a:pPr algn="l" indent="0" marL="0">
              <a:lnSpc>
                <a:spcPts val="3311"/>
              </a:lnSpc>
              <a:buNone/>
            </a:pPr>
            <a:r>
              <a:rPr lang="en-US" sz="2649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Đạt:</a:t>
            </a:r>
            <a:r>
              <a:rPr lang="en-US" sz="2649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649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HTML</a:t>
            </a:r>
            <a:r>
              <a:rPr lang="en-US" sz="2649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649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2649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649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delivery.json</a:t>
            </a:r>
            <a:endParaRPr lang="en-US" sz="2649" dirty="0"/>
          </a:p>
        </p:txBody>
      </p:sp>
      <p:sp>
        <p:nvSpPr>
          <p:cNvPr id="22" name="Connector line-1792930040106-455155834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đạt: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lỗi,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sửa;</a:t>
            </a: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6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56f7d71f-c419-42d9-a41b-e77b38fab0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finalize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validate: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schema,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cục,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deliver: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ngặt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browser-check: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Chrome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tràn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5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10/48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955dae0e-b114-4095-b4ab-77d53f7ef4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bị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dở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phụ: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delivery.json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delivery-pending.json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các lần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 tự,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khi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Unicode,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ngay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HTML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 nhất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dở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Cái</a:t>
            </a: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6669" rIns="0" bIns="-16669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 khác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1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41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964a1162-3132-43cd-91fc-0cd9e9ea84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(1):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phần,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trữ,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workflow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runbook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sequence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dataflow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pipeline, ETL, truy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lifecycle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32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f727743b-bb1b-497b-878e-776b25e368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(2):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erd: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bảng,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cột,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 chính,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ngoại,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class: lớp,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diện,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lọc,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tree: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cha,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cây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timeline: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gian,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waterfall: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3000" dirty="0" spc="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9acfa820-ab46-42f8-bb20-50c5f8da1d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biết</a:t>
            </a:r>
            <a:r>
              <a:rPr lang="en-US" sz="57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004" rIns="0" bIns="-13004" rtlCol="0" anchor="t"/>
          <a:lstStyle/>
          <a:p>
            <a:pPr algn="l" indent="0" marL="0">
              <a:lnSpc>
                <a:spcPts val="3139"/>
              </a:lnSpc>
              <a:buNone/>
            </a:pPr>
            <a:r>
              <a:rPr lang="en-US" sz="2414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additionalProperties</a:t>
            </a:r>
            <a:r>
              <a:rPr lang="en-US" sz="2414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14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false</a:t>
            </a:r>
            <a:r>
              <a:rPr lang="en-US" sz="2414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14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14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414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14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 bị</a:t>
            </a:r>
            <a:r>
              <a:rPr lang="en-US" sz="2414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14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414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classic,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signal-flow,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blueprint,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editorial;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catalog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en,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zh-CN,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zh-TW, es,</a:t>
            </a:r>
            <a:r>
              <a:rPr lang="en-US" sz="25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compare</a:t>
            </a:r>
            <a:r>
              <a:rPr lang="en-US" sz="22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Delta,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2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1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5da00411-d734-48a7-8056-25c0a1874e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archify/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SKILL.md,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bin,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renderers,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schemas,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explainer;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206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test/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golden;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314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docs/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kế;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203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website/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Astro,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React,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TypeScript;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108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viewer/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template.html;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experiments/</a:t>
            </a:r>
            <a:r>
              <a:rPr lang="en-US" sz="3000" dirty="0" spc="-2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journal/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cứu;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77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62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03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531c70ec-6aca-41b1-bea0-b4175fe4f5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Phụ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 chạy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import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module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Node.js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698182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Ngoại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script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triển: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ajv</a:t>
            </a:r>
            <a:r>
              <a:rPr lang="en-US" sz="30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simple-icons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787717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1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schema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biểu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r>
              <a:rPr lang="en-US" sz="315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794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16/48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5d0ef624-9f32-4043-93e6-bbd9fa0629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archify/,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bin,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renderers,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explainer,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delta,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84.260 dòng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246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hơn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1,6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chung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renderers/shared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12.680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dòng;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6.222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bin/archify.mjs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7.289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98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5900fb0e-9007-4120-8a8b-5314ea7610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16/4/2026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42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Mermaid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dagre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Archify;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đẹp,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315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Archify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P1,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P3,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P4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hủy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báo: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chấm;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gỡ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75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6d165e0e-a891-41ca-bebc-b95662ea18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lần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28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rủi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Archify: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dagre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quãng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Mermaid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Luận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cục, nên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việc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rõ: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có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ROADMAP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authoring-defaults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4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Đổi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nháp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 thuộc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65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2b89581-40d8-4dbe-b581-1dc518691c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Mặc</a:t>
            </a:r>
            <a:r>
              <a:rPr lang="en-US" sz="57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Đường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Nhánh</a:t>
            </a: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</a:t>
            </a: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ngay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Đường</a:t>
            </a: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trả</a:t>
            </a:r>
            <a:r>
              <a:rPr lang="en-US" sz="3000" dirty="0" spc="-2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phía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Lối</a:t>
            </a:r>
            <a:r>
              <a:rPr lang="en-US" sz="300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từ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Tỏa</a:t>
            </a:r>
            <a:r>
              <a:rPr lang="en-US" sz="30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nhánh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 quan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−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Khung</a:t>
            </a:r>
            <a:r>
              <a:rPr lang="en-US" sz="3000" dirty="0" spc="-2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vẽ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1240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1790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1,55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5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e9e0ce96-6d4a-4fed-bdc4-8af5eace0e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 nhận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2933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2933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viết</a:t>
            </a:r>
            <a:endParaRPr lang="en-US" sz="2550" dirty="0"/>
          </a:p>
        </p:txBody>
      </p:sp>
      <p:sp>
        <p:nvSpPr>
          <p:cNvPr id="5" name="Connector line-1792930936881-807223"/>
          <p:cNvSpPr/>
          <p:nvPr/>
        </p:nvSpPr>
        <p:spPr>
          <a:xfrm>
            <a:off x="5029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163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1163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CLI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archify</a:t>
            </a:r>
            <a:endParaRPr lang="en-US" sz="2550" dirty="0"/>
          </a:p>
        </p:txBody>
      </p:sp>
      <p:sp>
        <p:nvSpPr>
          <p:cNvPr id="8" name="Connector line-1792930936882-560570556"/>
          <p:cNvSpPr/>
          <p:nvPr/>
        </p:nvSpPr>
        <p:spPr>
          <a:xfrm>
            <a:off x="13258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Connector line-1792930936882-669540910"/>
          <p:cNvSpPr/>
          <p:nvPr/>
        </p:nvSpPr>
        <p:spPr>
          <a:xfrm>
            <a:off x="5029200" y="4667250"/>
            <a:ext cx="8229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4450" y="386715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web-app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ghost-node</a:t>
            </a:r>
            <a:endParaRPr lang="en-US" sz="2250" dirty="0"/>
          </a:p>
        </p:txBody>
      </p:sp>
      <p:sp>
        <p:nvSpPr>
          <p:cNvPr id="11" name="Connector line-1792930936885-615326954"/>
          <p:cNvSpPr/>
          <p:nvPr/>
        </p:nvSpPr>
        <p:spPr>
          <a:xfrm>
            <a:off x="5029200" y="5629275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4450" y="4829175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validate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--quality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showcase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--json</a:t>
            </a:r>
            <a:endParaRPr lang="en-US" sz="2250" dirty="0"/>
          </a:p>
        </p:txBody>
      </p:sp>
      <p:sp>
        <p:nvSpPr>
          <p:cNvPr id="13" name="Connector line-1792930936887-891597542"/>
          <p:cNvSpPr/>
          <p:nvPr/>
        </p:nvSpPr>
        <p:spPr>
          <a:xfrm flipH="1">
            <a:off x="5029200" y="6591300"/>
            <a:ext cx="8229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24450" y="579120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Thoát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architecture/unknown-endpoint</a:t>
            </a:r>
            <a:endParaRPr lang="en-US" sz="2250" dirty="0"/>
          </a:p>
        </p:txBody>
      </p:sp>
      <p:sp>
        <p:nvSpPr>
          <p:cNvPr id="15" name="Connector line-1792930936888-292053411"/>
          <p:cNvSpPr/>
          <p:nvPr/>
        </p:nvSpPr>
        <p:spPr>
          <a:xfrm flipH="1">
            <a:off x="5029200" y="7562850"/>
            <a:ext cx="8229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24450" y="676275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/connections/0/to</a:t>
            </a:r>
            <a:r>
              <a:rPr lang="en-US" sz="22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ID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 có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250" dirty="0"/>
          </a:p>
        </p:txBody>
      </p:sp>
      <p:sp>
        <p:nvSpPr>
          <p:cNvPr id="17" name="Connector line-1792930936890-358988293"/>
          <p:cNvSpPr/>
          <p:nvPr/>
        </p:nvSpPr>
        <p:spPr>
          <a:xfrm flipH="1">
            <a:off x="5029200" y="8524875"/>
            <a:ext cx="8229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124450" y="7724775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supportedFixes: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api, auth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4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21/48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e69416a1-1109-4784-92d9-3c4ee11f6f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HTML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845.929</a:t>
            </a: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thẻ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stylesheet,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XMLHttpRequest,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sendBeacon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(người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đếm).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href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 các chuỗi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SVG.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chiếu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localStorage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lần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nó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Có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2196"/>
              </a:lnSpc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script,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style,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8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href</a:t>
            </a:r>
            <a:r>
              <a:rPr lang="en-US" sz="18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18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trỏ</a:t>
            </a:r>
            <a:r>
              <a:rPr lang="en-US" sz="18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18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GitHub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 án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19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fetch,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XMLHttpRequest,</a:t>
            </a:r>
            <a:r>
              <a:rPr lang="en-US" sz="24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WebSocket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sendBeacon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195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localStorage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 11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lần,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2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3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cc751816-0b67-4fc3-976a-dca96633c9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thay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đạt,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khuyến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0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6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6900" dirty="0" spc="-6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7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routesOverSuggestedBends</a:t>
            </a:r>
            <a:r>
              <a:rPr lang="en-US" sz="27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1;</a:t>
            </a:r>
            <a:r>
              <a:rPr lang="en-US" sz="27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visualReview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not-requested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chưa: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đạt,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2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23/48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85c5a311-557a-4279-85a2-b99ac6eaa7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5674" rIns="0" bIns="-15674" rtlCol="0" anchor="t"/>
          <a:lstStyle/>
          <a:p>
            <a:pPr algn="l" indent="0" marL="0">
              <a:lnSpc>
                <a:spcPts val="2805"/>
              </a:lnSpc>
              <a:buNone/>
            </a:pPr>
            <a:r>
              <a:rPr lang="en-US" sz="2244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Đóng</a:t>
            </a:r>
            <a:r>
              <a:rPr lang="en-US" sz="224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băng danh tính</a:t>
            </a:r>
            <a:r>
              <a:rPr lang="en-US" sz="2244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repo:</a:t>
            </a:r>
            <a:r>
              <a:rPr lang="en-US" sz="2244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commit,</a:t>
            </a:r>
            <a:r>
              <a:rPr lang="en-US" sz="2244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</a:t>
            </a:r>
            <a:r>
              <a:rPr lang="en-US" sz="2244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244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244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gỡ</a:t>
            </a:r>
            <a:r>
              <a:rPr lang="en-US" sz="2244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244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244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24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endParaRPr lang="en-US" sz="2244" dirty="0"/>
          </a:p>
        </p:txBody>
      </p:sp>
      <p:sp>
        <p:nvSpPr>
          <p:cNvPr id="7" name="Connector line-1792930966294-670601548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Vạch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lát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endParaRPr lang="en-US" sz="2700" dirty="0"/>
          </a:p>
        </p:txBody>
      </p:sp>
      <p:sp>
        <p:nvSpPr>
          <p:cNvPr id="12" name="Connector line-1792930966296-313468203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550" dirty="0" spc="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hữu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hành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7" name="Connector line-1792930966299-891742974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2700" dirty="0"/>
          </a:p>
        </p:txBody>
      </p:sp>
      <p:sp>
        <p:nvSpPr>
          <p:cNvPr id="22" name="Connector line-1792930966302-394244729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nhãn thành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1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be4018d4-9308-45e7-83a4-4e50b8806a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5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 đã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cat-file,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nào:</a:t>
            </a:r>
            <a:r>
              <a:rPr lang="en-US" sz="28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GIT_ALLOW_PROTOCOL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nguồn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thư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commit,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blob,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0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ab4103a3-cc8c-4eeb-8d01-50bbae0f5a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Phím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/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(PATH)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nghĩa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(LENS)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(MAP)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9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84725f41-f349-450e-b0c7-77827b492c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sẻ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 bản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#focus,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#relation,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#route,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#lens khôi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PNG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clipboard,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tĩnh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1200×630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Reach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dài PNG,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JPG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55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88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6668a2ef-a6be-42c3-ad50-f13b4180c1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4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panel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xuôi,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Markdown: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tiêu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panel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finalize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explainer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 còn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patch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explainer thay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panel theo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3.2.0,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993,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bốn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panel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 hỏi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xin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[S10]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8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28a9000-cec1-4565-822b-231ffaccb5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 dụ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finalize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explainer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ok;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validate,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deliver,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check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gian: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1,33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Đầu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ra: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HTML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505.526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thiếu: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browser-check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not-run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30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7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425ed43e-c793-4a33-b536-a23812e9ce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 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ordinary-model-floor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thử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repair-rounds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giúp hội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đâu,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real-repo-generation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thật;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6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bf0a25ee-ca19-4ed6-bead-e0eb7d5d0b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15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r>
              <a:rPr lang="en-US" sz="225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225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15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53,3%</a:t>
            </a:r>
            <a:r>
              <a:rPr lang="en-US" sz="33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3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3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3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ngay;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pi,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hình,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33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698182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5048" rIns="0" bIns="-15048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 tác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vụ: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3/3,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70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3/3,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1/3,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1/3,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0/3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787717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7587" rIns="0" bIns="-17587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5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ghi: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 được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r>
              <a:rPr lang="en-US" sz="31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1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1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31/48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0d97ff9d-036b-4fee-9013-4e027829a8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53%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4200" dirty="0" spc="-5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trận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4200" dirty="0" spc="-5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tốt;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1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lần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real-repo-generation: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42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2e015c54-a5b6-4b07-a483-9c97fd633d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5700" dirty="0"/>
          </a:p>
        </p:txBody>
      </p:sp>
      <p:sp>
        <p:nvSpPr>
          <p:cNvPr id="3" name="Connector line-1792931095344-389742727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Connector line-1792931095345-56949941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15/4/2026: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v2.0.0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Connector line-1792931095347-593107358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28/9/2026: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v3.0.0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Connector line-1792931095348-395474918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14/10/2026: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v3.1.0,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Connector line-1792931095350-619684064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18/10/2026: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v3.2.0,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Connector line-1792931095351-435614875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25/10/2026: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 phép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Apache-2.0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3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33/48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a15c1a97-b76a-4b63-a67b-e9eb52e1d9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842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842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Tháng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10/2026,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25:</a:t>
            </a:r>
            <a:r>
              <a:rPr lang="en-US" sz="33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842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698182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Tháng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9:</a:t>
            </a:r>
            <a:r>
              <a:rPr lang="en-US" sz="3300" dirty="0" spc="-6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674;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8: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104;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7: 82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787717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8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33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1.744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3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15/4/2026;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tt-a1i</a:t>
            </a:r>
            <a:r>
              <a:rPr lang="en-US" sz="33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33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65%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2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34/48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51308a21-0faf-4d13-8239-1ec31864be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 commit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132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Co-Authored-By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Devin,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Claude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Cursor;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132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(người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đếm).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nhánh,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CONTRIBUTING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mọi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việc;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dùng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 nhắn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git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7859" rIns="0" bIns="-17859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giả;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2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 báo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đây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phải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 AI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13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7dbc8d36-a803-4e64-8378-caf6995bfc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dẫn;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 22;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18, 20,</a:t>
            </a:r>
            <a:r>
              <a:rPr lang="en-US" sz="25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Chrome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WebM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 gói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archify.zip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byte;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khói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ubuntu,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macOS,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04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72465c26-4cb2-47b2-8726-d9ae16b652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 thái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Archify</a:t>
            </a:r>
            <a:endParaRPr lang="en-US" sz="5700" dirty="0"/>
          </a:p>
        </p:txBody>
      </p:sp>
      <p:sp>
        <p:nvSpPr>
          <p:cNvPr id="3" name="Connector line-1792931126430-98473455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" name="Connector line-1792931126430-792447488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Connector line-1792931126431-470541557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Connector line-1792931126431-759428196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Archify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3376" rIns="0" bIns="-13376" rtlCol="0" anchor="ctr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DeepSeek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Harness: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1.0.0,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Hermes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Node.js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đồng: gói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plugin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web: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Astro,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Proof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Lab,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agent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9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d3e60049-2db3-45c9-84fc-99b218d2d7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300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r>
              <a:rPr lang="en-US" sz="30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cập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manifest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Tắt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ARCHIFY_UPDATE_CHECK_DISABLED=1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Bắt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biểu</a:t>
            </a:r>
            <a:r>
              <a:rPr lang="en-US" sz="30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tượng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lạ; ghim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rebinding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Xem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r>
              <a:rPr lang="en-US" sz="30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cục</a:t>
            </a: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127.0.0.1,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Gói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DSH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!!js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sandbox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HTML</a:t>
            </a:r>
            <a:r>
              <a:rPr lang="en-US" sz="3000" dirty="0" spc="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</a:t>
            </a:r>
            <a:r>
              <a:rPr lang="en-US" sz="3000" dirty="0" spc="-1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985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ccf89f22-9360-4792-b62e-b80b49b109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hôm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42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MIT,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25cf3708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19/10/2026;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cũ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r>
              <a:rPr lang="en-US" sz="42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25/10/2026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Apache-2.0,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Biểu</a:t>
            </a:r>
            <a:r>
              <a:rPr lang="en-US" sz="28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ba: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Vue.js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CC-BY-NC-SA-4.0,</a:t>
            </a:r>
            <a:r>
              <a:rPr lang="en-US" sz="28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Rust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CC-BY-SA-4.0,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Jenkins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CC-BY-SA-3.0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 phép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 mềm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8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Archify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75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53986c7c-c4c7-4e15-a42a-91c0cc1e1f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tuyên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README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liệt</a:t>
            </a:r>
            <a:r>
              <a:rPr lang="en-US" sz="30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bảy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trợ;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30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mãi là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trợ,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Huy hiệu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130K+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installs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huy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tĩnh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số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Hạng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tuần,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QbitAI,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midudev: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30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ngoài,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6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70b550c3-ea3b-4323-8be1-a691ba0728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doctor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27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ok,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Archify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is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ready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validate,</a:t>
            </a:r>
            <a:r>
              <a:rPr lang="en-US" sz="2100" dirty="0" spc="-2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showcase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ok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true;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finalize,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Chrome</a:t>
            </a:r>
            <a:r>
              <a:rPr lang="en-US" sz="21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Bốn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cổng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6,56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giây;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khuyến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nghị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khói lõi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19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19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15,6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giây,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npm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ci ở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đầy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đủ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luận: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đương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CI,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bị từ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chối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5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94ac08ae-f5d7-4b63-a61e-80d36167be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kiểm: biên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được,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sửa,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HTML</a:t>
            </a:r>
            <a:r>
              <a:rPr lang="en-US" sz="30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 dụ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Bằng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trỏ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0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 lớn,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ZIP</a:t>
            </a:r>
            <a:r>
              <a:rPr lang="en-US" sz="30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 [S4]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4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387ef7ec-0751-46b7-9476-fbaa15c663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Điểm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57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Phụ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thuộc</a:t>
            </a:r>
            <a:r>
              <a:rPr lang="en-US" sz="30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8/15; luồng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0/3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ctr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Cổng</a:t>
            </a:r>
            <a:r>
              <a:rPr lang="en-US" sz="28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8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8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 thay</a:t>
            </a:r>
            <a:r>
              <a:rPr lang="en-US" sz="28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mắt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của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300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300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repo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benchmark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Tài</a:t>
            </a:r>
            <a:r>
              <a:rPr lang="en-US" sz="30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30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lệch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11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manifest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12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Nhịp</a:t>
            </a:r>
            <a:r>
              <a:rPr lang="en-US" sz="30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3000" dirty="0" spc="-1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rất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842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ngày;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DSH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hai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7.289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dòng;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93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0" name="Shape 6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43/48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7" name="Moda image moda-export-watermark-2e14e01d-88ed-4c5f-8d98-0c486d076f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Phù</a:t>
            </a:r>
            <a:r>
              <a:rPr lang="en-US" sz="420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sẵn;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runbook,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dạng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3150" dirty="0" spc="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phù</a:t>
            </a:r>
            <a:r>
              <a:rPr lang="en-US" sz="4200" dirty="0" spc="-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pixel,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UML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C4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siết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mạng: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ARCHIFY_UPDATE_CHECK_DISABLED=1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8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rõ: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LICENSE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biểu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2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8869f84e-2016-44f7-8788-da4c475296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học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buổi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10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README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Choose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right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diagram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SKILL.md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10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doctor,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guide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validate;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JSON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10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diagnostics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supportedFixes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15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deliver,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 phím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15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planned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ROADMAP và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30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phút: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agent,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 tự kiểm ba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31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7" name="Shape 65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45/48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d31eb397-d5ee-4dc3-b61b-b900a1539c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agent: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đúng:</a:t>
            </a:r>
            <a:r>
              <a:rPr lang="en-US" sz="28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8/15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25/10/2026;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43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43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43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43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43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43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ARCHIFY_UPDATE_CHECK_DISABLED=1;</a:t>
            </a:r>
            <a:r>
              <a:rPr lang="en-US" sz="2543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543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43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43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43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43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43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43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543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0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60ff7a7b-e91a-432d-9e45-7abd3ec235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Archify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3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6900" dirty="0" spc="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fork,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ghim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9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47/48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9a3ac4b4-81c4-40c7-9f36-f4c65cb4f6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README.md: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thiệu, cài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đặt,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6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16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archify/SKILL.md:</a:t>
            </a:r>
            <a:r>
              <a:rPr lang="en-US" sz="16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finalize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PRODUCT.md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DESIGN.md: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tắc,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ROADMAP.md: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IR,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CHANGELOG.md: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3.0.0</a:t>
            </a:r>
            <a:r>
              <a:rPr lang="en-US" sz="16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3.2.0,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6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CONTRIBUTING.md,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REVIEWING.md,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AGENTS.md: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6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archify/schemas/README.md: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6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archify/references/delivery-contract.md: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finalize, giao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repository-authoring.md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authoring-defaults.md: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archify/references/explainer-authoring.md: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benchmarks/ordinary-model-floor: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benchmarks/real-repo-generation và repair-rounds: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repository-evidence.mjs,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check-update.mjs,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brand-marks.mjs: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NOTICE,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THIRD_PARTY_NOTICES.md,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SECURITY.md: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ninh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.github/workflows/ci.yml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CODEOWNERS: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integrations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(DSH,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Hermes)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community/README.md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package.json, bin/archify.mjs,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gallery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manifest,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catalog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repo: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 (không ghim</a:t>
            </a:r>
            <a:r>
              <a:rPr lang="en-US" sz="16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commit)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890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48/48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7" name="Moda image moda-export-watermark-468e69d1-5fab-404d-acc4-eac25fdc34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2026-10-25T12:35:07Z</dcterms:created>
  <dcterms:modified xsi:type="dcterms:W3CDTF">2026-10-25T12:35:07Z</dcterms:modified>
</cp:coreProperties>
</file>