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8288000" cy="10287000"/>
  <p:notesSz cx="10287000" cy="18288000"/>
  <p:embeddedFontLst>
    <p:embeddedFont>
      <p:font typeface="Be Vietnam Pro"/>
      <p:regular r:id="rId36"/>
      <p:bold r:id="rId33"/>
    </p:embeddedFont>
    <p:embeddedFont>
      <p:font typeface="Bricolage Grotesque ExtraBold"/>
      <p:regular r:id="rId34"/>
    </p:embeddedFont>
    <p:embeddedFont>
      <p:font typeface="Be Vietnam Pro SemiBold"/>
      <p:regular r:id="rId35"/>
    </p:embeddedFont>
    <p:embeddedFont>
      <p:font typeface="Be Vietnam Pro ExtraBold"/>
      <p:regular r:id="rId37"/>
    </p:embeddedFont>
    <p:embeddedFont>
      <p:font typeface="Be Vietnam Pro Medium"/>
      <p:regular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font" Target="fonts/font3.fntdata"/><Relationship Id="rId36" Type="http://schemas.openxmlformats.org/officeDocument/2006/relationships/font" Target="fonts/font4.fntdata"/><Relationship Id="rId37" Type="http://schemas.openxmlformats.org/officeDocument/2006/relationships/font" Target="fonts/font5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3414277482-463684653"/>
          <p:cNvSpPr/>
          <p:nvPr/>
        </p:nvSpPr>
        <p:spPr>
          <a:xfrm>
            <a:off x="1724025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3" name="Connector line-1793414277485-792159401"/>
          <p:cNvSpPr/>
          <p:nvPr/>
        </p:nvSpPr>
        <p:spPr>
          <a:xfrm>
            <a:off x="1619250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4" name="Connector line-1793414277490-696539885"/>
          <p:cNvSpPr/>
          <p:nvPr/>
        </p:nvSpPr>
        <p:spPr>
          <a:xfrm>
            <a:off x="1514475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5" name="Connector line-1793414277490-229674727"/>
          <p:cNvSpPr/>
          <p:nvPr/>
        </p:nvSpPr>
        <p:spPr>
          <a:xfrm>
            <a:off x="1409700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6" name="Connector line-1793414277490-253732178"/>
          <p:cNvSpPr/>
          <p:nvPr/>
        </p:nvSpPr>
        <p:spPr>
          <a:xfrm>
            <a:off x="1304925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7" name="Connector line-1793414277491-94536946"/>
          <p:cNvSpPr/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8" name="Connector line-1793414277491-52765647"/>
          <p:cNvSpPr/>
          <p:nvPr/>
        </p:nvSpPr>
        <p:spPr>
          <a:xfrm>
            <a:off x="1095375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9" name="Connector line-1793414277492-502770612"/>
          <p:cNvSpPr/>
          <p:nvPr/>
        </p:nvSpPr>
        <p:spPr>
          <a:xfrm>
            <a:off x="8572500" y="17145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0" name="Connector line-1793414277492-282028647"/>
          <p:cNvSpPr/>
          <p:nvPr/>
        </p:nvSpPr>
        <p:spPr>
          <a:xfrm>
            <a:off x="8572500" y="34290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1" name="Connector line-1793414277493-441409435"/>
          <p:cNvSpPr/>
          <p:nvPr/>
        </p:nvSpPr>
        <p:spPr>
          <a:xfrm>
            <a:off x="8572500" y="51435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2" name="Connector line-1793414277493-326472093"/>
          <p:cNvSpPr/>
          <p:nvPr/>
        </p:nvSpPr>
        <p:spPr>
          <a:xfrm>
            <a:off x="8572500" y="68580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3" name="Connector line-1793414277493-414181027"/>
          <p:cNvSpPr/>
          <p:nvPr/>
        </p:nvSpPr>
        <p:spPr>
          <a:xfrm>
            <a:off x="8572500" y="85725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100" b="1" spc="4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b="1" spc="4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b="1" spc="41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100" b="1" spc="4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Superpowers: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skill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kích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81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lập</a:t>
            </a:r>
            <a:r>
              <a:rPr lang="en-US" sz="81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8100" dirty="0"/>
          </a:p>
        </p:txBody>
      </p:sp>
      <p:sp>
        <p:nvSpPr>
          <p:cNvPr id="16" name="Text 14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Làm</a:t>
            </a:r>
            <a:r>
              <a:rPr lang="en-US" sz="33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3300" dirty="0" spc="-6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ép</a:t>
            </a:r>
            <a:r>
              <a:rPr lang="en-US" sz="3300" dirty="0" spc="-15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330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r>
              <a:rPr lang="en-US" sz="3300" dirty="0" spc="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3300" dirty="0" spc="3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3300" dirty="0" spc="-6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3300" dirty="0" spc="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</a:t>
            </a:r>
            <a:r>
              <a:rPr lang="en-US" sz="3300" dirty="0" spc="5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trình?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55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5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Subagent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r>
              <a:rPr lang="en-US" sz="255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a792fe34-2776-4d1d-8e95-7c0ee9e8171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 hỏi của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Superpowers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ép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lập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69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skill</a:t>
            </a: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9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kích</a:t>
            </a:r>
            <a:r>
              <a:rPr lang="en-US" sz="6900" dirty="0" spc="-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: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69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kế,</a:t>
            </a:r>
            <a:r>
              <a:rPr lang="en-US" sz="69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hoạch,</a:t>
            </a:r>
            <a:r>
              <a:rPr lang="en-US" sz="69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TDD,</a:t>
            </a:r>
            <a:r>
              <a:rPr lang="en-US" sz="69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review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92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</a:t>
            </a:r>
            <a:r>
              <a:rPr lang="en-US" sz="2692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skill,</a:t>
            </a:r>
            <a:r>
              <a:rPr lang="en-US" sz="2692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692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hook,</a:t>
            </a:r>
            <a:r>
              <a:rPr lang="en-US" sz="2692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môi</a:t>
            </a:r>
            <a:r>
              <a:rPr lang="en-US" sz="2692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692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agent;</a:t>
            </a:r>
            <a:r>
              <a:rPr lang="en-US" sz="2692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692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692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692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2ce8aa1</a:t>
            </a:r>
            <a:r>
              <a:rPr lang="en-US" sz="2692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692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21/10/2026</a:t>
            </a:r>
            <a:endParaRPr lang="en-US" sz="2692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7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7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2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02/26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3e6580a4-fd52-4e3d-9545-fd72b3a1c51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Ép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</a:t>
            </a:r>
            <a:r>
              <a:rPr lang="en-US" sz="30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cổng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chặn: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3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xây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0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thiết</a:t>
            </a:r>
            <a:r>
              <a:rPr lang="en-US" sz="3000" dirty="0" spc="-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kế,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0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30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30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nén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cảnh: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SKILL.md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0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20.000</a:t>
            </a:r>
            <a:r>
              <a:rPr lang="en-US" sz="30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byte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Nhiều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nêu,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30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độc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r>
              <a:rPr lang="en-US" sz="30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0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repo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 [S15]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[S21]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[S22]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[S24]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381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03/26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f9ed9d9f-ac63-4264-a523-69ba1f29ae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Hồ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Superpowers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</a:t>
            </a:r>
            <a:r>
              <a:rPr lang="en-US" sz="210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Plugin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15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skill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+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hook SessionStart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+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manifest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550" dirty="0" spc="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harness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Phiên</a:t>
            </a:r>
            <a:r>
              <a:rPr lang="en-US" sz="210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7.0.1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ngày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21/10/2026;</a:t>
            </a:r>
            <a:r>
              <a:rPr lang="en-US" sz="25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giấy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phép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MIT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Môi</a:t>
            </a:r>
            <a:r>
              <a:rPr lang="en-US" sz="2100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trường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16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mục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cài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đặt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README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Quy</a:t>
            </a:r>
            <a:r>
              <a:rPr lang="en-US" sz="2100" dirty="0" spc="-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mô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231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tệp: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84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skills,</a:t>
            </a:r>
            <a:r>
              <a:rPr lang="en-US" sz="2550" dirty="0" spc="-3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70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tests,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31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docs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Văn</a:t>
            </a:r>
            <a:r>
              <a:rPr lang="en-US" sz="210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r>
              <a:rPr lang="en-US" sz="210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skill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21.816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15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tệp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SKILL.md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Đóng</a:t>
            </a:r>
            <a:r>
              <a:rPr lang="en-US" sz="2100" dirty="0" spc="-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góp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PR</a:t>
            </a:r>
            <a:r>
              <a:rPr lang="en-US" sz="25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nhánh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dev;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94%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 bị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chối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[S22] [S28]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09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04/26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d7dd70c4-eb60-4f43-bbd1-91a0b25f021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57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 chặng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6082" rIns="0" bIns="-16082" rtlCol="0" anchor="t"/>
          <a:lstStyle/>
          <a:p>
            <a:pPr algn="l" indent="0" marL="0">
              <a:lnSpc>
                <a:spcPts val="2873"/>
              </a:lnSpc>
              <a:buNone/>
            </a:pPr>
            <a:r>
              <a:rPr lang="en-US" sz="2299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Brainstorming:</a:t>
            </a:r>
            <a:r>
              <a:rPr lang="en-US" sz="2299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thiết</a:t>
            </a:r>
            <a:r>
              <a:rPr lang="en-US" sz="2299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r>
              <a:rPr lang="en-US" sz="2299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299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endParaRPr lang="en-US" sz="2299" dirty="0"/>
          </a:p>
        </p:txBody>
      </p:sp>
      <p:sp>
        <p:nvSpPr>
          <p:cNvPr id="7" name="Connector line-1793414325362-879301937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Worktree: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endParaRPr lang="en-US" sz="2700" dirty="0"/>
          </a:p>
        </p:txBody>
      </p:sp>
      <p:sp>
        <p:nvSpPr>
          <p:cNvPr id="12" name="Connector line-1793414325368-802363222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6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hoạch:</a:t>
            </a:r>
            <a:r>
              <a:rPr lang="en-US" sz="2700" dirty="0" spc="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endParaRPr lang="en-US" sz="2700" dirty="0"/>
          </a:p>
        </p:txBody>
      </p:sp>
      <p:sp>
        <p:nvSpPr>
          <p:cNvPr id="17" name="Connector line-1793414325373-952487958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Thực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thi:</a:t>
            </a:r>
            <a:r>
              <a:rPr lang="en-US" sz="25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subagent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inline,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TDD,</a:t>
            </a:r>
            <a:r>
              <a:rPr lang="en-US" sz="2550" dirty="0" spc="-2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review</a:t>
            </a:r>
            <a:endParaRPr lang="en-US" sz="2550" dirty="0"/>
          </a:p>
        </p:txBody>
      </p:sp>
      <p:sp>
        <p:nvSpPr>
          <p:cNvPr id="22" name="Connector line-1793414325378-317259736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5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thúc: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gộp,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[S12]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 [S19]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38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05/26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abfc49fd-bfde-45c9-8a77-b13f217d52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57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Brainstorming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mã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9814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9814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Worktree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9814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 phép, kiểm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.gitignore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2006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2006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2006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6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</a:t>
            </a:r>
            <a:r>
              <a:rPr lang="en-US" sz="30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hoạch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2006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64198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64198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4198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1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Thực</a:t>
            </a:r>
            <a:r>
              <a:rPr lang="en-US" sz="30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64198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Review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nhiệm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76390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76390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6390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5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300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thúc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76390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6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xanh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menu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 [S19]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66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06/26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4a940632-9770-4381-b54d-e171fe4f04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Kết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thúc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nhánh:</a:t>
            </a:r>
            <a:r>
              <a:rPr lang="en-US" sz="57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lựa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merge</a:t>
            </a:r>
            <a:r>
              <a:rPr lang="en-US" sz="25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5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55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7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 PR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đẩy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nhánh,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 pull</a:t>
            </a:r>
            <a:r>
              <a:rPr lang="en-US" sz="25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nhánh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chọn,</a:t>
            </a:r>
            <a:r>
              <a:rPr lang="en-US" sz="25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giữ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[S19]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295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07/26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6bfd47e6-e822-4169-9a06-a8f1ce66ae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57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57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khởi</a:t>
            </a:r>
            <a:r>
              <a:rPr lang="en-US" sz="57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 nào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8763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7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Harness</a:t>
            </a:r>
            <a:endParaRPr lang="en-US" sz="2550" dirty="0"/>
          </a:p>
        </p:txBody>
      </p:sp>
      <p:sp>
        <p:nvSpPr>
          <p:cNvPr id="5" name="Connector line-1793414412565-924871230"/>
          <p:cNvSpPr/>
          <p:nvPr/>
        </p:nvSpPr>
        <p:spPr>
          <a:xfrm>
            <a:off x="29718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9911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49911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Hook</a:t>
            </a:r>
            <a:endParaRPr lang="en-US" sz="2550" dirty="0"/>
          </a:p>
        </p:txBody>
      </p:sp>
      <p:sp>
        <p:nvSpPr>
          <p:cNvPr id="8" name="Connector line-1793414412567-726385530"/>
          <p:cNvSpPr/>
          <p:nvPr/>
        </p:nvSpPr>
        <p:spPr>
          <a:xfrm>
            <a:off x="70866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1059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91059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9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Bootstrap</a:t>
            </a:r>
            <a:endParaRPr lang="en-US" sz="2550" dirty="0"/>
          </a:p>
        </p:txBody>
      </p:sp>
      <p:sp>
        <p:nvSpPr>
          <p:cNvPr id="11" name="Connector line-1793414412569-972417823"/>
          <p:cNvSpPr/>
          <p:nvPr/>
        </p:nvSpPr>
        <p:spPr>
          <a:xfrm>
            <a:off x="112014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32207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32207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Agent</a:t>
            </a:r>
            <a:endParaRPr lang="en-US" sz="2550" dirty="0"/>
          </a:p>
        </p:txBody>
      </p:sp>
      <p:sp>
        <p:nvSpPr>
          <p:cNvPr id="14" name="Connector line-1793414412570-66730840"/>
          <p:cNvSpPr/>
          <p:nvPr/>
        </p:nvSpPr>
        <p:spPr>
          <a:xfrm>
            <a:off x="153162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5" name="Connector line-1793414412570-528086950"/>
          <p:cNvSpPr/>
          <p:nvPr/>
        </p:nvSpPr>
        <p:spPr>
          <a:xfrm>
            <a:off x="2971800" y="4667250"/>
            <a:ext cx="41148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067050" y="3867150"/>
            <a:ext cx="3924300" cy="762000"/>
          </a:xfrm>
          <a:prstGeom prst="rect">
            <a:avLst/>
          </a:prstGeom>
          <a:noFill/>
          <a:ln/>
        </p:spPr>
        <p:txBody>
          <a:bodyPr wrap="square" lIns="0" tIns="18371" rIns="0" bIns="-18371" rtlCol="0" anchor="b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21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(startup, clear,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compact)</a:t>
            </a: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1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hook</a:t>
            </a:r>
            <a:endParaRPr lang="en-US" sz="2100" dirty="0"/>
          </a:p>
        </p:txBody>
      </p:sp>
      <p:sp>
        <p:nvSpPr>
          <p:cNvPr id="17" name="Connector line-1793414412573-754577766"/>
          <p:cNvSpPr/>
          <p:nvPr/>
        </p:nvSpPr>
        <p:spPr>
          <a:xfrm>
            <a:off x="7086600" y="5629275"/>
            <a:ext cx="41148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181850" y="4829175"/>
            <a:ext cx="39243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2. Đọc</a:t>
            </a: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SKILL.md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bootstrap</a:t>
            </a:r>
            <a:endParaRPr lang="en-US" sz="2250" dirty="0"/>
          </a:p>
        </p:txBody>
      </p:sp>
      <p:sp>
        <p:nvSpPr>
          <p:cNvPr id="19" name="Connector line-1793414412575-903103414"/>
          <p:cNvSpPr/>
          <p:nvPr/>
        </p:nvSpPr>
        <p:spPr>
          <a:xfrm flipH="1">
            <a:off x="2971800" y="6591300"/>
            <a:ext cx="41148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067050" y="5791200"/>
            <a:ext cx="39243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3.</a:t>
            </a: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</a:t>
            </a:r>
            <a:r>
              <a:rPr lang="en-US" sz="22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JSON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môi</a:t>
            </a: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endParaRPr lang="en-US" sz="2250" dirty="0"/>
          </a:p>
        </p:txBody>
      </p:sp>
      <p:sp>
        <p:nvSpPr>
          <p:cNvPr id="21" name="Connector line-1793414412577-210951695"/>
          <p:cNvSpPr/>
          <p:nvPr/>
        </p:nvSpPr>
        <p:spPr>
          <a:xfrm>
            <a:off x="2971800" y="7562850"/>
            <a:ext cx="123444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067050" y="6762750"/>
            <a:ext cx="121539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4.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Nhét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nội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dung</a:t>
            </a:r>
            <a:r>
              <a:rPr lang="en-US" sz="22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cảnh</a:t>
            </a:r>
            <a:r>
              <a:rPr lang="en-US" sz="22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endParaRPr lang="en-US" sz="2250" dirty="0"/>
          </a:p>
        </p:txBody>
      </p:sp>
      <p:sp>
        <p:nvSpPr>
          <p:cNvPr id="23" name="Connector line-1793414412579-9255537"/>
          <p:cNvSpPr/>
          <p:nvPr/>
        </p:nvSpPr>
        <p:spPr>
          <a:xfrm>
            <a:off x="15316200" y="8001000"/>
            <a:ext cx="0" cy="8572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1734800" y="8001000"/>
            <a:ext cx="3352800" cy="857250"/>
          </a:xfrm>
          <a:prstGeom prst="rect">
            <a:avLst/>
          </a:prstGeom>
          <a:noFill/>
          <a:ln/>
        </p:spPr>
        <p:txBody>
          <a:bodyPr wrap="square" lIns="0" tIns="17059" rIns="0" bIns="-17059" rtlCol="0" anchor="ctr"/>
          <a:lstStyle/>
          <a:p>
            <a:pPr algn="r" indent="0" marL="0">
              <a:lnSpc>
                <a:spcPts val="2145"/>
              </a:lnSpc>
              <a:buNone/>
            </a:pP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5.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</a:t>
            </a:r>
            <a:r>
              <a:rPr lang="en-US" sz="19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 việc,</a:t>
            </a:r>
            <a:r>
              <a:rPr lang="en-US" sz="195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kể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 hỏi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524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08/26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cc1f0955-2915-4e93-bc53-bebe705c44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 skill,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môi</a:t>
            </a:r>
            <a:r>
              <a:rPr lang="en-US" sz="57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endParaRPr lang="en-US" sz="5700" dirty="0"/>
          </a:p>
        </p:txBody>
      </p:sp>
      <p:sp>
        <p:nvSpPr>
          <p:cNvPr id="3" name="Connector line-1793414496053-988684327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4" name="Connector line-1793414496054-315293731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5" name="Connector line-1793414496054-695078386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6" name="Connector line-1793414496054-589845950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skill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6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(Claude,</a:t>
            </a: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Codex,</a:t>
            </a:r>
            <a:r>
              <a:rPr lang="en-US" sz="25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Cursor...)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Hook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3D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 phiên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 bộ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[S23]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[S28]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52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09/26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80fb2151-af46-4dae-97fa-dae010d3a6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skill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luật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sắt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TDD,</a:t>
            </a:r>
            <a:r>
              <a:rPr lang="en-US" sz="33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gỡ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lỗi,</a:t>
            </a:r>
            <a:r>
              <a:rPr lang="en-US" sz="33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minh</a:t>
            </a:r>
            <a:r>
              <a:rPr lang="en-US" sz="330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</a:t>
            </a:r>
            <a:r>
              <a:rPr lang="en-US" sz="33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đều</a:t>
            </a: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33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Iron</a:t>
            </a:r>
            <a:r>
              <a:rPr lang="en-US" sz="3300" dirty="0" spc="-4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Law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AGENTS.md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cấm</a:t>
            </a:r>
            <a:r>
              <a:rPr lang="en-US" sz="330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33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viện</a:t>
            </a: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cớ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nếu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thiếu</a:t>
            </a:r>
            <a:r>
              <a:rPr lang="en-US" sz="33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3300" dirty="0" spc="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cải thiện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 [S14]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 [S20] [S21]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981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10/26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8dd14762-73ff-4572-8555-97a2cf15d26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luật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Test</a:t>
            </a:r>
            <a:r>
              <a:rPr lang="en-US" sz="3000" dirty="0" spc="1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trước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mã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bại;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Nguyên</a:t>
            </a:r>
            <a:r>
              <a:rPr lang="en-US" sz="300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nhân gốc</a:t>
            </a:r>
            <a:r>
              <a:rPr lang="en-US" sz="3000" dirty="0" spc="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trước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tra;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Bằng</a:t>
            </a:r>
            <a:r>
              <a:rPr lang="en-US" sz="3000" dirty="0" spc="2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r>
              <a:rPr lang="en-US" sz="3000" dirty="0" spc="1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trước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 [S14]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09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11/26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2ab030c1-8d48-4c32-b3d4-f8f35771bc7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cớ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văn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skill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kỷ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bảng: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b="1" dirty="0" spc="-5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</a:t>
            </a:r>
            <a:r>
              <a:rPr lang="en-US" sz="28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Flags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285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nhủ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Common</a:t>
            </a:r>
            <a:r>
              <a:rPr lang="en-US" sz="2850" b="1" dirty="0" spc="-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Rationalizations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viện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cớ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bác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[S13]</a:t>
            </a: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 [S15]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skills/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(người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đếm).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nhắm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luận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 trừ,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AGENTS.md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cấm</a:t>
            </a: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Red</a:t>
            </a:r>
            <a:r>
              <a:rPr lang="en-US" sz="195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Flags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 nhủ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 hiệu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sắp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Rationalizations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Lời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viện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cớ</a:t>
            </a:r>
            <a:r>
              <a:rPr lang="en-US" sz="240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kèm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bác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nếu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thiếu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4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cải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thiện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 [S14]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 [S21]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38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12/26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4380af0f-6b6a-4a64-bc7f-2bd2f37b7b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7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57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4A2A2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Subagent-driven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1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subagent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</a:t>
            </a:r>
            <a:r>
              <a:rPr lang="en-US" sz="315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31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 vụ,</a:t>
            </a:r>
            <a:r>
              <a:rPr lang="en-US" sz="315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31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 cuối.</a:t>
            </a:r>
            <a:r>
              <a:rPr lang="en-US" sz="3150" dirty="0" spc="-6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31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cảnh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mỗi</a:t>
            </a:r>
            <a:r>
              <a:rPr lang="en-US" sz="31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262C4A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Executing-plans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làm</a:t>
            </a:r>
            <a:r>
              <a:rPr lang="en-US" sz="3150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1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1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phiên,</a:t>
            </a:r>
            <a:r>
              <a:rPr lang="en-US" sz="31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reviewer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31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cuối.</a:t>
            </a:r>
            <a:r>
              <a:rPr lang="en-US" sz="3150" dirty="0" spc="-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dừng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28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28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nhiệm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67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13/26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ca3720e6-ea28-40a4-b30f-1430e66d6f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8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Vòng</a:t>
            </a:r>
            <a:r>
              <a:rPr lang="en-US" sz="57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57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tối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381125"/>
          </a:xfrm>
          <a:prstGeom prst="roundRect">
            <a:avLst>
              <a:gd name="adj" fmla="val 15172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857500"/>
            <a:ext cx="156972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4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Review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cuối: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subagent</a:t>
            </a:r>
            <a:r>
              <a:rPr lang="en-US" sz="28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sách,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8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581150" y="4391025"/>
            <a:ext cx="15125700" cy="1381125"/>
          </a:xfrm>
          <a:prstGeom prst="roundRect">
            <a:avLst>
              <a:gd name="adj" fmla="val 15172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2150" y="4391025"/>
            <a:ext cx="143637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5:</a:t>
            </a:r>
            <a:r>
              <a:rPr lang="en-US" sz="28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 tự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xử,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phán</a:t>
            </a: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2247900" y="5924550"/>
            <a:ext cx="13792200" cy="1381125"/>
          </a:xfrm>
          <a:prstGeom prst="roundRect">
            <a:avLst>
              <a:gd name="adj" fmla="val 15172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8900" y="5924550"/>
            <a:ext cx="130302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5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4-5: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mạnh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bậc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2914650" y="7458075"/>
            <a:ext cx="12458700" cy="1381125"/>
          </a:xfrm>
          <a:prstGeom prst="roundRect">
            <a:avLst>
              <a:gd name="adj" fmla="val 15172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5650" y="7458075"/>
            <a:ext cx="116967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5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1-3: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895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14/26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7a659b57-2006-4352-9bd8-1ce6f8b739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nhiệm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57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endParaRPr lang="en-US" sz="5700" dirty="0"/>
          </a:p>
        </p:txBody>
      </p:sp>
      <p:sp>
        <p:nvSpPr>
          <p:cNvPr id="3" name="Connector line-1793414655034-145777905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314575" y="5562600"/>
            <a:ext cx="495300" cy="495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" name="Connector line-1793414655035-600493237"/>
          <p:cNvSpPr/>
          <p:nvPr/>
        </p:nvSpPr>
        <p:spPr>
          <a:xfrm flipV="1">
            <a:off x="2562225" y="5238750"/>
            <a:ext cx="0" cy="3238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Brief: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trích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nhiệm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70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00700" y="5562600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8" name="Connector line-1793414655036-679245372"/>
          <p:cNvSpPr/>
          <p:nvPr/>
        </p:nvSpPr>
        <p:spPr>
          <a:xfrm>
            <a:off x="5848350" y="6057900"/>
            <a:ext cx="0" cy="3238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4400550" y="638175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Cài đặt: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subagent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mới,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cáo</a:t>
            </a:r>
            <a:r>
              <a:rPr lang="en-US" sz="270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896350" y="556260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1" name="Connector line-1793414655039-47192320"/>
          <p:cNvSpPr/>
          <p:nvPr/>
        </p:nvSpPr>
        <p:spPr>
          <a:xfrm flipV="1">
            <a:off x="9144000" y="5238750"/>
            <a:ext cx="0" cy="3238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686675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Gói</a:t>
            </a:r>
            <a:r>
              <a:rPr lang="en-US" sz="270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review:</a:t>
            </a: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diff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BASE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2192000" y="5562600"/>
            <a:ext cx="495300" cy="495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4" name="Connector line-1793414655041-288666953"/>
          <p:cNvSpPr/>
          <p:nvPr/>
        </p:nvSpPr>
        <p:spPr>
          <a:xfrm>
            <a:off x="12439650" y="6057900"/>
            <a:ext cx="0" cy="3238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0982325" y="638175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4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Review: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khớp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spec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5478125" y="5562600"/>
            <a:ext cx="495300" cy="495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Connector line-1793414655043-316671769"/>
          <p:cNvSpPr/>
          <p:nvPr/>
        </p:nvSpPr>
        <p:spPr>
          <a:xfrm flipV="1">
            <a:off x="15725775" y="5238750"/>
            <a:ext cx="0" cy="3238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4268450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Sổ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cái: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 hoàn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24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Shape 3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15/26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0f0996a1-09ab-4683-9016-f0055b1c9a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57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</a:t>
            </a:r>
            <a:r>
              <a:rPr lang="en-US" sz="57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dừng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Thao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hoàn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hủy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Hành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nhạy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30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9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Tác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phụ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</a:t>
            </a:r>
            <a:r>
              <a:rPr lang="en-US" sz="30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worktree: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merge,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đẩy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nhánh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chung,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2961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700" dirty="0"/>
          </a:p>
        </p:txBody>
      </p:sp>
      <p:sp>
        <p:nvSpPr>
          <p:cNvPr id="13" name="Shape 11"/>
          <p:cNvSpPr/>
          <p:nvPr/>
        </p:nvSpPr>
        <p:spPr>
          <a:xfrm>
            <a:off x="2724150" y="73914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73914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7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hoạch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hỏng</a:t>
            </a:r>
            <a:r>
              <a:rPr lang="en-US" sz="30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30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30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đều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52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16/26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5d4ea912-0a05-4554-847a-fb79d730e35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Mốc</a:t>
            </a:r>
            <a:r>
              <a:rPr lang="en-US" sz="57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57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SKILL.md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-14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20.000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Sau</a:t>
            </a:r>
            <a:r>
              <a:rPr lang="en-US" sz="33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nén</a:t>
            </a:r>
            <a:r>
              <a:rPr lang="en-US" sz="33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</a:t>
            </a:r>
            <a:r>
              <a:rPr lang="en-US" sz="33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cảnh,</a:t>
            </a:r>
            <a:r>
              <a:rPr lang="en-US" sz="33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Claude</a:t>
            </a:r>
            <a:r>
              <a:rPr lang="en-US" sz="33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Code</a:t>
            </a:r>
            <a:r>
              <a:rPr lang="en-US" sz="33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cắt</a:t>
            </a:r>
            <a:r>
              <a:rPr lang="en-US" sz="33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 ở</a:t>
            </a:r>
            <a:r>
              <a:rPr lang="en-US" sz="33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20.000</a:t>
            </a:r>
            <a:r>
              <a:rPr lang="en-US" sz="33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33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33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33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33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byte</a:t>
            </a:r>
            <a:r>
              <a:rPr lang="en-US" sz="33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3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thất</a:t>
            </a:r>
            <a:r>
              <a:rPr lang="en-US" sz="33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bại</a:t>
            </a:r>
            <a:r>
              <a:rPr lang="en-US" sz="33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3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3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SKILL.md</a:t>
            </a:r>
            <a:r>
              <a:rPr lang="en-US" sz="33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đạt</a:t>
            </a:r>
            <a:r>
              <a:rPr lang="en-US" sz="33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mốc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[S22]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[S24]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81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Shape 2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17/26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29038eb7-7eef-4845-9fbc-54c6d6da25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Còn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mốc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</a:t>
            </a:r>
            <a:r>
              <a:rPr lang="en-US" sz="57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343" rIns="0" bIns="-16343" rtlCol="0" anchor="ctr"/>
          <a:lstStyle/>
          <a:p>
            <a:pPr algn="l" indent="0" marL="0">
              <a:lnSpc>
                <a:spcPts val="3373"/>
              </a:lnSpc>
              <a:buNone/>
            </a:pPr>
            <a:r>
              <a:rPr lang="en-US" sz="2933" dirty="0" spc="-1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subagent-driven-development</a:t>
            </a:r>
            <a:endParaRPr lang="en-US" sz="2933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19.506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494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executing-plans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18.103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1.897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writing-skills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16.738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byte,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3.262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brainstorming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13.602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6.398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[S24]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[S22]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18/26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39e64360-2d0c-4e7a-897c-c55b36d714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AGENTS.md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92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</a:t>
            </a:r>
            <a:r>
              <a:rPr lang="en-US" sz="2692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692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692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692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endParaRPr lang="en-US" sz="2692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plugin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"tuân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thủ"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</a:t>
            </a:r>
            <a:r>
              <a:rPr lang="en-US" sz="27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issue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 hàng</a:t>
            </a: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loạt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25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[S21]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38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3" name="Shape 4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19/26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77642d0f-aa09-40f3-b61d-b0bf9205bb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Viết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skill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57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test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RED: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kịch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áp</a:t>
            </a:r>
            <a:r>
              <a:rPr lang="en-US" sz="27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lực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7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</a:t>
            </a:r>
            <a:endParaRPr lang="en-US" sz="2700" dirty="0"/>
          </a:p>
        </p:txBody>
      </p:sp>
      <p:sp>
        <p:nvSpPr>
          <p:cNvPr id="7" name="Connector line-1793414701415-77313848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Ghi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 viện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cớ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endParaRPr lang="en-US" sz="2700" dirty="0"/>
          </a:p>
        </p:txBody>
      </p:sp>
      <p:sp>
        <p:nvSpPr>
          <p:cNvPr id="12" name="Connector line-1793414701418-589356191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GREEN: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 chặn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phạm</a:t>
            </a:r>
            <a:r>
              <a:rPr lang="en-US" sz="27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endParaRPr lang="en-US" sz="2700" dirty="0"/>
          </a:p>
        </p:txBody>
      </p:sp>
      <p:sp>
        <p:nvSpPr>
          <p:cNvPr id="17" name="Connector line-1793414701421-389640327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7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REFACTOR: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bịt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hổng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27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[S20]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267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3" name="Shape 41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20/26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39a2afec-6e9a-4919-8ef1-c2dd24f1bc8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Quyền</a:t>
            </a: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57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8096250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74866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Hook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7486650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Chỉ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tệp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skill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rồi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JSON;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thấy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lệnh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mạng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(đọc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mã,</a:t>
            </a: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5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chạy)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277350" y="2724150"/>
            <a:ext cx="8096250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27735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9658350" y="2933700"/>
            <a:ext cx="74866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Máy</a:t>
            </a:r>
            <a:r>
              <a:rPr lang="en-US" sz="210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chủ</a:t>
            </a:r>
            <a:r>
              <a:rPr lang="en-US" sz="210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mockup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58350" y="3448050"/>
            <a:ext cx="7486650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Nghe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127.0.0.1,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ngẫu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nhiên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32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byte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phiên,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kiểm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550" dirty="0" spc="-2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WebSocket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5829300"/>
            <a:ext cx="8096250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038850"/>
            <a:ext cx="74866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Telemetry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95400" y="6553200"/>
            <a:ext cx="7486650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Ảnh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logo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website</a:t>
            </a:r>
            <a:r>
              <a:rPr lang="en-US" sz="2550" dirty="0" spc="-2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kèm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phiên bản;</a:t>
            </a:r>
            <a:r>
              <a:rPr lang="en-US" sz="25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tắt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biến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môi</a:t>
            </a:r>
            <a:r>
              <a:rPr lang="en-US" sz="25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trường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277350" y="5829300"/>
            <a:ext cx="8096250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27735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9658350" y="6038850"/>
            <a:ext cx="74866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Bạn</a:t>
            </a:r>
            <a:r>
              <a:rPr lang="en-US" sz="2100" dirty="0" spc="-1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quyết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658350" y="6553200"/>
            <a:ext cx="7486650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Visual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companion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mở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 hỏi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[S5]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[S25]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[S31]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95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21/26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55555fb6-e28f-4eff-8149-95e93d7957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README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skill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lệch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2-5</a:t>
            </a:r>
            <a:r>
              <a:rPr lang="en-US" sz="300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phút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ghi;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HEAD~1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SDD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cấm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rơi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Thứ</a:t>
            </a:r>
            <a:r>
              <a:rPr lang="en-US" sz="30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tự</a:t>
            </a:r>
            <a:r>
              <a:rPr lang="en-US" sz="3000" dirty="0" spc="-1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worktree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 skill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 lúc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Hai</a:t>
            </a:r>
            <a:r>
              <a:rPr lang="en-US" sz="3000" dirty="0" spc="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giai</a:t>
            </a:r>
            <a:r>
              <a:rPr lang="en-US" sz="30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đoạn</a:t>
            </a:r>
            <a:r>
              <a:rPr lang="en-US" sz="3000" dirty="0" spc="-3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review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reviewer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phán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[S33]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24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22/26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488e3246-3557-47ec-b9e9-60a01d4a32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nêu: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94%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AGENTS.md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[S21]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850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kịch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[S22]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[S22]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kho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superpowers-evals,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[S21]</a:t>
            </a: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[S27]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luận: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bộ,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lường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Cái</a:t>
            </a:r>
            <a:r>
              <a:rPr lang="en-US" sz="19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94%,</a:t>
            </a:r>
            <a:r>
              <a:rPr lang="en-US" sz="24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24/24</a:t>
            </a:r>
            <a:r>
              <a:rPr lang="en-US" sz="24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4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3/24,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18</a:t>
            </a:r>
            <a:r>
              <a:rPr lang="en-US" sz="24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24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AGENTS.md</a:t>
            </a:r>
            <a:r>
              <a:rPr lang="en-US" sz="24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RELEASE-NOTES.md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Chưa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lường độc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[S22]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[S27]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53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23/26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318b9777-1411-4fbd-9786-8a5714b221f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745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Thư viện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cộng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hook,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000" dirty="0" spc="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766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745" dirty="0"/>
          </a:p>
        </p:txBody>
      </p:sp>
      <p:sp>
        <p:nvSpPr>
          <p:cNvPr id="7" name="Shape 5"/>
          <p:cNvSpPr/>
          <p:nvPr/>
        </p:nvSpPr>
        <p:spPr>
          <a:xfrm>
            <a:off x="2724150" y="37719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7719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Thiết</a:t>
            </a:r>
            <a:r>
              <a:rPr lang="en-US" sz="3000" dirty="0" spc="-4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r>
              <a:rPr lang="en-US" sz="30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0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duyệt,</a:t>
            </a:r>
            <a:r>
              <a:rPr lang="en-US" sz="3000" dirty="0" spc="-4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hoạch,</a:t>
            </a:r>
            <a:r>
              <a:rPr lang="en-US" sz="30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review,</a:t>
            </a:r>
            <a:r>
              <a:rPr lang="en-US" sz="30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3000" dirty="0" spc="-3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thúc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49720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745" dirty="0"/>
          </a:p>
        </p:txBody>
      </p:sp>
      <p:sp>
        <p:nvSpPr>
          <p:cNvPr id="10" name="Shape 8"/>
          <p:cNvSpPr/>
          <p:nvPr/>
        </p:nvSpPr>
        <p:spPr>
          <a:xfrm>
            <a:off x="2724150" y="50673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0673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luật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sắt: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test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trước,</a:t>
            </a:r>
            <a:r>
              <a:rPr lang="en-US" sz="30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trước,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30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30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62674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745" dirty="0"/>
          </a:p>
        </p:txBody>
      </p:sp>
      <p:sp>
        <p:nvSpPr>
          <p:cNvPr id="13" name="Shape 11"/>
          <p:cNvSpPr/>
          <p:nvPr/>
        </p:nvSpPr>
        <p:spPr>
          <a:xfrm>
            <a:off x="2724150" y="63627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63627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SDD: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sổ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cái,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phán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sổ,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năm</a:t>
            </a:r>
            <a:r>
              <a:rPr lang="en-US" sz="30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sửa,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đợt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cuối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75628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7745" dirty="0"/>
          </a:p>
        </p:txBody>
      </p:sp>
      <p:sp>
        <p:nvSpPr>
          <p:cNvPr id="16" name="Shape 14"/>
          <p:cNvSpPr/>
          <p:nvPr/>
        </p:nvSpPr>
        <p:spPr>
          <a:xfrm>
            <a:off x="2724150" y="76581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76581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README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chút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ngờ;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nêu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[S13] [S14]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[S22]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181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3" name="Shape 41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24/26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6b263850-65de-4685-ad92-9f969eecc0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6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69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: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hỗ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trợ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repo,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khuyến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nghị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cài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Clone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nông ở</a:t>
            </a:r>
            <a:r>
              <a:rPr lang="en-US" sz="27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2ce8aa1,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main,</a:t>
            </a:r>
            <a:r>
              <a:rPr lang="en-US" sz="27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7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21/10/2026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7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sao;</a:t>
            </a:r>
            <a:r>
              <a:rPr lang="en-US" sz="27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7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MIT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7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plugin.json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[S28]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10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25/26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4c06dfd6-3da4-4e06-9ffe-e0fb3e29e3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57175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057400" y="2571750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README.md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3143250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14325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57400" y="3143250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using-superpowers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3714750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71475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57400" y="3714750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session-start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4295775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295775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057400" y="4295775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hooks.json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4867275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867275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57400" y="4867275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brainstorming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5438775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5438775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57400" y="5438775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builder-check-prompt.md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14400" y="6010275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010275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057400" y="6010275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writing-plans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14400" y="6581775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6581775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057400" y="6581775"/>
            <a:ext cx="3857625" cy="45720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subagent-driven-development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14400" y="7153275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7153275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S9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2057400" y="7153275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fix-loop.md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14400" y="7734300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773430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2057400" y="7734300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final-review.md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914400" y="8305800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34" name="Text 32"/>
          <p:cNvSpPr/>
          <p:nvPr/>
        </p:nvSpPr>
        <p:spPr>
          <a:xfrm>
            <a:off x="1143000" y="830580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S11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2057400" y="8305800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preflight.md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6524625" y="2571750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6753225" y="257175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7667625" y="2571750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executing-plans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6524625" y="3143250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40" name="Text 38"/>
          <p:cNvSpPr/>
          <p:nvPr/>
        </p:nvSpPr>
        <p:spPr>
          <a:xfrm>
            <a:off x="6753225" y="314325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S13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7667625" y="3143250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test-driven-development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6524625" y="3714750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43" name="Text 41"/>
          <p:cNvSpPr/>
          <p:nvPr/>
        </p:nvSpPr>
        <p:spPr>
          <a:xfrm>
            <a:off x="6753225" y="371475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S14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7667625" y="3714750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systematic-debugging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6524625" y="4295775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46" name="Text 44"/>
          <p:cNvSpPr/>
          <p:nvPr/>
        </p:nvSpPr>
        <p:spPr>
          <a:xfrm>
            <a:off x="6753225" y="4295775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S15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7667625" y="4295775"/>
            <a:ext cx="3857625" cy="45720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verification-before-completion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6524625" y="4867275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49" name="Text 47"/>
          <p:cNvSpPr/>
          <p:nvPr/>
        </p:nvSpPr>
        <p:spPr>
          <a:xfrm>
            <a:off x="6753225" y="4867275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S16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7667625" y="4867275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requesting-code-review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6524625" y="5438775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52" name="Text 50"/>
          <p:cNvSpPr/>
          <p:nvPr/>
        </p:nvSpPr>
        <p:spPr>
          <a:xfrm>
            <a:off x="6753225" y="5438775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S17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7667625" y="5438775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receiving-code-review</a:t>
            </a:r>
            <a:endParaRPr lang="en-US" sz="2100" dirty="0"/>
          </a:p>
        </p:txBody>
      </p:sp>
      <p:sp>
        <p:nvSpPr>
          <p:cNvPr id="54" name="Shape 52"/>
          <p:cNvSpPr/>
          <p:nvPr/>
        </p:nvSpPr>
        <p:spPr>
          <a:xfrm>
            <a:off x="6524625" y="6010275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55" name="Text 53"/>
          <p:cNvSpPr/>
          <p:nvPr/>
        </p:nvSpPr>
        <p:spPr>
          <a:xfrm>
            <a:off x="6753225" y="6010275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S18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7667625" y="6010275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using-git-worktrees</a:t>
            </a:r>
            <a:endParaRPr lang="en-US" sz="2100" dirty="0"/>
          </a:p>
        </p:txBody>
      </p:sp>
      <p:sp>
        <p:nvSpPr>
          <p:cNvPr id="57" name="Shape 55"/>
          <p:cNvSpPr/>
          <p:nvPr/>
        </p:nvSpPr>
        <p:spPr>
          <a:xfrm>
            <a:off x="6524625" y="6581775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58" name="Text 56"/>
          <p:cNvSpPr/>
          <p:nvPr/>
        </p:nvSpPr>
        <p:spPr>
          <a:xfrm>
            <a:off x="6753225" y="6581775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S19</a:t>
            </a:r>
            <a:endParaRPr lang="en-US" sz="1950" dirty="0"/>
          </a:p>
        </p:txBody>
      </p:sp>
      <p:sp>
        <p:nvSpPr>
          <p:cNvPr id="59" name="Text 57"/>
          <p:cNvSpPr/>
          <p:nvPr/>
        </p:nvSpPr>
        <p:spPr>
          <a:xfrm>
            <a:off x="7667625" y="6581775"/>
            <a:ext cx="3857625" cy="45720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finishing-a-development-branch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6524625" y="7153275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61" name="Text 59"/>
          <p:cNvSpPr/>
          <p:nvPr/>
        </p:nvSpPr>
        <p:spPr>
          <a:xfrm>
            <a:off x="6753225" y="7153275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S20</a:t>
            </a:r>
            <a:endParaRPr lang="en-US" sz="1950" dirty="0"/>
          </a:p>
        </p:txBody>
      </p:sp>
      <p:sp>
        <p:nvSpPr>
          <p:cNvPr id="62" name="Text 60"/>
          <p:cNvSpPr/>
          <p:nvPr/>
        </p:nvSpPr>
        <p:spPr>
          <a:xfrm>
            <a:off x="7667625" y="7153275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writing-skills</a:t>
            </a:r>
            <a:endParaRPr lang="en-US" sz="2100" dirty="0"/>
          </a:p>
        </p:txBody>
      </p:sp>
      <p:sp>
        <p:nvSpPr>
          <p:cNvPr id="63" name="Shape 61"/>
          <p:cNvSpPr/>
          <p:nvPr/>
        </p:nvSpPr>
        <p:spPr>
          <a:xfrm>
            <a:off x="6524625" y="7734300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64" name="Text 62"/>
          <p:cNvSpPr/>
          <p:nvPr/>
        </p:nvSpPr>
        <p:spPr>
          <a:xfrm>
            <a:off x="6753225" y="773430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S21</a:t>
            </a:r>
            <a:endParaRPr lang="en-US" sz="1950" dirty="0"/>
          </a:p>
        </p:txBody>
      </p:sp>
      <p:sp>
        <p:nvSpPr>
          <p:cNvPr id="65" name="Text 63"/>
          <p:cNvSpPr/>
          <p:nvPr/>
        </p:nvSpPr>
        <p:spPr>
          <a:xfrm>
            <a:off x="7667625" y="7734300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AGENTS.md</a:t>
            </a:r>
            <a:endParaRPr lang="en-US" sz="2100" dirty="0"/>
          </a:p>
        </p:txBody>
      </p:sp>
      <p:sp>
        <p:nvSpPr>
          <p:cNvPr id="66" name="Shape 64"/>
          <p:cNvSpPr/>
          <p:nvPr/>
        </p:nvSpPr>
        <p:spPr>
          <a:xfrm>
            <a:off x="6524625" y="8305800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67" name="Text 65"/>
          <p:cNvSpPr/>
          <p:nvPr/>
        </p:nvSpPr>
        <p:spPr>
          <a:xfrm>
            <a:off x="6753225" y="830580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S22</a:t>
            </a:r>
            <a:endParaRPr lang="en-US" sz="1950" dirty="0"/>
          </a:p>
        </p:txBody>
      </p:sp>
      <p:sp>
        <p:nvSpPr>
          <p:cNvPr id="68" name="Text 66"/>
          <p:cNvSpPr/>
          <p:nvPr/>
        </p:nvSpPr>
        <p:spPr>
          <a:xfrm>
            <a:off x="7667625" y="8305800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RELEASE-NOTES.md</a:t>
            </a:r>
            <a:endParaRPr lang="en-US" sz="2100" dirty="0"/>
          </a:p>
        </p:txBody>
      </p:sp>
      <p:sp>
        <p:nvSpPr>
          <p:cNvPr id="69" name="Shape 67"/>
          <p:cNvSpPr/>
          <p:nvPr/>
        </p:nvSpPr>
        <p:spPr>
          <a:xfrm>
            <a:off x="12144375" y="2571750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70" name="Text 68"/>
          <p:cNvSpPr/>
          <p:nvPr/>
        </p:nvSpPr>
        <p:spPr>
          <a:xfrm>
            <a:off x="12372975" y="257175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S23</a:t>
            </a:r>
            <a:endParaRPr lang="en-US" sz="1950" dirty="0"/>
          </a:p>
        </p:txBody>
      </p:sp>
      <p:sp>
        <p:nvSpPr>
          <p:cNvPr id="71" name="Text 69"/>
          <p:cNvSpPr/>
          <p:nvPr/>
        </p:nvSpPr>
        <p:spPr>
          <a:xfrm>
            <a:off x="13287375" y="2571750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.version-bump.json</a:t>
            </a:r>
            <a:endParaRPr lang="en-US" sz="2100" dirty="0"/>
          </a:p>
        </p:txBody>
      </p:sp>
      <p:sp>
        <p:nvSpPr>
          <p:cNvPr id="72" name="Shape 70"/>
          <p:cNvSpPr/>
          <p:nvPr/>
        </p:nvSpPr>
        <p:spPr>
          <a:xfrm>
            <a:off x="12144375" y="3143250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73" name="Text 71"/>
          <p:cNvSpPr/>
          <p:nvPr/>
        </p:nvSpPr>
        <p:spPr>
          <a:xfrm>
            <a:off x="12372975" y="314325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S24</a:t>
            </a:r>
            <a:endParaRPr lang="en-US" sz="1950" dirty="0"/>
          </a:p>
        </p:txBody>
      </p:sp>
      <p:sp>
        <p:nvSpPr>
          <p:cNvPr id="74" name="Text 72"/>
          <p:cNvSpPr/>
          <p:nvPr/>
        </p:nvSpPr>
        <p:spPr>
          <a:xfrm>
            <a:off x="13287375" y="3143250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test-skill-size.sh</a:t>
            </a:r>
            <a:endParaRPr lang="en-US" sz="2100" dirty="0"/>
          </a:p>
        </p:txBody>
      </p:sp>
      <p:sp>
        <p:nvSpPr>
          <p:cNvPr id="75" name="Shape 73"/>
          <p:cNvSpPr/>
          <p:nvPr/>
        </p:nvSpPr>
        <p:spPr>
          <a:xfrm>
            <a:off x="12144375" y="3714750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76" name="Text 74"/>
          <p:cNvSpPr/>
          <p:nvPr/>
        </p:nvSpPr>
        <p:spPr>
          <a:xfrm>
            <a:off x="12372975" y="371475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S25</a:t>
            </a:r>
            <a:endParaRPr lang="en-US" sz="1950" dirty="0"/>
          </a:p>
        </p:txBody>
      </p:sp>
      <p:sp>
        <p:nvSpPr>
          <p:cNvPr id="77" name="Text 75"/>
          <p:cNvSpPr/>
          <p:nvPr/>
        </p:nvSpPr>
        <p:spPr>
          <a:xfrm>
            <a:off x="13287375" y="3714750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server.cjs</a:t>
            </a:r>
            <a:endParaRPr lang="en-US" sz="2100" dirty="0"/>
          </a:p>
        </p:txBody>
      </p:sp>
      <p:sp>
        <p:nvSpPr>
          <p:cNvPr id="78" name="Shape 76"/>
          <p:cNvSpPr/>
          <p:nvPr/>
        </p:nvSpPr>
        <p:spPr>
          <a:xfrm>
            <a:off x="12144375" y="4295775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79" name="Text 77"/>
          <p:cNvSpPr/>
          <p:nvPr/>
        </p:nvSpPr>
        <p:spPr>
          <a:xfrm>
            <a:off x="12372975" y="4295775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S26</a:t>
            </a:r>
            <a:endParaRPr lang="en-US" sz="1950" dirty="0"/>
          </a:p>
        </p:txBody>
      </p:sp>
      <p:sp>
        <p:nvSpPr>
          <p:cNvPr id="80" name="Text 78"/>
          <p:cNvSpPr/>
          <p:nvPr/>
        </p:nvSpPr>
        <p:spPr>
          <a:xfrm>
            <a:off x="13287375" y="4295775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diagnosing-superpowers</a:t>
            </a:r>
            <a:endParaRPr lang="en-US" sz="2100" dirty="0"/>
          </a:p>
        </p:txBody>
      </p:sp>
      <p:sp>
        <p:nvSpPr>
          <p:cNvPr id="81" name="Shape 79"/>
          <p:cNvSpPr/>
          <p:nvPr/>
        </p:nvSpPr>
        <p:spPr>
          <a:xfrm>
            <a:off x="12144375" y="4867275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82" name="Text 80"/>
          <p:cNvSpPr/>
          <p:nvPr/>
        </p:nvSpPr>
        <p:spPr>
          <a:xfrm>
            <a:off x="12372975" y="4867275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S27</a:t>
            </a:r>
            <a:endParaRPr lang="en-US" sz="1950" dirty="0"/>
          </a:p>
        </p:txBody>
      </p:sp>
      <p:sp>
        <p:nvSpPr>
          <p:cNvPr id="83" name="Text 81"/>
          <p:cNvSpPr/>
          <p:nvPr/>
        </p:nvSpPr>
        <p:spPr>
          <a:xfrm>
            <a:off x="13287375" y="4867275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testing.md</a:t>
            </a:r>
            <a:endParaRPr lang="en-US" sz="2100" dirty="0"/>
          </a:p>
        </p:txBody>
      </p:sp>
      <p:sp>
        <p:nvSpPr>
          <p:cNvPr id="84" name="Shape 82"/>
          <p:cNvSpPr/>
          <p:nvPr/>
        </p:nvSpPr>
        <p:spPr>
          <a:xfrm>
            <a:off x="12144375" y="5438775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85" name="Text 83"/>
          <p:cNvSpPr/>
          <p:nvPr/>
        </p:nvSpPr>
        <p:spPr>
          <a:xfrm>
            <a:off x="12372975" y="5438775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S28</a:t>
            </a:r>
            <a:endParaRPr lang="en-US" sz="1950" dirty="0"/>
          </a:p>
        </p:txBody>
      </p:sp>
      <p:sp>
        <p:nvSpPr>
          <p:cNvPr id="86" name="Text 84"/>
          <p:cNvSpPr/>
          <p:nvPr/>
        </p:nvSpPr>
        <p:spPr>
          <a:xfrm>
            <a:off x="13287375" y="5438775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plugin.json</a:t>
            </a:r>
            <a:endParaRPr lang="en-US" sz="2100" dirty="0"/>
          </a:p>
        </p:txBody>
      </p:sp>
      <p:sp>
        <p:nvSpPr>
          <p:cNvPr id="87" name="Shape 85"/>
          <p:cNvSpPr/>
          <p:nvPr/>
        </p:nvSpPr>
        <p:spPr>
          <a:xfrm>
            <a:off x="12144375" y="6010275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88" name="Text 86"/>
          <p:cNvSpPr/>
          <p:nvPr/>
        </p:nvSpPr>
        <p:spPr>
          <a:xfrm>
            <a:off x="12372975" y="6010275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S29</a:t>
            </a:r>
            <a:endParaRPr lang="en-US" sz="1950" dirty="0"/>
          </a:p>
        </p:txBody>
      </p:sp>
      <p:sp>
        <p:nvSpPr>
          <p:cNvPr id="89" name="Text 87"/>
          <p:cNvSpPr/>
          <p:nvPr/>
        </p:nvSpPr>
        <p:spPr>
          <a:xfrm>
            <a:off x="13287375" y="6010275"/>
            <a:ext cx="3857625" cy="45720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dispatching-parallel-agents</a:t>
            </a:r>
            <a:endParaRPr lang="en-US" sz="1950" dirty="0"/>
          </a:p>
        </p:txBody>
      </p:sp>
      <p:sp>
        <p:nvSpPr>
          <p:cNvPr id="90" name="Shape 88"/>
          <p:cNvSpPr/>
          <p:nvPr/>
        </p:nvSpPr>
        <p:spPr>
          <a:xfrm>
            <a:off x="12144375" y="6581775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91" name="Text 89"/>
          <p:cNvSpPr/>
          <p:nvPr/>
        </p:nvSpPr>
        <p:spPr>
          <a:xfrm>
            <a:off x="12372975" y="6581775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S30</a:t>
            </a:r>
            <a:endParaRPr lang="en-US" sz="1950" dirty="0"/>
          </a:p>
        </p:txBody>
      </p:sp>
      <p:sp>
        <p:nvSpPr>
          <p:cNvPr id="92" name="Text 90"/>
          <p:cNvSpPr/>
          <p:nvPr/>
        </p:nvSpPr>
        <p:spPr>
          <a:xfrm>
            <a:off x="13287375" y="6581775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package.json</a:t>
            </a:r>
            <a:endParaRPr lang="en-US" sz="2100" dirty="0"/>
          </a:p>
        </p:txBody>
      </p:sp>
      <p:sp>
        <p:nvSpPr>
          <p:cNvPr id="93" name="Shape 91"/>
          <p:cNvSpPr/>
          <p:nvPr/>
        </p:nvSpPr>
        <p:spPr>
          <a:xfrm>
            <a:off x="12144375" y="7153275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94" name="Text 92"/>
          <p:cNvSpPr/>
          <p:nvPr/>
        </p:nvSpPr>
        <p:spPr>
          <a:xfrm>
            <a:off x="12372975" y="7153275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S31</a:t>
            </a:r>
            <a:endParaRPr lang="en-US" sz="1950" dirty="0"/>
          </a:p>
        </p:txBody>
      </p:sp>
      <p:sp>
        <p:nvSpPr>
          <p:cNvPr id="95" name="Text 93"/>
          <p:cNvSpPr/>
          <p:nvPr/>
        </p:nvSpPr>
        <p:spPr>
          <a:xfrm>
            <a:off x="13287375" y="7153275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visual-companion.md</a:t>
            </a:r>
            <a:endParaRPr lang="en-US" sz="2100" dirty="0"/>
          </a:p>
        </p:txBody>
      </p:sp>
      <p:sp>
        <p:nvSpPr>
          <p:cNvPr id="96" name="Shape 94"/>
          <p:cNvSpPr/>
          <p:nvPr/>
        </p:nvSpPr>
        <p:spPr>
          <a:xfrm>
            <a:off x="12144375" y="7734300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97" name="Text 95"/>
          <p:cNvSpPr/>
          <p:nvPr/>
        </p:nvSpPr>
        <p:spPr>
          <a:xfrm>
            <a:off x="12372975" y="773430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S32</a:t>
            </a:r>
            <a:endParaRPr lang="en-US" sz="1950" dirty="0"/>
          </a:p>
        </p:txBody>
      </p:sp>
      <p:sp>
        <p:nvSpPr>
          <p:cNvPr id="98" name="Text 96"/>
          <p:cNvSpPr/>
          <p:nvPr/>
        </p:nvSpPr>
        <p:spPr>
          <a:xfrm>
            <a:off x="13287375" y="7734300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GEMINI.md</a:t>
            </a:r>
            <a:endParaRPr lang="en-US" sz="2100" dirty="0"/>
          </a:p>
        </p:txBody>
      </p:sp>
      <p:sp>
        <p:nvSpPr>
          <p:cNvPr id="99" name="Shape 97"/>
          <p:cNvSpPr/>
          <p:nvPr/>
        </p:nvSpPr>
        <p:spPr>
          <a:xfrm>
            <a:off x="12144375" y="8305800"/>
            <a:ext cx="5229225" cy="457200"/>
          </a:xfrm>
          <a:prstGeom prst="roundRect">
            <a:avLst>
              <a:gd name="adj" fmla="val 33333"/>
            </a:avLst>
          </a:prstGeom>
          <a:solidFill>
            <a:srgbClr val="1E212B"/>
          </a:solidFill>
          <a:ln/>
        </p:spPr>
      </p:sp>
      <p:sp>
        <p:nvSpPr>
          <p:cNvPr id="100" name="Text 98"/>
          <p:cNvSpPr/>
          <p:nvPr/>
        </p:nvSpPr>
        <p:spPr>
          <a:xfrm>
            <a:off x="12372975" y="830580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S33</a:t>
            </a:r>
            <a:endParaRPr lang="en-US" sz="1950" dirty="0"/>
          </a:p>
        </p:txBody>
      </p:sp>
      <p:sp>
        <p:nvSpPr>
          <p:cNvPr id="101" name="Text 99"/>
          <p:cNvSpPr/>
          <p:nvPr/>
        </p:nvSpPr>
        <p:spPr>
          <a:xfrm>
            <a:off x="13287375" y="8305800"/>
            <a:ext cx="3857625" cy="4572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task-reviewer-prompt.md</a:t>
            </a:r>
            <a:endParaRPr lang="en-US" sz="2100" dirty="0"/>
          </a:p>
        </p:txBody>
      </p:sp>
      <p:sp>
        <p:nvSpPr>
          <p:cNvPr id="102" name="Shape 100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6638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28" name="Text 126"/>
          <p:cNvSpPr/>
          <p:nvPr/>
        </p:nvSpPr>
        <p:spPr>
          <a:xfrm>
            <a:off x="7086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26/26</a:t>
            </a:r>
            <a:endParaRPr lang="en-US" sz="1800" dirty="0"/>
          </a:p>
        </p:txBody>
      </p:sp>
      <p:sp>
        <p:nvSpPr>
          <p:cNvPr id="129" name="Shape 1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0" name="Moda image moda-export-watermark-6a2eda27-c11e-45e0-ade7-c25a83c362d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2026-10-31T02:53:00Z</dcterms:created>
  <dcterms:modified xsi:type="dcterms:W3CDTF">2026-10-31T02:53:00Z</dcterms:modified>
</cp:coreProperties>
</file>