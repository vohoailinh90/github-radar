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8288000" cy="10287000"/>
  <p:notesSz cx="10287000" cy="18288000"/>
  <p:embeddedFontLst>
    <p:embeddedFont>
      <p:font typeface="Be Vietnam Pro"/>
      <p:regular r:id="rId65"/>
      <p:bold r:id="rId62"/>
    </p:embeddedFont>
    <p:embeddedFont>
      <p:font typeface="Bricolage Grotesque ExtraBold"/>
      <p:regular r:id="rId63"/>
    </p:embeddedFont>
    <p:embeddedFont>
      <p:font typeface="Be Vietnam Pro SemiBold"/>
      <p:regular r:id="rId64"/>
    </p:embeddedFont>
    <p:embeddedFont>
      <p:font typeface="Be Vietnam Pro ExtraBold"/>
      <p:regular r:id="rId66"/>
    </p:embeddedFont>
    <p:embeddedFont>
      <p:font typeface="Be Vietnam Pro Medium"/>
      <p:regular r:id="rId6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openxmlformats.org/officeDocument/2006/relationships/font" Target="fonts/font1.fntdata"/><Relationship Id="rId63" Type="http://schemas.openxmlformats.org/officeDocument/2006/relationships/font" Target="fonts/font2.fntdata"/><Relationship Id="rId64" Type="http://schemas.openxmlformats.org/officeDocument/2006/relationships/font" Target="fonts/font3.fntdata"/><Relationship Id="rId65" Type="http://schemas.openxmlformats.org/officeDocument/2006/relationships/font" Target="fonts/font4.fntdata"/><Relationship Id="rId66" Type="http://schemas.openxmlformats.org/officeDocument/2006/relationships/font" Target="fonts/font5.fntdata"/><Relationship Id="rId67"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Báo cáo này đọc một ảnh chụp có tên "Top 30 Claude Code Plugins" của Charlie Hills: 30 repo GitHub xếp thành năm nhóm, mỗi nhóm sáu repo, kèm số sao đọc ngày 23/10/2026 và một dòng mô tả cho từng repo (nguồn: ảnh [S1]). Ảnh chỉ cho tên, số sao và một câu. Để biết mỗi repo thật sự là gì, cài thế nào và cần cẩn thận điều gì, người viết đã đọc file README của cả 30 repo ở một commit ghim ngày 25/10/2026, chỉ đọc, không chạy lệnh nào của các repo đó [S1].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Hầu hết là bộ "skill" hoặc plugin cho coding agent: văn bản hướng dẫn cộng vài script, cài bằng một hoặc hai lệnh. Một số ít là công cụ đầy đủ, ví dụ proxy nén ngữ cảnh Headroom [S17], studio video OpenMontage cài bằng `make setup` [S27] và bộ dựng PowerPoint PPT Master [S24]. 2. Có bốn cách cài khác nhau: marketplace của Claude Code, lệnh `npx skills add`, trình cài riêng của từng repo, hoặc dán một câu cho agent tự cài. Mỗi cách đòi hỏi mức tin tưởng khác nhau (phần "Bốn cách cài"). 3. "All free" ở chân ảnh đúng với mã nguồn, nhưng người viết đếm được tám repo có README nhắc thẳng một lớp trả phí hoặc dịch vụ đám mây ngay cạnh bản miễn phí, và vài repo có điều khoản giấy phép đáng đọc (phần "Miễn phí nghĩa là gì"). 4. Hai mục trong ảnh lệch với thực tế. `gsd-build/get-shit-done` chỉ còn một thông báo "đã chuyển repo" [S18]. Số sao 371k của REA trong ảnh lệch rất xa số radar đã đo ngày 17/10/2026 [S1][S32]. 5. Để học trước khi cài,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 nhãn dùng xuyên suốt. **Nguồn: repo** là điều đọc thẳng từ README ở commit ghim, luôn kèm nhãn nguồn như [S2]. **Người viết đếm** là con số do người viết tự đếm bằng script trên cây thư mục hoặc trên README, và câu đó nói rõ đã đếm gì. **Suy luận** là nhận định của người viết, không phải lời của tác giả repo. Số sao và dòng mô tả trong ảnh là **nguồn: ảnh**, người viết không đo lại chúng.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Kiểm tra độ tin của số sao trong ảnh bằng số radar từng đo [S32]. Người viết đếm: tám repo (Ponytail, Graphify, Career Ops, Claude-Mem, Headroom, Taste, Archify, I Have ADHD) có hai mốc đo quanh ngày 23/10, ngày 21/10 và ngày 24/10, và số làm tròn trong ảnh nằm giữa hai mốc ở cả tám repo. Ví dụ Ponytail đo được 170.154 sao ngày 21/10 và 174.930 sao ngày 24/10, ảnh ghi 174k [S32][S1]. Ba ví dụ khác: Graphify 130.545 và 133.991 sao (ảnh 133k), Career Ops 76.062 và 76.863 sao (ảnh 77k), Archify 86.603 và 88.372 sao (ảnh 88k) [S32][S1]. ECC đo được 285.034 sao ngày 21/10, ảnh ghi 287k; chênh khoảng 2.000 sao sau hai ngày, **suy luận** là hợp lý với nhịp tăng của repo [S32][S1]. REA là ngoại lệ: radar đo 293.881 sao ngày 17/10, ảnh ghi 371k, chênh 77.119 sao trong sáu ngày, lớn hơn nhiều nhịp của mọi repo khác, nên người viết không dùng số sao của REA ở bất cứ chỗ nào (người viết đếm; lý do chưa rõ) [S32][S1].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cùng giải một bài toán: agent viết code nhanh nhưng làm sai thói quen của kỹ sư giỏi, như đoán ý, làm quá tay, quên kiểm tra. Mỗi repo chọn một cách khác nhau để kéo agent về kỷ luật, từ một file quy tắc đến cả một quy trình.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cùng giải một bài toán: agent viết code nhanh nhưng làm sai thói quen của kỹ sư giỏi, như đoán ý, làm quá tay, quên kiểm tra. Mỗi repo chọn một cách khác nhau để kéo agent về kỷ luật, từ một file quy tắc đến cả một quy trình.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cho agent "mắt" và "trí nhớ ngoài": dịch ngược một ứng dụng, biến mã nguồn thành đồ thị, đọc những nơi agent bình thường không vào được, hoặc nghiên cứu một chủ đề từ nhiều nền tảng.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cho agent "mắt" và "trí nhớ ngoài": dịch ngược một ứng dụng, biến mã nguồn thành đồ thị, đọc những nơi agent bình thường không vào được, hoặc nghiên cứu một chủ đề từ nhiều nền tảng.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xử lý hai nỗi đau của dự án lớn: ngữ cảnh đắt và quy trình trôi. Ba repo giảm token (Caveman, Headroom, Claude-Mem), hai repo là khung quy trình (BMAD, GSD) và gstack là cả đội ảo.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xử lý hai nỗi đau của dự án lớn: ngữ cảnh đắt và quy trình trôi. Ba repo giảm token (Caveman, Headroom, Claude-Mem), hai repo là khung quy trình (BMAD, GSD) và gstack là cả đội ảo.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dạy agent những thứ nó hay làm xấu: giao diện, định hướng thẩm mỹ, sơ đồ và slide. Điểm chung là cố ép đầu ra khỏi "mặt trung bình" của mô hình.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dạy agent những thứ nó hay làm xấu: giao diện, định hướng thẩm mỹ, sơ đồ và slide. Điểm chung là cố ép đầu ra khỏi "mặt trung bình" của mô hình.</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mở rộng agent ra ngoài code: viết sạch hơn, trả lời gọn hơn, làm marketing, làm video và học cách Anthropic tự viết skill. Người viết đếm số file của sáu repo: Skills của Anthropic 445, OpenMontage 2.208, HyperFrames 9.179, Humanizer 14, I Have ADHD 74 và Marketing Skills 770, nên hai xưởng video là hai repo nặng nhất nhóm [S26][S27][S28][S29][S30][S31].</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Sáu repo mở rộng agent ra ngoài code: viết sạch hơn, trả lời gọn hơn, làm marketing, làm video và học cách Anthropic tự viết skill. Người viết đếm số file của sáu repo: Skills của Anthropic 445, OpenMontage 2.208, HyperFrames 9.179, Humanizer 14, I Have ADHD 74 và Marketing Skills 770, nên hai xưởng video là hai repo nặng nhất nhóm [S26][S27][S28][S29][S30][S31].</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Cách một, marketplace của Claude Code: `/plugin marketplace add &lt;owner&gt;/&lt;repo&gt;` rồi `/plugin install &lt;plugin&gt;@&lt;marketplace&gt;`. Dùng ở Ponytail [S6], Karpathy Skills [S5], Humanizer [S29], Diagram Design [S25], Last 30 Days [S13], Understand Anything [S11] và ECC [S4]. Superpowers [S2] và Matt Pocock Skills [S3] còn cài qua marketplace tên `claude-plugins-official`, và HyperFrames dùng dạng `claude plugin marketplace add` [S28]. Ưu điểm: Claude Code quản lý cập nhật. Cách hai, `npx skills add &lt;owner&gt;/&lt;repo&gt;`: trình cài dùng chung cho nhiều agent. Dùng ở Agent Skills [S7], Taste [S21], Archify [S22], Marketing Skills [S31], Diagram Design [S25], HyperFrames [S28], Last 30 Days [S13] và BMAD V7 [S19]. Ưu điểm: một lệnh cho nhiều agent. Cách ba, trình cài riêng: `npx rea-agents setup` [S8], `npx @santifer/career-ops init` [S12], `npx claude-mem install` [S16], `npx @caveman-ai/cli@latest` [S15], `npx bmad-method install` [S19], `npx impeccable install` [S23], `uv tool install graphifyy` [S9], `npm install -g ui-ux-pro-max-cli` [S20], `make setup` [S27]. Mỗi trình cài làm nhiều việc hơn một lệnh ghi file: có cái mở trình duyệt để đăng nhập [S16], có cái đăng ký một máy chủ MCP [S8]. Cách bốn, dán một câu cho agent tự cài: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Điểm chung đáng chú ý: người viết đếm tám README có câu cảnh báo về bản sao không chính thức hoặc đòi cài từ đúng nguồn, gồm ECC [S4], Ponytail [S6], REA [S8], Graphify [S9], Agent Reach [S10], Archify [S22], PPT Master [S24] và Diagram Design [S25]. **Suy luận**: repo nổi tiếng thu hút bản sao giả, nên việc đầu tiên là kiểm đúng owner và tên repo. Hai ví dụ trong chính danh sách này là hai repo cùng một commit cho Karpathy Skills [S5] và hai tên chủ khác nhau của Understand Anything [S11].</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Lớp trả phí hoặc dịch vụ cạnh bản miễn phí, người viết đếm được tám repo: Superpowers có "Commercial Services" cho doanh nghiệp [S2]; ECC có ECC Pro, GitHub App cho repo riêng tư giá từ 19 đô la mỗi chỗ mỗi tháng [S4]; Graphify có Graphify Cloud với 14 ngày dùng thử [S9]; Claude-Mem có observer lưu trữ với 30 ngày dùng thử [S16]; Caveman có Caveman Cloud [S15]; Headroom có bản Enterprise [S17]; UI UX Pro Max có bản Premium [S20]; Marketing Skills có đối tác tài trợ và dịch vụ tư vấn của tác giả [S31]. Điều này không có gì sai, và README đều nói rõ; chỉ là "free" trong ảnh chưa chạm tới các lớp đó.</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Giấy phép cần đọc kỹ ở bốn nơi. OpenMontage dùng GNU AGPLv3 [S27]. Skills của Anthropic nói các skill tài liệu là source-available, không phải mã nguồn mở, và ở gốc repo không có file LICENSE [S26]. Karpathy Skills ghi MIT trong README nhưng gốc repo cũng không có file LICENSE (người viết đếm) [S5]. REA yêu cầu bạn tự có quyền hợp pháp với các công cụ thương mại như Hopper hay IDA [S8]. Career Ops và BMAD cũng giữ nhãn hiệu riêng cho tên của mình dù mã là MIT [S12][S19].</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Chi phí khác không nằm ở giấy phép: Taste nói một lượt dựng cần vài trăm nghìn token [S21]; OpenMontage nêu chi phí API cho video [S27]; Agent Reach và Last 30 Days cần khóa hoặc phiên đăng nhập cho nhiều nền tảng [S10][S13]. Về dữ liệu gửi đi, người viết tìm các từ khóa telemetry, beacon và analytics trong 30 README. Người viết đếm: bốn README nói thẳng một lời gọi mạng hoặc số liệu dùng được gửi mặc định, gồm Superpowers [S2], Headroom [S17], Impeccable [S23] và Caveman, nơi CLI gửi thống kê dùng kèm ID cài đặt ngẫu nhiên, hệ điều hành và IP, tắt bằng `caveman telemetry off` [S15]. gstack hỏi một lần và mặc định tắt [S14]; Graphify nói không có telemetry [S9] và Career Ops nói không gọi về máy chủ của tác giả [S12]. Các repo còn lại có thể vẫn có lời gọi mạng mà README không dùng những từ đó, nên hãy đọc mục riêng của từng README trước khi bật.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`forrestchang/andrej-karpathy-skills`. Chỉ 9 file, một file `CLAUDE.md` và bốn nguyên tắc [S5]. Bạn đọc hết trong vài phút và hiểu một "file quy tắc" khác một "skill" thế nào. Nhớ rằng repo không có file LICENSE và cùng commit với một repo khác tên [S5]. Hai: `blader/humanizer`. 14 file, một skill duy nhất, 26 mẫu mô tả rõ [S29]. Đây là ví dụ gọn về một skill hoàn chỉnh: tên lệnh, mô tả, danh mục mẫu và ví dụ trước và sau. Nó còn có ích ngay cho việc viết tài liệu. Ba: `obra/superpowers`. 15 skill ghép nối thành một quy trình từ hỏi ý, lập kế hoạch, viết test đến review [S2]. Sau hai repo nhỏ, bạn sẽ đọc được cách các skill gọi nhau, đó là điều Matt Pocock phê bình ở các khung "sở hữu quy trình" và là chỗ bạn nên tự cân nhắc [S3].</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Nếu mục tiêu của bạn khác thì cách chọn khác: muốn bớt token thì bắt đầu từ Caveman hoặc Headroom và đo trên việc của chính bạn, vì mọi số tiết kiệm trong README là số của tác giả [S15][S17]; muốn có sơ đồ hay slide thì Diagram Design, Archify hoặc PPT Master [S25][S22][S24]; muốn làm video thì HyperFrames hoặc OpenMontage, nhớ điều kiện giấy phép [S28][S27].</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Ảnh chỉ cho tên, số sao và một câu. Muốn biết thật thì đọc README, và README cũng chỉ là lời của tác giả [S1]. - Hầu hết 30 repo là bộ skill cho coding agent; ba mẫu cần phân biệt là file quy tắc (Karpathy Skills), skill đơn (Humanizer) và chuỗi skill (Superpowers) [S5][S29][S2]. - Cài một repo là chạy mã của người khác. Kiểm đúng owner và tên repo, đọc script cài, và biết lệnh nào mở trình duyệt hay đăng ký MCP [S4][S16][S8]. - "Free" đúng với mã nguồn; tám repo có thêm lớp trả phí, và vài repo có điều khoản giấy phép đặc biệt [S2][S4][S9][S16][S15][S17][S20][S31][S27][S26]. - Mọi số tiết kiệm token trong README là số của tác giả; đo lại trên việc của bạn trước khi tin [S6][S15][S17]. - GSD trong ảnh đã chuyển sang kho khác, và số sao của REA trong ảnh lệch so với số radar đo [S18][S32]. - Năm repo đã có bài radar riêng; 25 repo còn lại chưa có [S33].</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Giới hạn của nguồn: người viết chỉ đọc README của từng repo ở commit ghim và đếm file trên cây thư mục; không chạy bất kỳ lệnh cài nào, không mở các liên kết ngoài trong README, không đọc mã nguồn bên trong skill. Một README có thể lệch với mã. Mọi con số trong README mà báo cáo nêu (như phần trăm tiết kiệm, số lần phỏng vấn, tốc độ làm việc) là lời tác giả, người viết không kiểm. Số sao và các dòng mô tả là của ảnh do một người khác dựng; người viết chỉ lấy tên và nhóm và khớp tên với owner/repo. Ảnh không ghi địa chỉ, nên có thể một tên trong ảnh ứng với repo khác, như trường hợp hai repo cùng commit của Karpathy Skills [S1][S5]. Số sao của REA trong ảnh bị bỏ qua (phần "Ảnh nói gì") [S32]. Giấy phép: các câu về giấy phép trong báo cáo là chữ đọc từ đầu file LICENSE và từ README, không phải trường `license` mà GitHub hiển thị; hai repo không có file LICENSE ở gốc là Karpathy Skills và Skills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Danh sách đầy đủ 33 nguồn, kèm URL ghim commit, nằm ở cuối report.md và trong sources.json.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Shape 0"/>
          <p:cNvSpPr/>
          <p:nvPr/>
        </p:nvSpPr>
        <p:spPr>
          <a:xfrm>
            <a:off x="9334500" y="952500"/>
            <a:ext cx="381000" cy="381000"/>
          </a:xfrm>
          <a:prstGeom prst="ellipse">
            <a:avLst/>
          </a:prstGeom>
          <a:solidFill>
            <a:srgbClr val="FFB454">
              <a:alpha val="22000"/>
            </a:srgbClr>
          </a:solidFill>
          <a:ln/>
        </p:spPr>
      </p:sp>
      <p:sp>
        <p:nvSpPr>
          <p:cNvPr id="3" name="Shape 1"/>
          <p:cNvSpPr/>
          <p:nvPr/>
        </p:nvSpPr>
        <p:spPr>
          <a:xfrm>
            <a:off x="10477500" y="1047750"/>
            <a:ext cx="190500" cy="190500"/>
          </a:xfrm>
          <a:prstGeom prst="ellipse">
            <a:avLst/>
          </a:prstGeom>
          <a:solidFill>
            <a:srgbClr val="2C3040">
              <a:alpha val="22000"/>
            </a:srgbClr>
          </a:solidFill>
          <a:ln/>
        </p:spPr>
      </p:sp>
      <p:sp>
        <p:nvSpPr>
          <p:cNvPr id="4" name="Shape 2"/>
          <p:cNvSpPr/>
          <p:nvPr/>
        </p:nvSpPr>
        <p:spPr>
          <a:xfrm>
            <a:off x="11525250" y="1047750"/>
            <a:ext cx="190500" cy="190500"/>
          </a:xfrm>
          <a:prstGeom prst="ellipse">
            <a:avLst/>
          </a:prstGeom>
          <a:solidFill>
            <a:srgbClr val="2C3040">
              <a:alpha val="22000"/>
            </a:srgbClr>
          </a:solidFill>
          <a:ln/>
        </p:spPr>
      </p:sp>
      <p:sp>
        <p:nvSpPr>
          <p:cNvPr id="5" name="Shape 3"/>
          <p:cNvSpPr/>
          <p:nvPr/>
        </p:nvSpPr>
        <p:spPr>
          <a:xfrm>
            <a:off x="12477750" y="952500"/>
            <a:ext cx="381000" cy="381000"/>
          </a:xfrm>
          <a:prstGeom prst="ellipse">
            <a:avLst/>
          </a:prstGeom>
          <a:solidFill>
            <a:srgbClr val="FFB454">
              <a:alpha val="22000"/>
            </a:srgbClr>
          </a:solidFill>
          <a:ln/>
        </p:spPr>
      </p:sp>
      <p:sp>
        <p:nvSpPr>
          <p:cNvPr id="6" name="Shape 4"/>
          <p:cNvSpPr/>
          <p:nvPr/>
        </p:nvSpPr>
        <p:spPr>
          <a:xfrm>
            <a:off x="13620750" y="1047750"/>
            <a:ext cx="190500" cy="190500"/>
          </a:xfrm>
          <a:prstGeom prst="ellipse">
            <a:avLst/>
          </a:prstGeom>
          <a:solidFill>
            <a:srgbClr val="2C3040">
              <a:alpha val="22000"/>
            </a:srgbClr>
          </a:solidFill>
          <a:ln/>
        </p:spPr>
      </p:sp>
      <p:sp>
        <p:nvSpPr>
          <p:cNvPr id="7" name="Shape 5"/>
          <p:cNvSpPr/>
          <p:nvPr/>
        </p:nvSpPr>
        <p:spPr>
          <a:xfrm>
            <a:off x="14668500" y="1047750"/>
            <a:ext cx="190500" cy="190500"/>
          </a:xfrm>
          <a:prstGeom prst="ellipse">
            <a:avLst/>
          </a:prstGeom>
          <a:solidFill>
            <a:srgbClr val="2C3040">
              <a:alpha val="22000"/>
            </a:srgbClr>
          </a:solidFill>
          <a:ln/>
        </p:spPr>
      </p:sp>
      <p:sp>
        <p:nvSpPr>
          <p:cNvPr id="8" name="Shape 6"/>
          <p:cNvSpPr/>
          <p:nvPr/>
        </p:nvSpPr>
        <p:spPr>
          <a:xfrm>
            <a:off x="15621000" y="952500"/>
            <a:ext cx="381000" cy="381000"/>
          </a:xfrm>
          <a:prstGeom prst="ellipse">
            <a:avLst/>
          </a:prstGeom>
          <a:solidFill>
            <a:srgbClr val="FFB454">
              <a:alpha val="22000"/>
            </a:srgbClr>
          </a:solidFill>
          <a:ln/>
        </p:spPr>
      </p:sp>
      <p:sp>
        <p:nvSpPr>
          <p:cNvPr id="9" name="Shape 7"/>
          <p:cNvSpPr/>
          <p:nvPr/>
        </p:nvSpPr>
        <p:spPr>
          <a:xfrm>
            <a:off x="16764000" y="1047750"/>
            <a:ext cx="190500" cy="190500"/>
          </a:xfrm>
          <a:prstGeom prst="ellipse">
            <a:avLst/>
          </a:prstGeom>
          <a:solidFill>
            <a:srgbClr val="2C3040">
              <a:alpha val="22000"/>
            </a:srgbClr>
          </a:solidFill>
          <a:ln/>
        </p:spPr>
      </p:sp>
      <p:sp>
        <p:nvSpPr>
          <p:cNvPr id="10" name="Shape 8"/>
          <p:cNvSpPr/>
          <p:nvPr/>
        </p:nvSpPr>
        <p:spPr>
          <a:xfrm>
            <a:off x="9429750" y="2476500"/>
            <a:ext cx="190500" cy="190500"/>
          </a:xfrm>
          <a:prstGeom prst="ellipse">
            <a:avLst/>
          </a:prstGeom>
          <a:solidFill>
            <a:srgbClr val="2C3040">
              <a:alpha val="22000"/>
            </a:srgbClr>
          </a:solidFill>
          <a:ln/>
        </p:spPr>
      </p:sp>
      <p:sp>
        <p:nvSpPr>
          <p:cNvPr id="11" name="Shape 9"/>
          <p:cNvSpPr/>
          <p:nvPr/>
        </p:nvSpPr>
        <p:spPr>
          <a:xfrm>
            <a:off x="10382250" y="2381250"/>
            <a:ext cx="381000" cy="381000"/>
          </a:xfrm>
          <a:prstGeom prst="ellipse">
            <a:avLst/>
          </a:prstGeom>
          <a:solidFill>
            <a:srgbClr val="FFB454">
              <a:alpha val="22000"/>
            </a:srgbClr>
          </a:solidFill>
          <a:ln/>
        </p:spPr>
      </p:sp>
      <p:sp>
        <p:nvSpPr>
          <p:cNvPr id="12" name="Shape 10"/>
          <p:cNvSpPr/>
          <p:nvPr/>
        </p:nvSpPr>
        <p:spPr>
          <a:xfrm>
            <a:off x="11525250" y="2476500"/>
            <a:ext cx="190500" cy="190500"/>
          </a:xfrm>
          <a:prstGeom prst="ellipse">
            <a:avLst/>
          </a:prstGeom>
          <a:solidFill>
            <a:srgbClr val="2C3040">
              <a:alpha val="22000"/>
            </a:srgbClr>
          </a:solidFill>
          <a:ln/>
        </p:spPr>
      </p:sp>
      <p:sp>
        <p:nvSpPr>
          <p:cNvPr id="13" name="Shape 11"/>
          <p:cNvSpPr/>
          <p:nvPr/>
        </p:nvSpPr>
        <p:spPr>
          <a:xfrm>
            <a:off x="12573000" y="2476500"/>
            <a:ext cx="190500" cy="190500"/>
          </a:xfrm>
          <a:prstGeom prst="ellipse">
            <a:avLst/>
          </a:prstGeom>
          <a:solidFill>
            <a:srgbClr val="2C3040">
              <a:alpha val="22000"/>
            </a:srgbClr>
          </a:solidFill>
          <a:ln/>
        </p:spPr>
      </p:sp>
      <p:sp>
        <p:nvSpPr>
          <p:cNvPr id="14" name="Shape 12"/>
          <p:cNvSpPr/>
          <p:nvPr/>
        </p:nvSpPr>
        <p:spPr>
          <a:xfrm>
            <a:off x="13525500" y="2381250"/>
            <a:ext cx="381000" cy="381000"/>
          </a:xfrm>
          <a:prstGeom prst="ellipse">
            <a:avLst/>
          </a:prstGeom>
          <a:solidFill>
            <a:srgbClr val="FFB454">
              <a:alpha val="22000"/>
            </a:srgbClr>
          </a:solidFill>
          <a:ln/>
        </p:spPr>
      </p:sp>
      <p:sp>
        <p:nvSpPr>
          <p:cNvPr id="15" name="Shape 13"/>
          <p:cNvSpPr/>
          <p:nvPr/>
        </p:nvSpPr>
        <p:spPr>
          <a:xfrm>
            <a:off x="14668500" y="2476500"/>
            <a:ext cx="190500" cy="190500"/>
          </a:xfrm>
          <a:prstGeom prst="ellipse">
            <a:avLst/>
          </a:prstGeom>
          <a:solidFill>
            <a:srgbClr val="2C3040">
              <a:alpha val="22000"/>
            </a:srgbClr>
          </a:solidFill>
          <a:ln/>
        </p:spPr>
      </p:sp>
      <p:sp>
        <p:nvSpPr>
          <p:cNvPr id="16" name="Shape 14"/>
          <p:cNvSpPr/>
          <p:nvPr/>
        </p:nvSpPr>
        <p:spPr>
          <a:xfrm>
            <a:off x="15716250" y="2476500"/>
            <a:ext cx="190500" cy="190500"/>
          </a:xfrm>
          <a:prstGeom prst="ellipse">
            <a:avLst/>
          </a:prstGeom>
          <a:solidFill>
            <a:srgbClr val="2C3040">
              <a:alpha val="22000"/>
            </a:srgbClr>
          </a:solidFill>
          <a:ln/>
        </p:spPr>
      </p:sp>
      <p:sp>
        <p:nvSpPr>
          <p:cNvPr id="17" name="Shape 15"/>
          <p:cNvSpPr/>
          <p:nvPr/>
        </p:nvSpPr>
        <p:spPr>
          <a:xfrm>
            <a:off x="16668750" y="2381250"/>
            <a:ext cx="381000" cy="381000"/>
          </a:xfrm>
          <a:prstGeom prst="ellipse">
            <a:avLst/>
          </a:prstGeom>
          <a:solidFill>
            <a:srgbClr val="FFB454">
              <a:alpha val="22000"/>
            </a:srgbClr>
          </a:solidFill>
          <a:ln/>
        </p:spPr>
      </p:sp>
      <p:sp>
        <p:nvSpPr>
          <p:cNvPr id="18" name="Shape 16"/>
          <p:cNvSpPr/>
          <p:nvPr/>
        </p:nvSpPr>
        <p:spPr>
          <a:xfrm>
            <a:off x="9429750" y="3905250"/>
            <a:ext cx="190500" cy="190500"/>
          </a:xfrm>
          <a:prstGeom prst="ellipse">
            <a:avLst/>
          </a:prstGeom>
          <a:solidFill>
            <a:srgbClr val="2C3040">
              <a:alpha val="22000"/>
            </a:srgbClr>
          </a:solidFill>
          <a:ln/>
        </p:spPr>
      </p:sp>
      <p:sp>
        <p:nvSpPr>
          <p:cNvPr id="19" name="Shape 17"/>
          <p:cNvSpPr/>
          <p:nvPr/>
        </p:nvSpPr>
        <p:spPr>
          <a:xfrm>
            <a:off x="10477500" y="3905250"/>
            <a:ext cx="190500" cy="190500"/>
          </a:xfrm>
          <a:prstGeom prst="ellipse">
            <a:avLst/>
          </a:prstGeom>
          <a:solidFill>
            <a:srgbClr val="2C3040">
              <a:alpha val="22000"/>
            </a:srgbClr>
          </a:solidFill>
          <a:ln/>
        </p:spPr>
      </p:sp>
      <p:sp>
        <p:nvSpPr>
          <p:cNvPr id="20" name="Shape 18"/>
          <p:cNvSpPr/>
          <p:nvPr/>
        </p:nvSpPr>
        <p:spPr>
          <a:xfrm>
            <a:off x="11430000" y="3810000"/>
            <a:ext cx="381000" cy="381000"/>
          </a:xfrm>
          <a:prstGeom prst="ellipse">
            <a:avLst/>
          </a:prstGeom>
          <a:solidFill>
            <a:srgbClr val="FFB454">
              <a:alpha val="22000"/>
            </a:srgbClr>
          </a:solidFill>
          <a:ln/>
        </p:spPr>
      </p:sp>
      <p:sp>
        <p:nvSpPr>
          <p:cNvPr id="21" name="Shape 19"/>
          <p:cNvSpPr/>
          <p:nvPr/>
        </p:nvSpPr>
        <p:spPr>
          <a:xfrm>
            <a:off x="12573000" y="3905250"/>
            <a:ext cx="190500" cy="190500"/>
          </a:xfrm>
          <a:prstGeom prst="ellipse">
            <a:avLst/>
          </a:prstGeom>
          <a:solidFill>
            <a:srgbClr val="2C3040">
              <a:alpha val="22000"/>
            </a:srgbClr>
          </a:solidFill>
          <a:ln/>
        </p:spPr>
      </p:sp>
      <p:sp>
        <p:nvSpPr>
          <p:cNvPr id="22" name="Shape 20"/>
          <p:cNvSpPr/>
          <p:nvPr/>
        </p:nvSpPr>
        <p:spPr>
          <a:xfrm>
            <a:off x="13620750" y="3905250"/>
            <a:ext cx="190500" cy="190500"/>
          </a:xfrm>
          <a:prstGeom prst="ellipse">
            <a:avLst/>
          </a:prstGeom>
          <a:solidFill>
            <a:srgbClr val="2C3040">
              <a:alpha val="22000"/>
            </a:srgbClr>
          </a:solidFill>
          <a:ln/>
        </p:spPr>
      </p:sp>
      <p:sp>
        <p:nvSpPr>
          <p:cNvPr id="23" name="Shape 21"/>
          <p:cNvSpPr/>
          <p:nvPr/>
        </p:nvSpPr>
        <p:spPr>
          <a:xfrm>
            <a:off x="14573250" y="3810000"/>
            <a:ext cx="381000" cy="381000"/>
          </a:xfrm>
          <a:prstGeom prst="ellipse">
            <a:avLst/>
          </a:prstGeom>
          <a:solidFill>
            <a:srgbClr val="FFB454">
              <a:alpha val="22000"/>
            </a:srgbClr>
          </a:solidFill>
          <a:ln/>
        </p:spPr>
      </p:sp>
      <p:sp>
        <p:nvSpPr>
          <p:cNvPr id="24" name="Shape 22"/>
          <p:cNvSpPr/>
          <p:nvPr/>
        </p:nvSpPr>
        <p:spPr>
          <a:xfrm>
            <a:off x="15716250" y="3905250"/>
            <a:ext cx="190500" cy="190500"/>
          </a:xfrm>
          <a:prstGeom prst="ellipse">
            <a:avLst/>
          </a:prstGeom>
          <a:solidFill>
            <a:srgbClr val="2C3040">
              <a:alpha val="22000"/>
            </a:srgbClr>
          </a:solidFill>
          <a:ln/>
        </p:spPr>
      </p:sp>
      <p:sp>
        <p:nvSpPr>
          <p:cNvPr id="25" name="Shape 23"/>
          <p:cNvSpPr/>
          <p:nvPr/>
        </p:nvSpPr>
        <p:spPr>
          <a:xfrm>
            <a:off x="16764000" y="3905250"/>
            <a:ext cx="190500" cy="190500"/>
          </a:xfrm>
          <a:prstGeom prst="ellipse">
            <a:avLst/>
          </a:prstGeom>
          <a:solidFill>
            <a:srgbClr val="2C3040">
              <a:alpha val="22000"/>
            </a:srgbClr>
          </a:solidFill>
          <a:ln/>
        </p:spPr>
      </p:sp>
      <p:sp>
        <p:nvSpPr>
          <p:cNvPr id="26" name="Shape 24"/>
          <p:cNvSpPr/>
          <p:nvPr/>
        </p:nvSpPr>
        <p:spPr>
          <a:xfrm>
            <a:off x="9334500" y="5238750"/>
            <a:ext cx="381000" cy="381000"/>
          </a:xfrm>
          <a:prstGeom prst="ellipse">
            <a:avLst/>
          </a:prstGeom>
          <a:solidFill>
            <a:srgbClr val="FFB454">
              <a:alpha val="22000"/>
            </a:srgbClr>
          </a:solidFill>
          <a:ln/>
        </p:spPr>
      </p:sp>
      <p:sp>
        <p:nvSpPr>
          <p:cNvPr id="27" name="Shape 25"/>
          <p:cNvSpPr/>
          <p:nvPr/>
        </p:nvSpPr>
        <p:spPr>
          <a:xfrm>
            <a:off x="10477500" y="5334000"/>
            <a:ext cx="190500" cy="190500"/>
          </a:xfrm>
          <a:prstGeom prst="ellipse">
            <a:avLst/>
          </a:prstGeom>
          <a:solidFill>
            <a:srgbClr val="2C3040">
              <a:alpha val="22000"/>
            </a:srgbClr>
          </a:solidFill>
          <a:ln/>
        </p:spPr>
      </p:sp>
      <p:sp>
        <p:nvSpPr>
          <p:cNvPr id="28" name="Shape 26"/>
          <p:cNvSpPr/>
          <p:nvPr/>
        </p:nvSpPr>
        <p:spPr>
          <a:xfrm>
            <a:off x="11525250" y="5334000"/>
            <a:ext cx="190500" cy="190500"/>
          </a:xfrm>
          <a:prstGeom prst="ellipse">
            <a:avLst/>
          </a:prstGeom>
          <a:solidFill>
            <a:srgbClr val="2C3040">
              <a:alpha val="22000"/>
            </a:srgbClr>
          </a:solidFill>
          <a:ln/>
        </p:spPr>
      </p:sp>
      <p:sp>
        <p:nvSpPr>
          <p:cNvPr id="29" name="Shape 27"/>
          <p:cNvSpPr/>
          <p:nvPr/>
        </p:nvSpPr>
        <p:spPr>
          <a:xfrm>
            <a:off x="12477750" y="5238750"/>
            <a:ext cx="381000" cy="381000"/>
          </a:xfrm>
          <a:prstGeom prst="ellipse">
            <a:avLst/>
          </a:prstGeom>
          <a:solidFill>
            <a:srgbClr val="FFB454">
              <a:alpha val="22000"/>
            </a:srgbClr>
          </a:solidFill>
          <a:ln/>
        </p:spPr>
      </p:sp>
      <p:sp>
        <p:nvSpPr>
          <p:cNvPr id="30" name="Shape 28"/>
          <p:cNvSpPr/>
          <p:nvPr/>
        </p:nvSpPr>
        <p:spPr>
          <a:xfrm>
            <a:off x="13620750" y="5334000"/>
            <a:ext cx="190500" cy="190500"/>
          </a:xfrm>
          <a:prstGeom prst="ellipse">
            <a:avLst/>
          </a:prstGeom>
          <a:solidFill>
            <a:srgbClr val="2C3040">
              <a:alpha val="22000"/>
            </a:srgbClr>
          </a:solidFill>
          <a:ln/>
        </p:spPr>
      </p:sp>
      <p:sp>
        <p:nvSpPr>
          <p:cNvPr id="31" name="Shape 29"/>
          <p:cNvSpPr/>
          <p:nvPr/>
        </p:nvSpPr>
        <p:spPr>
          <a:xfrm>
            <a:off x="14668500" y="5334000"/>
            <a:ext cx="190500" cy="190500"/>
          </a:xfrm>
          <a:prstGeom prst="ellipse">
            <a:avLst/>
          </a:prstGeom>
          <a:solidFill>
            <a:srgbClr val="2C3040">
              <a:alpha val="22000"/>
            </a:srgbClr>
          </a:solidFill>
          <a:ln/>
        </p:spPr>
      </p:sp>
      <p:sp>
        <p:nvSpPr>
          <p:cNvPr id="32" name="Shape 30"/>
          <p:cNvSpPr/>
          <p:nvPr/>
        </p:nvSpPr>
        <p:spPr>
          <a:xfrm>
            <a:off x="15621000" y="5238750"/>
            <a:ext cx="381000" cy="381000"/>
          </a:xfrm>
          <a:prstGeom prst="ellipse">
            <a:avLst/>
          </a:prstGeom>
          <a:solidFill>
            <a:srgbClr val="FFB454">
              <a:alpha val="22000"/>
            </a:srgbClr>
          </a:solidFill>
          <a:ln/>
        </p:spPr>
      </p:sp>
      <p:sp>
        <p:nvSpPr>
          <p:cNvPr id="33" name="Shape 31"/>
          <p:cNvSpPr/>
          <p:nvPr/>
        </p:nvSpPr>
        <p:spPr>
          <a:xfrm>
            <a:off x="16764000" y="5334000"/>
            <a:ext cx="190500" cy="190500"/>
          </a:xfrm>
          <a:prstGeom prst="ellipse">
            <a:avLst/>
          </a:prstGeom>
          <a:solidFill>
            <a:srgbClr val="2C3040">
              <a:alpha val="22000"/>
            </a:srgbClr>
          </a:solidFill>
          <a:ln/>
        </p:spPr>
      </p:sp>
      <p:sp>
        <p:nvSpPr>
          <p:cNvPr id="34" name="Shape 32"/>
          <p:cNvSpPr/>
          <p:nvPr/>
        </p:nvSpPr>
        <p:spPr>
          <a:xfrm>
            <a:off x="9429750" y="6762750"/>
            <a:ext cx="190500" cy="190500"/>
          </a:xfrm>
          <a:prstGeom prst="ellipse">
            <a:avLst/>
          </a:prstGeom>
          <a:solidFill>
            <a:srgbClr val="2C3040">
              <a:alpha val="22000"/>
            </a:srgbClr>
          </a:solidFill>
          <a:ln/>
        </p:spPr>
      </p:sp>
      <p:sp>
        <p:nvSpPr>
          <p:cNvPr id="35" name="Shape 33"/>
          <p:cNvSpPr/>
          <p:nvPr/>
        </p:nvSpPr>
        <p:spPr>
          <a:xfrm>
            <a:off x="10382250" y="6667500"/>
            <a:ext cx="381000" cy="381000"/>
          </a:xfrm>
          <a:prstGeom prst="ellipse">
            <a:avLst/>
          </a:prstGeom>
          <a:solidFill>
            <a:srgbClr val="FFB454">
              <a:alpha val="22000"/>
            </a:srgbClr>
          </a:solidFill>
          <a:ln/>
        </p:spPr>
      </p:sp>
      <p:sp>
        <p:nvSpPr>
          <p:cNvPr id="36" name="Shape 34"/>
          <p:cNvSpPr/>
          <p:nvPr/>
        </p:nvSpPr>
        <p:spPr>
          <a:xfrm>
            <a:off x="11525250" y="6762750"/>
            <a:ext cx="190500" cy="190500"/>
          </a:xfrm>
          <a:prstGeom prst="ellipse">
            <a:avLst/>
          </a:prstGeom>
          <a:solidFill>
            <a:srgbClr val="2C3040">
              <a:alpha val="22000"/>
            </a:srgbClr>
          </a:solidFill>
          <a:ln/>
        </p:spPr>
      </p:sp>
      <p:sp>
        <p:nvSpPr>
          <p:cNvPr id="37" name="Shape 35"/>
          <p:cNvSpPr/>
          <p:nvPr/>
        </p:nvSpPr>
        <p:spPr>
          <a:xfrm>
            <a:off x="12573000" y="6762750"/>
            <a:ext cx="190500" cy="190500"/>
          </a:xfrm>
          <a:prstGeom prst="ellipse">
            <a:avLst/>
          </a:prstGeom>
          <a:solidFill>
            <a:srgbClr val="2C3040">
              <a:alpha val="22000"/>
            </a:srgbClr>
          </a:solidFill>
          <a:ln/>
        </p:spPr>
      </p:sp>
      <p:sp>
        <p:nvSpPr>
          <p:cNvPr id="38" name="Shape 36"/>
          <p:cNvSpPr/>
          <p:nvPr/>
        </p:nvSpPr>
        <p:spPr>
          <a:xfrm>
            <a:off x="13525500" y="6667500"/>
            <a:ext cx="381000" cy="381000"/>
          </a:xfrm>
          <a:prstGeom prst="ellipse">
            <a:avLst/>
          </a:prstGeom>
          <a:solidFill>
            <a:srgbClr val="FFB454">
              <a:alpha val="22000"/>
            </a:srgbClr>
          </a:solidFill>
          <a:ln/>
        </p:spPr>
      </p:sp>
      <p:sp>
        <p:nvSpPr>
          <p:cNvPr id="39" name="Shape 37"/>
          <p:cNvSpPr/>
          <p:nvPr/>
        </p:nvSpPr>
        <p:spPr>
          <a:xfrm>
            <a:off x="14668500" y="6762750"/>
            <a:ext cx="190500" cy="190500"/>
          </a:xfrm>
          <a:prstGeom prst="ellipse">
            <a:avLst/>
          </a:prstGeom>
          <a:solidFill>
            <a:srgbClr val="2C3040">
              <a:alpha val="22000"/>
            </a:srgbClr>
          </a:solidFill>
          <a:ln/>
        </p:spPr>
      </p:sp>
      <p:sp>
        <p:nvSpPr>
          <p:cNvPr id="40" name="Shape 38"/>
          <p:cNvSpPr/>
          <p:nvPr/>
        </p:nvSpPr>
        <p:spPr>
          <a:xfrm>
            <a:off x="15716250" y="6762750"/>
            <a:ext cx="190500" cy="190500"/>
          </a:xfrm>
          <a:prstGeom prst="ellipse">
            <a:avLst/>
          </a:prstGeom>
          <a:solidFill>
            <a:srgbClr val="2C3040">
              <a:alpha val="22000"/>
            </a:srgbClr>
          </a:solidFill>
          <a:ln/>
        </p:spPr>
      </p:sp>
      <p:sp>
        <p:nvSpPr>
          <p:cNvPr id="41" name="Shape 39"/>
          <p:cNvSpPr/>
          <p:nvPr/>
        </p:nvSpPr>
        <p:spPr>
          <a:xfrm>
            <a:off x="16668750" y="6667500"/>
            <a:ext cx="381000" cy="381000"/>
          </a:xfrm>
          <a:prstGeom prst="ellipse">
            <a:avLst/>
          </a:prstGeom>
          <a:solidFill>
            <a:srgbClr val="FFB454">
              <a:alpha val="22000"/>
            </a:srgbClr>
          </a:solidFill>
          <a:ln/>
        </p:spPr>
      </p:sp>
      <p:sp>
        <p:nvSpPr>
          <p:cNvPr id="42" name="Shape 40"/>
          <p:cNvSpPr/>
          <p:nvPr/>
        </p:nvSpPr>
        <p:spPr>
          <a:xfrm>
            <a:off x="9429750" y="8191500"/>
            <a:ext cx="190500" cy="190500"/>
          </a:xfrm>
          <a:prstGeom prst="ellipse">
            <a:avLst/>
          </a:prstGeom>
          <a:solidFill>
            <a:srgbClr val="2C3040">
              <a:alpha val="22000"/>
            </a:srgbClr>
          </a:solidFill>
          <a:ln/>
        </p:spPr>
      </p:sp>
      <p:sp>
        <p:nvSpPr>
          <p:cNvPr id="43" name="Shape 41"/>
          <p:cNvSpPr/>
          <p:nvPr/>
        </p:nvSpPr>
        <p:spPr>
          <a:xfrm>
            <a:off x="10477500" y="8191500"/>
            <a:ext cx="190500" cy="190500"/>
          </a:xfrm>
          <a:prstGeom prst="ellipse">
            <a:avLst/>
          </a:prstGeom>
          <a:solidFill>
            <a:srgbClr val="2C3040">
              <a:alpha val="22000"/>
            </a:srgbClr>
          </a:solidFill>
          <a:ln/>
        </p:spPr>
      </p:sp>
      <p:sp>
        <p:nvSpPr>
          <p:cNvPr id="44" name="Shape 42"/>
          <p:cNvSpPr/>
          <p:nvPr/>
        </p:nvSpPr>
        <p:spPr>
          <a:xfrm>
            <a:off x="11430000" y="8096250"/>
            <a:ext cx="381000" cy="381000"/>
          </a:xfrm>
          <a:prstGeom prst="ellipse">
            <a:avLst/>
          </a:prstGeom>
          <a:solidFill>
            <a:srgbClr val="FFB454">
              <a:alpha val="22000"/>
            </a:srgbClr>
          </a:solidFill>
          <a:ln/>
        </p:spPr>
      </p:sp>
      <p:sp>
        <p:nvSpPr>
          <p:cNvPr id="45" name="Shape 43"/>
          <p:cNvSpPr/>
          <p:nvPr/>
        </p:nvSpPr>
        <p:spPr>
          <a:xfrm>
            <a:off x="12573000" y="8191500"/>
            <a:ext cx="190500" cy="190500"/>
          </a:xfrm>
          <a:prstGeom prst="ellipse">
            <a:avLst/>
          </a:prstGeom>
          <a:solidFill>
            <a:srgbClr val="2C3040">
              <a:alpha val="22000"/>
            </a:srgbClr>
          </a:solidFill>
          <a:ln/>
        </p:spPr>
      </p:sp>
      <p:sp>
        <p:nvSpPr>
          <p:cNvPr id="46" name="Shape 44"/>
          <p:cNvSpPr/>
          <p:nvPr/>
        </p:nvSpPr>
        <p:spPr>
          <a:xfrm>
            <a:off x="13620750" y="8191500"/>
            <a:ext cx="190500" cy="190500"/>
          </a:xfrm>
          <a:prstGeom prst="ellipse">
            <a:avLst/>
          </a:prstGeom>
          <a:solidFill>
            <a:srgbClr val="2C3040">
              <a:alpha val="22000"/>
            </a:srgbClr>
          </a:solidFill>
          <a:ln/>
        </p:spPr>
      </p:sp>
      <p:sp>
        <p:nvSpPr>
          <p:cNvPr id="47" name="Shape 45"/>
          <p:cNvSpPr/>
          <p:nvPr/>
        </p:nvSpPr>
        <p:spPr>
          <a:xfrm>
            <a:off x="14573250" y="8096250"/>
            <a:ext cx="381000" cy="381000"/>
          </a:xfrm>
          <a:prstGeom prst="ellipse">
            <a:avLst/>
          </a:prstGeom>
          <a:solidFill>
            <a:srgbClr val="FFB454">
              <a:alpha val="22000"/>
            </a:srgbClr>
          </a:solidFill>
          <a:ln/>
        </p:spPr>
      </p:sp>
      <p:sp>
        <p:nvSpPr>
          <p:cNvPr id="48" name="Shape 46"/>
          <p:cNvSpPr/>
          <p:nvPr/>
        </p:nvSpPr>
        <p:spPr>
          <a:xfrm>
            <a:off x="15716250" y="8191500"/>
            <a:ext cx="190500" cy="190500"/>
          </a:xfrm>
          <a:prstGeom prst="ellipse">
            <a:avLst/>
          </a:prstGeom>
          <a:solidFill>
            <a:srgbClr val="2C3040">
              <a:alpha val="22000"/>
            </a:srgbClr>
          </a:solidFill>
          <a:ln/>
        </p:spPr>
      </p:sp>
      <p:sp>
        <p:nvSpPr>
          <p:cNvPr id="49" name="Shape 47"/>
          <p:cNvSpPr/>
          <p:nvPr/>
        </p:nvSpPr>
        <p:spPr>
          <a:xfrm>
            <a:off x="16764000" y="8191500"/>
            <a:ext cx="190500" cy="190500"/>
          </a:xfrm>
          <a:prstGeom prst="ellipse">
            <a:avLst/>
          </a:prstGeom>
          <a:solidFill>
            <a:srgbClr val="2C3040">
              <a:alpha val="22000"/>
            </a:srgbClr>
          </a:solidFill>
          <a:ln/>
        </p:spPr>
      </p:sp>
      <p:sp>
        <p:nvSpPr>
          <p:cNvPr id="50" name="Text 48"/>
          <p:cNvSpPr/>
          <p:nvPr/>
        </p:nvSpPr>
        <p:spPr>
          <a:xfrm>
            <a:off x="914400" y="914400"/>
            <a:ext cx="11430000" cy="381000"/>
          </a:xfrm>
          <a:prstGeom prst="rect">
            <a:avLst/>
          </a:prstGeom>
          <a:noFill/>
          <a:ln/>
        </p:spPr>
        <p:txBody>
          <a:bodyPr wrap="square" lIns="0" tIns="0" rIns="0" bIns="0" rtlCol="0" anchor="ctr"/>
          <a:lstStyle/>
          <a:p>
            <a:pPr algn="l" indent="0" marL="0">
              <a:buNone/>
            </a:pPr>
            <a:r>
              <a:rPr lang="en-US" sz="2100" b="1" spc="452" kern="0" dirty="0">
                <a:solidFill>
                  <a:srgbClr val="9AA0B5"/>
                </a:solidFill>
                <a:latin typeface="Be Vietnam Pro" pitchFamily="34" charset="0"/>
                <a:ea typeface="Be Vietnam Pro" pitchFamily="34" charset="-122"/>
                <a:cs typeface="Be Vietnam Pro" pitchFamily="34" charset="-120"/>
              </a:rPr>
              <a:t>CLAUDE</a:t>
            </a:r>
            <a:r>
              <a:rPr lang="en-US" sz="2100" b="1" spc="450" kern="0" dirty="0">
                <a:solidFill>
                  <a:srgbClr val="9AA0B5"/>
                </a:solidFill>
                <a:latin typeface="Be Vietnam Pro" pitchFamily="34" charset="0"/>
                <a:ea typeface="Be Vietnam Pro" pitchFamily="34" charset="-122"/>
                <a:cs typeface="Be Vietnam Pro" pitchFamily="34" charset="-120"/>
              </a:rPr>
              <a:t> CODE</a:t>
            </a:r>
            <a:r>
              <a:rPr lang="en-US" sz="2100" b="1" spc="449" kern="0" dirty="0">
                <a:solidFill>
                  <a:srgbClr val="9AA0B5"/>
                </a:solidFill>
                <a:latin typeface="Be Vietnam Pro" pitchFamily="34" charset="0"/>
                <a:ea typeface="Be Vietnam Pro" pitchFamily="34" charset="-122"/>
                <a:cs typeface="Be Vietnam Pro" pitchFamily="34" charset="-120"/>
              </a:rPr>
              <a:t> ·</a:t>
            </a:r>
            <a:r>
              <a:rPr lang="en-US" sz="2100" b="1" spc="428" kern="0" dirty="0">
                <a:solidFill>
                  <a:srgbClr val="9AA0B5"/>
                </a:solidFill>
                <a:latin typeface="Be Vietnam Pro" pitchFamily="34" charset="0"/>
                <a:ea typeface="Be Vietnam Pro" pitchFamily="34" charset="-122"/>
                <a:cs typeface="Be Vietnam Pro" pitchFamily="34" charset="-120"/>
              </a:rPr>
              <a:t> BÁO</a:t>
            </a:r>
            <a:r>
              <a:rPr lang="en-US" sz="2100" b="1" spc="411" kern="0" dirty="0">
                <a:solidFill>
                  <a:srgbClr val="9AA0B5"/>
                </a:solidFill>
                <a:latin typeface="Be Vietnam Pro" pitchFamily="34" charset="0"/>
                <a:ea typeface="Be Vietnam Pro" pitchFamily="34" charset="-122"/>
                <a:cs typeface="Be Vietnam Pro" pitchFamily="34" charset="-120"/>
              </a:rPr>
              <a:t> CÁO</a:t>
            </a:r>
            <a:r>
              <a:rPr lang="en-US" sz="2100" b="1" spc="428" kern="0" dirty="0">
                <a:solidFill>
                  <a:srgbClr val="9AA0B5"/>
                </a:solidFill>
                <a:latin typeface="Be Vietnam Pro" pitchFamily="34" charset="0"/>
                <a:ea typeface="Be Vietnam Pro" pitchFamily="34" charset="-122"/>
                <a:cs typeface="Be Vietnam Pro" pitchFamily="34" charset="-120"/>
              </a:rPr>
              <a:t> R05</a:t>
            </a:r>
            <a:endParaRPr lang="en-US" sz="2100" dirty="0"/>
          </a:p>
        </p:txBody>
      </p:sp>
      <p:sp>
        <p:nvSpPr>
          <p:cNvPr id="51" name="Text 49"/>
          <p:cNvSpPr/>
          <p:nvPr/>
        </p:nvSpPr>
        <p:spPr>
          <a:xfrm>
            <a:off x="914400" y="1619250"/>
            <a:ext cx="14287500" cy="3810000"/>
          </a:xfrm>
          <a:prstGeom prst="rect">
            <a:avLst/>
          </a:prstGeom>
          <a:noFill/>
          <a:ln/>
        </p:spPr>
        <p:txBody>
          <a:bodyPr wrap="square" lIns="0" tIns="72009" rIns="0" bIns="-72009" rtlCol="0" anchor="t"/>
          <a:lstStyle/>
          <a:p>
            <a:pPr algn="l" indent="0" marL="0">
              <a:lnSpc>
                <a:spcPts val="8424"/>
              </a:lnSpc>
              <a:buNone/>
            </a:pPr>
            <a:r>
              <a:rPr lang="en-US" sz="8100" dirty="0" spc="-199" kern="0">
                <a:solidFill>
                  <a:srgbClr val="F3EEE3"/>
                </a:solidFill>
                <a:latin typeface="Bricolage Grotesque ExtraBold" pitchFamily="34" charset="0"/>
                <a:ea typeface="Bricolage Grotesque ExtraBold" pitchFamily="34" charset="-122"/>
                <a:cs typeface="Bricolage Grotesque ExtraBold" pitchFamily="34" charset="-120"/>
              </a:rPr>
              <a:t>Top</a:t>
            </a:r>
            <a:r>
              <a:rPr lang="en-US" sz="8100" dirty="0" spc="9" kern="0">
                <a:solidFill>
                  <a:srgbClr val="F3EEE3"/>
                </a:solidFill>
                <a:latin typeface="Bricolage Grotesque ExtraBold" pitchFamily="34" charset="0"/>
                <a:ea typeface="Bricolage Grotesque ExtraBold" pitchFamily="34" charset="-122"/>
                <a:cs typeface="Bricolage Grotesque ExtraBold" pitchFamily="34" charset="-120"/>
              </a:rPr>
              <a:t> 30</a:t>
            </a:r>
            <a:r>
              <a:rPr lang="en-US" sz="8100" dirty="0" spc="1" kern="0">
                <a:solidFill>
                  <a:srgbClr val="F3EEE3"/>
                </a:solidFill>
                <a:latin typeface="Bricolage Grotesque ExtraBold" pitchFamily="34" charset="0"/>
                <a:ea typeface="Bricolage Grotesque ExtraBold" pitchFamily="34" charset="-122"/>
                <a:cs typeface="Bricolage Grotesque ExtraBold" pitchFamily="34" charset="-120"/>
              </a:rPr>
              <a:t> Claude</a:t>
            </a:r>
            <a:r>
              <a:rPr lang="en-US" sz="8100" dirty="0" spc="0" kern="0">
                <a:solidFill>
                  <a:srgbClr val="F3EEE3"/>
                </a:solidFill>
                <a:latin typeface="Bricolage Grotesque ExtraBold" pitchFamily="34" charset="0"/>
                <a:ea typeface="Bricolage Grotesque ExtraBold" pitchFamily="34" charset="-122"/>
                <a:cs typeface="Bricolage Grotesque ExtraBold" pitchFamily="34" charset="-120"/>
              </a:rPr>
              <a:t> Code</a:t>
            </a:r>
            <a:r>
              <a:rPr lang="en-US" sz="8100" dirty="0" spc="-1" kern="0">
                <a:solidFill>
                  <a:srgbClr val="F3EEE3"/>
                </a:solidFill>
                <a:latin typeface="Bricolage Grotesque ExtraBold" pitchFamily="34" charset="0"/>
                <a:ea typeface="Bricolage Grotesque ExtraBold" pitchFamily="34" charset="-122"/>
                <a:cs typeface="Bricolage Grotesque ExtraBold" pitchFamily="34" charset="-120"/>
              </a:rPr>
              <a:t> Plugins:</a:t>
            </a:r>
            <a:r>
              <a:rPr lang="en-US" sz="8100" dirty="0" spc="-4" kern="0">
                <a:solidFill>
                  <a:srgbClr val="F3EEE3"/>
                </a:solidFill>
                <a:latin typeface="Bricolage Grotesque ExtraBold" pitchFamily="34" charset="0"/>
                <a:ea typeface="Bricolage Grotesque ExtraBold" pitchFamily="34" charset="-122"/>
                <a:cs typeface="Bricolage Grotesque ExtraBold" pitchFamily="34" charset="-120"/>
              </a:rPr>
              <a:t> bản</a:t>
            </a:r>
            <a:r>
              <a:rPr lang="en-US" sz="8100" dirty="0" spc="22" kern="0">
                <a:solidFill>
                  <a:srgbClr val="F3EEE3"/>
                </a:solidFill>
                <a:latin typeface="Bricolage Grotesque ExtraBold" pitchFamily="34" charset="0"/>
                <a:ea typeface="Bricolage Grotesque ExtraBold" pitchFamily="34" charset="-122"/>
                <a:cs typeface="Bricolage Grotesque ExtraBold" pitchFamily="34" charset="-120"/>
              </a:rPr>
              <a:t> đồ</a:t>
            </a:r>
            <a:r>
              <a:rPr lang="en-US" sz="8100" dirty="0" spc="9" kern="0">
                <a:solidFill>
                  <a:srgbClr val="F3EEE3"/>
                </a:solidFill>
                <a:latin typeface="Bricolage Grotesque ExtraBold" pitchFamily="34" charset="0"/>
                <a:ea typeface="Bricolage Grotesque ExtraBold" pitchFamily="34" charset="-122"/>
                <a:cs typeface="Bricolage Grotesque ExtraBold" pitchFamily="34" charset="-120"/>
              </a:rPr>
              <a:t> 30</a:t>
            </a:r>
            <a:r>
              <a:rPr lang="en-US" sz="8100" dirty="0" spc="-16" kern="0">
                <a:solidFill>
                  <a:srgbClr val="F3EEE3"/>
                </a:solidFill>
                <a:latin typeface="Bricolage Grotesque ExtraBold" pitchFamily="34" charset="0"/>
                <a:ea typeface="Bricolage Grotesque ExtraBold" pitchFamily="34" charset="-122"/>
                <a:cs typeface="Bricolage Grotesque ExtraBold" pitchFamily="34" charset="-120"/>
              </a:rPr>
              <a:t> repo</a:t>
            </a:r>
            <a:endParaRPr lang="en-US" sz="8100" dirty="0"/>
          </a:p>
        </p:txBody>
      </p:sp>
      <p:sp>
        <p:nvSpPr>
          <p:cNvPr id="52" name="Text 50"/>
          <p:cNvSpPr/>
          <p:nvPr/>
        </p:nvSpPr>
        <p:spPr>
          <a:xfrm>
            <a:off x="914400" y="5619750"/>
            <a:ext cx="13335000" cy="1143000"/>
          </a:xfrm>
          <a:prstGeom prst="rect">
            <a:avLst/>
          </a:prstGeom>
          <a:noFill/>
          <a:ln/>
        </p:spPr>
        <p:txBody>
          <a:bodyPr wrap="square" lIns="0" tIns="0" rIns="0" bIns="0" rtlCol="0" anchor="t"/>
          <a:lstStyle/>
          <a:p>
            <a:pPr algn="l" indent="0" marL="0">
              <a:buNone/>
            </a:pPr>
            <a:r>
              <a:rPr lang="en-US" sz="3300" dirty="0" spc="-22" kern="0">
                <a:solidFill>
                  <a:srgbClr val="FFB454"/>
                </a:solidFill>
                <a:latin typeface="Be Vietnam Pro SemiBold" pitchFamily="34" charset="0"/>
                <a:ea typeface="Be Vietnam Pro SemiBold" pitchFamily="34" charset="-122"/>
                <a:cs typeface="Be Vietnam Pro SemiBold" pitchFamily="34" charset="-120"/>
              </a:rPr>
              <a:t>30</a:t>
            </a:r>
            <a:r>
              <a:rPr lang="en-US" sz="3300" dirty="0" spc="-25" kern="0">
                <a:solidFill>
                  <a:srgbClr val="FFB454"/>
                </a:solidFill>
                <a:latin typeface="Be Vietnam Pro SemiBold" pitchFamily="34" charset="0"/>
                <a:ea typeface="Be Vietnam Pro SemiBold" pitchFamily="34" charset="-122"/>
                <a:cs typeface="Be Vietnam Pro SemiBold" pitchFamily="34" charset="-120"/>
              </a:rPr>
              <a:t> repo</a:t>
            </a:r>
            <a:r>
              <a:rPr lang="en-US" sz="3300" dirty="0" spc="-23" kern="0">
                <a:solidFill>
                  <a:srgbClr val="FFB454"/>
                </a:solidFill>
                <a:latin typeface="Be Vietnam Pro SemiBold" pitchFamily="34" charset="0"/>
                <a:ea typeface="Be Vietnam Pro SemiBold" pitchFamily="34" charset="-122"/>
                <a:cs typeface="Be Vietnam Pro SemiBold" pitchFamily="34" charset="-120"/>
              </a:rPr>
              <a:t> trong</a:t>
            </a:r>
            <a:r>
              <a:rPr lang="en-US" sz="3300" dirty="0" spc="-12" kern="0">
                <a:solidFill>
                  <a:srgbClr val="FFB454"/>
                </a:solidFill>
                <a:latin typeface="Be Vietnam Pro SemiBold" pitchFamily="34" charset="0"/>
                <a:ea typeface="Be Vietnam Pro SemiBold" pitchFamily="34" charset="-122"/>
                <a:cs typeface="Be Vietnam Pro SemiBold" pitchFamily="34" charset="-120"/>
              </a:rPr>
              <a:t> một</a:t>
            </a:r>
            <a:r>
              <a:rPr lang="en-US" sz="3300" dirty="0" spc="2" kern="0">
                <a:solidFill>
                  <a:srgbClr val="FFB454"/>
                </a:solidFill>
                <a:latin typeface="Be Vietnam Pro SemiBold" pitchFamily="34" charset="0"/>
                <a:ea typeface="Be Vietnam Pro SemiBold" pitchFamily="34" charset="-122"/>
                <a:cs typeface="Be Vietnam Pro SemiBold" pitchFamily="34" charset="-120"/>
              </a:rPr>
              <a:t> ảnh:</a:t>
            </a:r>
            <a:r>
              <a:rPr lang="en-US" sz="3300" dirty="0" spc="-25" kern="0">
                <a:solidFill>
                  <a:srgbClr val="FFB454"/>
                </a:solidFill>
                <a:latin typeface="Be Vietnam Pro SemiBold" pitchFamily="34" charset="0"/>
                <a:ea typeface="Be Vietnam Pro SemiBold" pitchFamily="34" charset="-122"/>
                <a:cs typeface="Be Vietnam Pro SemiBold" pitchFamily="34" charset="-120"/>
              </a:rPr>
              <a:t> repo</a:t>
            </a:r>
            <a:r>
              <a:rPr lang="en-US" sz="3300" dirty="0" spc="0" kern="0">
                <a:solidFill>
                  <a:srgbClr val="FFB454"/>
                </a:solidFill>
                <a:latin typeface="Be Vietnam Pro SemiBold" pitchFamily="34" charset="0"/>
                <a:ea typeface="Be Vietnam Pro SemiBold" pitchFamily="34" charset="-122"/>
                <a:cs typeface="Be Vietnam Pro SemiBold" pitchFamily="34" charset="-120"/>
              </a:rPr>
              <a:t> nào</a:t>
            </a:r>
            <a:r>
              <a:rPr lang="en-US" sz="3300" dirty="0" spc="-12" kern="0">
                <a:solidFill>
                  <a:srgbClr val="FFB454"/>
                </a:solidFill>
                <a:latin typeface="Be Vietnam Pro SemiBold" pitchFamily="34" charset="0"/>
                <a:ea typeface="Be Vietnam Pro SemiBold" pitchFamily="34" charset="-122"/>
                <a:cs typeface="Be Vietnam Pro SemiBold" pitchFamily="34" charset="-120"/>
              </a:rPr>
              <a:t> thật</a:t>
            </a:r>
            <a:r>
              <a:rPr lang="en-US" sz="3300" dirty="0" spc="-1" kern="0">
                <a:solidFill>
                  <a:srgbClr val="FFB454"/>
                </a:solidFill>
                <a:latin typeface="Be Vietnam Pro SemiBold" pitchFamily="34" charset="0"/>
                <a:ea typeface="Be Vietnam Pro SemiBold" pitchFamily="34" charset="-122"/>
                <a:cs typeface="Be Vietnam Pro SemiBold" pitchFamily="34" charset="-120"/>
              </a:rPr>
              <a:t> sự</a:t>
            </a:r>
            <a:r>
              <a:rPr lang="en-US" sz="3300" dirty="0" spc="-4" kern="0">
                <a:solidFill>
                  <a:srgbClr val="FFB454"/>
                </a:solidFill>
                <a:latin typeface="Be Vietnam Pro SemiBold" pitchFamily="34" charset="0"/>
                <a:ea typeface="Be Vietnam Pro SemiBold" pitchFamily="34" charset="-122"/>
                <a:cs typeface="Be Vietnam Pro SemiBold" pitchFamily="34" charset="-120"/>
              </a:rPr>
              <a:t> là gì,</a:t>
            </a:r>
            <a:r>
              <a:rPr lang="en-US" sz="3300" dirty="0" spc="-2" kern="0">
                <a:solidFill>
                  <a:srgbClr val="FFB454"/>
                </a:solidFill>
                <a:latin typeface="Be Vietnam Pro SemiBold" pitchFamily="34" charset="0"/>
                <a:ea typeface="Be Vietnam Pro SemiBold" pitchFamily="34" charset="-122"/>
                <a:cs typeface="Be Vietnam Pro SemiBold" pitchFamily="34" charset="-120"/>
              </a:rPr>
              <a:t> cài</a:t>
            </a:r>
            <a:r>
              <a:rPr lang="en-US" sz="3300" dirty="0" spc="-3" kern="0">
                <a:solidFill>
                  <a:srgbClr val="FFB454"/>
                </a:solidFill>
                <a:latin typeface="Be Vietnam Pro SemiBold" pitchFamily="34" charset="0"/>
                <a:ea typeface="Be Vietnam Pro SemiBold" pitchFamily="34" charset="-122"/>
                <a:cs typeface="Be Vietnam Pro SemiBold" pitchFamily="34" charset="-120"/>
              </a:rPr>
              <a:t> thế</a:t>
            </a:r>
            <a:r>
              <a:rPr lang="en-US" sz="3300" dirty="0" spc="-1" kern="0">
                <a:solidFill>
                  <a:srgbClr val="FFB454"/>
                </a:solidFill>
                <a:latin typeface="Be Vietnam Pro SemiBold" pitchFamily="34" charset="0"/>
                <a:ea typeface="Be Vietnam Pro SemiBold" pitchFamily="34" charset="-122"/>
                <a:cs typeface="Be Vietnam Pro SemiBold" pitchFamily="34" charset="-120"/>
              </a:rPr>
              <a:t> nào,</a:t>
            </a:r>
            <a:r>
              <a:rPr lang="en-US" sz="3300" dirty="0" spc="-4" kern="0">
                <a:solidFill>
                  <a:srgbClr val="FFB454"/>
                </a:solidFill>
                <a:latin typeface="Be Vietnam Pro SemiBold" pitchFamily="34" charset="0"/>
                <a:ea typeface="Be Vietnam Pro SemiBold" pitchFamily="34" charset="-122"/>
                <a:cs typeface="Be Vietnam Pro SemiBold" pitchFamily="34" charset="-120"/>
              </a:rPr>
              <a:t> cần</a:t>
            </a:r>
            <a:r>
              <a:rPr lang="en-US" sz="3300" dirty="0" spc="-3" kern="0">
                <a:solidFill>
                  <a:srgbClr val="FFB454"/>
                </a:solidFill>
                <a:latin typeface="Be Vietnam Pro SemiBold" pitchFamily="34" charset="0"/>
                <a:ea typeface="Be Vietnam Pro SemiBold" pitchFamily="34" charset="-122"/>
                <a:cs typeface="Be Vietnam Pro SemiBold" pitchFamily="34" charset="-120"/>
              </a:rPr>
              <a:t> cẩn</a:t>
            </a:r>
            <a:r>
              <a:rPr lang="en-US" sz="3300" dirty="0" spc="-2" kern="0">
                <a:solidFill>
                  <a:srgbClr val="FFB454"/>
                </a:solidFill>
                <a:latin typeface="Be Vietnam Pro SemiBold" pitchFamily="34" charset="0"/>
                <a:ea typeface="Be Vietnam Pro SemiBold" pitchFamily="34" charset="-122"/>
                <a:cs typeface="Be Vietnam Pro SemiBold" pitchFamily="34" charset="-120"/>
              </a:rPr>
              <a:t> thận</a:t>
            </a:r>
            <a:r>
              <a:rPr lang="en-US" sz="3300" dirty="0" spc="-4" kern="0">
                <a:solidFill>
                  <a:srgbClr val="FFB454"/>
                </a:solidFill>
                <a:latin typeface="Be Vietnam Pro SemiBold" pitchFamily="34" charset="0"/>
                <a:ea typeface="Be Vietnam Pro SemiBold" pitchFamily="34" charset="-122"/>
                <a:cs typeface="Be Vietnam Pro SemiBold" pitchFamily="34" charset="-120"/>
              </a:rPr>
              <a:t> gì?</a:t>
            </a:r>
            <a:endParaRPr lang="en-US" sz="3300" dirty="0"/>
          </a:p>
        </p:txBody>
      </p:sp>
      <p:sp>
        <p:nvSpPr>
          <p:cNvPr id="53" name="Shape 51"/>
          <p:cNvSpPr/>
          <p:nvPr/>
        </p:nvSpPr>
        <p:spPr>
          <a:xfrm>
            <a:off x="914400" y="7429500"/>
            <a:ext cx="3076575" cy="1619250"/>
          </a:xfrm>
          <a:prstGeom prst="roundRect">
            <a:avLst>
              <a:gd name="adj" fmla="val 16471"/>
            </a:avLst>
          </a:prstGeom>
          <a:solidFill>
            <a:srgbClr val="1E212B"/>
          </a:solidFill>
          <a:ln w="38100">
            <a:solidFill>
              <a:srgbClr val="FFB454"/>
            </a:solidFill>
            <a:prstDash val="solid"/>
          </a:ln>
        </p:spPr>
      </p:sp>
      <p:sp>
        <p:nvSpPr>
          <p:cNvPr id="54" name="Text 52"/>
          <p:cNvSpPr/>
          <p:nvPr/>
        </p:nvSpPr>
        <p:spPr>
          <a:xfrm>
            <a:off x="1181100" y="7429500"/>
            <a:ext cx="2543175" cy="1619250"/>
          </a:xfrm>
          <a:prstGeom prst="rect">
            <a:avLst/>
          </a:prstGeom>
          <a:noFill/>
          <a:ln/>
        </p:spPr>
        <p:txBody>
          <a:bodyPr wrap="square" lIns="0" tIns="14180" rIns="0" bIns="-14180" rtlCol="0" anchor="ctr"/>
          <a:lstStyle/>
          <a:p>
            <a:pPr algn="l" indent="0" marL="0">
              <a:lnSpc>
                <a:spcPts val="2933"/>
              </a:lnSpc>
              <a:buNone/>
            </a:pPr>
            <a:r>
              <a:rPr lang="en-US" sz="2550" b="1" dirty="0" spc="-5" kern="0">
                <a:solidFill>
                  <a:srgbClr val="F3EEE3"/>
                </a:solidFill>
                <a:latin typeface="Be Vietnam Pro" pitchFamily="34" charset="0"/>
                <a:ea typeface="Be Vietnam Pro" pitchFamily="34" charset="-122"/>
                <a:cs typeface="Be Vietnam Pro" pitchFamily="34" charset="-120"/>
              </a:rPr>
              <a:t>Code</a:t>
            </a:r>
            <a:r>
              <a:rPr lang="en-US" sz="2550" b="1" dirty="0" spc="-1" kern="0">
                <a:solidFill>
                  <a:srgbClr val="F3EEE3"/>
                </a:solidFill>
                <a:latin typeface="Be Vietnam Pro" pitchFamily="34" charset="0"/>
                <a:ea typeface="Be Vietnam Pro" pitchFamily="34" charset="-122"/>
                <a:cs typeface="Be Vietnam Pro" pitchFamily="34" charset="-120"/>
              </a:rPr>
              <a:t> như</a:t>
            </a:r>
            <a:r>
              <a:rPr lang="en-US" sz="2550" b="1" dirty="0" spc="-4" kern="0">
                <a:solidFill>
                  <a:srgbClr val="F3EEE3"/>
                </a:solidFill>
                <a:latin typeface="Be Vietnam Pro" pitchFamily="34" charset="0"/>
                <a:ea typeface="Be Vietnam Pro" pitchFamily="34" charset="-122"/>
                <a:cs typeface="Be Vietnam Pro" pitchFamily="34" charset="-120"/>
              </a:rPr>
              <a:t> senior</a:t>
            </a:r>
            <a:endParaRPr lang="en-US" sz="2550" dirty="0"/>
          </a:p>
        </p:txBody>
      </p:sp>
      <p:sp>
        <p:nvSpPr>
          <p:cNvPr id="55" name="Shape 53"/>
          <p:cNvSpPr/>
          <p:nvPr/>
        </p:nvSpPr>
        <p:spPr>
          <a:xfrm>
            <a:off x="4257675" y="7429500"/>
            <a:ext cx="3076575" cy="1619250"/>
          </a:xfrm>
          <a:prstGeom prst="roundRect">
            <a:avLst>
              <a:gd name="adj" fmla="val 16471"/>
            </a:avLst>
          </a:prstGeom>
          <a:solidFill>
            <a:srgbClr val="1E212B"/>
          </a:solidFill>
          <a:ln w="38100">
            <a:solidFill>
              <a:srgbClr val="3DD6A0"/>
            </a:solidFill>
            <a:prstDash val="solid"/>
          </a:ln>
        </p:spPr>
      </p:sp>
      <p:sp>
        <p:nvSpPr>
          <p:cNvPr id="56" name="Text 54"/>
          <p:cNvSpPr/>
          <p:nvPr/>
        </p:nvSpPr>
        <p:spPr>
          <a:xfrm>
            <a:off x="4524375" y="7429500"/>
            <a:ext cx="2543175" cy="1619250"/>
          </a:xfrm>
          <a:prstGeom prst="rect">
            <a:avLst/>
          </a:prstGeom>
          <a:noFill/>
          <a:ln/>
        </p:spPr>
        <p:txBody>
          <a:bodyPr wrap="square" lIns="0" tIns="14180" rIns="0" bIns="-14180" rtlCol="0" anchor="ctr"/>
          <a:lstStyle/>
          <a:p>
            <a:pPr algn="l" indent="0" marL="0">
              <a:lnSpc>
                <a:spcPts val="2933"/>
              </a:lnSpc>
              <a:buNone/>
            </a:pPr>
            <a:r>
              <a:rPr lang="en-US" sz="2550" b="1" dirty="0" spc="-4" kern="0">
                <a:solidFill>
                  <a:srgbClr val="F3EEE3"/>
                </a:solidFill>
                <a:latin typeface="Be Vietnam Pro" pitchFamily="34" charset="0"/>
                <a:ea typeface="Be Vietnam Pro" pitchFamily="34" charset="-122"/>
                <a:cs typeface="Be Vietnam Pro" pitchFamily="34" charset="-120"/>
              </a:rPr>
              <a:t>Nghiên</a:t>
            </a:r>
            <a:r>
              <a:rPr lang="en-US" sz="2550" b="1" dirty="0" spc="34" kern="0">
                <a:solidFill>
                  <a:srgbClr val="F3EEE3"/>
                </a:solidFill>
                <a:latin typeface="Be Vietnam Pro" pitchFamily="34" charset="0"/>
                <a:ea typeface="Be Vietnam Pro" pitchFamily="34" charset="-122"/>
                <a:cs typeface="Be Vietnam Pro" pitchFamily="34" charset="-120"/>
              </a:rPr>
              <a:t> cứu</a:t>
            </a:r>
            <a:endParaRPr lang="en-US" sz="2550" dirty="0"/>
          </a:p>
        </p:txBody>
      </p:sp>
      <p:sp>
        <p:nvSpPr>
          <p:cNvPr id="57" name="Shape 55"/>
          <p:cNvSpPr/>
          <p:nvPr/>
        </p:nvSpPr>
        <p:spPr>
          <a:xfrm>
            <a:off x="7600950" y="7429500"/>
            <a:ext cx="3076575" cy="1619250"/>
          </a:xfrm>
          <a:prstGeom prst="roundRect">
            <a:avLst>
              <a:gd name="adj" fmla="val 16471"/>
            </a:avLst>
          </a:prstGeom>
          <a:solidFill>
            <a:srgbClr val="1E212B"/>
          </a:solidFill>
          <a:ln w="38100">
            <a:solidFill>
              <a:srgbClr val="FF6A4D"/>
            </a:solidFill>
            <a:prstDash val="solid"/>
          </a:ln>
        </p:spPr>
      </p:sp>
      <p:sp>
        <p:nvSpPr>
          <p:cNvPr id="58" name="Text 56"/>
          <p:cNvSpPr/>
          <p:nvPr/>
        </p:nvSpPr>
        <p:spPr>
          <a:xfrm>
            <a:off x="7867650" y="7429500"/>
            <a:ext cx="2543175" cy="1619250"/>
          </a:xfrm>
          <a:prstGeom prst="rect">
            <a:avLst/>
          </a:prstGeom>
          <a:noFill/>
          <a:ln/>
        </p:spPr>
        <p:txBody>
          <a:bodyPr wrap="square" lIns="0" tIns="14180" rIns="0" bIns="-14180" rtlCol="0" anchor="ctr"/>
          <a:lstStyle/>
          <a:p>
            <a:pPr algn="l" indent="0" marL="0">
              <a:lnSpc>
                <a:spcPts val="2933"/>
              </a:lnSpc>
              <a:buNone/>
            </a:pPr>
            <a:r>
              <a:rPr lang="en-US" sz="2550" b="1" dirty="0" spc="1" kern="0">
                <a:solidFill>
                  <a:srgbClr val="F3EEE3"/>
                </a:solidFill>
                <a:latin typeface="Be Vietnam Pro" pitchFamily="34" charset="0"/>
                <a:ea typeface="Be Vietnam Pro" pitchFamily="34" charset="-122"/>
                <a:cs typeface="Be Vietnam Pro" pitchFamily="34" charset="-120"/>
              </a:rPr>
              <a:t>Ít</a:t>
            </a:r>
            <a:r>
              <a:rPr lang="en-US" sz="2550" b="1" dirty="0" spc="-24" kern="0">
                <a:solidFill>
                  <a:srgbClr val="F3EEE3"/>
                </a:solidFill>
                <a:latin typeface="Be Vietnam Pro" pitchFamily="34" charset="0"/>
                <a:ea typeface="Be Vietnam Pro" pitchFamily="34" charset="-122"/>
                <a:cs typeface="Be Vietnam Pro" pitchFamily="34" charset="-120"/>
              </a:rPr>
              <a:t> token</a:t>
            </a:r>
            <a:r>
              <a:rPr lang="en-US" sz="2550" b="1" dirty="0" spc="-2" kern="0">
                <a:solidFill>
                  <a:srgbClr val="F3EEE3"/>
                </a:solidFill>
                <a:latin typeface="Be Vietnam Pro" pitchFamily="34" charset="0"/>
                <a:ea typeface="Be Vietnam Pro" pitchFamily="34" charset="-122"/>
                <a:cs typeface="Be Vietnam Pro" pitchFamily="34" charset="-120"/>
              </a:rPr>
              <a:t> hơn</a:t>
            </a:r>
            <a:endParaRPr lang="en-US" sz="2550" dirty="0"/>
          </a:p>
        </p:txBody>
      </p:sp>
      <p:sp>
        <p:nvSpPr>
          <p:cNvPr id="59" name="Shape 57"/>
          <p:cNvSpPr/>
          <p:nvPr/>
        </p:nvSpPr>
        <p:spPr>
          <a:xfrm>
            <a:off x="10953750" y="7429500"/>
            <a:ext cx="3076575" cy="1619250"/>
          </a:xfrm>
          <a:prstGeom prst="roundRect">
            <a:avLst>
              <a:gd name="adj" fmla="val 16471"/>
            </a:avLst>
          </a:prstGeom>
          <a:solidFill>
            <a:srgbClr val="1E212B"/>
          </a:solidFill>
          <a:ln w="38100">
            <a:solidFill>
              <a:srgbClr val="7C93FF"/>
            </a:solidFill>
            <a:prstDash val="solid"/>
          </a:ln>
        </p:spPr>
      </p:sp>
      <p:sp>
        <p:nvSpPr>
          <p:cNvPr id="60" name="Text 58"/>
          <p:cNvSpPr/>
          <p:nvPr/>
        </p:nvSpPr>
        <p:spPr>
          <a:xfrm>
            <a:off x="11220450" y="7429500"/>
            <a:ext cx="2543175" cy="1619250"/>
          </a:xfrm>
          <a:prstGeom prst="rect">
            <a:avLst/>
          </a:prstGeom>
          <a:noFill/>
          <a:ln/>
        </p:spPr>
        <p:txBody>
          <a:bodyPr wrap="square" lIns="0" tIns="14180" rIns="0" bIns="-14180" rtlCol="0" anchor="ctr"/>
          <a:lstStyle/>
          <a:p>
            <a:pPr algn="l" indent="0" marL="0">
              <a:lnSpc>
                <a:spcPts val="2933"/>
              </a:lnSpc>
              <a:buNone/>
            </a:pPr>
            <a:r>
              <a:rPr lang="en-US" sz="2550" b="1" dirty="0" spc="-3" kern="0">
                <a:solidFill>
                  <a:srgbClr val="F3EEE3"/>
                </a:solidFill>
                <a:latin typeface="Be Vietnam Pro" pitchFamily="34" charset="0"/>
                <a:ea typeface="Be Vietnam Pro" pitchFamily="34" charset="-122"/>
                <a:cs typeface="Be Vietnam Pro" pitchFamily="34" charset="-120"/>
              </a:rPr>
              <a:t>Thiết</a:t>
            </a:r>
            <a:r>
              <a:rPr lang="en-US" sz="2550" b="1" dirty="0" spc="-33" kern="0">
                <a:solidFill>
                  <a:srgbClr val="F3EEE3"/>
                </a:solidFill>
                <a:latin typeface="Be Vietnam Pro" pitchFamily="34" charset="0"/>
                <a:ea typeface="Be Vietnam Pro" pitchFamily="34" charset="-122"/>
                <a:cs typeface="Be Vietnam Pro" pitchFamily="34" charset="-120"/>
              </a:rPr>
              <a:t> kế</a:t>
            </a:r>
            <a:endParaRPr lang="en-US" sz="2550" dirty="0"/>
          </a:p>
        </p:txBody>
      </p:sp>
      <p:sp>
        <p:nvSpPr>
          <p:cNvPr id="61" name="Shape 59"/>
          <p:cNvSpPr/>
          <p:nvPr/>
        </p:nvSpPr>
        <p:spPr>
          <a:xfrm>
            <a:off x="14297025" y="7429500"/>
            <a:ext cx="3076575" cy="1619250"/>
          </a:xfrm>
          <a:prstGeom prst="roundRect">
            <a:avLst>
              <a:gd name="adj" fmla="val 16471"/>
            </a:avLst>
          </a:prstGeom>
          <a:solidFill>
            <a:srgbClr val="1E212B"/>
          </a:solidFill>
          <a:ln w="38100">
            <a:solidFill>
              <a:srgbClr val="FFB454"/>
            </a:solidFill>
            <a:prstDash val="solid"/>
          </a:ln>
        </p:spPr>
      </p:sp>
      <p:sp>
        <p:nvSpPr>
          <p:cNvPr id="62" name="Text 60"/>
          <p:cNvSpPr/>
          <p:nvPr/>
        </p:nvSpPr>
        <p:spPr>
          <a:xfrm>
            <a:off x="14563725" y="7429500"/>
            <a:ext cx="2543175" cy="1619250"/>
          </a:xfrm>
          <a:prstGeom prst="rect">
            <a:avLst/>
          </a:prstGeom>
          <a:noFill/>
          <a:ln/>
        </p:spPr>
        <p:txBody>
          <a:bodyPr wrap="square" lIns="0" tIns="14180" rIns="0" bIns="-14180" rtlCol="0" anchor="ctr"/>
          <a:lstStyle/>
          <a:p>
            <a:pPr algn="l" indent="0" marL="0">
              <a:lnSpc>
                <a:spcPts val="2933"/>
              </a:lnSpc>
              <a:buNone/>
            </a:pPr>
            <a:r>
              <a:rPr lang="en-US" sz="2550" b="1" dirty="0" spc="-4" kern="0">
                <a:solidFill>
                  <a:srgbClr val="F3EEE3"/>
                </a:solidFill>
                <a:latin typeface="Be Vietnam Pro" pitchFamily="34" charset="0"/>
                <a:ea typeface="Be Vietnam Pro" pitchFamily="34" charset="-122"/>
                <a:cs typeface="Be Vietnam Pro" pitchFamily="34" charset="-120"/>
              </a:rPr>
              <a:t>Viết</a:t>
            </a:r>
            <a:r>
              <a:rPr lang="en-US" sz="2550" b="1" dirty="0" spc="1" kern="0">
                <a:solidFill>
                  <a:srgbClr val="F3EEE3"/>
                </a:solidFill>
                <a:latin typeface="Be Vietnam Pro" pitchFamily="34" charset="0"/>
                <a:ea typeface="Be Vietnam Pro" pitchFamily="34" charset="-122"/>
                <a:cs typeface="Be Vietnam Pro" pitchFamily="34" charset="-120"/>
              </a:rPr>
              <a:t> lách</a:t>
            </a:r>
            <a:r>
              <a:rPr lang="en-US" sz="2550" b="1" dirty="0" spc="-21" kern="0">
                <a:solidFill>
                  <a:srgbClr val="F3EEE3"/>
                </a:solidFill>
                <a:latin typeface="Be Vietnam Pro" pitchFamily="34" charset="0"/>
                <a:ea typeface="Be Vietnam Pro" pitchFamily="34" charset="-122"/>
                <a:cs typeface="Be Vietnam Pro" pitchFamily="34" charset="-120"/>
              </a:rPr>
              <a:t> và</a:t>
            </a:r>
            <a:r>
              <a:rPr lang="en-US" sz="2550" b="1" dirty="0" spc="-3" kern="0">
                <a:solidFill>
                  <a:srgbClr val="F3EEE3"/>
                </a:solidFill>
                <a:latin typeface="Be Vietnam Pro" pitchFamily="34" charset="0"/>
                <a:ea typeface="Be Vietnam Pro" pitchFamily="34" charset="-122"/>
                <a:cs typeface="Be Vietnam Pro" pitchFamily="34" charset="-120"/>
              </a:rPr>
              <a:t> video</a:t>
            </a:r>
            <a:endParaRPr lang="en-US" sz="2550" dirty="0"/>
          </a:p>
        </p:txBody>
      </p:sp>
      <p:sp>
        <p:nvSpPr>
          <p:cNvPr id="63" name="Shape 61"/>
          <p:cNvSpPr/>
          <p:nvPr/>
        </p:nvSpPr>
        <p:spPr>
          <a:xfrm>
            <a:off x="15983712" y="9076331"/>
            <a:ext cx="1645920" cy="552301"/>
          </a:xfrm>
          <a:prstGeom prst="roundRect">
            <a:avLst>
              <a:gd name="adj" fmla="val 28000"/>
            </a:avLst>
          </a:prstGeom>
          <a:solidFill>
            <a:srgbClr val="FFFFFF">
              <a:alpha val="82000"/>
            </a:srgbClr>
          </a:solidFill>
          <a:ln/>
        </p:spPr>
      </p:sp>
      <p:pic>
        <p:nvPicPr>
          <p:cNvPr id="64" name="Moda image moda-export-watermark-61d621f3-b9cc-4431-9d35-7a92a46e0e1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30</a:t>
            </a:r>
            <a:r>
              <a:rPr lang="en-US" sz="5700" dirty="0" spc="-25" kern="0">
                <a:solidFill>
                  <a:srgbClr val="14161C"/>
                </a:solidFill>
                <a:latin typeface="Bricolage Grotesque ExtraBold" pitchFamily="34" charset="0"/>
                <a:ea typeface="Bricolage Grotesque ExtraBold" pitchFamily="34" charset="-122"/>
                <a:cs typeface="Bricolage Grotesque ExtraBold" pitchFamily="34" charset="-120"/>
              </a:rPr>
              <a:t> repo,</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năm</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nhóm,</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một</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ảnh</a:t>
            </a:r>
            <a:endParaRPr lang="en-US" sz="5700" dirty="0"/>
          </a:p>
        </p:txBody>
      </p:sp>
      <p:sp>
        <p:nvSpPr>
          <p:cNvPr id="3" name="Text 1"/>
          <p:cNvSpPr/>
          <p:nvPr/>
        </p:nvSpPr>
        <p:spPr>
          <a:xfrm>
            <a:off x="914400" y="2476500"/>
            <a:ext cx="16459200" cy="3429000"/>
          </a:xfrm>
          <a:prstGeom prst="rect">
            <a:avLst/>
          </a:prstGeom>
          <a:noFill/>
          <a:ln/>
        </p:spPr>
        <p:txBody>
          <a:bodyPr wrap="square" lIns="0" tIns="228600" rIns="0" bIns="-228600" rtlCol="0" anchor="ctr"/>
          <a:lstStyle/>
          <a:p>
            <a:pPr algn="l" indent="0" marL="0">
              <a:lnSpc>
                <a:spcPts val="22500"/>
              </a:lnSpc>
              <a:buNone/>
            </a:pPr>
            <a:r>
              <a:rPr lang="en-US" sz="22500" dirty="0" spc="46" kern="0">
                <a:solidFill>
                  <a:srgbClr val="B45309"/>
                </a:solidFill>
                <a:latin typeface="Bricolage Grotesque ExtraBold" pitchFamily="34" charset="0"/>
                <a:ea typeface="Bricolage Grotesque ExtraBold" pitchFamily="34" charset="-122"/>
                <a:cs typeface="Bricolage Grotesque ExtraBold" pitchFamily="34" charset="-120"/>
              </a:rPr>
              <a:t>30</a:t>
            </a:r>
            <a:endParaRPr lang="en-US" sz="22500" dirty="0"/>
          </a:p>
        </p:txBody>
      </p:sp>
      <p:sp>
        <p:nvSpPr>
          <p:cNvPr id="4" name="Text 2"/>
          <p:cNvSpPr/>
          <p:nvPr/>
        </p:nvSpPr>
        <p:spPr>
          <a:xfrm>
            <a:off x="914400" y="6096000"/>
            <a:ext cx="16459200" cy="790575"/>
          </a:xfrm>
          <a:prstGeom prst="rect">
            <a:avLst/>
          </a:prstGeom>
          <a:noFill/>
          <a:ln/>
        </p:spPr>
        <p:txBody>
          <a:bodyPr wrap="square" lIns="0" tIns="18392" rIns="0" bIns="-18392" rtlCol="0" anchor="t"/>
          <a:lstStyle/>
          <a:p>
            <a:pPr algn="l" indent="0" marL="0">
              <a:lnSpc>
                <a:spcPts val="3795"/>
              </a:lnSpc>
              <a:buNone/>
            </a:pPr>
            <a:r>
              <a:rPr lang="en-US" sz="3300" dirty="0" spc="-30" kern="0">
                <a:solidFill>
                  <a:srgbClr val="14161C"/>
                </a:solidFill>
                <a:latin typeface="Be Vietnam Pro SemiBold" pitchFamily="34" charset="0"/>
                <a:ea typeface="Be Vietnam Pro SemiBold" pitchFamily="34" charset="-122"/>
                <a:cs typeface="Be Vietnam Pro SemiBold" pitchFamily="34" charset="-120"/>
              </a:rPr>
              <a:t>repo</a:t>
            </a:r>
            <a:r>
              <a:rPr lang="en-US" sz="3300" dirty="0" spc="0" kern="0">
                <a:solidFill>
                  <a:srgbClr val="14161C"/>
                </a:solidFill>
                <a:latin typeface="Be Vietnam Pro SemiBold" pitchFamily="34" charset="0"/>
                <a:ea typeface="Be Vietnam Pro SemiBold" pitchFamily="34" charset="-122"/>
                <a:cs typeface="Be Vietnam Pro SemiBold" pitchFamily="34" charset="-120"/>
              </a:rPr>
              <a:t> GitHub</a:t>
            </a:r>
            <a:r>
              <a:rPr lang="en-US" sz="3300" dirty="0" spc="-23" kern="0">
                <a:solidFill>
                  <a:srgbClr val="14161C"/>
                </a:solidFill>
                <a:latin typeface="Be Vietnam Pro SemiBold" pitchFamily="34" charset="0"/>
                <a:ea typeface="Be Vietnam Pro SemiBold" pitchFamily="34" charset="-122"/>
                <a:cs typeface="Be Vietnam Pro SemiBold" pitchFamily="34" charset="-120"/>
              </a:rPr>
              <a:t> trong</a:t>
            </a:r>
            <a:r>
              <a:rPr lang="en-US" sz="3300" dirty="0" spc="3" kern="0">
                <a:solidFill>
                  <a:srgbClr val="14161C"/>
                </a:solidFill>
                <a:latin typeface="Be Vietnam Pro SemiBold" pitchFamily="34" charset="0"/>
                <a:ea typeface="Be Vietnam Pro SemiBold" pitchFamily="34" charset="-122"/>
                <a:cs typeface="Be Vietnam Pro SemiBold" pitchFamily="34" charset="-120"/>
              </a:rPr>
              <a:t> ảnh</a:t>
            </a:r>
            <a:r>
              <a:rPr lang="en-US" sz="3300" dirty="0" spc="-69" kern="0">
                <a:solidFill>
                  <a:srgbClr val="14161C"/>
                </a:solidFill>
                <a:latin typeface="Be Vietnam Pro SemiBold" pitchFamily="34" charset="0"/>
                <a:ea typeface="Be Vietnam Pro SemiBold" pitchFamily="34" charset="-122"/>
                <a:cs typeface="Be Vietnam Pro SemiBold" pitchFamily="34" charset="-120"/>
              </a:rPr>
              <a:t> "Top</a:t>
            </a:r>
            <a:r>
              <a:rPr lang="en-US" sz="3300" dirty="0" spc="-16" kern="0">
                <a:solidFill>
                  <a:srgbClr val="14161C"/>
                </a:solidFill>
                <a:latin typeface="Be Vietnam Pro SemiBold" pitchFamily="34" charset="0"/>
                <a:ea typeface="Be Vietnam Pro SemiBold" pitchFamily="34" charset="-122"/>
                <a:cs typeface="Be Vietnam Pro SemiBold" pitchFamily="34" charset="-120"/>
              </a:rPr>
              <a:t> 30</a:t>
            </a:r>
            <a:r>
              <a:rPr lang="en-US" sz="3300" dirty="0" spc="0" kern="0">
                <a:solidFill>
                  <a:srgbClr val="14161C"/>
                </a:solidFill>
                <a:latin typeface="Be Vietnam Pro SemiBold" pitchFamily="34" charset="0"/>
                <a:ea typeface="Be Vietnam Pro SemiBold" pitchFamily="34" charset="-122"/>
                <a:cs typeface="Be Vietnam Pro SemiBold" pitchFamily="34" charset="-120"/>
              </a:rPr>
              <a:t> Claude</a:t>
            </a:r>
            <a:r>
              <a:rPr lang="en-US" sz="3300" dirty="0" spc="-6" kern="0">
                <a:solidFill>
                  <a:srgbClr val="14161C"/>
                </a:solidFill>
                <a:latin typeface="Be Vietnam Pro SemiBold" pitchFamily="34" charset="0"/>
                <a:ea typeface="Be Vietnam Pro SemiBold" pitchFamily="34" charset="-122"/>
                <a:cs typeface="Be Vietnam Pro SemiBold" pitchFamily="34" charset="-120"/>
              </a:rPr>
              <a:t> Code</a:t>
            </a:r>
            <a:r>
              <a:rPr lang="en-US" sz="3300" dirty="0" spc="0" kern="0">
                <a:solidFill>
                  <a:srgbClr val="14161C"/>
                </a:solidFill>
                <a:latin typeface="Be Vietnam Pro SemiBold" pitchFamily="34" charset="0"/>
                <a:ea typeface="Be Vietnam Pro SemiBold" pitchFamily="34" charset="-122"/>
                <a:cs typeface="Be Vietnam Pro SemiBold" pitchFamily="34" charset="-120"/>
              </a:rPr>
              <a:t> Plugins"</a:t>
            </a:r>
            <a:r>
              <a:rPr lang="en-US" sz="3300" dirty="0" spc="-1" kern="0">
                <a:solidFill>
                  <a:srgbClr val="14161C"/>
                </a:solidFill>
                <a:latin typeface="Be Vietnam Pro SemiBold" pitchFamily="34" charset="0"/>
                <a:ea typeface="Be Vietnam Pro SemiBold" pitchFamily="34" charset="-122"/>
                <a:cs typeface="Be Vietnam Pro SemiBold" pitchFamily="34" charset="-120"/>
              </a:rPr>
              <a:t> của</a:t>
            </a:r>
            <a:r>
              <a:rPr lang="en-US" sz="3300" dirty="0" spc="0" kern="0">
                <a:solidFill>
                  <a:srgbClr val="14161C"/>
                </a:solidFill>
                <a:latin typeface="Be Vietnam Pro SemiBold" pitchFamily="34" charset="0"/>
                <a:ea typeface="Be Vietnam Pro SemiBold" pitchFamily="34" charset="-122"/>
                <a:cs typeface="Be Vietnam Pro SemiBold" pitchFamily="34" charset="-120"/>
              </a:rPr>
              <a:t> Charlie</a:t>
            </a:r>
            <a:r>
              <a:rPr lang="en-US" sz="3300" dirty="0" spc="1" kern="0">
                <a:solidFill>
                  <a:srgbClr val="14161C"/>
                </a:solidFill>
                <a:latin typeface="Be Vietnam Pro SemiBold" pitchFamily="34" charset="0"/>
                <a:ea typeface="Be Vietnam Pro SemiBold" pitchFamily="34" charset="-122"/>
                <a:cs typeface="Be Vietnam Pro SemiBold" pitchFamily="34" charset="-120"/>
              </a:rPr>
              <a:t> Hills</a:t>
            </a:r>
            <a:endParaRPr lang="en-US" sz="3300" dirty="0"/>
          </a:p>
        </p:txBody>
      </p:sp>
      <p:sp>
        <p:nvSpPr>
          <p:cNvPr id="5" name="Text 3"/>
          <p:cNvSpPr/>
          <p:nvPr/>
        </p:nvSpPr>
        <p:spPr>
          <a:xfrm>
            <a:off x="914400" y="6981825"/>
            <a:ext cx="16459200" cy="790575"/>
          </a:xfrm>
          <a:prstGeom prst="rect">
            <a:avLst/>
          </a:prstGeom>
          <a:noFill/>
          <a:ln/>
        </p:spPr>
        <p:txBody>
          <a:bodyPr wrap="square" lIns="0" tIns="18392" rIns="0" bIns="-18392" rtlCol="0" anchor="t"/>
          <a:lstStyle/>
          <a:p>
            <a:pPr algn="l" indent="0" marL="0">
              <a:lnSpc>
                <a:spcPts val="3795"/>
              </a:lnSpc>
              <a:buNone/>
            </a:pPr>
            <a:r>
              <a:rPr lang="en-US" sz="3300" dirty="0" spc="-1" kern="0">
                <a:solidFill>
                  <a:srgbClr val="14161C"/>
                </a:solidFill>
                <a:latin typeface="Be Vietnam Pro SemiBold" pitchFamily="34" charset="0"/>
                <a:ea typeface="Be Vietnam Pro SemiBold" pitchFamily="34" charset="-122"/>
                <a:cs typeface="Be Vietnam Pro SemiBold" pitchFamily="34" charset="-120"/>
              </a:rPr>
              <a:t>5</a:t>
            </a:r>
            <a:r>
              <a:rPr lang="en-US" sz="3300" dirty="0" spc="-4" kern="0">
                <a:solidFill>
                  <a:srgbClr val="14161C"/>
                </a:solidFill>
                <a:latin typeface="Be Vietnam Pro SemiBold" pitchFamily="34" charset="0"/>
                <a:ea typeface="Be Vietnam Pro SemiBold" pitchFamily="34" charset="-122"/>
                <a:cs typeface="Be Vietnam Pro SemiBold" pitchFamily="34" charset="-120"/>
              </a:rPr>
              <a:t> nhóm,</a:t>
            </a:r>
            <a:r>
              <a:rPr lang="en-US" sz="3300" dirty="0" spc="-3" kern="0">
                <a:solidFill>
                  <a:srgbClr val="14161C"/>
                </a:solidFill>
                <a:latin typeface="Be Vietnam Pro SemiBold" pitchFamily="34" charset="0"/>
                <a:ea typeface="Be Vietnam Pro SemiBold" pitchFamily="34" charset="-122"/>
                <a:cs typeface="Be Vietnam Pro SemiBold" pitchFamily="34" charset="-120"/>
              </a:rPr>
              <a:t> mỗi</a:t>
            </a:r>
            <a:r>
              <a:rPr lang="en-US" sz="3300" dirty="0" spc="-4" kern="0">
                <a:solidFill>
                  <a:srgbClr val="14161C"/>
                </a:solidFill>
                <a:latin typeface="Be Vietnam Pro SemiBold" pitchFamily="34" charset="0"/>
                <a:ea typeface="Be Vietnam Pro SemiBold" pitchFamily="34" charset="-122"/>
                <a:cs typeface="Be Vietnam Pro SemiBold" pitchFamily="34" charset="-120"/>
              </a:rPr>
              <a:t> nhóm</a:t>
            </a:r>
            <a:r>
              <a:rPr lang="en-US" sz="3300" dirty="0" spc="-2" kern="0">
                <a:solidFill>
                  <a:srgbClr val="14161C"/>
                </a:solidFill>
                <a:latin typeface="Be Vietnam Pro SemiBold" pitchFamily="34" charset="0"/>
                <a:ea typeface="Be Vietnam Pro SemiBold" pitchFamily="34" charset="-122"/>
                <a:cs typeface="Be Vietnam Pro SemiBold" pitchFamily="34" charset="-120"/>
              </a:rPr>
              <a:t> 6</a:t>
            </a:r>
            <a:r>
              <a:rPr lang="en-US" sz="3300" dirty="0" spc="-22" kern="0">
                <a:solidFill>
                  <a:srgbClr val="14161C"/>
                </a:solidFill>
                <a:latin typeface="Be Vietnam Pro SemiBold" pitchFamily="34" charset="0"/>
                <a:ea typeface="Be Vietnam Pro SemiBold" pitchFamily="34" charset="-122"/>
                <a:cs typeface="Be Vietnam Pro SemiBold" pitchFamily="34" charset="-120"/>
              </a:rPr>
              <a:t> repo;</a:t>
            </a:r>
            <a:r>
              <a:rPr lang="en-US" sz="3300" dirty="0" spc="-6" kern="0">
                <a:solidFill>
                  <a:srgbClr val="14161C"/>
                </a:solidFill>
                <a:latin typeface="Be Vietnam Pro SemiBold" pitchFamily="34" charset="0"/>
                <a:ea typeface="Be Vietnam Pro SemiBold" pitchFamily="34" charset="-122"/>
                <a:cs typeface="Be Vietnam Pro SemiBold" pitchFamily="34" charset="-120"/>
              </a:rPr>
              <a:t> số</a:t>
            </a:r>
            <a:r>
              <a:rPr lang="en-US" sz="3300" dirty="0" spc="-1" kern="0">
                <a:solidFill>
                  <a:srgbClr val="14161C"/>
                </a:solidFill>
                <a:latin typeface="Be Vietnam Pro SemiBold" pitchFamily="34" charset="0"/>
                <a:ea typeface="Be Vietnam Pro SemiBold" pitchFamily="34" charset="-122"/>
                <a:cs typeface="Be Vietnam Pro SemiBold" pitchFamily="34" charset="-120"/>
              </a:rPr>
              <a:t> sao</a:t>
            </a:r>
            <a:r>
              <a:rPr lang="en-US" sz="3300" dirty="0" spc="4" kern="0">
                <a:solidFill>
                  <a:srgbClr val="14161C"/>
                </a:solidFill>
                <a:latin typeface="Be Vietnam Pro SemiBold" pitchFamily="34" charset="0"/>
                <a:ea typeface="Be Vietnam Pro SemiBold" pitchFamily="34" charset="-122"/>
                <a:cs typeface="Be Vietnam Pro SemiBold" pitchFamily="34" charset="-120"/>
              </a:rPr>
              <a:t> đọc</a:t>
            </a:r>
            <a:r>
              <a:rPr lang="en-US" sz="3300" dirty="0" spc="-20" kern="0">
                <a:solidFill>
                  <a:srgbClr val="14161C"/>
                </a:solidFill>
                <a:latin typeface="Be Vietnam Pro SemiBold" pitchFamily="34" charset="0"/>
                <a:ea typeface="Be Vietnam Pro SemiBold" pitchFamily="34" charset="-122"/>
                <a:cs typeface="Be Vietnam Pro SemiBold" pitchFamily="34" charset="-120"/>
              </a:rPr>
              <a:t> ngày</a:t>
            </a:r>
            <a:r>
              <a:rPr lang="en-US" sz="3300" dirty="0" spc="-16" kern="0">
                <a:solidFill>
                  <a:srgbClr val="14161C"/>
                </a:solidFill>
                <a:latin typeface="Be Vietnam Pro SemiBold" pitchFamily="34" charset="0"/>
                <a:ea typeface="Be Vietnam Pro SemiBold" pitchFamily="34" charset="-122"/>
                <a:cs typeface="Be Vietnam Pro SemiBold" pitchFamily="34" charset="-120"/>
              </a:rPr>
              <a:t> 23/10/2026</a:t>
            </a:r>
            <a:r>
              <a:rPr lang="en-US" sz="3300" dirty="0" spc="-4" kern="0">
                <a:solidFill>
                  <a:srgbClr val="14161C"/>
                </a:solidFill>
                <a:latin typeface="Be Vietnam Pro SemiBold" pitchFamily="34" charset="0"/>
                <a:ea typeface="Be Vietnam Pro SemiBold" pitchFamily="34" charset="-122"/>
                <a:cs typeface="Be Vietnam Pro SemiBold" pitchFamily="34" charset="-120"/>
              </a:rPr>
              <a:t> (nguồn:</a:t>
            </a:r>
            <a:r>
              <a:rPr lang="en-US" sz="3300" dirty="0" spc="0" kern="0">
                <a:solidFill>
                  <a:srgbClr val="14161C"/>
                </a:solidFill>
                <a:latin typeface="Be Vietnam Pro SemiBold" pitchFamily="34" charset="0"/>
                <a:ea typeface="Be Vietnam Pro SemiBold" pitchFamily="34" charset="-122"/>
                <a:cs typeface="Be Vietnam Pro SemiBold" pitchFamily="34" charset="-120"/>
              </a:rPr>
              <a:t> ảnh)</a:t>
            </a:r>
            <a:endParaRPr lang="en-US" sz="3300" dirty="0"/>
          </a:p>
        </p:txBody>
      </p:sp>
      <p:sp>
        <p:nvSpPr>
          <p:cNvPr id="6" name="Text 4"/>
          <p:cNvSpPr/>
          <p:nvPr/>
        </p:nvSpPr>
        <p:spPr>
          <a:xfrm>
            <a:off x="914400" y="7877175"/>
            <a:ext cx="16459200" cy="790575"/>
          </a:xfrm>
          <a:prstGeom prst="rect">
            <a:avLst/>
          </a:prstGeom>
          <a:noFill/>
          <a:ln/>
        </p:spPr>
        <p:txBody>
          <a:bodyPr wrap="square" lIns="0" tIns="15048" rIns="0" bIns="-15048" rtlCol="0" anchor="t"/>
          <a:lstStyle/>
          <a:p>
            <a:pPr algn="l" indent="0" marL="0">
              <a:lnSpc>
                <a:spcPts val="3105"/>
              </a:lnSpc>
              <a:buNone/>
            </a:pPr>
            <a:r>
              <a:rPr lang="en-US" sz="2700" dirty="0" spc="0" kern="0">
                <a:solidFill>
                  <a:srgbClr val="14161C"/>
                </a:solidFill>
                <a:latin typeface="Be Vietnam Pro SemiBold" pitchFamily="34" charset="0"/>
                <a:ea typeface="Be Vietnam Pro SemiBold" pitchFamily="34" charset="-122"/>
                <a:cs typeface="Be Vietnam Pro SemiBold" pitchFamily="34" charset="-120"/>
              </a:rPr>
              <a:t>README</a:t>
            </a:r>
            <a:r>
              <a:rPr lang="en-US" sz="2700" dirty="0" spc="-1" kern="0">
                <a:solidFill>
                  <a:srgbClr val="14161C"/>
                </a:solidFill>
                <a:latin typeface="Be Vietnam Pro SemiBold" pitchFamily="34" charset="0"/>
                <a:ea typeface="Be Vietnam Pro SemiBold" pitchFamily="34" charset="-122"/>
                <a:cs typeface="Be Vietnam Pro SemiBold" pitchFamily="34" charset="-120"/>
              </a:rPr>
              <a:t> của</a:t>
            </a:r>
            <a:r>
              <a:rPr lang="en-US" sz="2700" dirty="0" spc="-8" kern="0">
                <a:solidFill>
                  <a:srgbClr val="14161C"/>
                </a:solidFill>
                <a:latin typeface="Be Vietnam Pro SemiBold" pitchFamily="34" charset="0"/>
                <a:ea typeface="Be Vietnam Pro SemiBold" pitchFamily="34" charset="-122"/>
                <a:cs typeface="Be Vietnam Pro SemiBold" pitchFamily="34" charset="-120"/>
              </a:rPr>
              <a:t> cả</a:t>
            </a:r>
            <a:r>
              <a:rPr lang="en-US" sz="2700" dirty="0" spc="-12" kern="0">
                <a:solidFill>
                  <a:srgbClr val="14161C"/>
                </a:solidFill>
                <a:latin typeface="Be Vietnam Pro SemiBold" pitchFamily="34" charset="0"/>
                <a:ea typeface="Be Vietnam Pro SemiBold" pitchFamily="34" charset="-122"/>
                <a:cs typeface="Be Vietnam Pro SemiBold" pitchFamily="34" charset="-120"/>
              </a:rPr>
              <a:t> 30</a:t>
            </a:r>
            <a:r>
              <a:rPr lang="en-US" sz="2700" dirty="0" spc="-22" kern="0">
                <a:solidFill>
                  <a:srgbClr val="14161C"/>
                </a:solidFill>
                <a:latin typeface="Be Vietnam Pro SemiBold" pitchFamily="34" charset="0"/>
                <a:ea typeface="Be Vietnam Pro SemiBold" pitchFamily="34" charset="-122"/>
                <a:cs typeface="Be Vietnam Pro SemiBold" pitchFamily="34" charset="-120"/>
              </a:rPr>
              <a:t> repo</a:t>
            </a:r>
            <a:r>
              <a:rPr lang="en-US" sz="2700" dirty="0" spc="9" kern="0">
                <a:solidFill>
                  <a:srgbClr val="14161C"/>
                </a:solidFill>
                <a:latin typeface="Be Vietnam Pro SemiBold" pitchFamily="34" charset="0"/>
                <a:ea typeface="Be Vietnam Pro SemiBold" pitchFamily="34" charset="-122"/>
                <a:cs typeface="Be Vietnam Pro SemiBold" pitchFamily="34" charset="-120"/>
              </a:rPr>
              <a:t> được</a:t>
            </a:r>
            <a:r>
              <a:rPr lang="en-US" sz="2700" dirty="0" spc="2" kern="0">
                <a:solidFill>
                  <a:srgbClr val="14161C"/>
                </a:solidFill>
                <a:latin typeface="Be Vietnam Pro SemiBold" pitchFamily="34" charset="0"/>
                <a:ea typeface="Be Vietnam Pro SemiBold" pitchFamily="34" charset="-122"/>
                <a:cs typeface="Be Vietnam Pro SemiBold" pitchFamily="34" charset="-120"/>
              </a:rPr>
              <a:t> đọc</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ở</a:t>
            </a:r>
            <a:r>
              <a:rPr lang="en-US" sz="2700" dirty="0" spc="-5" kern="0">
                <a:solidFill>
                  <a:srgbClr val="14161C"/>
                </a:solidFill>
                <a:latin typeface="Be Vietnam Pro SemiBold" pitchFamily="34" charset="0"/>
                <a:ea typeface="Be Vietnam Pro SemiBold" pitchFamily="34" charset="-122"/>
                <a:cs typeface="Be Vietnam Pro SemiBold" pitchFamily="34" charset="-120"/>
              </a:rPr>
              <a:t> commit</a:t>
            </a:r>
            <a:r>
              <a:rPr lang="en-US" sz="2700" dirty="0" spc="-1" kern="0">
                <a:solidFill>
                  <a:srgbClr val="14161C"/>
                </a:solidFill>
                <a:latin typeface="Be Vietnam Pro SemiBold" pitchFamily="34" charset="0"/>
                <a:ea typeface="Be Vietnam Pro SemiBold" pitchFamily="34" charset="-122"/>
                <a:cs typeface="Be Vietnam Pro SemiBold" pitchFamily="34" charset="-120"/>
              </a:rPr>
              <a:t> ghim</a:t>
            </a:r>
            <a:r>
              <a:rPr lang="en-US" sz="2700" dirty="0" spc="-16" kern="0">
                <a:solidFill>
                  <a:srgbClr val="14161C"/>
                </a:solidFill>
                <a:latin typeface="Be Vietnam Pro SemiBold" pitchFamily="34" charset="0"/>
                <a:ea typeface="Be Vietnam Pro SemiBold" pitchFamily="34" charset="-122"/>
                <a:cs typeface="Be Vietnam Pro SemiBold" pitchFamily="34" charset="-120"/>
              </a:rPr>
              <a:t> ngày</a:t>
            </a:r>
            <a:r>
              <a:rPr lang="en-US" sz="2700" dirty="0" spc="-9" kern="0">
                <a:solidFill>
                  <a:srgbClr val="14161C"/>
                </a:solidFill>
                <a:latin typeface="Be Vietnam Pro SemiBold" pitchFamily="34" charset="0"/>
                <a:ea typeface="Be Vietnam Pro SemiBold" pitchFamily="34" charset="-122"/>
                <a:cs typeface="Be Vietnam Pro SemiBold" pitchFamily="34" charset="-120"/>
              </a:rPr>
              <a:t> 25/10/2026;</a:t>
            </a:r>
            <a:r>
              <a:rPr lang="en-US" sz="2700" dirty="0" spc="-5" kern="0">
                <a:solidFill>
                  <a:srgbClr val="14161C"/>
                </a:solidFill>
                <a:latin typeface="Be Vietnam Pro SemiBold" pitchFamily="34" charset="0"/>
                <a:ea typeface="Be Vietnam Pro SemiBold" pitchFamily="34" charset="-122"/>
                <a:cs typeface="Be Vietnam Pro SemiBold" pitchFamily="34" charset="-120"/>
              </a:rPr>
              <a:t> không</a:t>
            </a:r>
            <a:r>
              <a:rPr lang="en-US" sz="2700" dirty="0" spc="-13" kern="0">
                <a:solidFill>
                  <a:srgbClr val="14161C"/>
                </a:solidFill>
                <a:latin typeface="Be Vietnam Pro SemiBold" pitchFamily="34" charset="0"/>
                <a:ea typeface="Be Vietnam Pro SemiBold" pitchFamily="34" charset="-122"/>
                <a:cs typeface="Be Vietnam Pro SemiBold" pitchFamily="34" charset="-120"/>
              </a:rPr>
              <a:t> chạy</a:t>
            </a:r>
            <a:r>
              <a:rPr lang="en-US" sz="2700" dirty="0" spc="-6" kern="0">
                <a:solidFill>
                  <a:srgbClr val="14161C"/>
                </a:solidFill>
                <a:latin typeface="Be Vietnam Pro SemiBold" pitchFamily="34" charset="0"/>
                <a:ea typeface="Be Vietnam Pro SemiBold" pitchFamily="34" charset="-122"/>
                <a:cs typeface="Be Vietnam Pro SemiBold" pitchFamily="34" charset="-120"/>
              </a:rPr>
              <a:t> lệnh</a:t>
            </a:r>
            <a:r>
              <a:rPr lang="en-US" sz="2700" dirty="0" spc="-2" kern="0">
                <a:solidFill>
                  <a:srgbClr val="14161C"/>
                </a:solidFill>
                <a:latin typeface="Be Vietnam Pro SemiBold" pitchFamily="34" charset="0"/>
                <a:ea typeface="Be Vietnam Pro SemiBold" pitchFamily="34" charset="-122"/>
                <a:cs typeface="Be Vietnam Pro SemiBold" pitchFamily="34" charset="-120"/>
              </a:rPr>
              <a:t> nào</a:t>
            </a:r>
            <a:endParaRPr lang="en-US" sz="2700" dirty="0"/>
          </a:p>
        </p:txBody>
      </p:sp>
      <p:sp>
        <p:nvSpPr>
          <p:cNvPr id="7" name="Text 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endParaRPr lang="en-US" sz="1800" dirty="0"/>
          </a:p>
        </p:txBody>
      </p:sp>
      <p:sp>
        <p:nvSpPr>
          <p:cNvPr id="8" name="Shape 6"/>
          <p:cNvSpPr/>
          <p:nvPr/>
        </p:nvSpPr>
        <p:spPr>
          <a:xfrm>
            <a:off x="958561" y="9578686"/>
            <a:ext cx="83127" cy="83127"/>
          </a:xfrm>
          <a:prstGeom prst="ellipse">
            <a:avLst/>
          </a:prstGeom>
          <a:solidFill>
            <a:srgbClr val="14161C">
              <a:alpha val="28000"/>
            </a:srgbClr>
          </a:solidFill>
          <a:ln/>
        </p:spPr>
      </p:sp>
      <p:sp>
        <p:nvSpPr>
          <p:cNvPr id="9" name="Shape 7"/>
          <p:cNvSpPr/>
          <p:nvPr/>
        </p:nvSpPr>
        <p:spPr>
          <a:xfrm>
            <a:off x="1110961" y="9564832"/>
            <a:ext cx="110836" cy="110836"/>
          </a:xfrm>
          <a:prstGeom prst="ellipse">
            <a:avLst/>
          </a:prstGeom>
          <a:solidFill>
            <a:srgbClr val="E8472B"/>
          </a:solidFill>
          <a:ln/>
        </p:spPr>
      </p:sp>
      <p:sp>
        <p:nvSpPr>
          <p:cNvPr id="10" name="Shape 8"/>
          <p:cNvSpPr/>
          <p:nvPr/>
        </p:nvSpPr>
        <p:spPr>
          <a:xfrm>
            <a:off x="1291070" y="9578686"/>
            <a:ext cx="83127" cy="83127"/>
          </a:xfrm>
          <a:prstGeom prst="ellipse">
            <a:avLst/>
          </a:prstGeom>
          <a:solidFill>
            <a:srgbClr val="14161C">
              <a:alpha val="28000"/>
            </a:srgbClr>
          </a:solidFill>
          <a:ln/>
        </p:spPr>
      </p:sp>
      <p:sp>
        <p:nvSpPr>
          <p:cNvPr id="11" name="Shape 9"/>
          <p:cNvSpPr/>
          <p:nvPr/>
        </p:nvSpPr>
        <p:spPr>
          <a:xfrm>
            <a:off x="1457324" y="9578686"/>
            <a:ext cx="83127" cy="83127"/>
          </a:xfrm>
          <a:prstGeom prst="ellipse">
            <a:avLst/>
          </a:prstGeom>
          <a:solidFill>
            <a:srgbClr val="14161C">
              <a:alpha val="28000"/>
            </a:srgbClr>
          </a:solidFill>
          <a:ln/>
        </p:spPr>
      </p:sp>
      <p:sp>
        <p:nvSpPr>
          <p:cNvPr id="12" name="Shape 10"/>
          <p:cNvSpPr/>
          <p:nvPr/>
        </p:nvSpPr>
        <p:spPr>
          <a:xfrm>
            <a:off x="1623578" y="9578686"/>
            <a:ext cx="83127" cy="83127"/>
          </a:xfrm>
          <a:prstGeom prst="ellipse">
            <a:avLst/>
          </a:prstGeom>
          <a:solidFill>
            <a:srgbClr val="14161C">
              <a:alpha val="28000"/>
            </a:srgbClr>
          </a:solidFill>
          <a:ln/>
        </p:spPr>
      </p:sp>
      <p:sp>
        <p:nvSpPr>
          <p:cNvPr id="13" name="Shape 11"/>
          <p:cNvSpPr/>
          <p:nvPr/>
        </p:nvSpPr>
        <p:spPr>
          <a:xfrm>
            <a:off x="1789832" y="9578686"/>
            <a:ext cx="83127" cy="83127"/>
          </a:xfrm>
          <a:prstGeom prst="ellipse">
            <a:avLst/>
          </a:prstGeom>
          <a:solidFill>
            <a:srgbClr val="14161C">
              <a:alpha val="28000"/>
            </a:srgbClr>
          </a:solidFill>
          <a:ln/>
        </p:spPr>
      </p:sp>
      <p:sp>
        <p:nvSpPr>
          <p:cNvPr id="14" name="Shape 12"/>
          <p:cNvSpPr/>
          <p:nvPr/>
        </p:nvSpPr>
        <p:spPr>
          <a:xfrm>
            <a:off x="1956086" y="9578686"/>
            <a:ext cx="83127" cy="83127"/>
          </a:xfrm>
          <a:prstGeom prst="ellipse">
            <a:avLst/>
          </a:prstGeom>
          <a:solidFill>
            <a:srgbClr val="14161C">
              <a:alpha val="28000"/>
            </a:srgbClr>
          </a:solidFill>
          <a:ln/>
        </p:spPr>
      </p:sp>
      <p:sp>
        <p:nvSpPr>
          <p:cNvPr id="15" name="Shape 13"/>
          <p:cNvSpPr/>
          <p:nvPr/>
        </p:nvSpPr>
        <p:spPr>
          <a:xfrm>
            <a:off x="2122340" y="9578686"/>
            <a:ext cx="83127" cy="83127"/>
          </a:xfrm>
          <a:prstGeom prst="ellipse">
            <a:avLst/>
          </a:prstGeom>
          <a:solidFill>
            <a:srgbClr val="14161C">
              <a:alpha val="28000"/>
            </a:srgbClr>
          </a:solidFill>
          <a:ln/>
        </p:spPr>
      </p:sp>
      <p:sp>
        <p:nvSpPr>
          <p:cNvPr id="16" name="Shape 14"/>
          <p:cNvSpPr/>
          <p:nvPr/>
        </p:nvSpPr>
        <p:spPr>
          <a:xfrm>
            <a:off x="2288594" y="9578686"/>
            <a:ext cx="83127" cy="83127"/>
          </a:xfrm>
          <a:prstGeom prst="ellipse">
            <a:avLst/>
          </a:prstGeom>
          <a:solidFill>
            <a:srgbClr val="14161C">
              <a:alpha val="28000"/>
            </a:srgbClr>
          </a:solidFill>
          <a:ln/>
        </p:spPr>
      </p:sp>
      <p:sp>
        <p:nvSpPr>
          <p:cNvPr id="17" name="Shape 15"/>
          <p:cNvSpPr/>
          <p:nvPr/>
        </p:nvSpPr>
        <p:spPr>
          <a:xfrm>
            <a:off x="2454848" y="9578686"/>
            <a:ext cx="83127" cy="83127"/>
          </a:xfrm>
          <a:prstGeom prst="ellipse">
            <a:avLst/>
          </a:prstGeom>
          <a:solidFill>
            <a:srgbClr val="14161C">
              <a:alpha val="28000"/>
            </a:srgbClr>
          </a:solidFill>
          <a:ln/>
        </p:spPr>
      </p:sp>
      <p:sp>
        <p:nvSpPr>
          <p:cNvPr id="18" name="Shape 16"/>
          <p:cNvSpPr/>
          <p:nvPr/>
        </p:nvSpPr>
        <p:spPr>
          <a:xfrm>
            <a:off x="2621102" y="9578686"/>
            <a:ext cx="83127" cy="83127"/>
          </a:xfrm>
          <a:prstGeom prst="ellipse">
            <a:avLst/>
          </a:prstGeom>
          <a:solidFill>
            <a:srgbClr val="14161C">
              <a:alpha val="28000"/>
            </a:srgbClr>
          </a:solidFill>
          <a:ln/>
        </p:spPr>
      </p:sp>
      <p:sp>
        <p:nvSpPr>
          <p:cNvPr id="19" name="Shape 17"/>
          <p:cNvSpPr/>
          <p:nvPr/>
        </p:nvSpPr>
        <p:spPr>
          <a:xfrm>
            <a:off x="2787357" y="9578686"/>
            <a:ext cx="83127" cy="83127"/>
          </a:xfrm>
          <a:prstGeom prst="ellipse">
            <a:avLst/>
          </a:prstGeom>
          <a:solidFill>
            <a:srgbClr val="14161C">
              <a:alpha val="28000"/>
            </a:srgbClr>
          </a:solidFill>
          <a:ln/>
        </p:spPr>
      </p:sp>
      <p:sp>
        <p:nvSpPr>
          <p:cNvPr id="20" name="Shape 18"/>
          <p:cNvSpPr/>
          <p:nvPr/>
        </p:nvSpPr>
        <p:spPr>
          <a:xfrm>
            <a:off x="2953611" y="9578686"/>
            <a:ext cx="83127" cy="83127"/>
          </a:xfrm>
          <a:prstGeom prst="ellipse">
            <a:avLst/>
          </a:prstGeom>
          <a:solidFill>
            <a:srgbClr val="14161C">
              <a:alpha val="28000"/>
            </a:srgbClr>
          </a:solidFill>
          <a:ln/>
        </p:spPr>
      </p:sp>
      <p:sp>
        <p:nvSpPr>
          <p:cNvPr id="21" name="Shape 19"/>
          <p:cNvSpPr/>
          <p:nvPr/>
        </p:nvSpPr>
        <p:spPr>
          <a:xfrm>
            <a:off x="3119865" y="9578686"/>
            <a:ext cx="83127" cy="83127"/>
          </a:xfrm>
          <a:prstGeom prst="ellipse">
            <a:avLst/>
          </a:prstGeom>
          <a:solidFill>
            <a:srgbClr val="14161C">
              <a:alpha val="28000"/>
            </a:srgbClr>
          </a:solidFill>
          <a:ln/>
        </p:spPr>
      </p:sp>
      <p:sp>
        <p:nvSpPr>
          <p:cNvPr id="22" name="Shape 20"/>
          <p:cNvSpPr/>
          <p:nvPr/>
        </p:nvSpPr>
        <p:spPr>
          <a:xfrm>
            <a:off x="3286119" y="9578686"/>
            <a:ext cx="83127" cy="83127"/>
          </a:xfrm>
          <a:prstGeom prst="ellipse">
            <a:avLst/>
          </a:prstGeom>
          <a:solidFill>
            <a:srgbClr val="14161C">
              <a:alpha val="28000"/>
            </a:srgbClr>
          </a:solidFill>
          <a:ln/>
        </p:spPr>
      </p:sp>
      <p:sp>
        <p:nvSpPr>
          <p:cNvPr id="23" name="Shape 21"/>
          <p:cNvSpPr/>
          <p:nvPr/>
        </p:nvSpPr>
        <p:spPr>
          <a:xfrm>
            <a:off x="3452373" y="9578686"/>
            <a:ext cx="83127" cy="83127"/>
          </a:xfrm>
          <a:prstGeom prst="ellipse">
            <a:avLst/>
          </a:prstGeom>
          <a:solidFill>
            <a:srgbClr val="14161C">
              <a:alpha val="28000"/>
            </a:srgbClr>
          </a:solidFill>
          <a:ln/>
        </p:spPr>
      </p:sp>
      <p:sp>
        <p:nvSpPr>
          <p:cNvPr id="24" name="Shape 22"/>
          <p:cNvSpPr/>
          <p:nvPr/>
        </p:nvSpPr>
        <p:spPr>
          <a:xfrm>
            <a:off x="3618627" y="9578686"/>
            <a:ext cx="83127" cy="83127"/>
          </a:xfrm>
          <a:prstGeom prst="ellipse">
            <a:avLst/>
          </a:prstGeom>
          <a:solidFill>
            <a:srgbClr val="14161C">
              <a:alpha val="28000"/>
            </a:srgbClr>
          </a:solidFill>
          <a:ln/>
        </p:spPr>
      </p:sp>
      <p:sp>
        <p:nvSpPr>
          <p:cNvPr id="25" name="Shape 23"/>
          <p:cNvSpPr/>
          <p:nvPr/>
        </p:nvSpPr>
        <p:spPr>
          <a:xfrm>
            <a:off x="3784881" y="9578686"/>
            <a:ext cx="83127" cy="83127"/>
          </a:xfrm>
          <a:prstGeom prst="ellipse">
            <a:avLst/>
          </a:prstGeom>
          <a:solidFill>
            <a:srgbClr val="14161C">
              <a:alpha val="28000"/>
            </a:srgbClr>
          </a:solidFill>
          <a:ln/>
        </p:spPr>
      </p:sp>
      <p:sp>
        <p:nvSpPr>
          <p:cNvPr id="26" name="Shape 24"/>
          <p:cNvSpPr/>
          <p:nvPr/>
        </p:nvSpPr>
        <p:spPr>
          <a:xfrm>
            <a:off x="3951135" y="9578686"/>
            <a:ext cx="83127" cy="83127"/>
          </a:xfrm>
          <a:prstGeom prst="ellipse">
            <a:avLst/>
          </a:prstGeom>
          <a:solidFill>
            <a:srgbClr val="14161C">
              <a:alpha val="28000"/>
            </a:srgbClr>
          </a:solidFill>
          <a:ln/>
        </p:spPr>
      </p:sp>
      <p:sp>
        <p:nvSpPr>
          <p:cNvPr id="27" name="Shape 25"/>
          <p:cNvSpPr/>
          <p:nvPr/>
        </p:nvSpPr>
        <p:spPr>
          <a:xfrm>
            <a:off x="4117389" y="9578686"/>
            <a:ext cx="83127" cy="83127"/>
          </a:xfrm>
          <a:prstGeom prst="ellipse">
            <a:avLst/>
          </a:prstGeom>
          <a:solidFill>
            <a:srgbClr val="14161C">
              <a:alpha val="28000"/>
            </a:srgbClr>
          </a:solidFill>
          <a:ln/>
        </p:spPr>
      </p:sp>
      <p:sp>
        <p:nvSpPr>
          <p:cNvPr id="28" name="Shape 26"/>
          <p:cNvSpPr/>
          <p:nvPr/>
        </p:nvSpPr>
        <p:spPr>
          <a:xfrm>
            <a:off x="4283644" y="9578686"/>
            <a:ext cx="83127" cy="83127"/>
          </a:xfrm>
          <a:prstGeom prst="ellipse">
            <a:avLst/>
          </a:prstGeom>
          <a:solidFill>
            <a:srgbClr val="14161C">
              <a:alpha val="28000"/>
            </a:srgbClr>
          </a:solidFill>
          <a:ln/>
        </p:spPr>
      </p:sp>
      <p:sp>
        <p:nvSpPr>
          <p:cNvPr id="29" name="Shape 27"/>
          <p:cNvSpPr/>
          <p:nvPr/>
        </p:nvSpPr>
        <p:spPr>
          <a:xfrm>
            <a:off x="4449898" y="9578686"/>
            <a:ext cx="83127" cy="83127"/>
          </a:xfrm>
          <a:prstGeom prst="ellipse">
            <a:avLst/>
          </a:prstGeom>
          <a:solidFill>
            <a:srgbClr val="14161C">
              <a:alpha val="28000"/>
            </a:srgbClr>
          </a:solidFill>
          <a:ln/>
        </p:spPr>
      </p:sp>
      <p:sp>
        <p:nvSpPr>
          <p:cNvPr id="30" name="Shape 28"/>
          <p:cNvSpPr/>
          <p:nvPr/>
        </p:nvSpPr>
        <p:spPr>
          <a:xfrm>
            <a:off x="4616152" y="9578686"/>
            <a:ext cx="83127" cy="83127"/>
          </a:xfrm>
          <a:prstGeom prst="ellipse">
            <a:avLst/>
          </a:prstGeom>
          <a:solidFill>
            <a:srgbClr val="14161C">
              <a:alpha val="28000"/>
            </a:srgbClr>
          </a:solidFill>
          <a:ln/>
        </p:spPr>
      </p:sp>
      <p:sp>
        <p:nvSpPr>
          <p:cNvPr id="31" name="Shape 29"/>
          <p:cNvSpPr/>
          <p:nvPr/>
        </p:nvSpPr>
        <p:spPr>
          <a:xfrm>
            <a:off x="4782406" y="9578686"/>
            <a:ext cx="83127" cy="83127"/>
          </a:xfrm>
          <a:prstGeom prst="ellipse">
            <a:avLst/>
          </a:prstGeom>
          <a:solidFill>
            <a:srgbClr val="14161C">
              <a:alpha val="28000"/>
            </a:srgbClr>
          </a:solidFill>
          <a:ln/>
        </p:spPr>
      </p:sp>
      <p:sp>
        <p:nvSpPr>
          <p:cNvPr id="32" name="Shape 30"/>
          <p:cNvSpPr/>
          <p:nvPr/>
        </p:nvSpPr>
        <p:spPr>
          <a:xfrm>
            <a:off x="4948660" y="9578686"/>
            <a:ext cx="83127" cy="83127"/>
          </a:xfrm>
          <a:prstGeom prst="ellipse">
            <a:avLst/>
          </a:prstGeom>
          <a:solidFill>
            <a:srgbClr val="14161C">
              <a:alpha val="28000"/>
            </a:srgbClr>
          </a:solidFill>
          <a:ln/>
        </p:spPr>
      </p:sp>
      <p:sp>
        <p:nvSpPr>
          <p:cNvPr id="33" name="Shape 31"/>
          <p:cNvSpPr/>
          <p:nvPr/>
        </p:nvSpPr>
        <p:spPr>
          <a:xfrm>
            <a:off x="5114914" y="9578686"/>
            <a:ext cx="83127" cy="83127"/>
          </a:xfrm>
          <a:prstGeom prst="ellipse">
            <a:avLst/>
          </a:prstGeom>
          <a:solidFill>
            <a:srgbClr val="14161C">
              <a:alpha val="28000"/>
            </a:srgbClr>
          </a:solidFill>
          <a:ln/>
        </p:spPr>
      </p:sp>
      <p:sp>
        <p:nvSpPr>
          <p:cNvPr id="34" name="Shape 32"/>
          <p:cNvSpPr/>
          <p:nvPr/>
        </p:nvSpPr>
        <p:spPr>
          <a:xfrm>
            <a:off x="5281168" y="9578686"/>
            <a:ext cx="83127" cy="83127"/>
          </a:xfrm>
          <a:prstGeom prst="ellipse">
            <a:avLst/>
          </a:prstGeom>
          <a:solidFill>
            <a:srgbClr val="14161C">
              <a:alpha val="28000"/>
            </a:srgbClr>
          </a:solidFill>
          <a:ln/>
        </p:spPr>
      </p:sp>
      <p:sp>
        <p:nvSpPr>
          <p:cNvPr id="35" name="Shape 33"/>
          <p:cNvSpPr/>
          <p:nvPr/>
        </p:nvSpPr>
        <p:spPr>
          <a:xfrm>
            <a:off x="5447422" y="9578686"/>
            <a:ext cx="83127" cy="83127"/>
          </a:xfrm>
          <a:prstGeom prst="ellipse">
            <a:avLst/>
          </a:prstGeom>
          <a:solidFill>
            <a:srgbClr val="14161C">
              <a:alpha val="28000"/>
            </a:srgbClr>
          </a:solidFill>
          <a:ln/>
        </p:spPr>
      </p:sp>
      <p:sp>
        <p:nvSpPr>
          <p:cNvPr id="36" name="Shape 34"/>
          <p:cNvSpPr/>
          <p:nvPr/>
        </p:nvSpPr>
        <p:spPr>
          <a:xfrm>
            <a:off x="5613676" y="9578686"/>
            <a:ext cx="83127" cy="83127"/>
          </a:xfrm>
          <a:prstGeom prst="ellipse">
            <a:avLst/>
          </a:prstGeom>
          <a:solidFill>
            <a:srgbClr val="14161C">
              <a:alpha val="28000"/>
            </a:srgbClr>
          </a:solidFill>
          <a:ln/>
        </p:spPr>
      </p:sp>
      <p:sp>
        <p:nvSpPr>
          <p:cNvPr id="37" name="Shape 35"/>
          <p:cNvSpPr/>
          <p:nvPr/>
        </p:nvSpPr>
        <p:spPr>
          <a:xfrm>
            <a:off x="5779931" y="9578686"/>
            <a:ext cx="83127" cy="83127"/>
          </a:xfrm>
          <a:prstGeom prst="ellipse">
            <a:avLst/>
          </a:prstGeom>
          <a:solidFill>
            <a:srgbClr val="14161C">
              <a:alpha val="28000"/>
            </a:srgbClr>
          </a:solidFill>
          <a:ln/>
        </p:spPr>
      </p:sp>
      <p:sp>
        <p:nvSpPr>
          <p:cNvPr id="38" name="Shape 36"/>
          <p:cNvSpPr/>
          <p:nvPr/>
        </p:nvSpPr>
        <p:spPr>
          <a:xfrm>
            <a:off x="5946185" y="9578686"/>
            <a:ext cx="83127" cy="83127"/>
          </a:xfrm>
          <a:prstGeom prst="ellipse">
            <a:avLst/>
          </a:prstGeom>
          <a:solidFill>
            <a:srgbClr val="14161C">
              <a:alpha val="28000"/>
            </a:srgbClr>
          </a:solidFill>
          <a:ln/>
        </p:spPr>
      </p:sp>
      <p:sp>
        <p:nvSpPr>
          <p:cNvPr id="39" name="Shape 37"/>
          <p:cNvSpPr/>
          <p:nvPr/>
        </p:nvSpPr>
        <p:spPr>
          <a:xfrm>
            <a:off x="6112439" y="9578686"/>
            <a:ext cx="83127" cy="83127"/>
          </a:xfrm>
          <a:prstGeom prst="ellipse">
            <a:avLst/>
          </a:prstGeom>
          <a:solidFill>
            <a:srgbClr val="14161C">
              <a:alpha val="28000"/>
            </a:srgbClr>
          </a:solidFill>
          <a:ln/>
        </p:spPr>
      </p:sp>
      <p:sp>
        <p:nvSpPr>
          <p:cNvPr id="40" name="Shape 38"/>
          <p:cNvSpPr/>
          <p:nvPr/>
        </p:nvSpPr>
        <p:spPr>
          <a:xfrm>
            <a:off x="6278693" y="9578686"/>
            <a:ext cx="83127" cy="83127"/>
          </a:xfrm>
          <a:prstGeom prst="ellipse">
            <a:avLst/>
          </a:prstGeom>
          <a:solidFill>
            <a:srgbClr val="14161C">
              <a:alpha val="28000"/>
            </a:srgbClr>
          </a:solidFill>
          <a:ln/>
        </p:spPr>
      </p:sp>
      <p:sp>
        <p:nvSpPr>
          <p:cNvPr id="41" name="Shape 39"/>
          <p:cNvSpPr/>
          <p:nvPr/>
        </p:nvSpPr>
        <p:spPr>
          <a:xfrm>
            <a:off x="6444947" y="9578686"/>
            <a:ext cx="83127" cy="83127"/>
          </a:xfrm>
          <a:prstGeom prst="ellipse">
            <a:avLst/>
          </a:prstGeom>
          <a:solidFill>
            <a:srgbClr val="14161C">
              <a:alpha val="28000"/>
            </a:srgbClr>
          </a:solidFill>
          <a:ln/>
        </p:spPr>
      </p:sp>
      <p:sp>
        <p:nvSpPr>
          <p:cNvPr id="42" name="Shape 40"/>
          <p:cNvSpPr/>
          <p:nvPr/>
        </p:nvSpPr>
        <p:spPr>
          <a:xfrm>
            <a:off x="6611201" y="9578686"/>
            <a:ext cx="83127" cy="83127"/>
          </a:xfrm>
          <a:prstGeom prst="ellipse">
            <a:avLst/>
          </a:prstGeom>
          <a:solidFill>
            <a:srgbClr val="14161C">
              <a:alpha val="28000"/>
            </a:srgbClr>
          </a:solidFill>
          <a:ln/>
        </p:spPr>
      </p:sp>
      <p:sp>
        <p:nvSpPr>
          <p:cNvPr id="43" name="Shape 41"/>
          <p:cNvSpPr/>
          <p:nvPr/>
        </p:nvSpPr>
        <p:spPr>
          <a:xfrm>
            <a:off x="6777455" y="9578686"/>
            <a:ext cx="83127" cy="83127"/>
          </a:xfrm>
          <a:prstGeom prst="ellipse">
            <a:avLst/>
          </a:prstGeom>
          <a:solidFill>
            <a:srgbClr val="14161C">
              <a:alpha val="28000"/>
            </a:srgbClr>
          </a:solidFill>
          <a:ln/>
        </p:spPr>
      </p:sp>
      <p:sp>
        <p:nvSpPr>
          <p:cNvPr id="44" name="Shape 42"/>
          <p:cNvSpPr/>
          <p:nvPr/>
        </p:nvSpPr>
        <p:spPr>
          <a:xfrm>
            <a:off x="6943709" y="9578686"/>
            <a:ext cx="83127" cy="83127"/>
          </a:xfrm>
          <a:prstGeom prst="ellipse">
            <a:avLst/>
          </a:prstGeom>
          <a:solidFill>
            <a:srgbClr val="14161C">
              <a:alpha val="28000"/>
            </a:srgbClr>
          </a:solidFill>
          <a:ln/>
        </p:spPr>
      </p:sp>
      <p:sp>
        <p:nvSpPr>
          <p:cNvPr id="45" name="Shape 43"/>
          <p:cNvSpPr/>
          <p:nvPr/>
        </p:nvSpPr>
        <p:spPr>
          <a:xfrm>
            <a:off x="7109963" y="9578686"/>
            <a:ext cx="83127" cy="83127"/>
          </a:xfrm>
          <a:prstGeom prst="ellipse">
            <a:avLst/>
          </a:prstGeom>
          <a:solidFill>
            <a:srgbClr val="14161C">
              <a:alpha val="28000"/>
            </a:srgbClr>
          </a:solidFill>
          <a:ln/>
        </p:spPr>
      </p:sp>
      <p:sp>
        <p:nvSpPr>
          <p:cNvPr id="46" name="Shape 44"/>
          <p:cNvSpPr/>
          <p:nvPr/>
        </p:nvSpPr>
        <p:spPr>
          <a:xfrm>
            <a:off x="7276218" y="9578686"/>
            <a:ext cx="83127" cy="83127"/>
          </a:xfrm>
          <a:prstGeom prst="ellipse">
            <a:avLst/>
          </a:prstGeom>
          <a:solidFill>
            <a:srgbClr val="14161C">
              <a:alpha val="28000"/>
            </a:srgbClr>
          </a:solidFill>
          <a:ln/>
        </p:spPr>
      </p:sp>
      <p:sp>
        <p:nvSpPr>
          <p:cNvPr id="47" name="Shape 45"/>
          <p:cNvSpPr/>
          <p:nvPr/>
        </p:nvSpPr>
        <p:spPr>
          <a:xfrm>
            <a:off x="7442472" y="9578686"/>
            <a:ext cx="83127" cy="83127"/>
          </a:xfrm>
          <a:prstGeom prst="ellipse">
            <a:avLst/>
          </a:prstGeom>
          <a:solidFill>
            <a:srgbClr val="14161C">
              <a:alpha val="28000"/>
            </a:srgbClr>
          </a:solidFill>
          <a:ln/>
        </p:spPr>
      </p:sp>
      <p:sp>
        <p:nvSpPr>
          <p:cNvPr id="48" name="Shape 46"/>
          <p:cNvSpPr/>
          <p:nvPr/>
        </p:nvSpPr>
        <p:spPr>
          <a:xfrm>
            <a:off x="7608726" y="9578686"/>
            <a:ext cx="83127" cy="83127"/>
          </a:xfrm>
          <a:prstGeom prst="ellipse">
            <a:avLst/>
          </a:prstGeom>
          <a:solidFill>
            <a:srgbClr val="14161C">
              <a:alpha val="28000"/>
            </a:srgbClr>
          </a:solidFill>
          <a:ln/>
        </p:spPr>
      </p:sp>
      <p:sp>
        <p:nvSpPr>
          <p:cNvPr id="49" name="Shape 47"/>
          <p:cNvSpPr/>
          <p:nvPr/>
        </p:nvSpPr>
        <p:spPr>
          <a:xfrm>
            <a:off x="7774980" y="9578686"/>
            <a:ext cx="83127" cy="83127"/>
          </a:xfrm>
          <a:prstGeom prst="ellipse">
            <a:avLst/>
          </a:prstGeom>
          <a:solidFill>
            <a:srgbClr val="14161C">
              <a:alpha val="28000"/>
            </a:srgbClr>
          </a:solidFill>
          <a:ln/>
        </p:spPr>
      </p:sp>
      <p:sp>
        <p:nvSpPr>
          <p:cNvPr id="50" name="Shape 48"/>
          <p:cNvSpPr/>
          <p:nvPr/>
        </p:nvSpPr>
        <p:spPr>
          <a:xfrm>
            <a:off x="7941234" y="9578686"/>
            <a:ext cx="83127" cy="83127"/>
          </a:xfrm>
          <a:prstGeom prst="ellipse">
            <a:avLst/>
          </a:prstGeom>
          <a:solidFill>
            <a:srgbClr val="14161C">
              <a:alpha val="28000"/>
            </a:srgbClr>
          </a:solidFill>
          <a:ln/>
        </p:spPr>
      </p:sp>
      <p:sp>
        <p:nvSpPr>
          <p:cNvPr id="51" name="Shape 49"/>
          <p:cNvSpPr/>
          <p:nvPr/>
        </p:nvSpPr>
        <p:spPr>
          <a:xfrm>
            <a:off x="8107488" y="9578686"/>
            <a:ext cx="83127" cy="83127"/>
          </a:xfrm>
          <a:prstGeom prst="ellipse">
            <a:avLst/>
          </a:prstGeom>
          <a:solidFill>
            <a:srgbClr val="14161C">
              <a:alpha val="28000"/>
            </a:srgbClr>
          </a:solidFill>
          <a:ln/>
        </p:spPr>
      </p:sp>
      <p:sp>
        <p:nvSpPr>
          <p:cNvPr id="52" name="Shape 50"/>
          <p:cNvSpPr/>
          <p:nvPr/>
        </p:nvSpPr>
        <p:spPr>
          <a:xfrm>
            <a:off x="8273742" y="9578686"/>
            <a:ext cx="83127" cy="83127"/>
          </a:xfrm>
          <a:prstGeom prst="ellipse">
            <a:avLst/>
          </a:prstGeom>
          <a:solidFill>
            <a:srgbClr val="14161C">
              <a:alpha val="28000"/>
            </a:srgbClr>
          </a:solidFill>
          <a:ln/>
        </p:spPr>
      </p:sp>
      <p:sp>
        <p:nvSpPr>
          <p:cNvPr id="53" name="Shape 51"/>
          <p:cNvSpPr/>
          <p:nvPr/>
        </p:nvSpPr>
        <p:spPr>
          <a:xfrm>
            <a:off x="8439996" y="9578686"/>
            <a:ext cx="83127" cy="83127"/>
          </a:xfrm>
          <a:prstGeom prst="ellipse">
            <a:avLst/>
          </a:prstGeom>
          <a:solidFill>
            <a:srgbClr val="14161C">
              <a:alpha val="28000"/>
            </a:srgbClr>
          </a:solidFill>
          <a:ln/>
        </p:spPr>
      </p:sp>
      <p:sp>
        <p:nvSpPr>
          <p:cNvPr id="54" name="Shape 52"/>
          <p:cNvSpPr/>
          <p:nvPr/>
        </p:nvSpPr>
        <p:spPr>
          <a:xfrm>
            <a:off x="8606251" y="9578686"/>
            <a:ext cx="83127" cy="83127"/>
          </a:xfrm>
          <a:prstGeom prst="ellipse">
            <a:avLst/>
          </a:prstGeom>
          <a:solidFill>
            <a:srgbClr val="14161C">
              <a:alpha val="28000"/>
            </a:srgbClr>
          </a:solidFill>
          <a:ln/>
        </p:spPr>
      </p:sp>
      <p:sp>
        <p:nvSpPr>
          <p:cNvPr id="55" name="Shape 53"/>
          <p:cNvSpPr/>
          <p:nvPr/>
        </p:nvSpPr>
        <p:spPr>
          <a:xfrm>
            <a:off x="8772505" y="9578686"/>
            <a:ext cx="83127" cy="83127"/>
          </a:xfrm>
          <a:prstGeom prst="ellipse">
            <a:avLst/>
          </a:prstGeom>
          <a:solidFill>
            <a:srgbClr val="14161C">
              <a:alpha val="28000"/>
            </a:srgbClr>
          </a:solidFill>
          <a:ln/>
        </p:spPr>
      </p:sp>
      <p:sp>
        <p:nvSpPr>
          <p:cNvPr id="56" name="Shape 54"/>
          <p:cNvSpPr/>
          <p:nvPr/>
        </p:nvSpPr>
        <p:spPr>
          <a:xfrm>
            <a:off x="8938759" y="9578686"/>
            <a:ext cx="83127" cy="83127"/>
          </a:xfrm>
          <a:prstGeom prst="ellipse">
            <a:avLst/>
          </a:prstGeom>
          <a:solidFill>
            <a:srgbClr val="14161C">
              <a:alpha val="28000"/>
            </a:srgbClr>
          </a:solidFill>
          <a:ln/>
        </p:spPr>
      </p:sp>
      <p:sp>
        <p:nvSpPr>
          <p:cNvPr id="57" name="Shape 55"/>
          <p:cNvSpPr/>
          <p:nvPr/>
        </p:nvSpPr>
        <p:spPr>
          <a:xfrm>
            <a:off x="9105013" y="9578686"/>
            <a:ext cx="83127" cy="83127"/>
          </a:xfrm>
          <a:prstGeom prst="ellipse">
            <a:avLst/>
          </a:prstGeom>
          <a:solidFill>
            <a:srgbClr val="14161C">
              <a:alpha val="28000"/>
            </a:srgbClr>
          </a:solidFill>
          <a:ln/>
        </p:spPr>
      </p:sp>
      <p:sp>
        <p:nvSpPr>
          <p:cNvPr id="58" name="Shape 56"/>
          <p:cNvSpPr/>
          <p:nvPr/>
        </p:nvSpPr>
        <p:spPr>
          <a:xfrm>
            <a:off x="9271267" y="9578686"/>
            <a:ext cx="83127" cy="83127"/>
          </a:xfrm>
          <a:prstGeom prst="ellipse">
            <a:avLst/>
          </a:prstGeom>
          <a:solidFill>
            <a:srgbClr val="14161C">
              <a:alpha val="28000"/>
            </a:srgbClr>
          </a:solidFill>
          <a:ln/>
        </p:spPr>
      </p:sp>
      <p:sp>
        <p:nvSpPr>
          <p:cNvPr id="59" name="Shape 57"/>
          <p:cNvSpPr/>
          <p:nvPr/>
        </p:nvSpPr>
        <p:spPr>
          <a:xfrm>
            <a:off x="9437521" y="9578686"/>
            <a:ext cx="83127" cy="83127"/>
          </a:xfrm>
          <a:prstGeom prst="ellipse">
            <a:avLst/>
          </a:prstGeom>
          <a:solidFill>
            <a:srgbClr val="14161C">
              <a:alpha val="28000"/>
            </a:srgbClr>
          </a:solidFill>
          <a:ln/>
        </p:spPr>
      </p:sp>
      <p:sp>
        <p:nvSpPr>
          <p:cNvPr id="60" name="Shape 58"/>
          <p:cNvSpPr/>
          <p:nvPr/>
        </p:nvSpPr>
        <p:spPr>
          <a:xfrm>
            <a:off x="9603775" y="9578686"/>
            <a:ext cx="83127" cy="83127"/>
          </a:xfrm>
          <a:prstGeom prst="ellipse">
            <a:avLst/>
          </a:prstGeom>
          <a:solidFill>
            <a:srgbClr val="14161C">
              <a:alpha val="28000"/>
            </a:srgbClr>
          </a:solidFill>
          <a:ln/>
        </p:spPr>
      </p:sp>
      <p:sp>
        <p:nvSpPr>
          <p:cNvPr id="61" name="Shape 59"/>
          <p:cNvSpPr/>
          <p:nvPr/>
        </p:nvSpPr>
        <p:spPr>
          <a:xfrm>
            <a:off x="9770029" y="9578686"/>
            <a:ext cx="83127" cy="83127"/>
          </a:xfrm>
          <a:prstGeom prst="ellipse">
            <a:avLst/>
          </a:prstGeom>
          <a:solidFill>
            <a:srgbClr val="14161C">
              <a:alpha val="28000"/>
            </a:srgbClr>
          </a:solidFill>
          <a:ln/>
        </p:spPr>
      </p:sp>
      <p:sp>
        <p:nvSpPr>
          <p:cNvPr id="62" name="Shape 60"/>
          <p:cNvSpPr/>
          <p:nvPr/>
        </p:nvSpPr>
        <p:spPr>
          <a:xfrm>
            <a:off x="9936283" y="9578686"/>
            <a:ext cx="83127" cy="83127"/>
          </a:xfrm>
          <a:prstGeom prst="ellipse">
            <a:avLst/>
          </a:prstGeom>
          <a:solidFill>
            <a:srgbClr val="14161C">
              <a:alpha val="28000"/>
            </a:srgbClr>
          </a:solidFill>
          <a:ln/>
        </p:spPr>
      </p:sp>
      <p:sp>
        <p:nvSpPr>
          <p:cNvPr id="63" name="Text 6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02/55</a:t>
            </a:r>
            <a:endParaRPr lang="en-US" sz="1800" dirty="0"/>
          </a:p>
        </p:txBody>
      </p:sp>
      <p:sp>
        <p:nvSpPr>
          <p:cNvPr id="64" name="Shape 62"/>
          <p:cNvSpPr/>
          <p:nvPr/>
        </p:nvSpPr>
        <p:spPr>
          <a:xfrm>
            <a:off x="15983712" y="9076331"/>
            <a:ext cx="1645920" cy="552301"/>
          </a:xfrm>
          <a:prstGeom prst="roundRect">
            <a:avLst>
              <a:gd name="adj" fmla="val 28000"/>
            </a:avLst>
          </a:prstGeom>
          <a:solidFill>
            <a:srgbClr val="FFFFFF">
              <a:alpha val="82000"/>
            </a:srgbClr>
          </a:solidFill>
          <a:ln/>
        </p:spPr>
      </p:sp>
      <p:pic>
        <p:nvPicPr>
          <p:cNvPr id="65" name="Moda image moda-export-watermark-d2a167d9-b03d-4ad2-8e84-4c198f6f90b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Năm</a:t>
            </a:r>
            <a:r>
              <a:rPr lang="en-US" sz="5700" dirty="0" spc="19" kern="0">
                <a:solidFill>
                  <a:srgbClr val="F3EEE3"/>
                </a:solidFill>
                <a:latin typeface="Bricolage Grotesque ExtraBold" pitchFamily="34" charset="0"/>
                <a:ea typeface="Bricolage Grotesque ExtraBold" pitchFamily="34" charset="-122"/>
                <a:cs typeface="Bricolage Grotesque ExtraBold" pitchFamily="34" charset="-120"/>
              </a:rPr>
              <a:t> điều</a:t>
            </a:r>
            <a:r>
              <a:rPr lang="en-US" sz="5700" dirty="0" spc="7" kern="0">
                <a:solidFill>
                  <a:srgbClr val="F3EEE3"/>
                </a:solidFill>
                <a:latin typeface="Bricolage Grotesque ExtraBold" pitchFamily="34" charset="0"/>
                <a:ea typeface="Bricolage Grotesque ExtraBold" pitchFamily="34" charset="-122"/>
                <a:cs typeface="Bricolage Grotesque ExtraBold" pitchFamily="34" charset="-120"/>
              </a:rPr>
              <a:t> rút</a:t>
            </a:r>
            <a:r>
              <a:rPr lang="en-US" sz="5700" dirty="0" spc="-34" kern="0">
                <a:solidFill>
                  <a:srgbClr val="F3EEE3"/>
                </a:solidFill>
                <a:latin typeface="Bricolage Grotesque ExtraBold" pitchFamily="34" charset="0"/>
                <a:ea typeface="Bricolage Grotesque ExtraBold" pitchFamily="34" charset="-122"/>
                <a:cs typeface="Bricolage Grotesque ExtraBold" pitchFamily="34" charset="-120"/>
              </a:rPr>
              <a:t> ra</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sau khi</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30</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README</a:t>
            </a:r>
            <a:endParaRPr lang="en-US" sz="5700" dirty="0"/>
          </a:p>
        </p:txBody>
      </p:sp>
      <p:sp>
        <p:nvSpPr>
          <p:cNvPr id="3" name="Text 1"/>
          <p:cNvSpPr/>
          <p:nvPr/>
        </p:nvSpPr>
        <p:spPr>
          <a:xfrm>
            <a:off x="914400" y="2381250"/>
            <a:ext cx="1619250" cy="1181100"/>
          </a:xfrm>
          <a:prstGeom prst="rect">
            <a:avLst/>
          </a:prstGeom>
          <a:noFill/>
          <a:ln/>
        </p:spPr>
        <p:txBody>
          <a:bodyPr wrap="square" lIns="0" tIns="0" rIns="0" bIns="0" rtlCol="0" anchor="ctr"/>
          <a:lstStyle/>
          <a:p>
            <a:pPr algn="l" indent="0" marL="0">
              <a:buNone/>
            </a:pPr>
            <a:r>
              <a:rPr lang="en-US" sz="7745" dirty="0" spc="1" kern="0">
                <a:solidFill>
                  <a:srgbClr val="FFB454"/>
                </a:solidFill>
                <a:latin typeface="Bricolage Grotesque ExtraBold" pitchFamily="34" charset="0"/>
                <a:ea typeface="Bricolage Grotesque ExtraBold" pitchFamily="34" charset="-122"/>
                <a:cs typeface="Bricolage Grotesque ExtraBold" pitchFamily="34" charset="-120"/>
              </a:rPr>
              <a:t>1</a:t>
            </a:r>
            <a:endParaRPr lang="en-US" sz="7745" dirty="0"/>
          </a:p>
        </p:txBody>
      </p:sp>
      <p:sp>
        <p:nvSpPr>
          <p:cNvPr id="4" name="Shape 2"/>
          <p:cNvSpPr/>
          <p:nvPr/>
        </p:nvSpPr>
        <p:spPr>
          <a:xfrm>
            <a:off x="2724150" y="2476500"/>
            <a:ext cx="14649450" cy="990600"/>
          </a:xfrm>
          <a:prstGeom prst="roundRect">
            <a:avLst>
              <a:gd name="adj" fmla="val 19231"/>
            </a:avLst>
          </a:prstGeom>
          <a:solidFill>
            <a:srgbClr val="1E212B"/>
          </a:solidFill>
          <a:ln/>
        </p:spPr>
      </p:sp>
      <p:sp>
        <p:nvSpPr>
          <p:cNvPr id="5" name="Text 3"/>
          <p:cNvSpPr/>
          <p:nvPr/>
        </p:nvSpPr>
        <p:spPr>
          <a:xfrm>
            <a:off x="3105150" y="2476500"/>
            <a:ext cx="14001750" cy="990600"/>
          </a:xfrm>
          <a:prstGeom prst="rect">
            <a:avLst/>
          </a:prstGeom>
          <a:noFill/>
          <a:ln/>
        </p:spPr>
        <p:txBody>
          <a:bodyPr wrap="square" lIns="0" tIns="0" rIns="0" bIns="0" rtlCol="0" anchor="ctr"/>
          <a:lstStyle/>
          <a:p>
            <a:pPr algn="l" indent="0" marL="0">
              <a:buNone/>
            </a:pPr>
            <a:r>
              <a:rPr lang="en-US" sz="3000" dirty="0" spc="3" kern="0">
                <a:solidFill>
                  <a:srgbClr val="F3EEE3"/>
                </a:solidFill>
                <a:latin typeface="Be Vietnam Pro SemiBold" pitchFamily="34" charset="0"/>
                <a:ea typeface="Be Vietnam Pro SemiBold" pitchFamily="34" charset="-122"/>
                <a:cs typeface="Be Vietnam Pro SemiBold" pitchFamily="34" charset="-120"/>
              </a:rPr>
              <a:t>Hầu</a:t>
            </a:r>
            <a:r>
              <a:rPr lang="en-US" sz="3000" dirty="0" spc="-10" kern="0">
                <a:solidFill>
                  <a:srgbClr val="F3EEE3"/>
                </a:solidFill>
                <a:latin typeface="Be Vietnam Pro SemiBold" pitchFamily="34" charset="0"/>
                <a:ea typeface="Be Vietnam Pro SemiBold" pitchFamily="34" charset="-122"/>
                <a:cs typeface="Be Vietnam Pro SemiBold" pitchFamily="34" charset="-120"/>
              </a:rPr>
              <a:t> hết</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là</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bộ</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skill</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hoặc</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plugin</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cho</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coding</a:t>
            </a:r>
            <a:r>
              <a:rPr lang="en-US" sz="3000" dirty="0" spc="-11" kern="0">
                <a:solidFill>
                  <a:srgbClr val="F3EEE3"/>
                </a:solidFill>
                <a:latin typeface="Be Vietnam Pro SemiBold" pitchFamily="34" charset="0"/>
                <a:ea typeface="Be Vietnam Pro SemiBold" pitchFamily="34" charset="-122"/>
                <a:cs typeface="Be Vietnam Pro SemiBold" pitchFamily="34" charset="-120"/>
              </a:rPr>
              <a:t> agent,</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cài</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bằng</a:t>
            </a:r>
            <a:r>
              <a:rPr lang="en-US" sz="3000" dirty="0" spc="-9" kern="0">
                <a:solidFill>
                  <a:srgbClr val="F3EEE3"/>
                </a:solidFill>
                <a:latin typeface="Be Vietnam Pro SemiBold" pitchFamily="34" charset="0"/>
                <a:ea typeface="Be Vietnam Pro SemiBold" pitchFamily="34" charset="-122"/>
                <a:cs typeface="Be Vietnam Pro SemiBold" pitchFamily="34" charset="-120"/>
              </a:rPr>
              <a:t> một</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hoặc</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hai</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lệnh.</a:t>
            </a:r>
            <a:endParaRPr lang="en-US" sz="3000" dirty="0"/>
          </a:p>
        </p:txBody>
      </p:sp>
      <p:sp>
        <p:nvSpPr>
          <p:cNvPr id="6" name="Text 4"/>
          <p:cNvSpPr/>
          <p:nvPr/>
        </p:nvSpPr>
        <p:spPr>
          <a:xfrm>
            <a:off x="914400" y="3676650"/>
            <a:ext cx="1619250" cy="1181100"/>
          </a:xfrm>
          <a:prstGeom prst="rect">
            <a:avLst/>
          </a:prstGeom>
          <a:noFill/>
          <a:ln/>
        </p:spPr>
        <p:txBody>
          <a:bodyPr wrap="square" lIns="0" tIns="0" rIns="0" bIns="0" rtlCol="0" anchor="ctr"/>
          <a:lstStyle/>
          <a:p>
            <a:pPr algn="l" indent="0" marL="0">
              <a:buNone/>
            </a:pPr>
            <a:r>
              <a:rPr lang="en-US" sz="7745" dirty="0" spc="5" kern="0">
                <a:solidFill>
                  <a:srgbClr val="3DD6A0"/>
                </a:solidFill>
                <a:latin typeface="Bricolage Grotesque ExtraBold" pitchFamily="34" charset="0"/>
                <a:ea typeface="Bricolage Grotesque ExtraBold" pitchFamily="34" charset="-122"/>
                <a:cs typeface="Bricolage Grotesque ExtraBold" pitchFamily="34" charset="-120"/>
              </a:rPr>
              <a:t>2</a:t>
            </a:r>
            <a:endParaRPr lang="en-US" sz="7745" dirty="0"/>
          </a:p>
        </p:txBody>
      </p:sp>
      <p:sp>
        <p:nvSpPr>
          <p:cNvPr id="7" name="Shape 5"/>
          <p:cNvSpPr/>
          <p:nvPr/>
        </p:nvSpPr>
        <p:spPr>
          <a:xfrm>
            <a:off x="2724150" y="3771900"/>
            <a:ext cx="14649450" cy="990600"/>
          </a:xfrm>
          <a:prstGeom prst="roundRect">
            <a:avLst>
              <a:gd name="adj" fmla="val 19231"/>
            </a:avLst>
          </a:prstGeom>
          <a:solidFill>
            <a:srgbClr val="1E212B"/>
          </a:solidFill>
          <a:ln/>
        </p:spPr>
      </p:sp>
      <p:sp>
        <p:nvSpPr>
          <p:cNvPr id="8" name="Text 6"/>
          <p:cNvSpPr/>
          <p:nvPr/>
        </p:nvSpPr>
        <p:spPr>
          <a:xfrm>
            <a:off x="3105150" y="3771900"/>
            <a:ext cx="14001750" cy="990600"/>
          </a:xfrm>
          <a:prstGeom prst="rect">
            <a:avLst/>
          </a:prstGeom>
          <a:noFill/>
          <a:ln/>
        </p:spPr>
        <p:txBody>
          <a:bodyPr wrap="square" lIns="0" tIns="0" rIns="0" bIns="0" rtlCol="0" anchor="ctr"/>
          <a:lstStyle/>
          <a:p>
            <a:pPr algn="l" indent="0" marL="0">
              <a:buNone/>
            </a:pPr>
            <a:r>
              <a:rPr lang="en-US" sz="3000" dirty="0" spc="-6" kern="0">
                <a:solidFill>
                  <a:srgbClr val="F3EEE3"/>
                </a:solidFill>
                <a:latin typeface="Be Vietnam Pro SemiBold" pitchFamily="34" charset="0"/>
                <a:ea typeface="Be Vietnam Pro SemiBold" pitchFamily="34" charset="-122"/>
                <a:cs typeface="Be Vietnam Pro SemiBold" pitchFamily="34" charset="-120"/>
              </a:rPr>
              <a:t>Bốn</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cách</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cài</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khác</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nhau, mỗi</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cách</a:t>
            </a:r>
            <a:r>
              <a:rPr lang="en-US" sz="3000" dirty="0" spc="13" kern="0">
                <a:solidFill>
                  <a:srgbClr val="F3EEE3"/>
                </a:solidFill>
                <a:latin typeface="Be Vietnam Pro SemiBold" pitchFamily="34" charset="0"/>
                <a:ea typeface="Be Vietnam Pro SemiBold" pitchFamily="34" charset="-122"/>
                <a:cs typeface="Be Vietnam Pro SemiBold" pitchFamily="34" charset="-120"/>
              </a:rPr>
              <a:t> đòi</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hỏi</a:t>
            </a:r>
            <a:r>
              <a:rPr lang="en-US" sz="3000" dirty="0" spc="-8" kern="0">
                <a:solidFill>
                  <a:srgbClr val="F3EEE3"/>
                </a:solidFill>
                <a:latin typeface="Be Vietnam Pro SemiBold" pitchFamily="34" charset="0"/>
                <a:ea typeface="Be Vietnam Pro SemiBold" pitchFamily="34" charset="-122"/>
                <a:cs typeface="Be Vietnam Pro SemiBold" pitchFamily="34" charset="-120"/>
              </a:rPr>
              <a:t> một</a:t>
            </a:r>
            <a:r>
              <a:rPr lang="en-US" sz="3000" dirty="0" spc="12" kern="0">
                <a:solidFill>
                  <a:srgbClr val="F3EEE3"/>
                </a:solidFill>
                <a:latin typeface="Be Vietnam Pro SemiBold" pitchFamily="34" charset="0"/>
                <a:ea typeface="Be Vietnam Pro SemiBold" pitchFamily="34" charset="-122"/>
                <a:cs typeface="Be Vietnam Pro SemiBold" pitchFamily="34" charset="-120"/>
              </a:rPr>
              <a:t> mức</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tin</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tưởng.</a:t>
            </a:r>
            <a:endParaRPr lang="en-US" sz="3000" dirty="0"/>
          </a:p>
        </p:txBody>
      </p:sp>
      <p:sp>
        <p:nvSpPr>
          <p:cNvPr id="9" name="Text 7"/>
          <p:cNvSpPr/>
          <p:nvPr/>
        </p:nvSpPr>
        <p:spPr>
          <a:xfrm>
            <a:off x="914400" y="4972050"/>
            <a:ext cx="1619250" cy="1181100"/>
          </a:xfrm>
          <a:prstGeom prst="rect">
            <a:avLst/>
          </a:prstGeom>
          <a:noFill/>
          <a:ln/>
        </p:spPr>
        <p:txBody>
          <a:bodyPr wrap="square" lIns="0" tIns="0" rIns="0" bIns="0" rtlCol="0" anchor="ctr"/>
          <a:lstStyle/>
          <a:p>
            <a:pPr algn="l" indent="0" marL="0">
              <a:buNone/>
            </a:pPr>
            <a:r>
              <a:rPr lang="en-US" sz="7745" dirty="0" spc="1" kern="0">
                <a:solidFill>
                  <a:srgbClr val="FF6A4D"/>
                </a:solidFill>
                <a:latin typeface="Bricolage Grotesque ExtraBold" pitchFamily="34" charset="0"/>
                <a:ea typeface="Bricolage Grotesque ExtraBold" pitchFamily="34" charset="-122"/>
                <a:cs typeface="Bricolage Grotesque ExtraBold" pitchFamily="34" charset="-120"/>
              </a:rPr>
              <a:t>3</a:t>
            </a:r>
            <a:endParaRPr lang="en-US" sz="7745" dirty="0"/>
          </a:p>
        </p:txBody>
      </p:sp>
      <p:sp>
        <p:nvSpPr>
          <p:cNvPr id="10" name="Shape 8"/>
          <p:cNvSpPr/>
          <p:nvPr/>
        </p:nvSpPr>
        <p:spPr>
          <a:xfrm>
            <a:off x="2724150" y="5067300"/>
            <a:ext cx="14649450" cy="990600"/>
          </a:xfrm>
          <a:prstGeom prst="roundRect">
            <a:avLst>
              <a:gd name="adj" fmla="val 19231"/>
            </a:avLst>
          </a:prstGeom>
          <a:solidFill>
            <a:srgbClr val="1E212B"/>
          </a:solidFill>
          <a:ln/>
        </p:spPr>
      </p:sp>
      <p:sp>
        <p:nvSpPr>
          <p:cNvPr id="11" name="Text 9"/>
          <p:cNvSpPr/>
          <p:nvPr/>
        </p:nvSpPr>
        <p:spPr>
          <a:xfrm>
            <a:off x="3105150" y="5067300"/>
            <a:ext cx="14001750" cy="990600"/>
          </a:xfrm>
          <a:prstGeom prst="rect">
            <a:avLst/>
          </a:prstGeom>
          <a:noFill/>
          <a:ln/>
        </p:spPr>
        <p:txBody>
          <a:bodyPr wrap="square" lIns="0" tIns="0" rIns="0" bIns="0" rtlCol="0" anchor="ctr"/>
          <a:lstStyle/>
          <a:p>
            <a:pPr algn="l" indent="0" marL="0">
              <a:buNone/>
            </a:pPr>
            <a:r>
              <a:rPr lang="en-US" sz="3000" dirty="0" spc="-27" kern="0">
                <a:solidFill>
                  <a:srgbClr val="F3EEE3"/>
                </a:solidFill>
                <a:latin typeface="Be Vietnam Pro SemiBold" pitchFamily="34" charset="0"/>
                <a:ea typeface="Be Vietnam Pro SemiBold" pitchFamily="34" charset="-122"/>
                <a:cs typeface="Be Vietnam Pro SemiBold" pitchFamily="34" charset="-120"/>
              </a:rPr>
              <a:t>"All</a:t>
            </a:r>
            <a:r>
              <a:rPr lang="en-US" sz="3000" dirty="0" spc="-17" kern="0">
                <a:solidFill>
                  <a:srgbClr val="F3EEE3"/>
                </a:solidFill>
                <a:latin typeface="Be Vietnam Pro SemiBold" pitchFamily="34" charset="0"/>
                <a:ea typeface="Be Vietnam Pro SemiBold" pitchFamily="34" charset="-122"/>
                <a:cs typeface="Be Vietnam Pro SemiBold" pitchFamily="34" charset="-120"/>
              </a:rPr>
              <a:t> free"</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đúng</a:t>
            </a:r>
            <a:r>
              <a:rPr lang="en-US" sz="3000" dirty="0" spc="-10" kern="0">
                <a:solidFill>
                  <a:srgbClr val="F3EEE3"/>
                </a:solidFill>
                <a:latin typeface="Be Vietnam Pro SemiBold" pitchFamily="34" charset="0"/>
                <a:ea typeface="Be Vietnam Pro SemiBold" pitchFamily="34" charset="-122"/>
                <a:cs typeface="Be Vietnam Pro SemiBold" pitchFamily="34" charset="-120"/>
              </a:rPr>
              <a:t> với</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mã nguồn,</a:t>
            </a:r>
            <a:r>
              <a:rPr lang="en-US" sz="3000" dirty="0" spc="20" kern="0">
                <a:solidFill>
                  <a:srgbClr val="F3EEE3"/>
                </a:solidFill>
                <a:latin typeface="Be Vietnam Pro SemiBold" pitchFamily="34" charset="0"/>
                <a:ea typeface="Be Vietnam Pro SemiBold" pitchFamily="34" charset="-122"/>
                <a:cs typeface="Be Vietnam Pro SemiBold" pitchFamily="34" charset="-120"/>
              </a:rPr>
              <a:t> nhưng</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tám</a:t>
            </a:r>
            <a:r>
              <a:rPr lang="en-US" sz="3000" dirty="0" spc="-22" kern="0">
                <a:solidFill>
                  <a:srgbClr val="F3EEE3"/>
                </a:solidFill>
                <a:latin typeface="Be Vietnam Pro SemiBold" pitchFamily="34" charset="0"/>
                <a:ea typeface="Be Vietnam Pro SemiBold" pitchFamily="34" charset="-122"/>
                <a:cs typeface="Be Vietnam Pro SemiBold" pitchFamily="34" charset="-120"/>
              </a:rPr>
              <a:t> repo</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có</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lớp</a:t>
            </a:r>
            <a:r>
              <a:rPr lang="en-US" sz="3000" dirty="0" spc="-19" kern="0">
                <a:solidFill>
                  <a:srgbClr val="F3EEE3"/>
                </a:solidFill>
                <a:latin typeface="Be Vietnam Pro SemiBold" pitchFamily="34" charset="0"/>
                <a:ea typeface="Be Vietnam Pro SemiBold" pitchFamily="34" charset="-122"/>
                <a:cs typeface="Be Vietnam Pro SemiBold" pitchFamily="34" charset="-120"/>
              </a:rPr>
              <a:t> trả</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phí</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hoặc</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dịch</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vụ</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cạnh</a:t>
            </a:r>
            <a:r>
              <a:rPr lang="en-US" sz="3000" dirty="0" spc="-9" kern="0">
                <a:solidFill>
                  <a:srgbClr val="F3EEE3"/>
                </a:solidFill>
                <a:latin typeface="Be Vietnam Pro SemiBold" pitchFamily="34" charset="0"/>
                <a:ea typeface="Be Vietnam Pro SemiBold" pitchFamily="34" charset="-122"/>
                <a:cs typeface="Be Vietnam Pro SemiBold" pitchFamily="34" charset="-120"/>
              </a:rPr>
              <a:t> bên.</a:t>
            </a:r>
            <a:endParaRPr lang="en-US" sz="3000" dirty="0"/>
          </a:p>
        </p:txBody>
      </p:sp>
      <p:sp>
        <p:nvSpPr>
          <p:cNvPr id="12" name="Text 10"/>
          <p:cNvSpPr/>
          <p:nvPr/>
        </p:nvSpPr>
        <p:spPr>
          <a:xfrm>
            <a:off x="914400" y="6267450"/>
            <a:ext cx="1619250" cy="1181100"/>
          </a:xfrm>
          <a:prstGeom prst="rect">
            <a:avLst/>
          </a:prstGeom>
          <a:noFill/>
          <a:ln/>
        </p:spPr>
        <p:txBody>
          <a:bodyPr wrap="square" lIns="0" tIns="0" rIns="0" bIns="0" rtlCol="0" anchor="ctr"/>
          <a:lstStyle/>
          <a:p>
            <a:pPr algn="l" indent="0" marL="0">
              <a:buNone/>
            </a:pPr>
            <a:r>
              <a:rPr lang="en-US" sz="7745" dirty="0" spc="1" kern="0">
                <a:solidFill>
                  <a:srgbClr val="7C93FF"/>
                </a:solidFill>
                <a:latin typeface="Bricolage Grotesque ExtraBold" pitchFamily="34" charset="0"/>
                <a:ea typeface="Bricolage Grotesque ExtraBold" pitchFamily="34" charset="-122"/>
                <a:cs typeface="Bricolage Grotesque ExtraBold" pitchFamily="34" charset="-120"/>
              </a:rPr>
              <a:t>4</a:t>
            </a:r>
            <a:endParaRPr lang="en-US" sz="7745" dirty="0"/>
          </a:p>
        </p:txBody>
      </p:sp>
      <p:sp>
        <p:nvSpPr>
          <p:cNvPr id="13" name="Shape 11"/>
          <p:cNvSpPr/>
          <p:nvPr/>
        </p:nvSpPr>
        <p:spPr>
          <a:xfrm>
            <a:off x="2724150" y="6362700"/>
            <a:ext cx="14649450" cy="990600"/>
          </a:xfrm>
          <a:prstGeom prst="roundRect">
            <a:avLst>
              <a:gd name="adj" fmla="val 19231"/>
            </a:avLst>
          </a:prstGeom>
          <a:solidFill>
            <a:srgbClr val="1E212B"/>
          </a:solidFill>
          <a:ln/>
        </p:spPr>
      </p:sp>
      <p:sp>
        <p:nvSpPr>
          <p:cNvPr id="14" name="Text 12"/>
          <p:cNvSpPr/>
          <p:nvPr/>
        </p:nvSpPr>
        <p:spPr>
          <a:xfrm>
            <a:off x="3105150" y="6362700"/>
            <a:ext cx="14001750" cy="990600"/>
          </a:xfrm>
          <a:prstGeom prst="rect">
            <a:avLst/>
          </a:prstGeom>
          <a:noFill/>
          <a:ln/>
        </p:spPr>
        <p:txBody>
          <a:bodyPr wrap="square" lIns="0" tIns="0" rIns="0" bIns="0" rtlCol="0" anchor="ctr"/>
          <a:lstStyle/>
          <a:p>
            <a:pPr algn="l" indent="0" marL="0">
              <a:buNone/>
            </a:pPr>
            <a:r>
              <a:rPr lang="en-US" sz="3000" dirty="0" spc="8" kern="0">
                <a:solidFill>
                  <a:srgbClr val="F3EEE3"/>
                </a:solidFill>
                <a:latin typeface="Be Vietnam Pro SemiBold" pitchFamily="34" charset="0"/>
                <a:ea typeface="Be Vietnam Pro SemiBold" pitchFamily="34" charset="-122"/>
                <a:cs typeface="Be Vietnam Pro SemiBold" pitchFamily="34" charset="-120"/>
              </a:rPr>
              <a:t>GSD</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chỉ</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còn</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thông</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báo</a:t>
            </a:r>
            <a:r>
              <a:rPr lang="en-US" sz="3000" dirty="0" spc="-16" kern="0">
                <a:solidFill>
                  <a:srgbClr val="F3EEE3"/>
                </a:solidFill>
                <a:latin typeface="Be Vietnam Pro SemiBold" pitchFamily="34" charset="0"/>
                <a:ea typeface="Be Vietnam Pro SemiBold" pitchFamily="34" charset="-122"/>
                <a:cs typeface="Be Vietnam Pro SemiBold" pitchFamily="34" charset="-120"/>
              </a:rPr>
              <a:t> chuyển</a:t>
            </a:r>
            <a:r>
              <a:rPr lang="en-US" sz="3000" dirty="0" spc="-20" kern="0">
                <a:solidFill>
                  <a:srgbClr val="F3EEE3"/>
                </a:solidFill>
                <a:latin typeface="Be Vietnam Pro SemiBold" pitchFamily="34" charset="0"/>
                <a:ea typeface="Be Vietnam Pro SemiBold" pitchFamily="34" charset="-122"/>
                <a:cs typeface="Be Vietnam Pro SemiBold" pitchFamily="34" charset="-120"/>
              </a:rPr>
              <a:t> repo;</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số</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sao</a:t>
            </a:r>
            <a:r>
              <a:rPr lang="en-US" sz="3000" dirty="0" spc="7" kern="0">
                <a:solidFill>
                  <a:srgbClr val="F3EEE3"/>
                </a:solidFill>
                <a:latin typeface="Be Vietnam Pro SemiBold" pitchFamily="34" charset="0"/>
                <a:ea typeface="Be Vietnam Pro SemiBold" pitchFamily="34" charset="-122"/>
                <a:cs typeface="Be Vietnam Pro SemiBold" pitchFamily="34" charset="-120"/>
              </a:rPr>
              <a:t> 371k</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của</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REA</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lệch</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số</a:t>
            </a:r>
            <a:r>
              <a:rPr lang="en-US" sz="3000" dirty="0" spc="-13" kern="0">
                <a:solidFill>
                  <a:srgbClr val="F3EEE3"/>
                </a:solidFill>
                <a:latin typeface="Be Vietnam Pro SemiBold" pitchFamily="34" charset="0"/>
                <a:ea typeface="Be Vietnam Pro SemiBold" pitchFamily="34" charset="-122"/>
                <a:cs typeface="Be Vietnam Pro SemiBold" pitchFamily="34" charset="-120"/>
              </a:rPr>
              <a:t> radar</a:t>
            </a:r>
            <a:r>
              <a:rPr lang="en-US" sz="3000" dirty="0" spc="12" kern="0">
                <a:solidFill>
                  <a:srgbClr val="F3EEE3"/>
                </a:solidFill>
                <a:latin typeface="Be Vietnam Pro SemiBold" pitchFamily="34" charset="0"/>
                <a:ea typeface="Be Vietnam Pro SemiBold" pitchFamily="34" charset="-122"/>
                <a:cs typeface="Be Vietnam Pro SemiBold" pitchFamily="34" charset="-120"/>
              </a:rPr>
              <a:t> đo.</a:t>
            </a:r>
            <a:endParaRPr lang="en-US" sz="3000" dirty="0"/>
          </a:p>
        </p:txBody>
      </p:sp>
      <p:sp>
        <p:nvSpPr>
          <p:cNvPr id="15" name="Text 13"/>
          <p:cNvSpPr/>
          <p:nvPr/>
        </p:nvSpPr>
        <p:spPr>
          <a:xfrm>
            <a:off x="914400" y="7562850"/>
            <a:ext cx="1619250" cy="1181100"/>
          </a:xfrm>
          <a:prstGeom prst="rect">
            <a:avLst/>
          </a:prstGeom>
          <a:noFill/>
          <a:ln/>
        </p:spPr>
        <p:txBody>
          <a:bodyPr wrap="square" lIns="0" tIns="0" rIns="0" bIns="0" rtlCol="0" anchor="ctr"/>
          <a:lstStyle/>
          <a:p>
            <a:pPr algn="l" indent="0" marL="0">
              <a:buNone/>
            </a:pPr>
            <a:r>
              <a:rPr lang="en-US" sz="7745" dirty="0" spc="1" kern="0">
                <a:solidFill>
                  <a:srgbClr val="FFB454"/>
                </a:solidFill>
                <a:latin typeface="Bricolage Grotesque ExtraBold" pitchFamily="34" charset="0"/>
                <a:ea typeface="Bricolage Grotesque ExtraBold" pitchFamily="34" charset="-122"/>
                <a:cs typeface="Bricolage Grotesque ExtraBold" pitchFamily="34" charset="-120"/>
              </a:rPr>
              <a:t>5</a:t>
            </a:r>
            <a:endParaRPr lang="en-US" sz="7745" dirty="0"/>
          </a:p>
        </p:txBody>
      </p:sp>
      <p:sp>
        <p:nvSpPr>
          <p:cNvPr id="16" name="Shape 14"/>
          <p:cNvSpPr/>
          <p:nvPr/>
        </p:nvSpPr>
        <p:spPr>
          <a:xfrm>
            <a:off x="2724150" y="7658100"/>
            <a:ext cx="14649450" cy="990600"/>
          </a:xfrm>
          <a:prstGeom prst="roundRect">
            <a:avLst>
              <a:gd name="adj" fmla="val 19231"/>
            </a:avLst>
          </a:prstGeom>
          <a:solidFill>
            <a:srgbClr val="1E212B"/>
          </a:solidFill>
          <a:ln/>
        </p:spPr>
      </p:sp>
      <p:sp>
        <p:nvSpPr>
          <p:cNvPr id="17" name="Text 15"/>
          <p:cNvSpPr/>
          <p:nvPr/>
        </p:nvSpPr>
        <p:spPr>
          <a:xfrm>
            <a:off x="3105150" y="7658100"/>
            <a:ext cx="14001750" cy="990600"/>
          </a:xfrm>
          <a:prstGeom prst="rect">
            <a:avLst/>
          </a:prstGeom>
          <a:noFill/>
          <a:ln/>
        </p:spPr>
        <p:txBody>
          <a:bodyPr wrap="square" lIns="0" tIns="0" rIns="0" bIns="0" rtlCol="0" anchor="ctr"/>
          <a:lstStyle/>
          <a:p>
            <a:pPr algn="l" indent="0" marL="0">
              <a:buNone/>
            </a:pPr>
            <a:r>
              <a:rPr lang="en-US" sz="3000" dirty="0" spc="-10" kern="0">
                <a:solidFill>
                  <a:srgbClr val="F3EEE3"/>
                </a:solidFill>
                <a:latin typeface="Be Vietnam Pro SemiBold" pitchFamily="34" charset="0"/>
                <a:ea typeface="Be Vietnam Pro SemiBold" pitchFamily="34" charset="-122"/>
                <a:cs typeface="Be Vietnam Pro SemiBold" pitchFamily="34" charset="-120"/>
              </a:rPr>
              <a:t>Nên</a:t>
            </a:r>
            <a:r>
              <a:rPr lang="en-US" sz="3000" dirty="0" spc="8" kern="0">
                <a:solidFill>
                  <a:srgbClr val="F3EEE3"/>
                </a:solidFill>
                <a:latin typeface="Be Vietnam Pro SemiBold" pitchFamily="34" charset="0"/>
                <a:ea typeface="Be Vietnam Pro SemiBold" pitchFamily="34" charset="-122"/>
                <a:cs typeface="Be Vietnam Pro SemiBold" pitchFamily="34" charset="-120"/>
              </a:rPr>
              <a:t> đọc</a:t>
            </a:r>
            <a:r>
              <a:rPr lang="en-US" sz="3000" dirty="0" spc="10" kern="0">
                <a:solidFill>
                  <a:srgbClr val="F3EEE3"/>
                </a:solidFill>
                <a:latin typeface="Be Vietnam Pro SemiBold" pitchFamily="34" charset="0"/>
                <a:ea typeface="Be Vietnam Pro SemiBold" pitchFamily="34" charset="-122"/>
                <a:cs typeface="Be Vietnam Pro SemiBold" pitchFamily="34" charset="-120"/>
              </a:rPr>
              <a:t> trước</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ba</a:t>
            </a:r>
            <a:r>
              <a:rPr lang="en-US" sz="3000" dirty="0" spc="-22" kern="0">
                <a:solidFill>
                  <a:srgbClr val="F3EEE3"/>
                </a:solidFill>
                <a:latin typeface="Be Vietnam Pro SemiBold" pitchFamily="34" charset="0"/>
                <a:ea typeface="Be Vietnam Pro SemiBold" pitchFamily="34" charset="-122"/>
                <a:cs typeface="Be Vietnam Pro SemiBold" pitchFamily="34" charset="-120"/>
              </a:rPr>
              <a:t> repo</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nhỏ:</a:t>
            </a:r>
            <a:r>
              <a:rPr lang="en-US" sz="3000" dirty="0" spc="-28" kern="0">
                <a:solidFill>
                  <a:srgbClr val="F3EEE3"/>
                </a:solidFill>
                <a:latin typeface="Be Vietnam Pro SemiBold" pitchFamily="34" charset="0"/>
                <a:ea typeface="Be Vietnam Pro SemiBold" pitchFamily="34" charset="-122"/>
                <a:cs typeface="Be Vietnam Pro SemiBold" pitchFamily="34" charset="-120"/>
              </a:rPr>
              <a:t> Karpathy</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Skills,</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Humanizer,</a:t>
            </a:r>
            <a:r>
              <a:rPr lang="en-US" sz="3000" dirty="0" spc="-13" kern="0">
                <a:solidFill>
                  <a:srgbClr val="F3EEE3"/>
                </a:solidFill>
                <a:latin typeface="Be Vietnam Pro SemiBold" pitchFamily="34" charset="0"/>
                <a:ea typeface="Be Vietnam Pro SemiBold" pitchFamily="34" charset="-122"/>
                <a:cs typeface="Be Vietnam Pro SemiBold" pitchFamily="34" charset="-120"/>
              </a:rPr>
              <a:t> Superpowers</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(suy</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luận).</a:t>
            </a:r>
            <a:endParaRPr lang="en-US" sz="300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[S18]</a:t>
            </a:r>
            <a:r>
              <a:rPr lang="en-US" sz="1800" dirty="0" spc="1" kern="0">
                <a:solidFill>
                  <a:srgbClr val="9AA0B5"/>
                </a:solidFill>
                <a:latin typeface="Be Vietnam Pro" pitchFamily="34" charset="0"/>
                <a:ea typeface="Be Vietnam Pro" pitchFamily="34" charset="-122"/>
                <a:cs typeface="Be Vietnam Pro" pitchFamily="34" charset="-120"/>
              </a:rPr>
              <a:t> [S32]</a:t>
            </a:r>
            <a:endParaRPr lang="en-US" sz="1800" dirty="0"/>
          </a:p>
        </p:txBody>
      </p:sp>
      <p:sp>
        <p:nvSpPr>
          <p:cNvPr id="19" name="Shape 17"/>
          <p:cNvSpPr/>
          <p:nvPr/>
        </p:nvSpPr>
        <p:spPr>
          <a:xfrm>
            <a:off x="958561" y="9578686"/>
            <a:ext cx="83127" cy="83127"/>
          </a:xfrm>
          <a:prstGeom prst="ellipse">
            <a:avLst/>
          </a:prstGeom>
          <a:solidFill>
            <a:srgbClr val="F3EEE3">
              <a:alpha val="28000"/>
            </a:srgbClr>
          </a:solidFill>
          <a:ln/>
        </p:spPr>
      </p:sp>
      <p:sp>
        <p:nvSpPr>
          <p:cNvPr id="20" name="Shape 18"/>
          <p:cNvSpPr/>
          <p:nvPr/>
        </p:nvSpPr>
        <p:spPr>
          <a:xfrm>
            <a:off x="1124815" y="9578686"/>
            <a:ext cx="83127" cy="83127"/>
          </a:xfrm>
          <a:prstGeom prst="ellipse">
            <a:avLst/>
          </a:prstGeom>
          <a:solidFill>
            <a:srgbClr val="F3EEE3">
              <a:alpha val="28000"/>
            </a:srgbClr>
          </a:solidFill>
          <a:ln/>
        </p:spPr>
      </p:sp>
      <p:sp>
        <p:nvSpPr>
          <p:cNvPr id="21" name="Shape 19"/>
          <p:cNvSpPr/>
          <p:nvPr/>
        </p:nvSpPr>
        <p:spPr>
          <a:xfrm>
            <a:off x="1277215" y="9564832"/>
            <a:ext cx="110836" cy="110836"/>
          </a:xfrm>
          <a:prstGeom prst="ellipse">
            <a:avLst/>
          </a:prstGeom>
          <a:solidFill>
            <a:srgbClr val="FF6A4D"/>
          </a:solidFill>
          <a:ln/>
        </p:spPr>
      </p:sp>
      <p:sp>
        <p:nvSpPr>
          <p:cNvPr id="22" name="Shape 20"/>
          <p:cNvSpPr/>
          <p:nvPr/>
        </p:nvSpPr>
        <p:spPr>
          <a:xfrm>
            <a:off x="1457324" y="9578686"/>
            <a:ext cx="83127" cy="83127"/>
          </a:xfrm>
          <a:prstGeom prst="ellipse">
            <a:avLst/>
          </a:prstGeom>
          <a:solidFill>
            <a:srgbClr val="F3EEE3">
              <a:alpha val="28000"/>
            </a:srgbClr>
          </a:solidFill>
          <a:ln/>
        </p:spPr>
      </p:sp>
      <p:sp>
        <p:nvSpPr>
          <p:cNvPr id="23" name="Shape 21"/>
          <p:cNvSpPr/>
          <p:nvPr/>
        </p:nvSpPr>
        <p:spPr>
          <a:xfrm>
            <a:off x="1623578" y="9578686"/>
            <a:ext cx="83127" cy="83127"/>
          </a:xfrm>
          <a:prstGeom prst="ellipse">
            <a:avLst/>
          </a:prstGeom>
          <a:solidFill>
            <a:srgbClr val="F3EEE3">
              <a:alpha val="28000"/>
            </a:srgbClr>
          </a:solidFill>
          <a:ln/>
        </p:spPr>
      </p:sp>
      <p:sp>
        <p:nvSpPr>
          <p:cNvPr id="24" name="Shape 22"/>
          <p:cNvSpPr/>
          <p:nvPr/>
        </p:nvSpPr>
        <p:spPr>
          <a:xfrm>
            <a:off x="1789832" y="9578686"/>
            <a:ext cx="83127" cy="83127"/>
          </a:xfrm>
          <a:prstGeom prst="ellipse">
            <a:avLst/>
          </a:prstGeom>
          <a:solidFill>
            <a:srgbClr val="F3EEE3">
              <a:alpha val="28000"/>
            </a:srgbClr>
          </a:solidFill>
          <a:ln/>
        </p:spPr>
      </p:sp>
      <p:sp>
        <p:nvSpPr>
          <p:cNvPr id="25" name="Shape 23"/>
          <p:cNvSpPr/>
          <p:nvPr/>
        </p:nvSpPr>
        <p:spPr>
          <a:xfrm>
            <a:off x="1956086" y="9578686"/>
            <a:ext cx="83127" cy="83127"/>
          </a:xfrm>
          <a:prstGeom prst="ellipse">
            <a:avLst/>
          </a:prstGeom>
          <a:solidFill>
            <a:srgbClr val="F3EEE3">
              <a:alpha val="28000"/>
            </a:srgbClr>
          </a:solidFill>
          <a:ln/>
        </p:spPr>
      </p:sp>
      <p:sp>
        <p:nvSpPr>
          <p:cNvPr id="26" name="Shape 24"/>
          <p:cNvSpPr/>
          <p:nvPr/>
        </p:nvSpPr>
        <p:spPr>
          <a:xfrm>
            <a:off x="2122340" y="9578686"/>
            <a:ext cx="83127" cy="83127"/>
          </a:xfrm>
          <a:prstGeom prst="ellipse">
            <a:avLst/>
          </a:prstGeom>
          <a:solidFill>
            <a:srgbClr val="F3EEE3">
              <a:alpha val="28000"/>
            </a:srgbClr>
          </a:solidFill>
          <a:ln/>
        </p:spPr>
      </p:sp>
      <p:sp>
        <p:nvSpPr>
          <p:cNvPr id="27" name="Shape 25"/>
          <p:cNvSpPr/>
          <p:nvPr/>
        </p:nvSpPr>
        <p:spPr>
          <a:xfrm>
            <a:off x="2288594" y="9578686"/>
            <a:ext cx="83127" cy="83127"/>
          </a:xfrm>
          <a:prstGeom prst="ellipse">
            <a:avLst/>
          </a:prstGeom>
          <a:solidFill>
            <a:srgbClr val="F3EEE3">
              <a:alpha val="28000"/>
            </a:srgbClr>
          </a:solidFill>
          <a:ln/>
        </p:spPr>
      </p:sp>
      <p:sp>
        <p:nvSpPr>
          <p:cNvPr id="28" name="Shape 26"/>
          <p:cNvSpPr/>
          <p:nvPr/>
        </p:nvSpPr>
        <p:spPr>
          <a:xfrm>
            <a:off x="2454848" y="9578686"/>
            <a:ext cx="83127" cy="83127"/>
          </a:xfrm>
          <a:prstGeom prst="ellipse">
            <a:avLst/>
          </a:prstGeom>
          <a:solidFill>
            <a:srgbClr val="F3EEE3">
              <a:alpha val="28000"/>
            </a:srgbClr>
          </a:solidFill>
          <a:ln/>
        </p:spPr>
      </p:sp>
      <p:sp>
        <p:nvSpPr>
          <p:cNvPr id="29" name="Shape 27"/>
          <p:cNvSpPr/>
          <p:nvPr/>
        </p:nvSpPr>
        <p:spPr>
          <a:xfrm>
            <a:off x="2621102" y="9578686"/>
            <a:ext cx="83127" cy="83127"/>
          </a:xfrm>
          <a:prstGeom prst="ellipse">
            <a:avLst/>
          </a:prstGeom>
          <a:solidFill>
            <a:srgbClr val="F3EEE3">
              <a:alpha val="28000"/>
            </a:srgbClr>
          </a:solidFill>
          <a:ln/>
        </p:spPr>
      </p:sp>
      <p:sp>
        <p:nvSpPr>
          <p:cNvPr id="30" name="Shape 28"/>
          <p:cNvSpPr/>
          <p:nvPr/>
        </p:nvSpPr>
        <p:spPr>
          <a:xfrm>
            <a:off x="2787357" y="9578686"/>
            <a:ext cx="83127" cy="83127"/>
          </a:xfrm>
          <a:prstGeom prst="ellipse">
            <a:avLst/>
          </a:prstGeom>
          <a:solidFill>
            <a:srgbClr val="F3EEE3">
              <a:alpha val="28000"/>
            </a:srgbClr>
          </a:solidFill>
          <a:ln/>
        </p:spPr>
      </p:sp>
      <p:sp>
        <p:nvSpPr>
          <p:cNvPr id="31" name="Shape 29"/>
          <p:cNvSpPr/>
          <p:nvPr/>
        </p:nvSpPr>
        <p:spPr>
          <a:xfrm>
            <a:off x="2953611" y="9578686"/>
            <a:ext cx="83127" cy="83127"/>
          </a:xfrm>
          <a:prstGeom prst="ellipse">
            <a:avLst/>
          </a:prstGeom>
          <a:solidFill>
            <a:srgbClr val="F3EEE3">
              <a:alpha val="28000"/>
            </a:srgbClr>
          </a:solidFill>
          <a:ln/>
        </p:spPr>
      </p:sp>
      <p:sp>
        <p:nvSpPr>
          <p:cNvPr id="32" name="Shape 30"/>
          <p:cNvSpPr/>
          <p:nvPr/>
        </p:nvSpPr>
        <p:spPr>
          <a:xfrm>
            <a:off x="3119865" y="9578686"/>
            <a:ext cx="83127" cy="83127"/>
          </a:xfrm>
          <a:prstGeom prst="ellipse">
            <a:avLst/>
          </a:prstGeom>
          <a:solidFill>
            <a:srgbClr val="F3EEE3">
              <a:alpha val="28000"/>
            </a:srgbClr>
          </a:solidFill>
          <a:ln/>
        </p:spPr>
      </p:sp>
      <p:sp>
        <p:nvSpPr>
          <p:cNvPr id="33" name="Shape 31"/>
          <p:cNvSpPr/>
          <p:nvPr/>
        </p:nvSpPr>
        <p:spPr>
          <a:xfrm>
            <a:off x="3286119" y="9578686"/>
            <a:ext cx="83127" cy="83127"/>
          </a:xfrm>
          <a:prstGeom prst="ellipse">
            <a:avLst/>
          </a:prstGeom>
          <a:solidFill>
            <a:srgbClr val="F3EEE3">
              <a:alpha val="28000"/>
            </a:srgbClr>
          </a:solidFill>
          <a:ln/>
        </p:spPr>
      </p:sp>
      <p:sp>
        <p:nvSpPr>
          <p:cNvPr id="34" name="Shape 32"/>
          <p:cNvSpPr/>
          <p:nvPr/>
        </p:nvSpPr>
        <p:spPr>
          <a:xfrm>
            <a:off x="3452373" y="9578686"/>
            <a:ext cx="83127" cy="83127"/>
          </a:xfrm>
          <a:prstGeom prst="ellipse">
            <a:avLst/>
          </a:prstGeom>
          <a:solidFill>
            <a:srgbClr val="F3EEE3">
              <a:alpha val="28000"/>
            </a:srgbClr>
          </a:solidFill>
          <a:ln/>
        </p:spPr>
      </p:sp>
      <p:sp>
        <p:nvSpPr>
          <p:cNvPr id="35" name="Shape 33"/>
          <p:cNvSpPr/>
          <p:nvPr/>
        </p:nvSpPr>
        <p:spPr>
          <a:xfrm>
            <a:off x="3618627" y="9578686"/>
            <a:ext cx="83127" cy="83127"/>
          </a:xfrm>
          <a:prstGeom prst="ellipse">
            <a:avLst/>
          </a:prstGeom>
          <a:solidFill>
            <a:srgbClr val="F3EEE3">
              <a:alpha val="28000"/>
            </a:srgbClr>
          </a:solidFill>
          <a:ln/>
        </p:spPr>
      </p:sp>
      <p:sp>
        <p:nvSpPr>
          <p:cNvPr id="36" name="Shape 34"/>
          <p:cNvSpPr/>
          <p:nvPr/>
        </p:nvSpPr>
        <p:spPr>
          <a:xfrm>
            <a:off x="3784881" y="9578686"/>
            <a:ext cx="83127" cy="83127"/>
          </a:xfrm>
          <a:prstGeom prst="ellipse">
            <a:avLst/>
          </a:prstGeom>
          <a:solidFill>
            <a:srgbClr val="F3EEE3">
              <a:alpha val="28000"/>
            </a:srgbClr>
          </a:solidFill>
          <a:ln/>
        </p:spPr>
      </p:sp>
      <p:sp>
        <p:nvSpPr>
          <p:cNvPr id="37" name="Shape 35"/>
          <p:cNvSpPr/>
          <p:nvPr/>
        </p:nvSpPr>
        <p:spPr>
          <a:xfrm>
            <a:off x="3951135" y="9578686"/>
            <a:ext cx="83127" cy="83127"/>
          </a:xfrm>
          <a:prstGeom prst="ellipse">
            <a:avLst/>
          </a:prstGeom>
          <a:solidFill>
            <a:srgbClr val="F3EEE3">
              <a:alpha val="28000"/>
            </a:srgbClr>
          </a:solidFill>
          <a:ln/>
        </p:spPr>
      </p:sp>
      <p:sp>
        <p:nvSpPr>
          <p:cNvPr id="38" name="Shape 36"/>
          <p:cNvSpPr/>
          <p:nvPr/>
        </p:nvSpPr>
        <p:spPr>
          <a:xfrm>
            <a:off x="4117389" y="9578686"/>
            <a:ext cx="83127" cy="83127"/>
          </a:xfrm>
          <a:prstGeom prst="ellipse">
            <a:avLst/>
          </a:prstGeom>
          <a:solidFill>
            <a:srgbClr val="F3EEE3">
              <a:alpha val="28000"/>
            </a:srgbClr>
          </a:solidFill>
          <a:ln/>
        </p:spPr>
      </p:sp>
      <p:sp>
        <p:nvSpPr>
          <p:cNvPr id="39" name="Shape 37"/>
          <p:cNvSpPr/>
          <p:nvPr/>
        </p:nvSpPr>
        <p:spPr>
          <a:xfrm>
            <a:off x="4283644" y="9578686"/>
            <a:ext cx="83127" cy="83127"/>
          </a:xfrm>
          <a:prstGeom prst="ellipse">
            <a:avLst/>
          </a:prstGeom>
          <a:solidFill>
            <a:srgbClr val="F3EEE3">
              <a:alpha val="28000"/>
            </a:srgbClr>
          </a:solidFill>
          <a:ln/>
        </p:spPr>
      </p:sp>
      <p:sp>
        <p:nvSpPr>
          <p:cNvPr id="40" name="Shape 38"/>
          <p:cNvSpPr/>
          <p:nvPr/>
        </p:nvSpPr>
        <p:spPr>
          <a:xfrm>
            <a:off x="4449898" y="9578686"/>
            <a:ext cx="83127" cy="83127"/>
          </a:xfrm>
          <a:prstGeom prst="ellipse">
            <a:avLst/>
          </a:prstGeom>
          <a:solidFill>
            <a:srgbClr val="F3EEE3">
              <a:alpha val="28000"/>
            </a:srgbClr>
          </a:solidFill>
          <a:ln/>
        </p:spPr>
      </p:sp>
      <p:sp>
        <p:nvSpPr>
          <p:cNvPr id="41" name="Shape 39"/>
          <p:cNvSpPr/>
          <p:nvPr/>
        </p:nvSpPr>
        <p:spPr>
          <a:xfrm>
            <a:off x="4616152" y="9578686"/>
            <a:ext cx="83127" cy="83127"/>
          </a:xfrm>
          <a:prstGeom prst="ellipse">
            <a:avLst/>
          </a:prstGeom>
          <a:solidFill>
            <a:srgbClr val="F3EEE3">
              <a:alpha val="28000"/>
            </a:srgbClr>
          </a:solidFill>
          <a:ln/>
        </p:spPr>
      </p:sp>
      <p:sp>
        <p:nvSpPr>
          <p:cNvPr id="42" name="Shape 40"/>
          <p:cNvSpPr/>
          <p:nvPr/>
        </p:nvSpPr>
        <p:spPr>
          <a:xfrm>
            <a:off x="4782406" y="9578686"/>
            <a:ext cx="83127" cy="83127"/>
          </a:xfrm>
          <a:prstGeom prst="ellipse">
            <a:avLst/>
          </a:prstGeom>
          <a:solidFill>
            <a:srgbClr val="F3EEE3">
              <a:alpha val="28000"/>
            </a:srgbClr>
          </a:solidFill>
          <a:ln/>
        </p:spPr>
      </p:sp>
      <p:sp>
        <p:nvSpPr>
          <p:cNvPr id="43" name="Shape 41"/>
          <p:cNvSpPr/>
          <p:nvPr/>
        </p:nvSpPr>
        <p:spPr>
          <a:xfrm>
            <a:off x="4948660" y="9578686"/>
            <a:ext cx="83127" cy="83127"/>
          </a:xfrm>
          <a:prstGeom prst="ellipse">
            <a:avLst/>
          </a:prstGeom>
          <a:solidFill>
            <a:srgbClr val="F3EEE3">
              <a:alpha val="28000"/>
            </a:srgbClr>
          </a:solidFill>
          <a:ln/>
        </p:spPr>
      </p:sp>
      <p:sp>
        <p:nvSpPr>
          <p:cNvPr id="44" name="Shape 42"/>
          <p:cNvSpPr/>
          <p:nvPr/>
        </p:nvSpPr>
        <p:spPr>
          <a:xfrm>
            <a:off x="5114914" y="9578686"/>
            <a:ext cx="83127" cy="83127"/>
          </a:xfrm>
          <a:prstGeom prst="ellipse">
            <a:avLst/>
          </a:prstGeom>
          <a:solidFill>
            <a:srgbClr val="F3EEE3">
              <a:alpha val="28000"/>
            </a:srgbClr>
          </a:solidFill>
          <a:ln/>
        </p:spPr>
      </p:sp>
      <p:sp>
        <p:nvSpPr>
          <p:cNvPr id="45" name="Shape 43"/>
          <p:cNvSpPr/>
          <p:nvPr/>
        </p:nvSpPr>
        <p:spPr>
          <a:xfrm>
            <a:off x="5281168" y="9578686"/>
            <a:ext cx="83127" cy="83127"/>
          </a:xfrm>
          <a:prstGeom prst="ellipse">
            <a:avLst/>
          </a:prstGeom>
          <a:solidFill>
            <a:srgbClr val="F3EEE3">
              <a:alpha val="28000"/>
            </a:srgbClr>
          </a:solidFill>
          <a:ln/>
        </p:spPr>
      </p:sp>
      <p:sp>
        <p:nvSpPr>
          <p:cNvPr id="46" name="Shape 44"/>
          <p:cNvSpPr/>
          <p:nvPr/>
        </p:nvSpPr>
        <p:spPr>
          <a:xfrm>
            <a:off x="5447422" y="9578686"/>
            <a:ext cx="83127" cy="83127"/>
          </a:xfrm>
          <a:prstGeom prst="ellipse">
            <a:avLst/>
          </a:prstGeom>
          <a:solidFill>
            <a:srgbClr val="F3EEE3">
              <a:alpha val="28000"/>
            </a:srgbClr>
          </a:solidFill>
          <a:ln/>
        </p:spPr>
      </p:sp>
      <p:sp>
        <p:nvSpPr>
          <p:cNvPr id="47" name="Shape 45"/>
          <p:cNvSpPr/>
          <p:nvPr/>
        </p:nvSpPr>
        <p:spPr>
          <a:xfrm>
            <a:off x="5613676" y="9578686"/>
            <a:ext cx="83127" cy="83127"/>
          </a:xfrm>
          <a:prstGeom prst="ellipse">
            <a:avLst/>
          </a:prstGeom>
          <a:solidFill>
            <a:srgbClr val="F3EEE3">
              <a:alpha val="28000"/>
            </a:srgbClr>
          </a:solidFill>
          <a:ln/>
        </p:spPr>
      </p:sp>
      <p:sp>
        <p:nvSpPr>
          <p:cNvPr id="48" name="Shape 46"/>
          <p:cNvSpPr/>
          <p:nvPr/>
        </p:nvSpPr>
        <p:spPr>
          <a:xfrm>
            <a:off x="5779931" y="9578686"/>
            <a:ext cx="83127" cy="83127"/>
          </a:xfrm>
          <a:prstGeom prst="ellipse">
            <a:avLst/>
          </a:prstGeom>
          <a:solidFill>
            <a:srgbClr val="F3EEE3">
              <a:alpha val="28000"/>
            </a:srgbClr>
          </a:solidFill>
          <a:ln/>
        </p:spPr>
      </p:sp>
      <p:sp>
        <p:nvSpPr>
          <p:cNvPr id="49" name="Shape 47"/>
          <p:cNvSpPr/>
          <p:nvPr/>
        </p:nvSpPr>
        <p:spPr>
          <a:xfrm>
            <a:off x="5946185" y="9578686"/>
            <a:ext cx="83127" cy="83127"/>
          </a:xfrm>
          <a:prstGeom prst="ellipse">
            <a:avLst/>
          </a:prstGeom>
          <a:solidFill>
            <a:srgbClr val="F3EEE3">
              <a:alpha val="28000"/>
            </a:srgbClr>
          </a:solidFill>
          <a:ln/>
        </p:spPr>
      </p:sp>
      <p:sp>
        <p:nvSpPr>
          <p:cNvPr id="50" name="Shape 48"/>
          <p:cNvSpPr/>
          <p:nvPr/>
        </p:nvSpPr>
        <p:spPr>
          <a:xfrm>
            <a:off x="6112439" y="9578686"/>
            <a:ext cx="83127" cy="83127"/>
          </a:xfrm>
          <a:prstGeom prst="ellipse">
            <a:avLst/>
          </a:prstGeom>
          <a:solidFill>
            <a:srgbClr val="F3EEE3">
              <a:alpha val="28000"/>
            </a:srgbClr>
          </a:solidFill>
          <a:ln/>
        </p:spPr>
      </p:sp>
      <p:sp>
        <p:nvSpPr>
          <p:cNvPr id="51" name="Shape 49"/>
          <p:cNvSpPr/>
          <p:nvPr/>
        </p:nvSpPr>
        <p:spPr>
          <a:xfrm>
            <a:off x="6278693" y="9578686"/>
            <a:ext cx="83127" cy="83127"/>
          </a:xfrm>
          <a:prstGeom prst="ellipse">
            <a:avLst/>
          </a:prstGeom>
          <a:solidFill>
            <a:srgbClr val="F3EEE3">
              <a:alpha val="28000"/>
            </a:srgbClr>
          </a:solidFill>
          <a:ln/>
        </p:spPr>
      </p:sp>
      <p:sp>
        <p:nvSpPr>
          <p:cNvPr id="52" name="Shape 50"/>
          <p:cNvSpPr/>
          <p:nvPr/>
        </p:nvSpPr>
        <p:spPr>
          <a:xfrm>
            <a:off x="6444947" y="9578686"/>
            <a:ext cx="83127" cy="83127"/>
          </a:xfrm>
          <a:prstGeom prst="ellipse">
            <a:avLst/>
          </a:prstGeom>
          <a:solidFill>
            <a:srgbClr val="F3EEE3">
              <a:alpha val="28000"/>
            </a:srgbClr>
          </a:solidFill>
          <a:ln/>
        </p:spPr>
      </p:sp>
      <p:sp>
        <p:nvSpPr>
          <p:cNvPr id="53" name="Shape 51"/>
          <p:cNvSpPr/>
          <p:nvPr/>
        </p:nvSpPr>
        <p:spPr>
          <a:xfrm>
            <a:off x="6611201" y="9578686"/>
            <a:ext cx="83127" cy="83127"/>
          </a:xfrm>
          <a:prstGeom prst="ellipse">
            <a:avLst/>
          </a:prstGeom>
          <a:solidFill>
            <a:srgbClr val="F3EEE3">
              <a:alpha val="28000"/>
            </a:srgbClr>
          </a:solidFill>
          <a:ln/>
        </p:spPr>
      </p:sp>
      <p:sp>
        <p:nvSpPr>
          <p:cNvPr id="54" name="Shape 52"/>
          <p:cNvSpPr/>
          <p:nvPr/>
        </p:nvSpPr>
        <p:spPr>
          <a:xfrm>
            <a:off x="6777455" y="9578686"/>
            <a:ext cx="83127" cy="83127"/>
          </a:xfrm>
          <a:prstGeom prst="ellipse">
            <a:avLst/>
          </a:prstGeom>
          <a:solidFill>
            <a:srgbClr val="F3EEE3">
              <a:alpha val="28000"/>
            </a:srgbClr>
          </a:solidFill>
          <a:ln/>
        </p:spPr>
      </p:sp>
      <p:sp>
        <p:nvSpPr>
          <p:cNvPr id="55" name="Shape 53"/>
          <p:cNvSpPr/>
          <p:nvPr/>
        </p:nvSpPr>
        <p:spPr>
          <a:xfrm>
            <a:off x="6943709" y="9578686"/>
            <a:ext cx="83127" cy="83127"/>
          </a:xfrm>
          <a:prstGeom prst="ellipse">
            <a:avLst/>
          </a:prstGeom>
          <a:solidFill>
            <a:srgbClr val="F3EEE3">
              <a:alpha val="28000"/>
            </a:srgbClr>
          </a:solidFill>
          <a:ln/>
        </p:spPr>
      </p:sp>
      <p:sp>
        <p:nvSpPr>
          <p:cNvPr id="56" name="Shape 54"/>
          <p:cNvSpPr/>
          <p:nvPr/>
        </p:nvSpPr>
        <p:spPr>
          <a:xfrm>
            <a:off x="7109963" y="9578686"/>
            <a:ext cx="83127" cy="83127"/>
          </a:xfrm>
          <a:prstGeom prst="ellipse">
            <a:avLst/>
          </a:prstGeom>
          <a:solidFill>
            <a:srgbClr val="F3EEE3">
              <a:alpha val="28000"/>
            </a:srgbClr>
          </a:solidFill>
          <a:ln/>
        </p:spPr>
      </p:sp>
      <p:sp>
        <p:nvSpPr>
          <p:cNvPr id="57" name="Shape 55"/>
          <p:cNvSpPr/>
          <p:nvPr/>
        </p:nvSpPr>
        <p:spPr>
          <a:xfrm>
            <a:off x="7276218" y="9578686"/>
            <a:ext cx="83127" cy="83127"/>
          </a:xfrm>
          <a:prstGeom prst="ellipse">
            <a:avLst/>
          </a:prstGeom>
          <a:solidFill>
            <a:srgbClr val="F3EEE3">
              <a:alpha val="28000"/>
            </a:srgbClr>
          </a:solidFill>
          <a:ln/>
        </p:spPr>
      </p:sp>
      <p:sp>
        <p:nvSpPr>
          <p:cNvPr id="58" name="Shape 56"/>
          <p:cNvSpPr/>
          <p:nvPr/>
        </p:nvSpPr>
        <p:spPr>
          <a:xfrm>
            <a:off x="7442472" y="9578686"/>
            <a:ext cx="83127" cy="83127"/>
          </a:xfrm>
          <a:prstGeom prst="ellipse">
            <a:avLst/>
          </a:prstGeom>
          <a:solidFill>
            <a:srgbClr val="F3EEE3">
              <a:alpha val="28000"/>
            </a:srgbClr>
          </a:solidFill>
          <a:ln/>
        </p:spPr>
      </p:sp>
      <p:sp>
        <p:nvSpPr>
          <p:cNvPr id="59" name="Shape 57"/>
          <p:cNvSpPr/>
          <p:nvPr/>
        </p:nvSpPr>
        <p:spPr>
          <a:xfrm>
            <a:off x="7608726" y="9578686"/>
            <a:ext cx="83127" cy="83127"/>
          </a:xfrm>
          <a:prstGeom prst="ellipse">
            <a:avLst/>
          </a:prstGeom>
          <a:solidFill>
            <a:srgbClr val="F3EEE3">
              <a:alpha val="28000"/>
            </a:srgbClr>
          </a:solidFill>
          <a:ln/>
        </p:spPr>
      </p:sp>
      <p:sp>
        <p:nvSpPr>
          <p:cNvPr id="60" name="Shape 58"/>
          <p:cNvSpPr/>
          <p:nvPr/>
        </p:nvSpPr>
        <p:spPr>
          <a:xfrm>
            <a:off x="7774980" y="9578686"/>
            <a:ext cx="83127" cy="83127"/>
          </a:xfrm>
          <a:prstGeom prst="ellipse">
            <a:avLst/>
          </a:prstGeom>
          <a:solidFill>
            <a:srgbClr val="F3EEE3">
              <a:alpha val="28000"/>
            </a:srgbClr>
          </a:solidFill>
          <a:ln/>
        </p:spPr>
      </p:sp>
      <p:sp>
        <p:nvSpPr>
          <p:cNvPr id="61" name="Shape 59"/>
          <p:cNvSpPr/>
          <p:nvPr/>
        </p:nvSpPr>
        <p:spPr>
          <a:xfrm>
            <a:off x="7941234" y="9578686"/>
            <a:ext cx="83127" cy="83127"/>
          </a:xfrm>
          <a:prstGeom prst="ellipse">
            <a:avLst/>
          </a:prstGeom>
          <a:solidFill>
            <a:srgbClr val="F3EEE3">
              <a:alpha val="28000"/>
            </a:srgbClr>
          </a:solidFill>
          <a:ln/>
        </p:spPr>
      </p:sp>
      <p:sp>
        <p:nvSpPr>
          <p:cNvPr id="62" name="Shape 60"/>
          <p:cNvSpPr/>
          <p:nvPr/>
        </p:nvSpPr>
        <p:spPr>
          <a:xfrm>
            <a:off x="8107488" y="9578686"/>
            <a:ext cx="83127" cy="83127"/>
          </a:xfrm>
          <a:prstGeom prst="ellipse">
            <a:avLst/>
          </a:prstGeom>
          <a:solidFill>
            <a:srgbClr val="F3EEE3">
              <a:alpha val="28000"/>
            </a:srgbClr>
          </a:solidFill>
          <a:ln/>
        </p:spPr>
      </p:sp>
      <p:sp>
        <p:nvSpPr>
          <p:cNvPr id="63" name="Shape 61"/>
          <p:cNvSpPr/>
          <p:nvPr/>
        </p:nvSpPr>
        <p:spPr>
          <a:xfrm>
            <a:off x="8273742" y="9578686"/>
            <a:ext cx="83127" cy="83127"/>
          </a:xfrm>
          <a:prstGeom prst="ellipse">
            <a:avLst/>
          </a:prstGeom>
          <a:solidFill>
            <a:srgbClr val="F3EEE3">
              <a:alpha val="28000"/>
            </a:srgbClr>
          </a:solidFill>
          <a:ln/>
        </p:spPr>
      </p:sp>
      <p:sp>
        <p:nvSpPr>
          <p:cNvPr id="64" name="Shape 62"/>
          <p:cNvSpPr/>
          <p:nvPr/>
        </p:nvSpPr>
        <p:spPr>
          <a:xfrm>
            <a:off x="8439996" y="9578686"/>
            <a:ext cx="83127" cy="83127"/>
          </a:xfrm>
          <a:prstGeom prst="ellipse">
            <a:avLst/>
          </a:prstGeom>
          <a:solidFill>
            <a:srgbClr val="F3EEE3">
              <a:alpha val="28000"/>
            </a:srgbClr>
          </a:solidFill>
          <a:ln/>
        </p:spPr>
      </p:sp>
      <p:sp>
        <p:nvSpPr>
          <p:cNvPr id="65" name="Shape 63"/>
          <p:cNvSpPr/>
          <p:nvPr/>
        </p:nvSpPr>
        <p:spPr>
          <a:xfrm>
            <a:off x="8606251" y="9578686"/>
            <a:ext cx="83127" cy="83127"/>
          </a:xfrm>
          <a:prstGeom prst="ellipse">
            <a:avLst/>
          </a:prstGeom>
          <a:solidFill>
            <a:srgbClr val="F3EEE3">
              <a:alpha val="28000"/>
            </a:srgbClr>
          </a:solidFill>
          <a:ln/>
        </p:spPr>
      </p:sp>
      <p:sp>
        <p:nvSpPr>
          <p:cNvPr id="66" name="Shape 64"/>
          <p:cNvSpPr/>
          <p:nvPr/>
        </p:nvSpPr>
        <p:spPr>
          <a:xfrm>
            <a:off x="8772505" y="9578686"/>
            <a:ext cx="83127" cy="83127"/>
          </a:xfrm>
          <a:prstGeom prst="ellipse">
            <a:avLst/>
          </a:prstGeom>
          <a:solidFill>
            <a:srgbClr val="F3EEE3">
              <a:alpha val="28000"/>
            </a:srgbClr>
          </a:solidFill>
          <a:ln/>
        </p:spPr>
      </p:sp>
      <p:sp>
        <p:nvSpPr>
          <p:cNvPr id="67" name="Shape 65"/>
          <p:cNvSpPr/>
          <p:nvPr/>
        </p:nvSpPr>
        <p:spPr>
          <a:xfrm>
            <a:off x="8938759" y="9578686"/>
            <a:ext cx="83127" cy="83127"/>
          </a:xfrm>
          <a:prstGeom prst="ellipse">
            <a:avLst/>
          </a:prstGeom>
          <a:solidFill>
            <a:srgbClr val="F3EEE3">
              <a:alpha val="28000"/>
            </a:srgbClr>
          </a:solidFill>
          <a:ln/>
        </p:spPr>
      </p:sp>
      <p:sp>
        <p:nvSpPr>
          <p:cNvPr id="68" name="Shape 66"/>
          <p:cNvSpPr/>
          <p:nvPr/>
        </p:nvSpPr>
        <p:spPr>
          <a:xfrm>
            <a:off x="9105013" y="9578686"/>
            <a:ext cx="83127" cy="83127"/>
          </a:xfrm>
          <a:prstGeom prst="ellipse">
            <a:avLst/>
          </a:prstGeom>
          <a:solidFill>
            <a:srgbClr val="F3EEE3">
              <a:alpha val="28000"/>
            </a:srgbClr>
          </a:solidFill>
          <a:ln/>
        </p:spPr>
      </p:sp>
      <p:sp>
        <p:nvSpPr>
          <p:cNvPr id="69" name="Shape 67"/>
          <p:cNvSpPr/>
          <p:nvPr/>
        </p:nvSpPr>
        <p:spPr>
          <a:xfrm>
            <a:off x="9271267" y="9578686"/>
            <a:ext cx="83127" cy="83127"/>
          </a:xfrm>
          <a:prstGeom prst="ellipse">
            <a:avLst/>
          </a:prstGeom>
          <a:solidFill>
            <a:srgbClr val="F3EEE3">
              <a:alpha val="28000"/>
            </a:srgbClr>
          </a:solidFill>
          <a:ln/>
        </p:spPr>
      </p:sp>
      <p:sp>
        <p:nvSpPr>
          <p:cNvPr id="70" name="Shape 68"/>
          <p:cNvSpPr/>
          <p:nvPr/>
        </p:nvSpPr>
        <p:spPr>
          <a:xfrm>
            <a:off x="9437521" y="9578686"/>
            <a:ext cx="83127" cy="83127"/>
          </a:xfrm>
          <a:prstGeom prst="ellipse">
            <a:avLst/>
          </a:prstGeom>
          <a:solidFill>
            <a:srgbClr val="F3EEE3">
              <a:alpha val="28000"/>
            </a:srgbClr>
          </a:solidFill>
          <a:ln/>
        </p:spPr>
      </p:sp>
      <p:sp>
        <p:nvSpPr>
          <p:cNvPr id="71" name="Shape 69"/>
          <p:cNvSpPr/>
          <p:nvPr/>
        </p:nvSpPr>
        <p:spPr>
          <a:xfrm>
            <a:off x="9603775" y="9578686"/>
            <a:ext cx="83127" cy="83127"/>
          </a:xfrm>
          <a:prstGeom prst="ellipse">
            <a:avLst/>
          </a:prstGeom>
          <a:solidFill>
            <a:srgbClr val="F3EEE3">
              <a:alpha val="28000"/>
            </a:srgbClr>
          </a:solidFill>
          <a:ln/>
        </p:spPr>
      </p:sp>
      <p:sp>
        <p:nvSpPr>
          <p:cNvPr id="72" name="Shape 70"/>
          <p:cNvSpPr/>
          <p:nvPr/>
        </p:nvSpPr>
        <p:spPr>
          <a:xfrm>
            <a:off x="9770029" y="9578686"/>
            <a:ext cx="83127" cy="83127"/>
          </a:xfrm>
          <a:prstGeom prst="ellipse">
            <a:avLst/>
          </a:prstGeom>
          <a:solidFill>
            <a:srgbClr val="F3EEE3">
              <a:alpha val="28000"/>
            </a:srgbClr>
          </a:solidFill>
          <a:ln/>
        </p:spPr>
      </p:sp>
      <p:sp>
        <p:nvSpPr>
          <p:cNvPr id="73" name="Shape 71"/>
          <p:cNvSpPr/>
          <p:nvPr/>
        </p:nvSpPr>
        <p:spPr>
          <a:xfrm>
            <a:off x="9936283" y="9578686"/>
            <a:ext cx="83127" cy="83127"/>
          </a:xfrm>
          <a:prstGeom prst="ellipse">
            <a:avLst/>
          </a:prstGeom>
          <a:solidFill>
            <a:srgbClr val="F3EEE3">
              <a:alpha val="28000"/>
            </a:srgbClr>
          </a:solidFill>
          <a:ln/>
        </p:spPr>
      </p:sp>
      <p:sp>
        <p:nvSpPr>
          <p:cNvPr id="74" name="Text 72"/>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 03/55</a:t>
            </a:r>
            <a:endParaRPr lang="en-US" sz="1800" dirty="0"/>
          </a:p>
        </p:txBody>
      </p:sp>
      <p:sp>
        <p:nvSpPr>
          <p:cNvPr id="75" name="Shape 73"/>
          <p:cNvSpPr/>
          <p:nvPr/>
        </p:nvSpPr>
        <p:spPr>
          <a:xfrm>
            <a:off x="15983712" y="9076331"/>
            <a:ext cx="1645920" cy="552301"/>
          </a:xfrm>
          <a:prstGeom prst="roundRect">
            <a:avLst>
              <a:gd name="adj" fmla="val 28000"/>
            </a:avLst>
          </a:prstGeom>
          <a:solidFill>
            <a:srgbClr val="FFFFFF">
              <a:alpha val="82000"/>
            </a:srgbClr>
          </a:solidFill>
          <a:ln/>
        </p:spPr>
      </p:sp>
      <p:pic>
        <p:nvPicPr>
          <p:cNvPr id="76" name="Moda image moda-export-watermark-91bbcdbc-ffbe-45d2-89a6-02765f03b38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Bốn nhãn</a:t>
            </a:r>
            <a:r>
              <a:rPr lang="en-US" sz="5700" dirty="0" spc="13" kern="0">
                <a:solidFill>
                  <a:srgbClr val="14161C"/>
                </a:solidFill>
                <a:latin typeface="Bricolage Grotesque ExtraBold" pitchFamily="34" charset="0"/>
                <a:ea typeface="Bricolage Grotesque ExtraBold" pitchFamily="34" charset="-122"/>
                <a:cs typeface="Bricolage Grotesque ExtraBold" pitchFamily="34" charset="-120"/>
              </a:rPr>
              <a:t> để</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đọc</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báo</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cáo</a:t>
            </a:r>
            <a:endParaRPr lang="en-US" sz="5700" dirty="0"/>
          </a:p>
        </p:txBody>
      </p:sp>
      <p:sp>
        <p:nvSpPr>
          <p:cNvPr id="3" name="Shape 1"/>
          <p:cNvSpPr/>
          <p:nvPr/>
        </p:nvSpPr>
        <p:spPr>
          <a:xfrm>
            <a:off x="914400" y="3048000"/>
            <a:ext cx="3857625" cy="4953000"/>
          </a:xfrm>
          <a:prstGeom prst="roundRect">
            <a:avLst>
              <a:gd name="adj" fmla="val 6914"/>
            </a:avLst>
          </a:prstGeom>
          <a:solidFill>
            <a:srgbClr val="E8E0CF"/>
          </a:solidFill>
          <a:ln/>
        </p:spPr>
      </p:sp>
      <p:sp>
        <p:nvSpPr>
          <p:cNvPr id="4" name="Shape 2"/>
          <p:cNvSpPr/>
          <p:nvPr/>
        </p:nvSpPr>
        <p:spPr>
          <a:xfrm>
            <a:off x="914400" y="3048000"/>
            <a:ext cx="3857625" cy="152400"/>
          </a:xfrm>
          <a:prstGeom prst="roundRect">
            <a:avLst>
              <a:gd name="adj" fmla="val 50000"/>
            </a:avLst>
          </a:prstGeom>
          <a:solidFill>
            <a:srgbClr val="B45309"/>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spc="-23" kern="0">
                <a:solidFill>
                  <a:srgbClr val="B45309"/>
                </a:solidFill>
                <a:latin typeface="Bricolage Grotesque ExtraBold" pitchFamily="34" charset="0"/>
                <a:ea typeface="Bricolage Grotesque ExtraBold" pitchFamily="34" charset="-122"/>
                <a:cs typeface="Bricolage Grotesque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spc="-5" kern="0">
                <a:solidFill>
                  <a:srgbClr val="14161C"/>
                </a:solidFill>
                <a:latin typeface="Be Vietnam Pro" pitchFamily="34" charset="0"/>
                <a:ea typeface="Be Vietnam Pro" pitchFamily="34" charset="-122"/>
                <a:cs typeface="Be Vietnam Pro" pitchFamily="34" charset="-120"/>
              </a:rPr>
              <a:t>Nguồn</a:t>
            </a:r>
            <a:r>
              <a:rPr lang="en-US" sz="2700" b="1" dirty="0" spc="-18" kern="0">
                <a:solidFill>
                  <a:srgbClr val="14161C"/>
                </a:solidFill>
                <a:latin typeface="Be Vietnam Pro" pitchFamily="34" charset="0"/>
                <a:ea typeface="Be Vietnam Pro" pitchFamily="34" charset="-122"/>
                <a:cs typeface="Be Vietnam Pro" pitchFamily="34" charset="-120"/>
              </a:rPr>
              <a:t> repo</a:t>
            </a:r>
            <a:endParaRPr lang="en-US" sz="2700" dirty="0"/>
          </a:p>
        </p:txBody>
      </p:sp>
      <p:sp>
        <p:nvSpPr>
          <p:cNvPr id="7" name="Text 5"/>
          <p:cNvSpPr/>
          <p:nvPr/>
        </p:nvSpPr>
        <p:spPr>
          <a:xfrm>
            <a:off x="129540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3" kern="0">
                <a:solidFill>
                  <a:srgbClr val="6B6A66"/>
                </a:solidFill>
                <a:latin typeface="Be Vietnam Pro" pitchFamily="34" charset="0"/>
                <a:ea typeface="Be Vietnam Pro" pitchFamily="34" charset="-122"/>
                <a:cs typeface="Be Vietnam Pro" pitchFamily="34" charset="-120"/>
              </a:rPr>
              <a:t>đọc</a:t>
            </a:r>
            <a:r>
              <a:rPr lang="en-US" sz="2550" dirty="0" spc="1" kern="0">
                <a:solidFill>
                  <a:srgbClr val="6B6A66"/>
                </a:solidFill>
                <a:latin typeface="Be Vietnam Pro" pitchFamily="34" charset="0"/>
                <a:ea typeface="Be Vietnam Pro" pitchFamily="34" charset="-122"/>
                <a:cs typeface="Be Vietnam Pro" pitchFamily="34" charset="-120"/>
              </a:rPr>
              <a:t> thẳng</a:t>
            </a:r>
            <a:r>
              <a:rPr lang="en-US" sz="2550" dirty="0" spc="-1" kern="0">
                <a:solidFill>
                  <a:srgbClr val="6B6A66"/>
                </a:solidFill>
                <a:latin typeface="Be Vietnam Pro" pitchFamily="34" charset="0"/>
                <a:ea typeface="Be Vietnam Pro" pitchFamily="34" charset="-122"/>
                <a:cs typeface="Be Vietnam Pro" pitchFamily="34" charset="-120"/>
              </a:rPr>
              <a:t> từ</a:t>
            </a:r>
            <a:r>
              <a:rPr lang="en-US" sz="2550" dirty="0" spc="2" kern="0">
                <a:solidFill>
                  <a:srgbClr val="6B6A66"/>
                </a:solidFill>
                <a:latin typeface="Be Vietnam Pro" pitchFamily="34" charset="0"/>
                <a:ea typeface="Be Vietnam Pro" pitchFamily="34" charset="-122"/>
                <a:cs typeface="Be Vietnam Pro" pitchFamily="34" charset="-120"/>
              </a:rPr>
              <a:t> README</a:t>
            </a:r>
            <a:r>
              <a:rPr lang="en-US" sz="2550" dirty="0" spc="-2" kern="0">
                <a:solidFill>
                  <a:srgbClr val="6B6A66"/>
                </a:solidFill>
                <a:latin typeface="Be Vietnam Pro" pitchFamily="34" charset="0"/>
                <a:ea typeface="Be Vietnam Pro" pitchFamily="34" charset="-122"/>
                <a:cs typeface="Be Vietnam Pro" pitchFamily="34" charset="-120"/>
              </a:rPr>
              <a:t> ở</a:t>
            </a:r>
            <a:r>
              <a:rPr lang="en-US" sz="2550" dirty="0" spc="1" kern="0">
                <a:solidFill>
                  <a:srgbClr val="6B6A66"/>
                </a:solidFill>
                <a:latin typeface="Be Vietnam Pro" pitchFamily="34" charset="0"/>
                <a:ea typeface="Be Vietnam Pro" pitchFamily="34" charset="-122"/>
                <a:cs typeface="Be Vietnam Pro" pitchFamily="34" charset="-120"/>
              </a:rPr>
              <a:t> commit</a:t>
            </a:r>
            <a:r>
              <a:rPr lang="en-US" sz="2550" dirty="0" spc="0" kern="0">
                <a:solidFill>
                  <a:srgbClr val="6B6A66"/>
                </a:solidFill>
                <a:latin typeface="Be Vietnam Pro" pitchFamily="34" charset="0"/>
                <a:ea typeface="Be Vietnam Pro" pitchFamily="34" charset="-122"/>
                <a:cs typeface="Be Vietnam Pro" pitchFamily="34" charset="-120"/>
              </a:rPr>
              <a:t> ghim</a:t>
            </a:r>
            <a:endParaRPr lang="en-US" sz="2550" dirty="0"/>
          </a:p>
        </p:txBody>
      </p:sp>
      <p:sp>
        <p:nvSpPr>
          <p:cNvPr id="8" name="Shape 6"/>
          <p:cNvSpPr/>
          <p:nvPr/>
        </p:nvSpPr>
        <p:spPr>
          <a:xfrm>
            <a:off x="5114925" y="3048000"/>
            <a:ext cx="3857625" cy="4953000"/>
          </a:xfrm>
          <a:prstGeom prst="roundRect">
            <a:avLst>
              <a:gd name="adj" fmla="val 6914"/>
            </a:avLst>
          </a:prstGeom>
          <a:solidFill>
            <a:srgbClr val="E8E0CF"/>
          </a:solidFill>
          <a:ln/>
        </p:spPr>
      </p:sp>
      <p:sp>
        <p:nvSpPr>
          <p:cNvPr id="9" name="Shape 7"/>
          <p:cNvSpPr/>
          <p:nvPr/>
        </p:nvSpPr>
        <p:spPr>
          <a:xfrm>
            <a:off x="5114925" y="3048000"/>
            <a:ext cx="3857625" cy="152400"/>
          </a:xfrm>
          <a:prstGeom prst="roundRect">
            <a:avLst>
              <a:gd name="adj" fmla="val 50000"/>
            </a:avLst>
          </a:prstGeom>
          <a:solidFill>
            <a:srgbClr val="0F766E"/>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spc="-4" kern="0">
                <a:solidFill>
                  <a:srgbClr val="0F766E"/>
                </a:solidFill>
                <a:latin typeface="Bricolage Grotesque ExtraBold" pitchFamily="34" charset="0"/>
                <a:ea typeface="Bricolage Grotesque ExtraBold" pitchFamily="34" charset="-122"/>
                <a:cs typeface="Bricolage Grotesque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spc="-5" kern="0">
                <a:solidFill>
                  <a:srgbClr val="14161C"/>
                </a:solidFill>
                <a:latin typeface="Be Vietnam Pro" pitchFamily="34" charset="0"/>
                <a:ea typeface="Be Vietnam Pro" pitchFamily="34" charset="-122"/>
                <a:cs typeface="Be Vietnam Pro" pitchFamily="34" charset="-120"/>
              </a:rPr>
              <a:t>Nguồn</a:t>
            </a:r>
            <a:r>
              <a:rPr lang="en-US" sz="2700" b="1" dirty="0" spc="3" kern="0">
                <a:solidFill>
                  <a:srgbClr val="14161C"/>
                </a:solidFill>
                <a:latin typeface="Be Vietnam Pro" pitchFamily="34" charset="0"/>
                <a:ea typeface="Be Vietnam Pro" pitchFamily="34" charset="-122"/>
                <a:cs typeface="Be Vietnam Pro" pitchFamily="34" charset="-120"/>
              </a:rPr>
              <a:t> ảnh</a:t>
            </a:r>
            <a:endParaRPr lang="en-US" sz="2700" dirty="0"/>
          </a:p>
        </p:txBody>
      </p:sp>
      <p:sp>
        <p:nvSpPr>
          <p:cNvPr id="12" name="Text 10"/>
          <p:cNvSpPr/>
          <p:nvPr/>
        </p:nvSpPr>
        <p:spPr>
          <a:xfrm>
            <a:off x="549592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5" kern="0">
                <a:solidFill>
                  <a:srgbClr val="6B6A66"/>
                </a:solidFill>
                <a:latin typeface="Be Vietnam Pro" pitchFamily="34" charset="0"/>
                <a:ea typeface="Be Vietnam Pro" pitchFamily="34" charset="-122"/>
                <a:cs typeface="Be Vietnam Pro" pitchFamily="34" charset="-120"/>
              </a:rPr>
              <a:t>số</a:t>
            </a:r>
            <a:r>
              <a:rPr lang="en-US" sz="2550" dirty="0" spc="-8" kern="0">
                <a:solidFill>
                  <a:srgbClr val="6B6A66"/>
                </a:solidFill>
                <a:latin typeface="Be Vietnam Pro" pitchFamily="34" charset="0"/>
                <a:ea typeface="Be Vietnam Pro" pitchFamily="34" charset="-122"/>
                <a:cs typeface="Be Vietnam Pro" pitchFamily="34" charset="-120"/>
              </a:rPr>
              <a:t> sao</a:t>
            </a:r>
            <a:r>
              <a:rPr lang="en-US" sz="2550" dirty="0" spc="-18" kern="0">
                <a:solidFill>
                  <a:srgbClr val="6B6A66"/>
                </a:solidFill>
                <a:latin typeface="Be Vietnam Pro" pitchFamily="34" charset="0"/>
                <a:ea typeface="Be Vietnam Pro" pitchFamily="34" charset="-122"/>
                <a:cs typeface="Be Vietnam Pro" pitchFamily="34" charset="-120"/>
              </a:rPr>
              <a:t> và</a:t>
            </a:r>
            <a:r>
              <a:rPr lang="en-US" sz="2550" dirty="0" spc="0" kern="0">
                <a:solidFill>
                  <a:srgbClr val="6B6A66"/>
                </a:solidFill>
                <a:latin typeface="Be Vietnam Pro" pitchFamily="34" charset="0"/>
                <a:ea typeface="Be Vietnam Pro" pitchFamily="34" charset="-122"/>
                <a:cs typeface="Be Vietnam Pro" pitchFamily="34" charset="-120"/>
              </a:rPr>
              <a:t> dòng mô</a:t>
            </a:r>
            <a:r>
              <a:rPr lang="en-US" sz="2550" dirty="0" spc="-15" kern="0">
                <a:solidFill>
                  <a:srgbClr val="6B6A66"/>
                </a:solidFill>
                <a:latin typeface="Be Vietnam Pro" pitchFamily="34" charset="0"/>
                <a:ea typeface="Be Vietnam Pro" pitchFamily="34" charset="-122"/>
                <a:cs typeface="Be Vietnam Pro" pitchFamily="34" charset="-120"/>
              </a:rPr>
              <a:t> tả</a:t>
            </a:r>
            <a:r>
              <a:rPr lang="en-US" sz="2550" dirty="0" spc="-17" kern="0">
                <a:solidFill>
                  <a:srgbClr val="6B6A66"/>
                </a:solidFill>
                <a:latin typeface="Be Vietnam Pro" pitchFamily="34" charset="0"/>
                <a:ea typeface="Be Vietnam Pro" pitchFamily="34" charset="-122"/>
                <a:cs typeface="Be Vietnam Pro" pitchFamily="34" charset="-120"/>
              </a:rPr>
              <a:t> trong</a:t>
            </a:r>
            <a:r>
              <a:rPr lang="en-US" sz="2550" dirty="0" spc="0" kern="0">
                <a:solidFill>
                  <a:srgbClr val="6B6A66"/>
                </a:solidFill>
                <a:latin typeface="Be Vietnam Pro" pitchFamily="34" charset="0"/>
                <a:ea typeface="Be Vietnam Pro" pitchFamily="34" charset="-122"/>
                <a:cs typeface="Be Vietnam Pro" pitchFamily="34" charset="-120"/>
              </a:rPr>
              <a:t> ảnh,</a:t>
            </a:r>
            <a:r>
              <a:rPr lang="en-US" sz="2550" dirty="0" spc="6" kern="0">
                <a:solidFill>
                  <a:srgbClr val="6B6A66"/>
                </a:solidFill>
                <a:latin typeface="Be Vietnam Pro" pitchFamily="34" charset="0"/>
                <a:ea typeface="Be Vietnam Pro" pitchFamily="34" charset="-122"/>
                <a:cs typeface="Be Vietnam Pro" pitchFamily="34" charset="-120"/>
              </a:rPr>
              <a:t> chưa</a:t>
            </a:r>
            <a:r>
              <a:rPr lang="en-US" sz="2550" dirty="0" spc="17" kern="0">
                <a:solidFill>
                  <a:srgbClr val="6B6A66"/>
                </a:solidFill>
                <a:latin typeface="Be Vietnam Pro" pitchFamily="34" charset="0"/>
                <a:ea typeface="Be Vietnam Pro" pitchFamily="34" charset="-122"/>
                <a:cs typeface="Be Vietnam Pro" pitchFamily="34" charset="-120"/>
              </a:rPr>
              <a:t> đo</a:t>
            </a:r>
            <a:r>
              <a:rPr lang="en-US" sz="2550" dirty="0" spc="0" kern="0">
                <a:solidFill>
                  <a:srgbClr val="6B6A66"/>
                </a:solidFill>
                <a:latin typeface="Be Vietnam Pro" pitchFamily="34" charset="0"/>
                <a:ea typeface="Be Vietnam Pro" pitchFamily="34" charset="-122"/>
                <a:cs typeface="Be Vietnam Pro" pitchFamily="34" charset="-120"/>
              </a:rPr>
              <a:t> lại</a:t>
            </a:r>
            <a:endParaRPr lang="en-US" sz="2550" dirty="0"/>
          </a:p>
        </p:txBody>
      </p:sp>
      <p:sp>
        <p:nvSpPr>
          <p:cNvPr id="13" name="Shape 11"/>
          <p:cNvSpPr/>
          <p:nvPr/>
        </p:nvSpPr>
        <p:spPr>
          <a:xfrm>
            <a:off x="9315450" y="3048000"/>
            <a:ext cx="3857625" cy="4953000"/>
          </a:xfrm>
          <a:prstGeom prst="roundRect">
            <a:avLst>
              <a:gd name="adj" fmla="val 6914"/>
            </a:avLst>
          </a:prstGeom>
          <a:solidFill>
            <a:srgbClr val="E8E0CF"/>
          </a:solidFill>
          <a:ln/>
        </p:spPr>
      </p:sp>
      <p:sp>
        <p:nvSpPr>
          <p:cNvPr id="14" name="Shape 12"/>
          <p:cNvSpPr/>
          <p:nvPr/>
        </p:nvSpPr>
        <p:spPr>
          <a:xfrm>
            <a:off x="9315450" y="3048000"/>
            <a:ext cx="3857625" cy="152400"/>
          </a:xfrm>
          <a:prstGeom prst="roundRect">
            <a:avLst>
              <a:gd name="adj" fmla="val 50000"/>
            </a:avLst>
          </a:prstGeom>
          <a:solidFill>
            <a:srgbClr val="E8472B"/>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spc="-11" kern="0">
                <a:solidFill>
                  <a:srgbClr val="E8472B"/>
                </a:solidFill>
                <a:latin typeface="Bricolage Grotesque ExtraBold" pitchFamily="34" charset="0"/>
                <a:ea typeface="Bricolage Grotesque ExtraBold" pitchFamily="34" charset="-122"/>
                <a:cs typeface="Bricolage Grotesque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spc="13" kern="0">
                <a:solidFill>
                  <a:srgbClr val="14161C"/>
                </a:solidFill>
                <a:latin typeface="Be Vietnam Pro" pitchFamily="34" charset="0"/>
                <a:ea typeface="Be Vietnam Pro" pitchFamily="34" charset="-122"/>
                <a:cs typeface="Be Vietnam Pro" pitchFamily="34" charset="-120"/>
              </a:rPr>
              <a:t>Người</a:t>
            </a:r>
            <a:r>
              <a:rPr lang="en-US" sz="2700" b="1" dirty="0" spc="-5" kern="0">
                <a:solidFill>
                  <a:srgbClr val="14161C"/>
                </a:solidFill>
                <a:latin typeface="Be Vietnam Pro" pitchFamily="34" charset="0"/>
                <a:ea typeface="Be Vietnam Pro" pitchFamily="34" charset="-122"/>
                <a:cs typeface="Be Vietnam Pro" pitchFamily="34" charset="-120"/>
              </a:rPr>
              <a:t> viết</a:t>
            </a:r>
            <a:r>
              <a:rPr lang="en-US" sz="2700" b="1" dirty="0" spc="-1" kern="0">
                <a:solidFill>
                  <a:srgbClr val="14161C"/>
                </a:solidFill>
                <a:latin typeface="Be Vietnam Pro" pitchFamily="34" charset="0"/>
                <a:ea typeface="Be Vietnam Pro" pitchFamily="34" charset="-122"/>
                <a:cs typeface="Be Vietnam Pro" pitchFamily="34" charset="-120"/>
              </a:rPr>
              <a:t> đếm</a:t>
            </a:r>
            <a:endParaRPr lang="en-US" sz="2700" dirty="0"/>
          </a:p>
        </p:txBody>
      </p:sp>
      <p:sp>
        <p:nvSpPr>
          <p:cNvPr id="17" name="Text 15"/>
          <p:cNvSpPr/>
          <p:nvPr/>
        </p:nvSpPr>
        <p:spPr>
          <a:xfrm>
            <a:off x="969645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5" kern="0">
                <a:solidFill>
                  <a:srgbClr val="6B6A66"/>
                </a:solidFill>
                <a:latin typeface="Be Vietnam Pro" pitchFamily="34" charset="0"/>
                <a:ea typeface="Be Vietnam Pro" pitchFamily="34" charset="-122"/>
                <a:cs typeface="Be Vietnam Pro" pitchFamily="34" charset="-120"/>
              </a:rPr>
              <a:t>số</a:t>
            </a:r>
            <a:r>
              <a:rPr lang="en-US" sz="2550" dirty="0" spc="-1" kern="0">
                <a:solidFill>
                  <a:srgbClr val="6B6A66"/>
                </a:solidFill>
                <a:latin typeface="Be Vietnam Pro" pitchFamily="34" charset="0"/>
                <a:ea typeface="Be Vietnam Pro" pitchFamily="34" charset="-122"/>
                <a:cs typeface="Be Vietnam Pro" pitchFamily="34" charset="-120"/>
              </a:rPr>
              <a:t> tự</a:t>
            </a:r>
            <a:r>
              <a:rPr lang="en-US" sz="2550" dirty="0" spc="14" kern="0">
                <a:solidFill>
                  <a:srgbClr val="6B6A66"/>
                </a:solidFill>
                <a:latin typeface="Be Vietnam Pro" pitchFamily="34" charset="0"/>
                <a:ea typeface="Be Vietnam Pro" pitchFamily="34" charset="-122"/>
                <a:cs typeface="Be Vietnam Pro" pitchFamily="34" charset="-120"/>
              </a:rPr>
              <a:t> đếm</a:t>
            </a:r>
            <a:r>
              <a:rPr lang="en-US" sz="2550" dirty="0" spc="-2" kern="0">
                <a:solidFill>
                  <a:srgbClr val="6B6A66"/>
                </a:solidFill>
                <a:latin typeface="Be Vietnam Pro" pitchFamily="34" charset="0"/>
                <a:ea typeface="Be Vietnam Pro" pitchFamily="34" charset="-122"/>
                <a:cs typeface="Be Vietnam Pro" pitchFamily="34" charset="-120"/>
              </a:rPr>
              <a:t> bằng</a:t>
            </a:r>
            <a:r>
              <a:rPr lang="en-US" sz="2550" dirty="0" spc="-1" kern="0">
                <a:solidFill>
                  <a:srgbClr val="6B6A66"/>
                </a:solidFill>
                <a:latin typeface="Be Vietnam Pro" pitchFamily="34" charset="0"/>
                <a:ea typeface="Be Vietnam Pro" pitchFamily="34" charset="-122"/>
                <a:cs typeface="Be Vietnam Pro" pitchFamily="34" charset="-120"/>
              </a:rPr>
              <a:t> script,</a:t>
            </a:r>
            <a:r>
              <a:rPr lang="en-US" sz="2550" dirty="0" spc="0" kern="0">
                <a:solidFill>
                  <a:srgbClr val="6B6A66"/>
                </a:solidFill>
                <a:latin typeface="Be Vietnam Pro" pitchFamily="34" charset="0"/>
                <a:ea typeface="Be Vietnam Pro" pitchFamily="34" charset="-122"/>
                <a:cs typeface="Be Vietnam Pro" pitchFamily="34" charset="-120"/>
              </a:rPr>
              <a:t> nói</a:t>
            </a:r>
            <a:r>
              <a:rPr lang="en-US" sz="2550" dirty="0" spc="-35" kern="0">
                <a:solidFill>
                  <a:srgbClr val="6B6A66"/>
                </a:solidFill>
                <a:latin typeface="Be Vietnam Pro" pitchFamily="34" charset="0"/>
                <a:ea typeface="Be Vietnam Pro" pitchFamily="34" charset="-122"/>
                <a:cs typeface="Be Vietnam Pro" pitchFamily="34" charset="-120"/>
              </a:rPr>
              <a:t> rõ</a:t>
            </a:r>
            <a:r>
              <a:rPr lang="en-US" sz="2550" dirty="0" spc="18" kern="0">
                <a:solidFill>
                  <a:srgbClr val="6B6A66"/>
                </a:solidFill>
                <a:latin typeface="Be Vietnam Pro" pitchFamily="34" charset="0"/>
                <a:ea typeface="Be Vietnam Pro" pitchFamily="34" charset="-122"/>
                <a:cs typeface="Be Vietnam Pro" pitchFamily="34" charset="-120"/>
              </a:rPr>
              <a:t> đã</a:t>
            </a:r>
            <a:r>
              <a:rPr lang="en-US" sz="2550" dirty="0" spc="14" kern="0">
                <a:solidFill>
                  <a:srgbClr val="6B6A66"/>
                </a:solidFill>
                <a:latin typeface="Be Vietnam Pro" pitchFamily="34" charset="0"/>
                <a:ea typeface="Be Vietnam Pro" pitchFamily="34" charset="-122"/>
                <a:cs typeface="Be Vietnam Pro" pitchFamily="34" charset="-120"/>
              </a:rPr>
              <a:t> đếm</a:t>
            </a:r>
            <a:r>
              <a:rPr lang="en-US" sz="2550" dirty="0" spc="1" kern="0">
                <a:solidFill>
                  <a:srgbClr val="6B6A66"/>
                </a:solidFill>
                <a:latin typeface="Be Vietnam Pro" pitchFamily="34" charset="0"/>
                <a:ea typeface="Be Vietnam Pro" pitchFamily="34" charset="-122"/>
                <a:cs typeface="Be Vietnam Pro" pitchFamily="34" charset="-120"/>
              </a:rPr>
              <a:t> gì</a:t>
            </a:r>
            <a:endParaRPr lang="en-US" sz="2550" dirty="0"/>
          </a:p>
        </p:txBody>
      </p:sp>
      <p:sp>
        <p:nvSpPr>
          <p:cNvPr id="18" name="Shape 16"/>
          <p:cNvSpPr/>
          <p:nvPr/>
        </p:nvSpPr>
        <p:spPr>
          <a:xfrm>
            <a:off x="13515975" y="3048000"/>
            <a:ext cx="3857625" cy="4953000"/>
          </a:xfrm>
          <a:prstGeom prst="roundRect">
            <a:avLst>
              <a:gd name="adj" fmla="val 6914"/>
            </a:avLst>
          </a:prstGeom>
          <a:solidFill>
            <a:srgbClr val="E8E0CF"/>
          </a:solidFill>
          <a:ln/>
        </p:spPr>
      </p:sp>
      <p:sp>
        <p:nvSpPr>
          <p:cNvPr id="19" name="Shape 17"/>
          <p:cNvSpPr/>
          <p:nvPr/>
        </p:nvSpPr>
        <p:spPr>
          <a:xfrm>
            <a:off x="13515975" y="3048000"/>
            <a:ext cx="3857625" cy="152400"/>
          </a:xfrm>
          <a:prstGeom prst="roundRect">
            <a:avLst>
              <a:gd name="adj" fmla="val 50000"/>
            </a:avLst>
          </a:prstGeom>
          <a:solidFill>
            <a:srgbClr val="1F3FD1"/>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spc="-1" kern="0">
                <a:solidFill>
                  <a:srgbClr val="1F3FD1"/>
                </a:solidFill>
                <a:latin typeface="Bricolage Grotesque ExtraBold" pitchFamily="34" charset="0"/>
                <a:ea typeface="Bricolage Grotesque ExtraBold" pitchFamily="34" charset="-122"/>
                <a:cs typeface="Bricolage Grotesque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1" kern="0">
                <a:solidFill>
                  <a:srgbClr val="14161C"/>
                </a:solidFill>
                <a:latin typeface="Be Vietnam Pro" pitchFamily="34" charset="0"/>
                <a:ea typeface="Be Vietnam Pro" pitchFamily="34" charset="-122"/>
                <a:cs typeface="Be Vietnam Pro" pitchFamily="34" charset="-120"/>
              </a:rPr>
              <a:t>Suy</a:t>
            </a:r>
            <a:r>
              <a:rPr lang="en-US" sz="2700" b="1" dirty="0" spc="2" kern="0">
                <a:solidFill>
                  <a:srgbClr val="14161C"/>
                </a:solidFill>
                <a:latin typeface="Be Vietnam Pro" pitchFamily="34" charset="0"/>
                <a:ea typeface="Be Vietnam Pro" pitchFamily="34" charset="-122"/>
                <a:cs typeface="Be Vietnam Pro" pitchFamily="34" charset="-120"/>
              </a:rPr>
              <a:t> luận</a:t>
            </a:r>
            <a:endParaRPr lang="en-US" sz="2700" dirty="0"/>
          </a:p>
        </p:txBody>
      </p:sp>
      <p:sp>
        <p:nvSpPr>
          <p:cNvPr id="22" name="Text 20"/>
          <p:cNvSpPr/>
          <p:nvPr/>
        </p:nvSpPr>
        <p:spPr>
          <a:xfrm>
            <a:off x="1389697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0" kern="0">
                <a:solidFill>
                  <a:srgbClr val="6B6A66"/>
                </a:solidFill>
                <a:latin typeface="Be Vietnam Pro" pitchFamily="34" charset="0"/>
                <a:ea typeface="Be Vietnam Pro" pitchFamily="34" charset="-122"/>
                <a:cs typeface="Be Vietnam Pro" pitchFamily="34" charset="-120"/>
              </a:rPr>
              <a:t>nhận</a:t>
            </a:r>
            <a:r>
              <a:rPr lang="en-US" sz="2550" dirty="0" spc="20" kern="0">
                <a:solidFill>
                  <a:srgbClr val="6B6A66"/>
                </a:solidFill>
                <a:latin typeface="Be Vietnam Pro" pitchFamily="34" charset="0"/>
                <a:ea typeface="Be Vietnam Pro" pitchFamily="34" charset="-122"/>
                <a:cs typeface="Be Vietnam Pro" pitchFamily="34" charset="-120"/>
              </a:rPr>
              <a:t> định</a:t>
            </a:r>
            <a:r>
              <a:rPr lang="en-US" sz="2550" dirty="0" spc="-1" kern="0">
                <a:solidFill>
                  <a:srgbClr val="6B6A66"/>
                </a:solidFill>
                <a:latin typeface="Be Vietnam Pro" pitchFamily="34" charset="0"/>
                <a:ea typeface="Be Vietnam Pro" pitchFamily="34" charset="-122"/>
                <a:cs typeface="Be Vietnam Pro" pitchFamily="34" charset="-120"/>
              </a:rPr>
              <a:t> của</a:t>
            </a:r>
            <a:r>
              <a:rPr lang="en-US" sz="2550" dirty="0" spc="5" kern="0">
                <a:solidFill>
                  <a:srgbClr val="6B6A66"/>
                </a:solidFill>
                <a:latin typeface="Be Vietnam Pro" pitchFamily="34" charset="0"/>
                <a:ea typeface="Be Vietnam Pro" pitchFamily="34" charset="-122"/>
                <a:cs typeface="Be Vietnam Pro" pitchFamily="34" charset="-120"/>
              </a:rPr>
              <a:t> người</a:t>
            </a:r>
            <a:r>
              <a:rPr lang="en-US" sz="2550" dirty="0" spc="-5" kern="0">
                <a:solidFill>
                  <a:srgbClr val="6B6A66"/>
                </a:solidFill>
                <a:latin typeface="Be Vietnam Pro" pitchFamily="34" charset="0"/>
                <a:ea typeface="Be Vietnam Pro" pitchFamily="34" charset="-122"/>
                <a:cs typeface="Be Vietnam Pro" pitchFamily="34" charset="-120"/>
              </a:rPr>
              <a:t> viết,</a:t>
            </a:r>
            <a:r>
              <a:rPr lang="en-US" sz="2550" dirty="0" spc="0" kern="0">
                <a:solidFill>
                  <a:srgbClr val="6B6A66"/>
                </a:solidFill>
                <a:latin typeface="Be Vietnam Pro" pitchFamily="34" charset="0"/>
                <a:ea typeface="Be Vietnam Pro" pitchFamily="34" charset="-122"/>
                <a:cs typeface="Be Vietnam Pro" pitchFamily="34" charset="-120"/>
              </a:rPr>
              <a:t> không phải lời</a:t>
            </a:r>
            <a:r>
              <a:rPr lang="en-US" sz="2550" dirty="0" spc="-12" kern="0">
                <a:solidFill>
                  <a:srgbClr val="6B6A66"/>
                </a:solidFill>
                <a:latin typeface="Be Vietnam Pro" pitchFamily="34" charset="0"/>
                <a:ea typeface="Be Vietnam Pro" pitchFamily="34" charset="-122"/>
                <a:cs typeface="Be Vietnam Pro" pitchFamily="34" charset="-120"/>
              </a:rPr>
              <a:t> tác</a:t>
            </a:r>
            <a:r>
              <a:rPr lang="en-US" sz="2550" dirty="0" spc="1" kern="0">
                <a:solidFill>
                  <a:srgbClr val="6B6A66"/>
                </a:solidFill>
                <a:latin typeface="Be Vietnam Pro" pitchFamily="34" charset="0"/>
                <a:ea typeface="Be Vietnam Pro" pitchFamily="34" charset="-122"/>
                <a:cs typeface="Be Vietnam Pro" pitchFamily="34" charset="-120"/>
              </a:rPr>
              <a:t> giả</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endParaRPr lang="en-US" sz="1800" dirty="0"/>
          </a:p>
        </p:txBody>
      </p:sp>
      <p:sp>
        <p:nvSpPr>
          <p:cNvPr id="24" name="Shape 22"/>
          <p:cNvSpPr/>
          <p:nvPr/>
        </p:nvSpPr>
        <p:spPr>
          <a:xfrm>
            <a:off x="958561" y="9578686"/>
            <a:ext cx="83127" cy="83127"/>
          </a:xfrm>
          <a:prstGeom prst="ellipse">
            <a:avLst/>
          </a:prstGeom>
          <a:solidFill>
            <a:srgbClr val="14161C">
              <a:alpha val="28000"/>
            </a:srgbClr>
          </a:solidFill>
          <a:ln/>
        </p:spPr>
      </p:sp>
      <p:sp>
        <p:nvSpPr>
          <p:cNvPr id="25" name="Shape 23"/>
          <p:cNvSpPr/>
          <p:nvPr/>
        </p:nvSpPr>
        <p:spPr>
          <a:xfrm>
            <a:off x="1124815" y="9578686"/>
            <a:ext cx="83127" cy="83127"/>
          </a:xfrm>
          <a:prstGeom prst="ellipse">
            <a:avLst/>
          </a:prstGeom>
          <a:solidFill>
            <a:srgbClr val="14161C">
              <a:alpha val="28000"/>
            </a:srgbClr>
          </a:solidFill>
          <a:ln/>
        </p:spPr>
      </p:sp>
      <p:sp>
        <p:nvSpPr>
          <p:cNvPr id="26" name="Shape 24"/>
          <p:cNvSpPr/>
          <p:nvPr/>
        </p:nvSpPr>
        <p:spPr>
          <a:xfrm>
            <a:off x="1291070" y="9578686"/>
            <a:ext cx="83127" cy="83127"/>
          </a:xfrm>
          <a:prstGeom prst="ellipse">
            <a:avLst/>
          </a:prstGeom>
          <a:solidFill>
            <a:srgbClr val="14161C">
              <a:alpha val="28000"/>
            </a:srgbClr>
          </a:solidFill>
          <a:ln/>
        </p:spPr>
      </p:sp>
      <p:sp>
        <p:nvSpPr>
          <p:cNvPr id="27" name="Shape 25"/>
          <p:cNvSpPr/>
          <p:nvPr/>
        </p:nvSpPr>
        <p:spPr>
          <a:xfrm>
            <a:off x="1443469" y="9564832"/>
            <a:ext cx="110836" cy="110836"/>
          </a:xfrm>
          <a:prstGeom prst="ellipse">
            <a:avLst/>
          </a:prstGeom>
          <a:solidFill>
            <a:srgbClr val="E8472B"/>
          </a:solidFill>
          <a:ln/>
        </p:spPr>
      </p:sp>
      <p:sp>
        <p:nvSpPr>
          <p:cNvPr id="28" name="Shape 26"/>
          <p:cNvSpPr/>
          <p:nvPr/>
        </p:nvSpPr>
        <p:spPr>
          <a:xfrm>
            <a:off x="1623578" y="9578686"/>
            <a:ext cx="83127" cy="83127"/>
          </a:xfrm>
          <a:prstGeom prst="ellipse">
            <a:avLst/>
          </a:prstGeom>
          <a:solidFill>
            <a:srgbClr val="14161C">
              <a:alpha val="28000"/>
            </a:srgbClr>
          </a:solidFill>
          <a:ln/>
        </p:spPr>
      </p:sp>
      <p:sp>
        <p:nvSpPr>
          <p:cNvPr id="29" name="Shape 27"/>
          <p:cNvSpPr/>
          <p:nvPr/>
        </p:nvSpPr>
        <p:spPr>
          <a:xfrm>
            <a:off x="1789832" y="9578686"/>
            <a:ext cx="83127" cy="83127"/>
          </a:xfrm>
          <a:prstGeom prst="ellipse">
            <a:avLst/>
          </a:prstGeom>
          <a:solidFill>
            <a:srgbClr val="14161C">
              <a:alpha val="28000"/>
            </a:srgbClr>
          </a:solidFill>
          <a:ln/>
        </p:spPr>
      </p:sp>
      <p:sp>
        <p:nvSpPr>
          <p:cNvPr id="30" name="Shape 28"/>
          <p:cNvSpPr/>
          <p:nvPr/>
        </p:nvSpPr>
        <p:spPr>
          <a:xfrm>
            <a:off x="1956086" y="9578686"/>
            <a:ext cx="83127" cy="83127"/>
          </a:xfrm>
          <a:prstGeom prst="ellipse">
            <a:avLst/>
          </a:prstGeom>
          <a:solidFill>
            <a:srgbClr val="14161C">
              <a:alpha val="28000"/>
            </a:srgbClr>
          </a:solidFill>
          <a:ln/>
        </p:spPr>
      </p:sp>
      <p:sp>
        <p:nvSpPr>
          <p:cNvPr id="31" name="Shape 29"/>
          <p:cNvSpPr/>
          <p:nvPr/>
        </p:nvSpPr>
        <p:spPr>
          <a:xfrm>
            <a:off x="2122340" y="9578686"/>
            <a:ext cx="83127" cy="83127"/>
          </a:xfrm>
          <a:prstGeom prst="ellipse">
            <a:avLst/>
          </a:prstGeom>
          <a:solidFill>
            <a:srgbClr val="14161C">
              <a:alpha val="28000"/>
            </a:srgbClr>
          </a:solidFill>
          <a:ln/>
        </p:spPr>
      </p:sp>
      <p:sp>
        <p:nvSpPr>
          <p:cNvPr id="32" name="Shape 30"/>
          <p:cNvSpPr/>
          <p:nvPr/>
        </p:nvSpPr>
        <p:spPr>
          <a:xfrm>
            <a:off x="2288594" y="9578686"/>
            <a:ext cx="83127" cy="83127"/>
          </a:xfrm>
          <a:prstGeom prst="ellipse">
            <a:avLst/>
          </a:prstGeom>
          <a:solidFill>
            <a:srgbClr val="14161C">
              <a:alpha val="28000"/>
            </a:srgbClr>
          </a:solidFill>
          <a:ln/>
        </p:spPr>
      </p:sp>
      <p:sp>
        <p:nvSpPr>
          <p:cNvPr id="33" name="Shape 31"/>
          <p:cNvSpPr/>
          <p:nvPr/>
        </p:nvSpPr>
        <p:spPr>
          <a:xfrm>
            <a:off x="2454848" y="9578686"/>
            <a:ext cx="83127" cy="83127"/>
          </a:xfrm>
          <a:prstGeom prst="ellipse">
            <a:avLst/>
          </a:prstGeom>
          <a:solidFill>
            <a:srgbClr val="14161C">
              <a:alpha val="28000"/>
            </a:srgbClr>
          </a:solidFill>
          <a:ln/>
        </p:spPr>
      </p:sp>
      <p:sp>
        <p:nvSpPr>
          <p:cNvPr id="34" name="Shape 32"/>
          <p:cNvSpPr/>
          <p:nvPr/>
        </p:nvSpPr>
        <p:spPr>
          <a:xfrm>
            <a:off x="2621102" y="9578686"/>
            <a:ext cx="83127" cy="83127"/>
          </a:xfrm>
          <a:prstGeom prst="ellipse">
            <a:avLst/>
          </a:prstGeom>
          <a:solidFill>
            <a:srgbClr val="14161C">
              <a:alpha val="28000"/>
            </a:srgbClr>
          </a:solidFill>
          <a:ln/>
        </p:spPr>
      </p:sp>
      <p:sp>
        <p:nvSpPr>
          <p:cNvPr id="35" name="Shape 33"/>
          <p:cNvSpPr/>
          <p:nvPr/>
        </p:nvSpPr>
        <p:spPr>
          <a:xfrm>
            <a:off x="2787357" y="9578686"/>
            <a:ext cx="83127" cy="83127"/>
          </a:xfrm>
          <a:prstGeom prst="ellipse">
            <a:avLst/>
          </a:prstGeom>
          <a:solidFill>
            <a:srgbClr val="14161C">
              <a:alpha val="28000"/>
            </a:srgbClr>
          </a:solidFill>
          <a:ln/>
        </p:spPr>
      </p:sp>
      <p:sp>
        <p:nvSpPr>
          <p:cNvPr id="36" name="Shape 34"/>
          <p:cNvSpPr/>
          <p:nvPr/>
        </p:nvSpPr>
        <p:spPr>
          <a:xfrm>
            <a:off x="2953611" y="9578686"/>
            <a:ext cx="83127" cy="83127"/>
          </a:xfrm>
          <a:prstGeom prst="ellipse">
            <a:avLst/>
          </a:prstGeom>
          <a:solidFill>
            <a:srgbClr val="14161C">
              <a:alpha val="28000"/>
            </a:srgbClr>
          </a:solidFill>
          <a:ln/>
        </p:spPr>
      </p:sp>
      <p:sp>
        <p:nvSpPr>
          <p:cNvPr id="37" name="Shape 35"/>
          <p:cNvSpPr/>
          <p:nvPr/>
        </p:nvSpPr>
        <p:spPr>
          <a:xfrm>
            <a:off x="3119865" y="9578686"/>
            <a:ext cx="83127" cy="83127"/>
          </a:xfrm>
          <a:prstGeom prst="ellipse">
            <a:avLst/>
          </a:prstGeom>
          <a:solidFill>
            <a:srgbClr val="14161C">
              <a:alpha val="28000"/>
            </a:srgbClr>
          </a:solidFill>
          <a:ln/>
        </p:spPr>
      </p:sp>
      <p:sp>
        <p:nvSpPr>
          <p:cNvPr id="38" name="Shape 36"/>
          <p:cNvSpPr/>
          <p:nvPr/>
        </p:nvSpPr>
        <p:spPr>
          <a:xfrm>
            <a:off x="3286119" y="9578686"/>
            <a:ext cx="83127" cy="83127"/>
          </a:xfrm>
          <a:prstGeom prst="ellipse">
            <a:avLst/>
          </a:prstGeom>
          <a:solidFill>
            <a:srgbClr val="14161C">
              <a:alpha val="28000"/>
            </a:srgbClr>
          </a:solidFill>
          <a:ln/>
        </p:spPr>
      </p:sp>
      <p:sp>
        <p:nvSpPr>
          <p:cNvPr id="39" name="Shape 37"/>
          <p:cNvSpPr/>
          <p:nvPr/>
        </p:nvSpPr>
        <p:spPr>
          <a:xfrm>
            <a:off x="3452373" y="9578686"/>
            <a:ext cx="83127" cy="83127"/>
          </a:xfrm>
          <a:prstGeom prst="ellipse">
            <a:avLst/>
          </a:prstGeom>
          <a:solidFill>
            <a:srgbClr val="14161C">
              <a:alpha val="28000"/>
            </a:srgbClr>
          </a:solidFill>
          <a:ln/>
        </p:spPr>
      </p:sp>
      <p:sp>
        <p:nvSpPr>
          <p:cNvPr id="40" name="Shape 38"/>
          <p:cNvSpPr/>
          <p:nvPr/>
        </p:nvSpPr>
        <p:spPr>
          <a:xfrm>
            <a:off x="3618627" y="9578686"/>
            <a:ext cx="83127" cy="83127"/>
          </a:xfrm>
          <a:prstGeom prst="ellipse">
            <a:avLst/>
          </a:prstGeom>
          <a:solidFill>
            <a:srgbClr val="14161C">
              <a:alpha val="28000"/>
            </a:srgbClr>
          </a:solidFill>
          <a:ln/>
        </p:spPr>
      </p:sp>
      <p:sp>
        <p:nvSpPr>
          <p:cNvPr id="41" name="Shape 39"/>
          <p:cNvSpPr/>
          <p:nvPr/>
        </p:nvSpPr>
        <p:spPr>
          <a:xfrm>
            <a:off x="3784881" y="9578686"/>
            <a:ext cx="83127" cy="83127"/>
          </a:xfrm>
          <a:prstGeom prst="ellipse">
            <a:avLst/>
          </a:prstGeom>
          <a:solidFill>
            <a:srgbClr val="14161C">
              <a:alpha val="28000"/>
            </a:srgbClr>
          </a:solidFill>
          <a:ln/>
        </p:spPr>
      </p:sp>
      <p:sp>
        <p:nvSpPr>
          <p:cNvPr id="42" name="Shape 40"/>
          <p:cNvSpPr/>
          <p:nvPr/>
        </p:nvSpPr>
        <p:spPr>
          <a:xfrm>
            <a:off x="3951135" y="9578686"/>
            <a:ext cx="83127" cy="83127"/>
          </a:xfrm>
          <a:prstGeom prst="ellipse">
            <a:avLst/>
          </a:prstGeom>
          <a:solidFill>
            <a:srgbClr val="14161C">
              <a:alpha val="28000"/>
            </a:srgbClr>
          </a:solidFill>
          <a:ln/>
        </p:spPr>
      </p:sp>
      <p:sp>
        <p:nvSpPr>
          <p:cNvPr id="43" name="Shape 41"/>
          <p:cNvSpPr/>
          <p:nvPr/>
        </p:nvSpPr>
        <p:spPr>
          <a:xfrm>
            <a:off x="4117389" y="9578686"/>
            <a:ext cx="83127" cy="83127"/>
          </a:xfrm>
          <a:prstGeom prst="ellipse">
            <a:avLst/>
          </a:prstGeom>
          <a:solidFill>
            <a:srgbClr val="14161C">
              <a:alpha val="28000"/>
            </a:srgbClr>
          </a:solidFill>
          <a:ln/>
        </p:spPr>
      </p:sp>
      <p:sp>
        <p:nvSpPr>
          <p:cNvPr id="44" name="Shape 42"/>
          <p:cNvSpPr/>
          <p:nvPr/>
        </p:nvSpPr>
        <p:spPr>
          <a:xfrm>
            <a:off x="4283644" y="9578686"/>
            <a:ext cx="83127" cy="83127"/>
          </a:xfrm>
          <a:prstGeom prst="ellipse">
            <a:avLst/>
          </a:prstGeom>
          <a:solidFill>
            <a:srgbClr val="14161C">
              <a:alpha val="28000"/>
            </a:srgbClr>
          </a:solidFill>
          <a:ln/>
        </p:spPr>
      </p:sp>
      <p:sp>
        <p:nvSpPr>
          <p:cNvPr id="45" name="Shape 43"/>
          <p:cNvSpPr/>
          <p:nvPr/>
        </p:nvSpPr>
        <p:spPr>
          <a:xfrm>
            <a:off x="4449898" y="9578686"/>
            <a:ext cx="83127" cy="83127"/>
          </a:xfrm>
          <a:prstGeom prst="ellipse">
            <a:avLst/>
          </a:prstGeom>
          <a:solidFill>
            <a:srgbClr val="14161C">
              <a:alpha val="28000"/>
            </a:srgbClr>
          </a:solidFill>
          <a:ln/>
        </p:spPr>
      </p:sp>
      <p:sp>
        <p:nvSpPr>
          <p:cNvPr id="46" name="Shape 44"/>
          <p:cNvSpPr/>
          <p:nvPr/>
        </p:nvSpPr>
        <p:spPr>
          <a:xfrm>
            <a:off x="4616152" y="9578686"/>
            <a:ext cx="83127" cy="83127"/>
          </a:xfrm>
          <a:prstGeom prst="ellipse">
            <a:avLst/>
          </a:prstGeom>
          <a:solidFill>
            <a:srgbClr val="14161C">
              <a:alpha val="28000"/>
            </a:srgbClr>
          </a:solidFill>
          <a:ln/>
        </p:spPr>
      </p:sp>
      <p:sp>
        <p:nvSpPr>
          <p:cNvPr id="47" name="Shape 45"/>
          <p:cNvSpPr/>
          <p:nvPr/>
        </p:nvSpPr>
        <p:spPr>
          <a:xfrm>
            <a:off x="4782406" y="9578686"/>
            <a:ext cx="83127" cy="83127"/>
          </a:xfrm>
          <a:prstGeom prst="ellipse">
            <a:avLst/>
          </a:prstGeom>
          <a:solidFill>
            <a:srgbClr val="14161C">
              <a:alpha val="28000"/>
            </a:srgbClr>
          </a:solidFill>
          <a:ln/>
        </p:spPr>
      </p:sp>
      <p:sp>
        <p:nvSpPr>
          <p:cNvPr id="48" name="Shape 46"/>
          <p:cNvSpPr/>
          <p:nvPr/>
        </p:nvSpPr>
        <p:spPr>
          <a:xfrm>
            <a:off x="4948660" y="9578686"/>
            <a:ext cx="83127" cy="83127"/>
          </a:xfrm>
          <a:prstGeom prst="ellipse">
            <a:avLst/>
          </a:prstGeom>
          <a:solidFill>
            <a:srgbClr val="14161C">
              <a:alpha val="28000"/>
            </a:srgbClr>
          </a:solidFill>
          <a:ln/>
        </p:spPr>
      </p:sp>
      <p:sp>
        <p:nvSpPr>
          <p:cNvPr id="49" name="Shape 47"/>
          <p:cNvSpPr/>
          <p:nvPr/>
        </p:nvSpPr>
        <p:spPr>
          <a:xfrm>
            <a:off x="5114914" y="9578686"/>
            <a:ext cx="83127" cy="83127"/>
          </a:xfrm>
          <a:prstGeom prst="ellipse">
            <a:avLst/>
          </a:prstGeom>
          <a:solidFill>
            <a:srgbClr val="14161C">
              <a:alpha val="28000"/>
            </a:srgbClr>
          </a:solidFill>
          <a:ln/>
        </p:spPr>
      </p:sp>
      <p:sp>
        <p:nvSpPr>
          <p:cNvPr id="50" name="Shape 48"/>
          <p:cNvSpPr/>
          <p:nvPr/>
        </p:nvSpPr>
        <p:spPr>
          <a:xfrm>
            <a:off x="5281168" y="9578686"/>
            <a:ext cx="83127" cy="83127"/>
          </a:xfrm>
          <a:prstGeom prst="ellipse">
            <a:avLst/>
          </a:prstGeom>
          <a:solidFill>
            <a:srgbClr val="14161C">
              <a:alpha val="28000"/>
            </a:srgbClr>
          </a:solidFill>
          <a:ln/>
        </p:spPr>
      </p:sp>
      <p:sp>
        <p:nvSpPr>
          <p:cNvPr id="51" name="Shape 49"/>
          <p:cNvSpPr/>
          <p:nvPr/>
        </p:nvSpPr>
        <p:spPr>
          <a:xfrm>
            <a:off x="5447422" y="9578686"/>
            <a:ext cx="83127" cy="83127"/>
          </a:xfrm>
          <a:prstGeom prst="ellipse">
            <a:avLst/>
          </a:prstGeom>
          <a:solidFill>
            <a:srgbClr val="14161C">
              <a:alpha val="28000"/>
            </a:srgbClr>
          </a:solidFill>
          <a:ln/>
        </p:spPr>
      </p:sp>
      <p:sp>
        <p:nvSpPr>
          <p:cNvPr id="52" name="Shape 50"/>
          <p:cNvSpPr/>
          <p:nvPr/>
        </p:nvSpPr>
        <p:spPr>
          <a:xfrm>
            <a:off x="5613676" y="9578686"/>
            <a:ext cx="83127" cy="83127"/>
          </a:xfrm>
          <a:prstGeom prst="ellipse">
            <a:avLst/>
          </a:prstGeom>
          <a:solidFill>
            <a:srgbClr val="14161C">
              <a:alpha val="28000"/>
            </a:srgbClr>
          </a:solidFill>
          <a:ln/>
        </p:spPr>
      </p:sp>
      <p:sp>
        <p:nvSpPr>
          <p:cNvPr id="53" name="Shape 51"/>
          <p:cNvSpPr/>
          <p:nvPr/>
        </p:nvSpPr>
        <p:spPr>
          <a:xfrm>
            <a:off x="5779931" y="9578686"/>
            <a:ext cx="83127" cy="83127"/>
          </a:xfrm>
          <a:prstGeom prst="ellipse">
            <a:avLst/>
          </a:prstGeom>
          <a:solidFill>
            <a:srgbClr val="14161C">
              <a:alpha val="28000"/>
            </a:srgbClr>
          </a:solidFill>
          <a:ln/>
        </p:spPr>
      </p:sp>
      <p:sp>
        <p:nvSpPr>
          <p:cNvPr id="54" name="Shape 52"/>
          <p:cNvSpPr/>
          <p:nvPr/>
        </p:nvSpPr>
        <p:spPr>
          <a:xfrm>
            <a:off x="5946185" y="9578686"/>
            <a:ext cx="83127" cy="83127"/>
          </a:xfrm>
          <a:prstGeom prst="ellipse">
            <a:avLst/>
          </a:prstGeom>
          <a:solidFill>
            <a:srgbClr val="14161C">
              <a:alpha val="28000"/>
            </a:srgbClr>
          </a:solidFill>
          <a:ln/>
        </p:spPr>
      </p:sp>
      <p:sp>
        <p:nvSpPr>
          <p:cNvPr id="55" name="Shape 53"/>
          <p:cNvSpPr/>
          <p:nvPr/>
        </p:nvSpPr>
        <p:spPr>
          <a:xfrm>
            <a:off x="6112439" y="9578686"/>
            <a:ext cx="83127" cy="83127"/>
          </a:xfrm>
          <a:prstGeom prst="ellipse">
            <a:avLst/>
          </a:prstGeom>
          <a:solidFill>
            <a:srgbClr val="14161C">
              <a:alpha val="28000"/>
            </a:srgbClr>
          </a:solidFill>
          <a:ln/>
        </p:spPr>
      </p:sp>
      <p:sp>
        <p:nvSpPr>
          <p:cNvPr id="56" name="Shape 54"/>
          <p:cNvSpPr/>
          <p:nvPr/>
        </p:nvSpPr>
        <p:spPr>
          <a:xfrm>
            <a:off x="6278693" y="9578686"/>
            <a:ext cx="83127" cy="83127"/>
          </a:xfrm>
          <a:prstGeom prst="ellipse">
            <a:avLst/>
          </a:prstGeom>
          <a:solidFill>
            <a:srgbClr val="14161C">
              <a:alpha val="28000"/>
            </a:srgbClr>
          </a:solidFill>
          <a:ln/>
        </p:spPr>
      </p:sp>
      <p:sp>
        <p:nvSpPr>
          <p:cNvPr id="57" name="Shape 55"/>
          <p:cNvSpPr/>
          <p:nvPr/>
        </p:nvSpPr>
        <p:spPr>
          <a:xfrm>
            <a:off x="6444947" y="9578686"/>
            <a:ext cx="83127" cy="83127"/>
          </a:xfrm>
          <a:prstGeom prst="ellipse">
            <a:avLst/>
          </a:prstGeom>
          <a:solidFill>
            <a:srgbClr val="14161C">
              <a:alpha val="28000"/>
            </a:srgbClr>
          </a:solidFill>
          <a:ln/>
        </p:spPr>
      </p:sp>
      <p:sp>
        <p:nvSpPr>
          <p:cNvPr id="58" name="Shape 56"/>
          <p:cNvSpPr/>
          <p:nvPr/>
        </p:nvSpPr>
        <p:spPr>
          <a:xfrm>
            <a:off x="6611201" y="9578686"/>
            <a:ext cx="83127" cy="83127"/>
          </a:xfrm>
          <a:prstGeom prst="ellipse">
            <a:avLst/>
          </a:prstGeom>
          <a:solidFill>
            <a:srgbClr val="14161C">
              <a:alpha val="28000"/>
            </a:srgbClr>
          </a:solidFill>
          <a:ln/>
        </p:spPr>
      </p:sp>
      <p:sp>
        <p:nvSpPr>
          <p:cNvPr id="59" name="Shape 57"/>
          <p:cNvSpPr/>
          <p:nvPr/>
        </p:nvSpPr>
        <p:spPr>
          <a:xfrm>
            <a:off x="6777455" y="9578686"/>
            <a:ext cx="83127" cy="83127"/>
          </a:xfrm>
          <a:prstGeom prst="ellipse">
            <a:avLst/>
          </a:prstGeom>
          <a:solidFill>
            <a:srgbClr val="14161C">
              <a:alpha val="28000"/>
            </a:srgbClr>
          </a:solidFill>
          <a:ln/>
        </p:spPr>
      </p:sp>
      <p:sp>
        <p:nvSpPr>
          <p:cNvPr id="60" name="Shape 58"/>
          <p:cNvSpPr/>
          <p:nvPr/>
        </p:nvSpPr>
        <p:spPr>
          <a:xfrm>
            <a:off x="6943709" y="9578686"/>
            <a:ext cx="83127" cy="83127"/>
          </a:xfrm>
          <a:prstGeom prst="ellipse">
            <a:avLst/>
          </a:prstGeom>
          <a:solidFill>
            <a:srgbClr val="14161C">
              <a:alpha val="28000"/>
            </a:srgbClr>
          </a:solidFill>
          <a:ln/>
        </p:spPr>
      </p:sp>
      <p:sp>
        <p:nvSpPr>
          <p:cNvPr id="61" name="Shape 59"/>
          <p:cNvSpPr/>
          <p:nvPr/>
        </p:nvSpPr>
        <p:spPr>
          <a:xfrm>
            <a:off x="7109963" y="9578686"/>
            <a:ext cx="83127" cy="83127"/>
          </a:xfrm>
          <a:prstGeom prst="ellipse">
            <a:avLst/>
          </a:prstGeom>
          <a:solidFill>
            <a:srgbClr val="14161C">
              <a:alpha val="28000"/>
            </a:srgbClr>
          </a:solidFill>
          <a:ln/>
        </p:spPr>
      </p:sp>
      <p:sp>
        <p:nvSpPr>
          <p:cNvPr id="62" name="Shape 60"/>
          <p:cNvSpPr/>
          <p:nvPr/>
        </p:nvSpPr>
        <p:spPr>
          <a:xfrm>
            <a:off x="7276218" y="9578686"/>
            <a:ext cx="83127" cy="83127"/>
          </a:xfrm>
          <a:prstGeom prst="ellipse">
            <a:avLst/>
          </a:prstGeom>
          <a:solidFill>
            <a:srgbClr val="14161C">
              <a:alpha val="28000"/>
            </a:srgbClr>
          </a:solidFill>
          <a:ln/>
        </p:spPr>
      </p:sp>
      <p:sp>
        <p:nvSpPr>
          <p:cNvPr id="63" name="Shape 61"/>
          <p:cNvSpPr/>
          <p:nvPr/>
        </p:nvSpPr>
        <p:spPr>
          <a:xfrm>
            <a:off x="7442472" y="9578686"/>
            <a:ext cx="83127" cy="83127"/>
          </a:xfrm>
          <a:prstGeom prst="ellipse">
            <a:avLst/>
          </a:prstGeom>
          <a:solidFill>
            <a:srgbClr val="14161C">
              <a:alpha val="28000"/>
            </a:srgbClr>
          </a:solidFill>
          <a:ln/>
        </p:spPr>
      </p:sp>
      <p:sp>
        <p:nvSpPr>
          <p:cNvPr id="64" name="Shape 62"/>
          <p:cNvSpPr/>
          <p:nvPr/>
        </p:nvSpPr>
        <p:spPr>
          <a:xfrm>
            <a:off x="7608726" y="9578686"/>
            <a:ext cx="83127" cy="83127"/>
          </a:xfrm>
          <a:prstGeom prst="ellipse">
            <a:avLst/>
          </a:prstGeom>
          <a:solidFill>
            <a:srgbClr val="14161C">
              <a:alpha val="28000"/>
            </a:srgbClr>
          </a:solidFill>
          <a:ln/>
        </p:spPr>
      </p:sp>
      <p:sp>
        <p:nvSpPr>
          <p:cNvPr id="65" name="Shape 63"/>
          <p:cNvSpPr/>
          <p:nvPr/>
        </p:nvSpPr>
        <p:spPr>
          <a:xfrm>
            <a:off x="7774980" y="9578686"/>
            <a:ext cx="83127" cy="83127"/>
          </a:xfrm>
          <a:prstGeom prst="ellipse">
            <a:avLst/>
          </a:prstGeom>
          <a:solidFill>
            <a:srgbClr val="14161C">
              <a:alpha val="28000"/>
            </a:srgbClr>
          </a:solidFill>
          <a:ln/>
        </p:spPr>
      </p:sp>
      <p:sp>
        <p:nvSpPr>
          <p:cNvPr id="66" name="Shape 64"/>
          <p:cNvSpPr/>
          <p:nvPr/>
        </p:nvSpPr>
        <p:spPr>
          <a:xfrm>
            <a:off x="7941234" y="9578686"/>
            <a:ext cx="83127" cy="83127"/>
          </a:xfrm>
          <a:prstGeom prst="ellipse">
            <a:avLst/>
          </a:prstGeom>
          <a:solidFill>
            <a:srgbClr val="14161C">
              <a:alpha val="28000"/>
            </a:srgbClr>
          </a:solidFill>
          <a:ln/>
        </p:spPr>
      </p:sp>
      <p:sp>
        <p:nvSpPr>
          <p:cNvPr id="67" name="Shape 65"/>
          <p:cNvSpPr/>
          <p:nvPr/>
        </p:nvSpPr>
        <p:spPr>
          <a:xfrm>
            <a:off x="8107488" y="9578686"/>
            <a:ext cx="83127" cy="83127"/>
          </a:xfrm>
          <a:prstGeom prst="ellipse">
            <a:avLst/>
          </a:prstGeom>
          <a:solidFill>
            <a:srgbClr val="14161C">
              <a:alpha val="28000"/>
            </a:srgbClr>
          </a:solidFill>
          <a:ln/>
        </p:spPr>
      </p:sp>
      <p:sp>
        <p:nvSpPr>
          <p:cNvPr id="68" name="Shape 66"/>
          <p:cNvSpPr/>
          <p:nvPr/>
        </p:nvSpPr>
        <p:spPr>
          <a:xfrm>
            <a:off x="8273742" y="9578686"/>
            <a:ext cx="83127" cy="83127"/>
          </a:xfrm>
          <a:prstGeom prst="ellipse">
            <a:avLst/>
          </a:prstGeom>
          <a:solidFill>
            <a:srgbClr val="14161C">
              <a:alpha val="28000"/>
            </a:srgbClr>
          </a:solidFill>
          <a:ln/>
        </p:spPr>
      </p:sp>
      <p:sp>
        <p:nvSpPr>
          <p:cNvPr id="69" name="Shape 67"/>
          <p:cNvSpPr/>
          <p:nvPr/>
        </p:nvSpPr>
        <p:spPr>
          <a:xfrm>
            <a:off x="8439996" y="9578686"/>
            <a:ext cx="83127" cy="83127"/>
          </a:xfrm>
          <a:prstGeom prst="ellipse">
            <a:avLst/>
          </a:prstGeom>
          <a:solidFill>
            <a:srgbClr val="14161C">
              <a:alpha val="28000"/>
            </a:srgbClr>
          </a:solidFill>
          <a:ln/>
        </p:spPr>
      </p:sp>
      <p:sp>
        <p:nvSpPr>
          <p:cNvPr id="70" name="Shape 68"/>
          <p:cNvSpPr/>
          <p:nvPr/>
        </p:nvSpPr>
        <p:spPr>
          <a:xfrm>
            <a:off x="8606251" y="9578686"/>
            <a:ext cx="83127" cy="83127"/>
          </a:xfrm>
          <a:prstGeom prst="ellipse">
            <a:avLst/>
          </a:prstGeom>
          <a:solidFill>
            <a:srgbClr val="14161C">
              <a:alpha val="28000"/>
            </a:srgbClr>
          </a:solidFill>
          <a:ln/>
        </p:spPr>
      </p:sp>
      <p:sp>
        <p:nvSpPr>
          <p:cNvPr id="71" name="Shape 69"/>
          <p:cNvSpPr/>
          <p:nvPr/>
        </p:nvSpPr>
        <p:spPr>
          <a:xfrm>
            <a:off x="8772505" y="9578686"/>
            <a:ext cx="83127" cy="83127"/>
          </a:xfrm>
          <a:prstGeom prst="ellipse">
            <a:avLst/>
          </a:prstGeom>
          <a:solidFill>
            <a:srgbClr val="14161C">
              <a:alpha val="28000"/>
            </a:srgbClr>
          </a:solidFill>
          <a:ln/>
        </p:spPr>
      </p:sp>
      <p:sp>
        <p:nvSpPr>
          <p:cNvPr id="72" name="Shape 70"/>
          <p:cNvSpPr/>
          <p:nvPr/>
        </p:nvSpPr>
        <p:spPr>
          <a:xfrm>
            <a:off x="8938759" y="9578686"/>
            <a:ext cx="83127" cy="83127"/>
          </a:xfrm>
          <a:prstGeom prst="ellipse">
            <a:avLst/>
          </a:prstGeom>
          <a:solidFill>
            <a:srgbClr val="14161C">
              <a:alpha val="28000"/>
            </a:srgbClr>
          </a:solidFill>
          <a:ln/>
        </p:spPr>
      </p:sp>
      <p:sp>
        <p:nvSpPr>
          <p:cNvPr id="73" name="Shape 71"/>
          <p:cNvSpPr/>
          <p:nvPr/>
        </p:nvSpPr>
        <p:spPr>
          <a:xfrm>
            <a:off x="9105013" y="9578686"/>
            <a:ext cx="83127" cy="83127"/>
          </a:xfrm>
          <a:prstGeom prst="ellipse">
            <a:avLst/>
          </a:prstGeom>
          <a:solidFill>
            <a:srgbClr val="14161C">
              <a:alpha val="28000"/>
            </a:srgbClr>
          </a:solidFill>
          <a:ln/>
        </p:spPr>
      </p:sp>
      <p:sp>
        <p:nvSpPr>
          <p:cNvPr id="74" name="Shape 72"/>
          <p:cNvSpPr/>
          <p:nvPr/>
        </p:nvSpPr>
        <p:spPr>
          <a:xfrm>
            <a:off x="9271267" y="9578686"/>
            <a:ext cx="83127" cy="83127"/>
          </a:xfrm>
          <a:prstGeom prst="ellipse">
            <a:avLst/>
          </a:prstGeom>
          <a:solidFill>
            <a:srgbClr val="14161C">
              <a:alpha val="28000"/>
            </a:srgbClr>
          </a:solidFill>
          <a:ln/>
        </p:spPr>
      </p:sp>
      <p:sp>
        <p:nvSpPr>
          <p:cNvPr id="75" name="Shape 73"/>
          <p:cNvSpPr/>
          <p:nvPr/>
        </p:nvSpPr>
        <p:spPr>
          <a:xfrm>
            <a:off x="9437521" y="9578686"/>
            <a:ext cx="83127" cy="83127"/>
          </a:xfrm>
          <a:prstGeom prst="ellipse">
            <a:avLst/>
          </a:prstGeom>
          <a:solidFill>
            <a:srgbClr val="14161C">
              <a:alpha val="28000"/>
            </a:srgbClr>
          </a:solidFill>
          <a:ln/>
        </p:spPr>
      </p:sp>
      <p:sp>
        <p:nvSpPr>
          <p:cNvPr id="76" name="Shape 74"/>
          <p:cNvSpPr/>
          <p:nvPr/>
        </p:nvSpPr>
        <p:spPr>
          <a:xfrm>
            <a:off x="9603775" y="9578686"/>
            <a:ext cx="83127" cy="83127"/>
          </a:xfrm>
          <a:prstGeom prst="ellipse">
            <a:avLst/>
          </a:prstGeom>
          <a:solidFill>
            <a:srgbClr val="14161C">
              <a:alpha val="28000"/>
            </a:srgbClr>
          </a:solidFill>
          <a:ln/>
        </p:spPr>
      </p:sp>
      <p:sp>
        <p:nvSpPr>
          <p:cNvPr id="77" name="Shape 75"/>
          <p:cNvSpPr/>
          <p:nvPr/>
        </p:nvSpPr>
        <p:spPr>
          <a:xfrm>
            <a:off x="9770029" y="9578686"/>
            <a:ext cx="83127" cy="83127"/>
          </a:xfrm>
          <a:prstGeom prst="ellipse">
            <a:avLst/>
          </a:prstGeom>
          <a:solidFill>
            <a:srgbClr val="14161C">
              <a:alpha val="28000"/>
            </a:srgbClr>
          </a:solidFill>
          <a:ln/>
        </p:spPr>
      </p:sp>
      <p:sp>
        <p:nvSpPr>
          <p:cNvPr id="78" name="Shape 76"/>
          <p:cNvSpPr/>
          <p:nvPr/>
        </p:nvSpPr>
        <p:spPr>
          <a:xfrm>
            <a:off x="9936283" y="9578686"/>
            <a:ext cx="83127" cy="83127"/>
          </a:xfrm>
          <a:prstGeom prst="ellipse">
            <a:avLst/>
          </a:prstGeom>
          <a:solidFill>
            <a:srgbClr val="14161C">
              <a:alpha val="28000"/>
            </a:srgbClr>
          </a:solidFill>
          <a:ln/>
        </p:spPr>
      </p:sp>
      <p:sp>
        <p:nvSpPr>
          <p:cNvPr id="79" name="Text 77"/>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04/55</a:t>
            </a:r>
            <a:endParaRPr lang="en-US" sz="1800" dirty="0"/>
          </a:p>
        </p:txBody>
      </p:sp>
      <p:sp>
        <p:nvSpPr>
          <p:cNvPr id="80" name="Shape 78"/>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47589940-a0fc-432d-813d-63f46c09bd6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Ảnh có</a:t>
            </a:r>
            <a:r>
              <a:rPr lang="en-US" sz="5700" dirty="0" spc="6" kern="0">
                <a:solidFill>
                  <a:srgbClr val="F3EEE3"/>
                </a:solidFill>
                <a:latin typeface="Bricolage Grotesque ExtraBold" pitchFamily="34" charset="0"/>
                <a:ea typeface="Bricolage Grotesque ExtraBold" pitchFamily="34" charset="-122"/>
                <a:cs typeface="Bricolage Grotesque ExtraBold" pitchFamily="34" charset="-120"/>
              </a:rPr>
              <a:t> đáng</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tin</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không?</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Đối</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chiếu</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số</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sao</a:t>
            </a:r>
            <a:r>
              <a:rPr lang="en-US" sz="5700" dirty="0" spc="-73" kern="0">
                <a:solidFill>
                  <a:srgbClr val="F3EEE3"/>
                </a:solidFill>
                <a:latin typeface="Bricolage Grotesque ExtraBold" pitchFamily="34" charset="0"/>
                <a:ea typeface="Bricolage Grotesque ExtraBold" pitchFamily="34" charset="-122"/>
                <a:cs typeface="Bricolage Grotesque ExtraBold" pitchFamily="34" charset="-120"/>
              </a:rPr>
              <a:t> với</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số</a:t>
            </a:r>
            <a:r>
              <a:rPr lang="en-US" sz="5700" dirty="0" spc="-16" kern="0">
                <a:solidFill>
                  <a:srgbClr val="F3EEE3"/>
                </a:solidFill>
                <a:latin typeface="Bricolage Grotesque ExtraBold" pitchFamily="34" charset="0"/>
                <a:ea typeface="Bricolage Grotesque ExtraBold" pitchFamily="34" charset="-122"/>
                <a:cs typeface="Bricolage Grotesque ExtraBold" pitchFamily="34" charset="-120"/>
              </a:rPr>
              <a:t> radar</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đo</a:t>
            </a:r>
            <a:endParaRPr lang="en-US" sz="5700" dirty="0"/>
          </a:p>
        </p:txBody>
      </p:sp>
      <p:sp>
        <p:nvSpPr>
          <p:cNvPr id="3" name="Text 1"/>
          <p:cNvSpPr/>
          <p:nvPr/>
        </p:nvSpPr>
        <p:spPr>
          <a:xfrm>
            <a:off x="914400" y="2381250"/>
            <a:ext cx="1619250" cy="981075"/>
          </a:xfrm>
          <a:prstGeom prst="rect">
            <a:avLst/>
          </a:prstGeom>
          <a:noFill/>
          <a:ln/>
        </p:spPr>
        <p:txBody>
          <a:bodyPr wrap="square" lIns="0" tIns="0" rIns="0" bIns="0" rtlCol="0" anchor="ctr"/>
          <a:lstStyle/>
          <a:p>
            <a:pPr algn="l" indent="0" marL="0">
              <a:buNone/>
            </a:pPr>
            <a:r>
              <a:rPr lang="en-US" sz="6422" dirty="0" spc="3" kern="0">
                <a:solidFill>
                  <a:srgbClr val="FFB454"/>
                </a:solidFill>
                <a:latin typeface="Bricolage Grotesque ExtraBold" pitchFamily="34" charset="0"/>
                <a:ea typeface="Bricolage Grotesque ExtraBold" pitchFamily="34" charset="-122"/>
                <a:cs typeface="Bricolage Grotesque ExtraBold" pitchFamily="34" charset="-120"/>
              </a:rPr>
              <a:t>1</a:t>
            </a:r>
            <a:endParaRPr lang="en-US" sz="6422" dirty="0"/>
          </a:p>
        </p:txBody>
      </p:sp>
      <p:sp>
        <p:nvSpPr>
          <p:cNvPr id="4" name="Shape 2"/>
          <p:cNvSpPr/>
          <p:nvPr/>
        </p:nvSpPr>
        <p:spPr>
          <a:xfrm>
            <a:off x="2724150" y="2476500"/>
            <a:ext cx="14649450" cy="790575"/>
          </a:xfrm>
          <a:prstGeom prst="roundRect">
            <a:avLst>
              <a:gd name="adj" fmla="val 24096"/>
            </a:avLst>
          </a:prstGeom>
          <a:solidFill>
            <a:srgbClr val="1E212B"/>
          </a:solidFill>
          <a:ln/>
        </p:spPr>
      </p:sp>
      <p:sp>
        <p:nvSpPr>
          <p:cNvPr id="5" name="Text 3"/>
          <p:cNvSpPr/>
          <p:nvPr/>
        </p:nvSpPr>
        <p:spPr>
          <a:xfrm>
            <a:off x="3105150" y="2476500"/>
            <a:ext cx="14001750" cy="790575"/>
          </a:xfrm>
          <a:prstGeom prst="rect">
            <a:avLst/>
          </a:prstGeom>
          <a:noFill/>
          <a:ln/>
        </p:spPr>
        <p:txBody>
          <a:bodyPr wrap="square" lIns="0" tIns="0" rIns="0" bIns="0" rtlCol="0" anchor="ctr"/>
          <a:lstStyle/>
          <a:p>
            <a:pPr algn="l" indent="0" marL="0">
              <a:buNone/>
            </a:pPr>
            <a:r>
              <a:rPr lang="en-US" sz="2700" dirty="0" spc="-15" kern="0">
                <a:solidFill>
                  <a:srgbClr val="F3EEE3"/>
                </a:solidFill>
                <a:latin typeface="Be Vietnam Pro SemiBold" pitchFamily="34" charset="0"/>
                <a:ea typeface="Be Vietnam Pro SemiBold" pitchFamily="34" charset="-122"/>
                <a:cs typeface="Be Vietnam Pro SemiBold" pitchFamily="34" charset="-120"/>
              </a:rPr>
              <a:t>Ponytail:</a:t>
            </a:r>
            <a:r>
              <a:rPr lang="en-US" sz="2700" dirty="0" spc="-1" kern="0">
                <a:solidFill>
                  <a:srgbClr val="F3EEE3"/>
                </a:solidFill>
                <a:latin typeface="Be Vietnam Pro SemiBold" pitchFamily="34" charset="0"/>
                <a:ea typeface="Be Vietnam Pro SemiBold" pitchFamily="34" charset="-122"/>
                <a:cs typeface="Be Vietnam Pro SemiBold" pitchFamily="34" charset="-120"/>
              </a:rPr>
              <a:t> ảnh</a:t>
            </a:r>
            <a:r>
              <a:rPr lang="en-US" sz="2700" dirty="0" spc="-30" kern="0">
                <a:solidFill>
                  <a:srgbClr val="F3EEE3"/>
                </a:solidFill>
                <a:latin typeface="Be Vietnam Pro SemiBold" pitchFamily="34" charset="0"/>
                <a:ea typeface="Be Vietnam Pro SemiBold" pitchFamily="34" charset="-122"/>
                <a:cs typeface="Be Vietnam Pro SemiBold" pitchFamily="34" charset="-120"/>
              </a:rPr>
              <a:t> 174k;</a:t>
            </a:r>
            <a:r>
              <a:rPr lang="en-US" sz="2700" dirty="0" spc="-15" kern="0">
                <a:solidFill>
                  <a:srgbClr val="F3EEE3"/>
                </a:solidFill>
                <a:latin typeface="Be Vietnam Pro SemiBold" pitchFamily="34" charset="0"/>
                <a:ea typeface="Be Vietnam Pro SemiBold" pitchFamily="34" charset="-122"/>
                <a:cs typeface="Be Vietnam Pro SemiBold" pitchFamily="34" charset="-120"/>
              </a:rPr>
              <a:t> radar</a:t>
            </a:r>
            <a:r>
              <a:rPr lang="en-US" sz="2700" dirty="0" spc="-12" kern="0">
                <a:solidFill>
                  <a:srgbClr val="F3EEE3"/>
                </a:solidFill>
                <a:latin typeface="Be Vietnam Pro SemiBold" pitchFamily="34" charset="0"/>
                <a:ea typeface="Be Vietnam Pro SemiBold" pitchFamily="34" charset="-122"/>
                <a:cs typeface="Be Vietnam Pro SemiBold" pitchFamily="34" charset="-120"/>
              </a:rPr>
              <a:t> 170.154</a:t>
            </a:r>
            <a:r>
              <a:rPr lang="en-US" sz="2700" dirty="0" spc="-2" kern="0">
                <a:solidFill>
                  <a:srgbClr val="F3EEE3"/>
                </a:solidFill>
                <a:latin typeface="Be Vietnam Pro SemiBold" pitchFamily="34" charset="0"/>
                <a:ea typeface="Be Vietnam Pro SemiBold" pitchFamily="34" charset="-122"/>
                <a:cs typeface="Be Vietnam Pro SemiBold" pitchFamily="34" charset="-120"/>
              </a:rPr>
              <a:t> (21/10)</a:t>
            </a:r>
            <a:r>
              <a:rPr lang="en-US" sz="2700" dirty="0" spc="-25" kern="0">
                <a:solidFill>
                  <a:srgbClr val="F3EEE3"/>
                </a:solidFill>
                <a:latin typeface="Be Vietnam Pro SemiBold" pitchFamily="34" charset="0"/>
                <a:ea typeface="Be Vietnam Pro SemiBold" pitchFamily="34" charset="-122"/>
                <a:cs typeface="Be Vietnam Pro SemiBold" pitchFamily="34" charset="-120"/>
              </a:rPr>
              <a:t> và</a:t>
            </a:r>
            <a:r>
              <a:rPr lang="en-US" sz="2700" dirty="0" spc="-32" kern="0">
                <a:solidFill>
                  <a:srgbClr val="F3EEE3"/>
                </a:solidFill>
                <a:latin typeface="Be Vietnam Pro SemiBold" pitchFamily="34" charset="0"/>
                <a:ea typeface="Be Vietnam Pro SemiBold" pitchFamily="34" charset="-122"/>
                <a:cs typeface="Be Vietnam Pro SemiBold" pitchFamily="34" charset="-120"/>
              </a:rPr>
              <a:t> 174.930</a:t>
            </a:r>
            <a:r>
              <a:rPr lang="en-US" sz="2700" dirty="0" spc="-7" kern="0">
                <a:solidFill>
                  <a:srgbClr val="F3EEE3"/>
                </a:solidFill>
                <a:latin typeface="Be Vietnam Pro SemiBold" pitchFamily="34" charset="0"/>
                <a:ea typeface="Be Vietnam Pro SemiBold" pitchFamily="34" charset="-122"/>
                <a:cs typeface="Be Vietnam Pro SemiBold" pitchFamily="34" charset="-120"/>
              </a:rPr>
              <a:t> (24/10),</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khớp</a:t>
            </a:r>
            <a:endParaRPr lang="en-US" sz="2700" dirty="0"/>
          </a:p>
        </p:txBody>
      </p:sp>
      <p:sp>
        <p:nvSpPr>
          <p:cNvPr id="6" name="Text 4"/>
          <p:cNvSpPr/>
          <p:nvPr/>
        </p:nvSpPr>
        <p:spPr>
          <a:xfrm>
            <a:off x="914400" y="3476625"/>
            <a:ext cx="1619250" cy="981075"/>
          </a:xfrm>
          <a:prstGeom prst="rect">
            <a:avLst/>
          </a:prstGeom>
          <a:noFill/>
          <a:ln/>
        </p:spPr>
        <p:txBody>
          <a:bodyPr wrap="square" lIns="0" tIns="0" rIns="0" bIns="0" rtlCol="0" anchor="ctr"/>
          <a:lstStyle/>
          <a:p>
            <a:pPr algn="l" indent="0" marL="0">
              <a:buNone/>
            </a:pPr>
            <a:r>
              <a:rPr lang="en-US" sz="6422" dirty="0" spc="1" kern="0">
                <a:solidFill>
                  <a:srgbClr val="3DD6A0"/>
                </a:solidFill>
                <a:latin typeface="Bricolage Grotesque ExtraBold" pitchFamily="34" charset="0"/>
                <a:ea typeface="Bricolage Grotesque ExtraBold" pitchFamily="34" charset="-122"/>
                <a:cs typeface="Bricolage Grotesque ExtraBold" pitchFamily="34" charset="-120"/>
              </a:rPr>
              <a:t>2</a:t>
            </a:r>
            <a:endParaRPr lang="en-US" sz="6422" dirty="0"/>
          </a:p>
        </p:txBody>
      </p:sp>
      <p:sp>
        <p:nvSpPr>
          <p:cNvPr id="7" name="Shape 5"/>
          <p:cNvSpPr/>
          <p:nvPr/>
        </p:nvSpPr>
        <p:spPr>
          <a:xfrm>
            <a:off x="2724150" y="3571875"/>
            <a:ext cx="14649450" cy="790575"/>
          </a:xfrm>
          <a:prstGeom prst="roundRect">
            <a:avLst>
              <a:gd name="adj" fmla="val 24096"/>
            </a:avLst>
          </a:prstGeom>
          <a:solidFill>
            <a:srgbClr val="1E212B"/>
          </a:solidFill>
          <a:ln/>
        </p:spPr>
      </p:sp>
      <p:sp>
        <p:nvSpPr>
          <p:cNvPr id="8" name="Text 6"/>
          <p:cNvSpPr/>
          <p:nvPr/>
        </p:nvSpPr>
        <p:spPr>
          <a:xfrm>
            <a:off x="3105150" y="3571875"/>
            <a:ext cx="14001750" cy="790575"/>
          </a:xfrm>
          <a:prstGeom prst="rect">
            <a:avLst/>
          </a:prstGeom>
          <a:noFill/>
          <a:ln/>
        </p:spPr>
        <p:txBody>
          <a:bodyPr wrap="square" lIns="0" tIns="0" rIns="0" bIns="0" rtlCol="0" anchor="ctr"/>
          <a:lstStyle/>
          <a:p>
            <a:pPr algn="l" indent="0" marL="0">
              <a:buNone/>
            </a:pPr>
            <a:r>
              <a:rPr lang="en-US" sz="2700" dirty="0" spc="-11" kern="0">
                <a:solidFill>
                  <a:srgbClr val="F3EEE3"/>
                </a:solidFill>
                <a:latin typeface="Be Vietnam Pro SemiBold" pitchFamily="34" charset="0"/>
                <a:ea typeface="Be Vietnam Pro SemiBold" pitchFamily="34" charset="-122"/>
                <a:cs typeface="Be Vietnam Pro SemiBold" pitchFamily="34" charset="-120"/>
              </a:rPr>
              <a:t>Graphify:</a:t>
            </a:r>
            <a:r>
              <a:rPr lang="en-US" sz="2700" dirty="0" spc="-1" kern="0">
                <a:solidFill>
                  <a:srgbClr val="F3EEE3"/>
                </a:solidFill>
                <a:latin typeface="Be Vietnam Pro SemiBold" pitchFamily="34" charset="0"/>
                <a:ea typeface="Be Vietnam Pro SemiBold" pitchFamily="34" charset="-122"/>
                <a:cs typeface="Be Vietnam Pro SemiBold" pitchFamily="34" charset="-120"/>
              </a:rPr>
              <a:t> ảnh</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133k;</a:t>
            </a:r>
            <a:r>
              <a:rPr lang="en-US" sz="2700" dirty="0" spc="-14" kern="0">
                <a:solidFill>
                  <a:srgbClr val="F3EEE3"/>
                </a:solidFill>
                <a:latin typeface="Be Vietnam Pro SemiBold" pitchFamily="34" charset="0"/>
                <a:ea typeface="Be Vietnam Pro SemiBold" pitchFamily="34" charset="-122"/>
                <a:cs typeface="Be Vietnam Pro SemiBold" pitchFamily="34" charset="-120"/>
              </a:rPr>
              <a:t> radar</a:t>
            </a:r>
            <a:r>
              <a:rPr lang="en-US" sz="2700" dirty="0" spc="-7" kern="0">
                <a:solidFill>
                  <a:srgbClr val="F3EEE3"/>
                </a:solidFill>
                <a:latin typeface="Be Vietnam Pro SemiBold" pitchFamily="34" charset="0"/>
                <a:ea typeface="Be Vietnam Pro SemiBold" pitchFamily="34" charset="-122"/>
                <a:cs typeface="Be Vietnam Pro SemiBold" pitchFamily="34" charset="-120"/>
              </a:rPr>
              <a:t> 130.545</a:t>
            </a:r>
            <a:r>
              <a:rPr lang="en-US" sz="2700" dirty="0" spc="-25" kern="0">
                <a:solidFill>
                  <a:srgbClr val="F3EEE3"/>
                </a:solidFill>
                <a:latin typeface="Be Vietnam Pro SemiBold" pitchFamily="34" charset="0"/>
                <a:ea typeface="Be Vietnam Pro SemiBold" pitchFamily="34" charset="-122"/>
                <a:cs typeface="Be Vietnam Pro SemiBold" pitchFamily="34" charset="-120"/>
              </a:rPr>
              <a:t> và</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133.991,</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khớp</a:t>
            </a:r>
            <a:endParaRPr lang="en-US" sz="2700" dirty="0"/>
          </a:p>
        </p:txBody>
      </p:sp>
      <p:sp>
        <p:nvSpPr>
          <p:cNvPr id="9" name="Text 7"/>
          <p:cNvSpPr/>
          <p:nvPr/>
        </p:nvSpPr>
        <p:spPr>
          <a:xfrm>
            <a:off x="914400" y="4572000"/>
            <a:ext cx="1619250" cy="981075"/>
          </a:xfrm>
          <a:prstGeom prst="rect">
            <a:avLst/>
          </a:prstGeom>
          <a:noFill/>
          <a:ln/>
        </p:spPr>
        <p:txBody>
          <a:bodyPr wrap="square" lIns="0" tIns="0" rIns="0" bIns="0" rtlCol="0" anchor="ctr"/>
          <a:lstStyle/>
          <a:p>
            <a:pPr algn="l" indent="0" marL="0">
              <a:buNone/>
            </a:pPr>
            <a:r>
              <a:rPr lang="en-US" sz="6422" dirty="0" spc="3" kern="0">
                <a:solidFill>
                  <a:srgbClr val="FF6A4D"/>
                </a:solidFill>
                <a:latin typeface="Bricolage Grotesque ExtraBold" pitchFamily="34" charset="0"/>
                <a:ea typeface="Bricolage Grotesque ExtraBold" pitchFamily="34" charset="-122"/>
                <a:cs typeface="Bricolage Grotesque ExtraBold" pitchFamily="34" charset="-120"/>
              </a:rPr>
              <a:t>3</a:t>
            </a:r>
            <a:endParaRPr lang="en-US" sz="6422" dirty="0"/>
          </a:p>
        </p:txBody>
      </p:sp>
      <p:sp>
        <p:nvSpPr>
          <p:cNvPr id="10" name="Shape 8"/>
          <p:cNvSpPr/>
          <p:nvPr/>
        </p:nvSpPr>
        <p:spPr>
          <a:xfrm>
            <a:off x="2724150" y="4667250"/>
            <a:ext cx="14649450" cy="790575"/>
          </a:xfrm>
          <a:prstGeom prst="roundRect">
            <a:avLst>
              <a:gd name="adj" fmla="val 24096"/>
            </a:avLst>
          </a:prstGeom>
          <a:solidFill>
            <a:srgbClr val="1E212B"/>
          </a:solidFill>
          <a:ln/>
        </p:spPr>
      </p:sp>
      <p:sp>
        <p:nvSpPr>
          <p:cNvPr id="11" name="Text 9"/>
          <p:cNvSpPr/>
          <p:nvPr/>
        </p:nvSpPr>
        <p:spPr>
          <a:xfrm>
            <a:off x="3105150" y="4667250"/>
            <a:ext cx="14001750" cy="790575"/>
          </a:xfrm>
          <a:prstGeom prst="rect">
            <a:avLst/>
          </a:prstGeom>
          <a:noFill/>
          <a:ln/>
        </p:spPr>
        <p:txBody>
          <a:bodyPr wrap="square" lIns="0" tIns="0" rIns="0" bIns="0" rtlCol="0" anchor="ctr"/>
          <a:lstStyle/>
          <a:p>
            <a:pPr algn="l" indent="0" marL="0">
              <a:buNone/>
            </a:pPr>
            <a:r>
              <a:rPr lang="en-US" sz="2700" dirty="0" spc="-16" kern="0">
                <a:solidFill>
                  <a:srgbClr val="F3EEE3"/>
                </a:solidFill>
                <a:latin typeface="Be Vietnam Pro SemiBold" pitchFamily="34" charset="0"/>
                <a:ea typeface="Be Vietnam Pro SemiBold" pitchFamily="34" charset="-122"/>
                <a:cs typeface="Be Vietnam Pro SemiBold" pitchFamily="34" charset="-120"/>
              </a:rPr>
              <a:t>Career</a:t>
            </a:r>
            <a:r>
              <a:rPr lang="en-US" sz="2700" dirty="0" spc="-2" kern="0">
                <a:solidFill>
                  <a:srgbClr val="F3EEE3"/>
                </a:solidFill>
                <a:latin typeface="Be Vietnam Pro SemiBold" pitchFamily="34" charset="0"/>
                <a:ea typeface="Be Vietnam Pro SemiBold" pitchFamily="34" charset="-122"/>
                <a:cs typeface="Be Vietnam Pro SemiBold" pitchFamily="34" charset="-120"/>
              </a:rPr>
              <a:t> Ops:</a:t>
            </a:r>
            <a:r>
              <a:rPr lang="en-US" sz="2700" dirty="0" spc="0" kern="0">
                <a:solidFill>
                  <a:srgbClr val="F3EEE3"/>
                </a:solidFill>
                <a:latin typeface="Be Vietnam Pro SemiBold" pitchFamily="34" charset="0"/>
                <a:ea typeface="Be Vietnam Pro SemiBold" pitchFamily="34" charset="-122"/>
                <a:cs typeface="Be Vietnam Pro SemiBold" pitchFamily="34" charset="-120"/>
              </a:rPr>
              <a:t> ảnh</a:t>
            </a:r>
            <a:r>
              <a:rPr lang="en-US" sz="2700" dirty="0" spc="9" kern="0">
                <a:solidFill>
                  <a:srgbClr val="F3EEE3"/>
                </a:solidFill>
                <a:latin typeface="Be Vietnam Pro SemiBold" pitchFamily="34" charset="0"/>
                <a:ea typeface="Be Vietnam Pro SemiBold" pitchFamily="34" charset="-122"/>
                <a:cs typeface="Be Vietnam Pro SemiBold" pitchFamily="34" charset="-120"/>
              </a:rPr>
              <a:t> 77k;</a:t>
            </a:r>
            <a:r>
              <a:rPr lang="en-US" sz="2700" dirty="0" spc="-15" kern="0">
                <a:solidFill>
                  <a:srgbClr val="F3EEE3"/>
                </a:solidFill>
                <a:latin typeface="Be Vietnam Pro SemiBold" pitchFamily="34" charset="0"/>
                <a:ea typeface="Be Vietnam Pro SemiBold" pitchFamily="34" charset="-122"/>
                <a:cs typeface="Be Vietnam Pro SemiBold" pitchFamily="34" charset="-120"/>
              </a:rPr>
              <a:t> radar</a:t>
            </a:r>
            <a:r>
              <a:rPr lang="en-US" sz="2700" dirty="0" spc="-24" kern="0">
                <a:solidFill>
                  <a:srgbClr val="F3EEE3"/>
                </a:solidFill>
                <a:latin typeface="Be Vietnam Pro SemiBold" pitchFamily="34" charset="0"/>
                <a:ea typeface="Be Vietnam Pro SemiBold" pitchFamily="34" charset="-122"/>
                <a:cs typeface="Be Vietnam Pro SemiBold" pitchFamily="34" charset="-120"/>
              </a:rPr>
              <a:t> 76.062</a:t>
            </a:r>
            <a:r>
              <a:rPr lang="en-US" sz="2700" dirty="0" spc="-25" kern="0">
                <a:solidFill>
                  <a:srgbClr val="F3EEE3"/>
                </a:solidFill>
                <a:latin typeface="Be Vietnam Pro SemiBold" pitchFamily="34" charset="0"/>
                <a:ea typeface="Be Vietnam Pro SemiBold" pitchFamily="34" charset="-122"/>
                <a:cs typeface="Be Vietnam Pro SemiBold" pitchFamily="34" charset="-120"/>
              </a:rPr>
              <a:t> và</a:t>
            </a:r>
            <a:r>
              <a:rPr lang="en-US" sz="2700" dirty="0" spc="-23" kern="0">
                <a:solidFill>
                  <a:srgbClr val="F3EEE3"/>
                </a:solidFill>
                <a:latin typeface="Be Vietnam Pro SemiBold" pitchFamily="34" charset="0"/>
                <a:ea typeface="Be Vietnam Pro SemiBold" pitchFamily="34" charset="-122"/>
                <a:cs typeface="Be Vietnam Pro SemiBold" pitchFamily="34" charset="-120"/>
              </a:rPr>
              <a:t> 76.863,</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khớp</a:t>
            </a:r>
            <a:endParaRPr lang="en-US" sz="2700" dirty="0"/>
          </a:p>
        </p:txBody>
      </p:sp>
      <p:sp>
        <p:nvSpPr>
          <p:cNvPr id="12" name="Text 10"/>
          <p:cNvSpPr/>
          <p:nvPr/>
        </p:nvSpPr>
        <p:spPr>
          <a:xfrm>
            <a:off x="914400" y="5667375"/>
            <a:ext cx="1619250" cy="981075"/>
          </a:xfrm>
          <a:prstGeom prst="rect">
            <a:avLst/>
          </a:prstGeom>
          <a:noFill/>
          <a:ln/>
        </p:spPr>
        <p:txBody>
          <a:bodyPr wrap="square" lIns="0" tIns="0" rIns="0" bIns="0" rtlCol="0" anchor="ctr"/>
          <a:lstStyle/>
          <a:p>
            <a:pPr algn="l" indent="0" marL="0">
              <a:buNone/>
            </a:pPr>
            <a:r>
              <a:rPr lang="en-US" sz="6422" dirty="0" spc="-2" kern="0">
                <a:solidFill>
                  <a:srgbClr val="7C93FF"/>
                </a:solidFill>
                <a:latin typeface="Bricolage Grotesque ExtraBold" pitchFamily="34" charset="0"/>
                <a:ea typeface="Bricolage Grotesque ExtraBold" pitchFamily="34" charset="-122"/>
                <a:cs typeface="Bricolage Grotesque ExtraBold" pitchFamily="34" charset="-120"/>
              </a:rPr>
              <a:t>4</a:t>
            </a:r>
            <a:endParaRPr lang="en-US" sz="6422" dirty="0"/>
          </a:p>
        </p:txBody>
      </p:sp>
      <p:sp>
        <p:nvSpPr>
          <p:cNvPr id="13" name="Shape 11"/>
          <p:cNvSpPr/>
          <p:nvPr/>
        </p:nvSpPr>
        <p:spPr>
          <a:xfrm>
            <a:off x="2724150" y="5762625"/>
            <a:ext cx="14649450" cy="790575"/>
          </a:xfrm>
          <a:prstGeom prst="roundRect">
            <a:avLst>
              <a:gd name="adj" fmla="val 24096"/>
            </a:avLst>
          </a:prstGeom>
          <a:solidFill>
            <a:srgbClr val="1E212B"/>
          </a:solidFill>
          <a:ln/>
        </p:spPr>
      </p:sp>
      <p:sp>
        <p:nvSpPr>
          <p:cNvPr id="14" name="Text 12"/>
          <p:cNvSpPr/>
          <p:nvPr/>
        </p:nvSpPr>
        <p:spPr>
          <a:xfrm>
            <a:off x="3105150" y="5762625"/>
            <a:ext cx="14001750" cy="790575"/>
          </a:xfrm>
          <a:prstGeom prst="rect">
            <a:avLst/>
          </a:prstGeom>
          <a:noFill/>
          <a:ln/>
        </p:spPr>
        <p:txBody>
          <a:bodyPr wrap="square" lIns="0" tIns="0" rIns="0" bIns="0" rtlCol="0" anchor="ctr"/>
          <a:lstStyle/>
          <a:p>
            <a:pPr algn="l" indent="0" marL="0">
              <a:buNone/>
            </a:pPr>
            <a:r>
              <a:rPr lang="en-US" sz="2700" dirty="0" spc="-13" kern="0">
                <a:solidFill>
                  <a:srgbClr val="F3EEE3"/>
                </a:solidFill>
                <a:latin typeface="Be Vietnam Pro SemiBold" pitchFamily="34" charset="0"/>
                <a:ea typeface="Be Vietnam Pro SemiBold" pitchFamily="34" charset="-122"/>
                <a:cs typeface="Be Vietnam Pro SemiBold" pitchFamily="34" charset="-120"/>
              </a:rPr>
              <a:t>Archify:</a:t>
            </a:r>
            <a:r>
              <a:rPr lang="en-US" sz="2700" dirty="0" spc="0" kern="0">
                <a:solidFill>
                  <a:srgbClr val="F3EEE3"/>
                </a:solidFill>
                <a:latin typeface="Be Vietnam Pro SemiBold" pitchFamily="34" charset="0"/>
                <a:ea typeface="Be Vietnam Pro SemiBold" pitchFamily="34" charset="-122"/>
                <a:cs typeface="Be Vietnam Pro SemiBold" pitchFamily="34" charset="-120"/>
              </a:rPr>
              <a:t> ảnh</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88k;</a:t>
            </a:r>
            <a:r>
              <a:rPr lang="en-US" sz="2700" dirty="0" spc="-15" kern="0">
                <a:solidFill>
                  <a:srgbClr val="F3EEE3"/>
                </a:solidFill>
                <a:latin typeface="Be Vietnam Pro SemiBold" pitchFamily="34" charset="0"/>
                <a:ea typeface="Be Vietnam Pro SemiBold" pitchFamily="34" charset="-122"/>
                <a:cs typeface="Be Vietnam Pro SemiBold" pitchFamily="34" charset="-120"/>
              </a:rPr>
              <a:t> radar</a:t>
            </a:r>
            <a:r>
              <a:rPr lang="en-US" sz="2700" dirty="0" spc="-2" kern="0">
                <a:solidFill>
                  <a:srgbClr val="F3EEE3"/>
                </a:solidFill>
                <a:latin typeface="Be Vietnam Pro SemiBold" pitchFamily="34" charset="0"/>
                <a:ea typeface="Be Vietnam Pro SemiBold" pitchFamily="34" charset="-122"/>
                <a:cs typeface="Be Vietnam Pro SemiBold" pitchFamily="34" charset="-120"/>
              </a:rPr>
              <a:t> 86.603</a:t>
            </a:r>
            <a:r>
              <a:rPr lang="en-US" sz="2700" dirty="0" spc="-24" kern="0">
                <a:solidFill>
                  <a:srgbClr val="F3EEE3"/>
                </a:solidFill>
                <a:latin typeface="Be Vietnam Pro SemiBold" pitchFamily="34" charset="0"/>
                <a:ea typeface="Be Vietnam Pro SemiBold" pitchFamily="34" charset="-122"/>
                <a:cs typeface="Be Vietnam Pro SemiBold" pitchFamily="34" charset="-120"/>
              </a:rPr>
              <a:t> và</a:t>
            </a:r>
            <a:r>
              <a:rPr lang="en-US" sz="2700" dirty="0" spc="-8" kern="0">
                <a:solidFill>
                  <a:srgbClr val="F3EEE3"/>
                </a:solidFill>
                <a:latin typeface="Be Vietnam Pro SemiBold" pitchFamily="34" charset="0"/>
                <a:ea typeface="Be Vietnam Pro SemiBold" pitchFamily="34" charset="-122"/>
                <a:cs typeface="Be Vietnam Pro SemiBold" pitchFamily="34" charset="-120"/>
              </a:rPr>
              <a:t> 88.372,</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khớp</a:t>
            </a:r>
            <a:endParaRPr lang="en-US" sz="2700" dirty="0"/>
          </a:p>
        </p:txBody>
      </p:sp>
      <p:sp>
        <p:nvSpPr>
          <p:cNvPr id="15" name="Text 13"/>
          <p:cNvSpPr/>
          <p:nvPr/>
        </p:nvSpPr>
        <p:spPr>
          <a:xfrm>
            <a:off x="914400" y="6762750"/>
            <a:ext cx="1619250" cy="981075"/>
          </a:xfrm>
          <a:prstGeom prst="rect">
            <a:avLst/>
          </a:prstGeom>
          <a:noFill/>
          <a:ln/>
        </p:spPr>
        <p:txBody>
          <a:bodyPr wrap="square" lIns="0" tIns="0" rIns="0" bIns="0" rtlCol="0" anchor="ctr"/>
          <a:lstStyle/>
          <a:p>
            <a:pPr algn="l" indent="0" marL="0">
              <a:buNone/>
            </a:pPr>
            <a:r>
              <a:rPr lang="en-US" sz="6422" dirty="0" spc="3" kern="0">
                <a:solidFill>
                  <a:srgbClr val="FFB454"/>
                </a:solidFill>
                <a:latin typeface="Bricolage Grotesque ExtraBold" pitchFamily="34" charset="0"/>
                <a:ea typeface="Bricolage Grotesque ExtraBold" pitchFamily="34" charset="-122"/>
                <a:cs typeface="Bricolage Grotesque ExtraBold" pitchFamily="34" charset="-120"/>
              </a:rPr>
              <a:t>5</a:t>
            </a:r>
            <a:endParaRPr lang="en-US" sz="6422" dirty="0"/>
          </a:p>
        </p:txBody>
      </p:sp>
      <p:sp>
        <p:nvSpPr>
          <p:cNvPr id="16" name="Shape 14"/>
          <p:cNvSpPr/>
          <p:nvPr/>
        </p:nvSpPr>
        <p:spPr>
          <a:xfrm>
            <a:off x="2724150" y="6858000"/>
            <a:ext cx="14649450" cy="790575"/>
          </a:xfrm>
          <a:prstGeom prst="roundRect">
            <a:avLst>
              <a:gd name="adj" fmla="val 24096"/>
            </a:avLst>
          </a:prstGeom>
          <a:solidFill>
            <a:srgbClr val="1E212B"/>
          </a:solidFill>
          <a:ln/>
        </p:spPr>
      </p:sp>
      <p:sp>
        <p:nvSpPr>
          <p:cNvPr id="17" name="Text 15"/>
          <p:cNvSpPr/>
          <p:nvPr/>
        </p:nvSpPr>
        <p:spPr>
          <a:xfrm>
            <a:off x="3105150" y="6858000"/>
            <a:ext cx="14001750" cy="790575"/>
          </a:xfrm>
          <a:prstGeom prst="rect">
            <a:avLst/>
          </a:prstGeom>
          <a:noFill/>
          <a:ln/>
        </p:spPr>
        <p:txBody>
          <a:bodyPr wrap="square" lIns="0" tIns="0" rIns="0" bIns="0" rtlCol="0" anchor="ctr"/>
          <a:lstStyle/>
          <a:p>
            <a:pPr algn="l" indent="0" marL="0">
              <a:buNone/>
            </a:pPr>
            <a:r>
              <a:rPr lang="en-US" sz="2700" dirty="0" spc="-6" kern="0">
                <a:solidFill>
                  <a:srgbClr val="F3EEE3"/>
                </a:solidFill>
                <a:latin typeface="Be Vietnam Pro SemiBold" pitchFamily="34" charset="0"/>
                <a:ea typeface="Be Vietnam Pro SemiBold" pitchFamily="34" charset="-122"/>
                <a:cs typeface="Be Vietnam Pro SemiBold" pitchFamily="34" charset="-120"/>
              </a:rPr>
              <a:t>ECC:</a:t>
            </a:r>
            <a:r>
              <a:rPr lang="en-US" sz="2700" dirty="0" spc="0" kern="0">
                <a:solidFill>
                  <a:srgbClr val="F3EEE3"/>
                </a:solidFill>
                <a:latin typeface="Be Vietnam Pro SemiBold" pitchFamily="34" charset="0"/>
                <a:ea typeface="Be Vietnam Pro SemiBold" pitchFamily="34" charset="-122"/>
                <a:cs typeface="Be Vietnam Pro SemiBold" pitchFamily="34" charset="-120"/>
              </a:rPr>
              <a:t> ảnh</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287k;</a:t>
            </a:r>
            <a:r>
              <a:rPr lang="en-US" sz="2700" dirty="0" spc="-15" kern="0">
                <a:solidFill>
                  <a:srgbClr val="F3EEE3"/>
                </a:solidFill>
                <a:latin typeface="Be Vietnam Pro SemiBold" pitchFamily="34" charset="0"/>
                <a:ea typeface="Be Vietnam Pro SemiBold" pitchFamily="34" charset="-122"/>
                <a:cs typeface="Be Vietnam Pro SemiBold" pitchFamily="34" charset="-120"/>
              </a:rPr>
              <a:t> radar</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285.034</a:t>
            </a:r>
            <a:r>
              <a:rPr lang="en-US" sz="2700" dirty="0" spc="-16" kern="0">
                <a:solidFill>
                  <a:srgbClr val="F3EEE3"/>
                </a:solidFill>
                <a:latin typeface="Be Vietnam Pro SemiBold" pitchFamily="34" charset="0"/>
                <a:ea typeface="Be Vietnam Pro SemiBold" pitchFamily="34" charset="-122"/>
                <a:cs typeface="Be Vietnam Pro SemiBold" pitchFamily="34" charset="-120"/>
              </a:rPr>
              <a:t> ngày</a:t>
            </a:r>
            <a:r>
              <a:rPr lang="en-US" sz="2700" dirty="0" spc="-2" kern="0">
                <a:solidFill>
                  <a:srgbClr val="F3EEE3"/>
                </a:solidFill>
                <a:latin typeface="Be Vietnam Pro SemiBold" pitchFamily="34" charset="0"/>
                <a:ea typeface="Be Vietnam Pro SemiBold" pitchFamily="34" charset="-122"/>
                <a:cs typeface="Be Vietnam Pro SemiBold" pitchFamily="34" charset="-120"/>
              </a:rPr>
              <a:t> 21/10,</a:t>
            </a:r>
            <a:r>
              <a:rPr lang="en-US" sz="2700" dirty="0" spc="-6" kern="0">
                <a:solidFill>
                  <a:srgbClr val="F3EEE3"/>
                </a:solidFill>
                <a:latin typeface="Be Vietnam Pro SemiBold" pitchFamily="34" charset="0"/>
                <a:ea typeface="Be Vietnam Pro SemiBold" pitchFamily="34" charset="-122"/>
                <a:cs typeface="Be Vietnam Pro SemiBold" pitchFamily="34" charset="-120"/>
              </a:rPr>
              <a:t> hợp</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lý</a:t>
            </a:r>
            <a:r>
              <a:rPr lang="en-US" sz="2700" dirty="0" spc="0" kern="0">
                <a:solidFill>
                  <a:srgbClr val="F3EEE3"/>
                </a:solidFill>
                <a:latin typeface="Be Vietnam Pro SemiBold" pitchFamily="34" charset="0"/>
                <a:ea typeface="Be Vietnam Pro SemiBold" pitchFamily="34" charset="-122"/>
                <a:cs typeface="Be Vietnam Pro SemiBold" pitchFamily="34" charset="-120"/>
              </a:rPr>
              <a:t> (suy</a:t>
            </a:r>
            <a:r>
              <a:rPr lang="en-US" sz="2700" dirty="0" spc="1" kern="0">
                <a:solidFill>
                  <a:srgbClr val="F3EEE3"/>
                </a:solidFill>
                <a:latin typeface="Be Vietnam Pro SemiBold" pitchFamily="34" charset="0"/>
                <a:ea typeface="Be Vietnam Pro SemiBold" pitchFamily="34" charset="-122"/>
                <a:cs typeface="Be Vietnam Pro SemiBold" pitchFamily="34" charset="-120"/>
              </a:rPr>
              <a:t> luận)</a:t>
            </a:r>
            <a:endParaRPr lang="en-US" sz="2700" dirty="0"/>
          </a:p>
        </p:txBody>
      </p:sp>
      <p:sp>
        <p:nvSpPr>
          <p:cNvPr id="18" name="Text 16"/>
          <p:cNvSpPr/>
          <p:nvPr/>
        </p:nvSpPr>
        <p:spPr>
          <a:xfrm>
            <a:off x="914400" y="7858125"/>
            <a:ext cx="1619250" cy="981075"/>
          </a:xfrm>
          <a:prstGeom prst="rect">
            <a:avLst/>
          </a:prstGeom>
          <a:noFill/>
          <a:ln/>
        </p:spPr>
        <p:txBody>
          <a:bodyPr wrap="square" lIns="0" tIns="0" rIns="0" bIns="0" rtlCol="0" anchor="ctr"/>
          <a:lstStyle/>
          <a:p>
            <a:pPr algn="l" indent="0" marL="0">
              <a:buNone/>
            </a:pPr>
            <a:r>
              <a:rPr lang="en-US" sz="6422" dirty="0" spc="2" kern="0">
                <a:solidFill>
                  <a:srgbClr val="3DD6A0"/>
                </a:solidFill>
                <a:latin typeface="Bricolage Grotesque ExtraBold" pitchFamily="34" charset="0"/>
                <a:ea typeface="Bricolage Grotesque ExtraBold" pitchFamily="34" charset="-122"/>
                <a:cs typeface="Bricolage Grotesque ExtraBold" pitchFamily="34" charset="-120"/>
              </a:rPr>
              <a:t>6</a:t>
            </a:r>
            <a:endParaRPr lang="en-US" sz="6422" dirty="0"/>
          </a:p>
        </p:txBody>
      </p:sp>
      <p:sp>
        <p:nvSpPr>
          <p:cNvPr id="19" name="Shape 17"/>
          <p:cNvSpPr/>
          <p:nvPr/>
        </p:nvSpPr>
        <p:spPr>
          <a:xfrm>
            <a:off x="2724150" y="7953375"/>
            <a:ext cx="14649450" cy="790575"/>
          </a:xfrm>
          <a:prstGeom prst="roundRect">
            <a:avLst>
              <a:gd name="adj" fmla="val 24096"/>
            </a:avLst>
          </a:prstGeom>
          <a:solidFill>
            <a:srgbClr val="1E212B"/>
          </a:solidFill>
          <a:ln/>
        </p:spPr>
      </p:sp>
      <p:sp>
        <p:nvSpPr>
          <p:cNvPr id="20" name="Text 18"/>
          <p:cNvSpPr/>
          <p:nvPr/>
        </p:nvSpPr>
        <p:spPr>
          <a:xfrm>
            <a:off x="3105150" y="7953375"/>
            <a:ext cx="14001750" cy="790575"/>
          </a:xfrm>
          <a:prstGeom prst="rect">
            <a:avLst/>
          </a:prstGeom>
          <a:noFill/>
          <a:ln/>
        </p:spPr>
        <p:txBody>
          <a:bodyPr wrap="square" lIns="0" tIns="0" rIns="0" bIns="0" rtlCol="0" anchor="ctr"/>
          <a:lstStyle/>
          <a:p>
            <a:pPr algn="l" indent="0" marL="0">
              <a:buNone/>
            </a:pPr>
            <a:r>
              <a:rPr lang="en-US" sz="2700" dirty="0" spc="-3" kern="0">
                <a:solidFill>
                  <a:srgbClr val="F3EEE3"/>
                </a:solidFill>
                <a:latin typeface="Be Vietnam Pro SemiBold" pitchFamily="34" charset="0"/>
                <a:ea typeface="Be Vietnam Pro SemiBold" pitchFamily="34" charset="-122"/>
                <a:cs typeface="Be Vietnam Pro SemiBold" pitchFamily="34" charset="-120"/>
              </a:rPr>
              <a:t>REA:</a:t>
            </a:r>
            <a:r>
              <a:rPr lang="en-US" sz="2700" dirty="0" spc="-1" kern="0">
                <a:solidFill>
                  <a:srgbClr val="F3EEE3"/>
                </a:solidFill>
                <a:latin typeface="Be Vietnam Pro SemiBold" pitchFamily="34" charset="0"/>
                <a:ea typeface="Be Vietnam Pro SemiBold" pitchFamily="34" charset="-122"/>
                <a:cs typeface="Be Vietnam Pro SemiBold" pitchFamily="34" charset="-120"/>
              </a:rPr>
              <a:t> ảnh</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371k;</a:t>
            </a:r>
            <a:r>
              <a:rPr lang="en-US" sz="2700" dirty="0" spc="-15" kern="0">
                <a:solidFill>
                  <a:srgbClr val="F3EEE3"/>
                </a:solidFill>
                <a:latin typeface="Be Vietnam Pro SemiBold" pitchFamily="34" charset="0"/>
                <a:ea typeface="Be Vietnam Pro SemiBold" pitchFamily="34" charset="-122"/>
                <a:cs typeface="Be Vietnam Pro SemiBold" pitchFamily="34" charset="-120"/>
              </a:rPr>
              <a:t> radar</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293.881</a:t>
            </a:r>
            <a:r>
              <a:rPr lang="en-US" sz="2700" dirty="0" spc="-16" kern="0">
                <a:solidFill>
                  <a:srgbClr val="F3EEE3"/>
                </a:solidFill>
                <a:latin typeface="Be Vietnam Pro SemiBold" pitchFamily="34" charset="0"/>
                <a:ea typeface="Be Vietnam Pro SemiBold" pitchFamily="34" charset="-122"/>
                <a:cs typeface="Be Vietnam Pro SemiBold" pitchFamily="34" charset="-120"/>
              </a:rPr>
              <a:t> ngày</a:t>
            </a:r>
            <a:r>
              <a:rPr lang="en-US" sz="2700" dirty="0" spc="-21" kern="0">
                <a:solidFill>
                  <a:srgbClr val="F3EEE3"/>
                </a:solidFill>
                <a:latin typeface="Be Vietnam Pro SemiBold" pitchFamily="34" charset="0"/>
                <a:ea typeface="Be Vietnam Pro SemiBold" pitchFamily="34" charset="-122"/>
                <a:cs typeface="Be Vietnam Pro SemiBold" pitchFamily="34" charset="-120"/>
              </a:rPr>
              <a:t> 17/10,</a:t>
            </a:r>
            <a:r>
              <a:rPr lang="en-US" sz="2700" dirty="0" spc="-7" kern="0">
                <a:solidFill>
                  <a:srgbClr val="F3EEE3"/>
                </a:solidFill>
                <a:latin typeface="Be Vietnam Pro SemiBold" pitchFamily="34" charset="0"/>
                <a:ea typeface="Be Vietnam Pro SemiBold" pitchFamily="34" charset="-122"/>
                <a:cs typeface="Be Vietnam Pro SemiBold" pitchFamily="34" charset="-120"/>
              </a:rPr>
              <a:t> lệch</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77.119</a:t>
            </a:r>
            <a:endParaRPr lang="en-US" sz="2700" dirty="0"/>
          </a:p>
        </p:txBody>
      </p:sp>
      <p:sp>
        <p:nvSpPr>
          <p:cNvPr id="21"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1" kern="0">
                <a:solidFill>
                  <a:srgbClr val="9AA0B5"/>
                </a:solidFill>
                <a:latin typeface="Be Vietnam Pro" pitchFamily="34" charset="0"/>
                <a:ea typeface="Be Vietnam Pro" pitchFamily="34" charset="-122"/>
                <a:cs typeface="Be Vietnam Pro" pitchFamily="34" charset="-120"/>
              </a:rPr>
              <a:t> [S32]</a:t>
            </a:r>
            <a:endParaRPr lang="en-US" sz="1800" dirty="0"/>
          </a:p>
        </p:txBody>
      </p:sp>
      <p:sp>
        <p:nvSpPr>
          <p:cNvPr id="22" name="Shape 20"/>
          <p:cNvSpPr/>
          <p:nvPr/>
        </p:nvSpPr>
        <p:spPr>
          <a:xfrm>
            <a:off x="958561" y="9578686"/>
            <a:ext cx="83127" cy="83127"/>
          </a:xfrm>
          <a:prstGeom prst="ellipse">
            <a:avLst/>
          </a:prstGeom>
          <a:solidFill>
            <a:srgbClr val="F3EEE3">
              <a:alpha val="28000"/>
            </a:srgbClr>
          </a:solidFill>
          <a:ln/>
        </p:spPr>
      </p:sp>
      <p:sp>
        <p:nvSpPr>
          <p:cNvPr id="23" name="Shape 21"/>
          <p:cNvSpPr/>
          <p:nvPr/>
        </p:nvSpPr>
        <p:spPr>
          <a:xfrm>
            <a:off x="1124815" y="9578686"/>
            <a:ext cx="83127" cy="83127"/>
          </a:xfrm>
          <a:prstGeom prst="ellipse">
            <a:avLst/>
          </a:prstGeom>
          <a:solidFill>
            <a:srgbClr val="F3EEE3">
              <a:alpha val="28000"/>
            </a:srgbClr>
          </a:solidFill>
          <a:ln/>
        </p:spPr>
      </p:sp>
      <p:sp>
        <p:nvSpPr>
          <p:cNvPr id="24" name="Shape 22"/>
          <p:cNvSpPr/>
          <p:nvPr/>
        </p:nvSpPr>
        <p:spPr>
          <a:xfrm>
            <a:off x="1291070" y="9578686"/>
            <a:ext cx="83127" cy="83127"/>
          </a:xfrm>
          <a:prstGeom prst="ellipse">
            <a:avLst/>
          </a:prstGeom>
          <a:solidFill>
            <a:srgbClr val="F3EEE3">
              <a:alpha val="28000"/>
            </a:srgbClr>
          </a:solidFill>
          <a:ln/>
        </p:spPr>
      </p:sp>
      <p:sp>
        <p:nvSpPr>
          <p:cNvPr id="25" name="Shape 23"/>
          <p:cNvSpPr/>
          <p:nvPr/>
        </p:nvSpPr>
        <p:spPr>
          <a:xfrm>
            <a:off x="1457324" y="9578686"/>
            <a:ext cx="83127" cy="83127"/>
          </a:xfrm>
          <a:prstGeom prst="ellipse">
            <a:avLst/>
          </a:prstGeom>
          <a:solidFill>
            <a:srgbClr val="F3EEE3">
              <a:alpha val="28000"/>
            </a:srgbClr>
          </a:solidFill>
          <a:ln/>
        </p:spPr>
      </p:sp>
      <p:sp>
        <p:nvSpPr>
          <p:cNvPr id="26" name="Shape 24"/>
          <p:cNvSpPr/>
          <p:nvPr/>
        </p:nvSpPr>
        <p:spPr>
          <a:xfrm>
            <a:off x="1609723" y="9564832"/>
            <a:ext cx="110836" cy="110836"/>
          </a:xfrm>
          <a:prstGeom prst="ellipse">
            <a:avLst/>
          </a:prstGeom>
          <a:solidFill>
            <a:srgbClr val="FF6A4D"/>
          </a:solidFill>
          <a:ln/>
        </p:spPr>
      </p:sp>
      <p:sp>
        <p:nvSpPr>
          <p:cNvPr id="27" name="Shape 25"/>
          <p:cNvSpPr/>
          <p:nvPr/>
        </p:nvSpPr>
        <p:spPr>
          <a:xfrm>
            <a:off x="1789832" y="9578686"/>
            <a:ext cx="83127" cy="83127"/>
          </a:xfrm>
          <a:prstGeom prst="ellipse">
            <a:avLst/>
          </a:prstGeom>
          <a:solidFill>
            <a:srgbClr val="F3EEE3">
              <a:alpha val="28000"/>
            </a:srgbClr>
          </a:solidFill>
          <a:ln/>
        </p:spPr>
      </p:sp>
      <p:sp>
        <p:nvSpPr>
          <p:cNvPr id="28" name="Shape 26"/>
          <p:cNvSpPr/>
          <p:nvPr/>
        </p:nvSpPr>
        <p:spPr>
          <a:xfrm>
            <a:off x="1956086" y="9578686"/>
            <a:ext cx="83127" cy="83127"/>
          </a:xfrm>
          <a:prstGeom prst="ellipse">
            <a:avLst/>
          </a:prstGeom>
          <a:solidFill>
            <a:srgbClr val="F3EEE3">
              <a:alpha val="28000"/>
            </a:srgbClr>
          </a:solidFill>
          <a:ln/>
        </p:spPr>
      </p:sp>
      <p:sp>
        <p:nvSpPr>
          <p:cNvPr id="29" name="Shape 27"/>
          <p:cNvSpPr/>
          <p:nvPr/>
        </p:nvSpPr>
        <p:spPr>
          <a:xfrm>
            <a:off x="2122340" y="9578686"/>
            <a:ext cx="83127" cy="83127"/>
          </a:xfrm>
          <a:prstGeom prst="ellipse">
            <a:avLst/>
          </a:prstGeom>
          <a:solidFill>
            <a:srgbClr val="F3EEE3">
              <a:alpha val="28000"/>
            </a:srgbClr>
          </a:solidFill>
          <a:ln/>
        </p:spPr>
      </p:sp>
      <p:sp>
        <p:nvSpPr>
          <p:cNvPr id="30" name="Shape 28"/>
          <p:cNvSpPr/>
          <p:nvPr/>
        </p:nvSpPr>
        <p:spPr>
          <a:xfrm>
            <a:off x="2288594" y="9578686"/>
            <a:ext cx="83127" cy="83127"/>
          </a:xfrm>
          <a:prstGeom prst="ellipse">
            <a:avLst/>
          </a:prstGeom>
          <a:solidFill>
            <a:srgbClr val="F3EEE3">
              <a:alpha val="28000"/>
            </a:srgbClr>
          </a:solidFill>
          <a:ln/>
        </p:spPr>
      </p:sp>
      <p:sp>
        <p:nvSpPr>
          <p:cNvPr id="31" name="Shape 29"/>
          <p:cNvSpPr/>
          <p:nvPr/>
        </p:nvSpPr>
        <p:spPr>
          <a:xfrm>
            <a:off x="2454848" y="9578686"/>
            <a:ext cx="83127" cy="83127"/>
          </a:xfrm>
          <a:prstGeom prst="ellipse">
            <a:avLst/>
          </a:prstGeom>
          <a:solidFill>
            <a:srgbClr val="F3EEE3">
              <a:alpha val="28000"/>
            </a:srgbClr>
          </a:solidFill>
          <a:ln/>
        </p:spPr>
      </p:sp>
      <p:sp>
        <p:nvSpPr>
          <p:cNvPr id="32" name="Shape 30"/>
          <p:cNvSpPr/>
          <p:nvPr/>
        </p:nvSpPr>
        <p:spPr>
          <a:xfrm>
            <a:off x="2621102" y="9578686"/>
            <a:ext cx="83127" cy="83127"/>
          </a:xfrm>
          <a:prstGeom prst="ellipse">
            <a:avLst/>
          </a:prstGeom>
          <a:solidFill>
            <a:srgbClr val="F3EEE3">
              <a:alpha val="28000"/>
            </a:srgbClr>
          </a:solidFill>
          <a:ln/>
        </p:spPr>
      </p:sp>
      <p:sp>
        <p:nvSpPr>
          <p:cNvPr id="33" name="Shape 31"/>
          <p:cNvSpPr/>
          <p:nvPr/>
        </p:nvSpPr>
        <p:spPr>
          <a:xfrm>
            <a:off x="2787357" y="9578686"/>
            <a:ext cx="83127" cy="83127"/>
          </a:xfrm>
          <a:prstGeom prst="ellipse">
            <a:avLst/>
          </a:prstGeom>
          <a:solidFill>
            <a:srgbClr val="F3EEE3">
              <a:alpha val="28000"/>
            </a:srgbClr>
          </a:solidFill>
          <a:ln/>
        </p:spPr>
      </p:sp>
      <p:sp>
        <p:nvSpPr>
          <p:cNvPr id="34" name="Shape 32"/>
          <p:cNvSpPr/>
          <p:nvPr/>
        </p:nvSpPr>
        <p:spPr>
          <a:xfrm>
            <a:off x="2953611" y="9578686"/>
            <a:ext cx="83127" cy="83127"/>
          </a:xfrm>
          <a:prstGeom prst="ellipse">
            <a:avLst/>
          </a:prstGeom>
          <a:solidFill>
            <a:srgbClr val="F3EEE3">
              <a:alpha val="28000"/>
            </a:srgbClr>
          </a:solidFill>
          <a:ln/>
        </p:spPr>
      </p:sp>
      <p:sp>
        <p:nvSpPr>
          <p:cNvPr id="35" name="Shape 33"/>
          <p:cNvSpPr/>
          <p:nvPr/>
        </p:nvSpPr>
        <p:spPr>
          <a:xfrm>
            <a:off x="3119865" y="9578686"/>
            <a:ext cx="83127" cy="83127"/>
          </a:xfrm>
          <a:prstGeom prst="ellipse">
            <a:avLst/>
          </a:prstGeom>
          <a:solidFill>
            <a:srgbClr val="F3EEE3">
              <a:alpha val="28000"/>
            </a:srgbClr>
          </a:solidFill>
          <a:ln/>
        </p:spPr>
      </p:sp>
      <p:sp>
        <p:nvSpPr>
          <p:cNvPr id="36" name="Shape 34"/>
          <p:cNvSpPr/>
          <p:nvPr/>
        </p:nvSpPr>
        <p:spPr>
          <a:xfrm>
            <a:off x="3286119" y="9578686"/>
            <a:ext cx="83127" cy="83127"/>
          </a:xfrm>
          <a:prstGeom prst="ellipse">
            <a:avLst/>
          </a:prstGeom>
          <a:solidFill>
            <a:srgbClr val="F3EEE3">
              <a:alpha val="28000"/>
            </a:srgbClr>
          </a:solidFill>
          <a:ln/>
        </p:spPr>
      </p:sp>
      <p:sp>
        <p:nvSpPr>
          <p:cNvPr id="37" name="Shape 35"/>
          <p:cNvSpPr/>
          <p:nvPr/>
        </p:nvSpPr>
        <p:spPr>
          <a:xfrm>
            <a:off x="3452373" y="9578686"/>
            <a:ext cx="83127" cy="83127"/>
          </a:xfrm>
          <a:prstGeom prst="ellipse">
            <a:avLst/>
          </a:prstGeom>
          <a:solidFill>
            <a:srgbClr val="F3EEE3">
              <a:alpha val="28000"/>
            </a:srgbClr>
          </a:solidFill>
          <a:ln/>
        </p:spPr>
      </p:sp>
      <p:sp>
        <p:nvSpPr>
          <p:cNvPr id="38" name="Shape 36"/>
          <p:cNvSpPr/>
          <p:nvPr/>
        </p:nvSpPr>
        <p:spPr>
          <a:xfrm>
            <a:off x="3618627" y="9578686"/>
            <a:ext cx="83127" cy="83127"/>
          </a:xfrm>
          <a:prstGeom prst="ellipse">
            <a:avLst/>
          </a:prstGeom>
          <a:solidFill>
            <a:srgbClr val="F3EEE3">
              <a:alpha val="28000"/>
            </a:srgbClr>
          </a:solidFill>
          <a:ln/>
        </p:spPr>
      </p:sp>
      <p:sp>
        <p:nvSpPr>
          <p:cNvPr id="39" name="Shape 37"/>
          <p:cNvSpPr/>
          <p:nvPr/>
        </p:nvSpPr>
        <p:spPr>
          <a:xfrm>
            <a:off x="3784881" y="9578686"/>
            <a:ext cx="83127" cy="83127"/>
          </a:xfrm>
          <a:prstGeom prst="ellipse">
            <a:avLst/>
          </a:prstGeom>
          <a:solidFill>
            <a:srgbClr val="F3EEE3">
              <a:alpha val="28000"/>
            </a:srgbClr>
          </a:solidFill>
          <a:ln/>
        </p:spPr>
      </p:sp>
      <p:sp>
        <p:nvSpPr>
          <p:cNvPr id="40" name="Shape 38"/>
          <p:cNvSpPr/>
          <p:nvPr/>
        </p:nvSpPr>
        <p:spPr>
          <a:xfrm>
            <a:off x="3951135" y="9578686"/>
            <a:ext cx="83127" cy="83127"/>
          </a:xfrm>
          <a:prstGeom prst="ellipse">
            <a:avLst/>
          </a:prstGeom>
          <a:solidFill>
            <a:srgbClr val="F3EEE3">
              <a:alpha val="28000"/>
            </a:srgbClr>
          </a:solidFill>
          <a:ln/>
        </p:spPr>
      </p:sp>
      <p:sp>
        <p:nvSpPr>
          <p:cNvPr id="41" name="Shape 39"/>
          <p:cNvSpPr/>
          <p:nvPr/>
        </p:nvSpPr>
        <p:spPr>
          <a:xfrm>
            <a:off x="4117389" y="9578686"/>
            <a:ext cx="83127" cy="83127"/>
          </a:xfrm>
          <a:prstGeom prst="ellipse">
            <a:avLst/>
          </a:prstGeom>
          <a:solidFill>
            <a:srgbClr val="F3EEE3">
              <a:alpha val="28000"/>
            </a:srgbClr>
          </a:solidFill>
          <a:ln/>
        </p:spPr>
      </p:sp>
      <p:sp>
        <p:nvSpPr>
          <p:cNvPr id="42" name="Shape 40"/>
          <p:cNvSpPr/>
          <p:nvPr/>
        </p:nvSpPr>
        <p:spPr>
          <a:xfrm>
            <a:off x="4283644" y="9578686"/>
            <a:ext cx="83127" cy="83127"/>
          </a:xfrm>
          <a:prstGeom prst="ellipse">
            <a:avLst/>
          </a:prstGeom>
          <a:solidFill>
            <a:srgbClr val="F3EEE3">
              <a:alpha val="28000"/>
            </a:srgbClr>
          </a:solidFill>
          <a:ln/>
        </p:spPr>
      </p:sp>
      <p:sp>
        <p:nvSpPr>
          <p:cNvPr id="43" name="Shape 41"/>
          <p:cNvSpPr/>
          <p:nvPr/>
        </p:nvSpPr>
        <p:spPr>
          <a:xfrm>
            <a:off x="4449898" y="9578686"/>
            <a:ext cx="83127" cy="83127"/>
          </a:xfrm>
          <a:prstGeom prst="ellipse">
            <a:avLst/>
          </a:prstGeom>
          <a:solidFill>
            <a:srgbClr val="F3EEE3">
              <a:alpha val="28000"/>
            </a:srgbClr>
          </a:solidFill>
          <a:ln/>
        </p:spPr>
      </p:sp>
      <p:sp>
        <p:nvSpPr>
          <p:cNvPr id="44" name="Shape 42"/>
          <p:cNvSpPr/>
          <p:nvPr/>
        </p:nvSpPr>
        <p:spPr>
          <a:xfrm>
            <a:off x="4616152" y="9578686"/>
            <a:ext cx="83127" cy="83127"/>
          </a:xfrm>
          <a:prstGeom prst="ellipse">
            <a:avLst/>
          </a:prstGeom>
          <a:solidFill>
            <a:srgbClr val="F3EEE3">
              <a:alpha val="28000"/>
            </a:srgbClr>
          </a:solidFill>
          <a:ln/>
        </p:spPr>
      </p:sp>
      <p:sp>
        <p:nvSpPr>
          <p:cNvPr id="45" name="Shape 43"/>
          <p:cNvSpPr/>
          <p:nvPr/>
        </p:nvSpPr>
        <p:spPr>
          <a:xfrm>
            <a:off x="4782406" y="9578686"/>
            <a:ext cx="83127" cy="83127"/>
          </a:xfrm>
          <a:prstGeom prst="ellipse">
            <a:avLst/>
          </a:prstGeom>
          <a:solidFill>
            <a:srgbClr val="F3EEE3">
              <a:alpha val="28000"/>
            </a:srgbClr>
          </a:solidFill>
          <a:ln/>
        </p:spPr>
      </p:sp>
      <p:sp>
        <p:nvSpPr>
          <p:cNvPr id="46" name="Shape 44"/>
          <p:cNvSpPr/>
          <p:nvPr/>
        </p:nvSpPr>
        <p:spPr>
          <a:xfrm>
            <a:off x="4948660" y="9578686"/>
            <a:ext cx="83127" cy="83127"/>
          </a:xfrm>
          <a:prstGeom prst="ellipse">
            <a:avLst/>
          </a:prstGeom>
          <a:solidFill>
            <a:srgbClr val="F3EEE3">
              <a:alpha val="28000"/>
            </a:srgbClr>
          </a:solidFill>
          <a:ln/>
        </p:spPr>
      </p:sp>
      <p:sp>
        <p:nvSpPr>
          <p:cNvPr id="47" name="Shape 45"/>
          <p:cNvSpPr/>
          <p:nvPr/>
        </p:nvSpPr>
        <p:spPr>
          <a:xfrm>
            <a:off x="5114914" y="9578686"/>
            <a:ext cx="83127" cy="83127"/>
          </a:xfrm>
          <a:prstGeom prst="ellipse">
            <a:avLst/>
          </a:prstGeom>
          <a:solidFill>
            <a:srgbClr val="F3EEE3">
              <a:alpha val="28000"/>
            </a:srgbClr>
          </a:solidFill>
          <a:ln/>
        </p:spPr>
      </p:sp>
      <p:sp>
        <p:nvSpPr>
          <p:cNvPr id="48" name="Shape 46"/>
          <p:cNvSpPr/>
          <p:nvPr/>
        </p:nvSpPr>
        <p:spPr>
          <a:xfrm>
            <a:off x="5281168" y="9578686"/>
            <a:ext cx="83127" cy="83127"/>
          </a:xfrm>
          <a:prstGeom prst="ellipse">
            <a:avLst/>
          </a:prstGeom>
          <a:solidFill>
            <a:srgbClr val="F3EEE3">
              <a:alpha val="28000"/>
            </a:srgbClr>
          </a:solidFill>
          <a:ln/>
        </p:spPr>
      </p:sp>
      <p:sp>
        <p:nvSpPr>
          <p:cNvPr id="49" name="Shape 47"/>
          <p:cNvSpPr/>
          <p:nvPr/>
        </p:nvSpPr>
        <p:spPr>
          <a:xfrm>
            <a:off x="5447422" y="9578686"/>
            <a:ext cx="83127" cy="83127"/>
          </a:xfrm>
          <a:prstGeom prst="ellipse">
            <a:avLst/>
          </a:prstGeom>
          <a:solidFill>
            <a:srgbClr val="F3EEE3">
              <a:alpha val="28000"/>
            </a:srgbClr>
          </a:solidFill>
          <a:ln/>
        </p:spPr>
      </p:sp>
      <p:sp>
        <p:nvSpPr>
          <p:cNvPr id="50" name="Shape 48"/>
          <p:cNvSpPr/>
          <p:nvPr/>
        </p:nvSpPr>
        <p:spPr>
          <a:xfrm>
            <a:off x="5613676" y="9578686"/>
            <a:ext cx="83127" cy="83127"/>
          </a:xfrm>
          <a:prstGeom prst="ellipse">
            <a:avLst/>
          </a:prstGeom>
          <a:solidFill>
            <a:srgbClr val="F3EEE3">
              <a:alpha val="28000"/>
            </a:srgbClr>
          </a:solidFill>
          <a:ln/>
        </p:spPr>
      </p:sp>
      <p:sp>
        <p:nvSpPr>
          <p:cNvPr id="51" name="Shape 49"/>
          <p:cNvSpPr/>
          <p:nvPr/>
        </p:nvSpPr>
        <p:spPr>
          <a:xfrm>
            <a:off x="5779931" y="9578686"/>
            <a:ext cx="83127" cy="83127"/>
          </a:xfrm>
          <a:prstGeom prst="ellipse">
            <a:avLst/>
          </a:prstGeom>
          <a:solidFill>
            <a:srgbClr val="F3EEE3">
              <a:alpha val="28000"/>
            </a:srgbClr>
          </a:solidFill>
          <a:ln/>
        </p:spPr>
      </p:sp>
      <p:sp>
        <p:nvSpPr>
          <p:cNvPr id="52" name="Shape 50"/>
          <p:cNvSpPr/>
          <p:nvPr/>
        </p:nvSpPr>
        <p:spPr>
          <a:xfrm>
            <a:off x="5946185" y="9578686"/>
            <a:ext cx="83127" cy="83127"/>
          </a:xfrm>
          <a:prstGeom prst="ellipse">
            <a:avLst/>
          </a:prstGeom>
          <a:solidFill>
            <a:srgbClr val="F3EEE3">
              <a:alpha val="28000"/>
            </a:srgbClr>
          </a:solidFill>
          <a:ln/>
        </p:spPr>
      </p:sp>
      <p:sp>
        <p:nvSpPr>
          <p:cNvPr id="53" name="Shape 51"/>
          <p:cNvSpPr/>
          <p:nvPr/>
        </p:nvSpPr>
        <p:spPr>
          <a:xfrm>
            <a:off x="6112439" y="9578686"/>
            <a:ext cx="83127" cy="83127"/>
          </a:xfrm>
          <a:prstGeom prst="ellipse">
            <a:avLst/>
          </a:prstGeom>
          <a:solidFill>
            <a:srgbClr val="F3EEE3">
              <a:alpha val="28000"/>
            </a:srgbClr>
          </a:solidFill>
          <a:ln/>
        </p:spPr>
      </p:sp>
      <p:sp>
        <p:nvSpPr>
          <p:cNvPr id="54" name="Shape 52"/>
          <p:cNvSpPr/>
          <p:nvPr/>
        </p:nvSpPr>
        <p:spPr>
          <a:xfrm>
            <a:off x="6278693" y="9578686"/>
            <a:ext cx="83127" cy="83127"/>
          </a:xfrm>
          <a:prstGeom prst="ellipse">
            <a:avLst/>
          </a:prstGeom>
          <a:solidFill>
            <a:srgbClr val="F3EEE3">
              <a:alpha val="28000"/>
            </a:srgbClr>
          </a:solidFill>
          <a:ln/>
        </p:spPr>
      </p:sp>
      <p:sp>
        <p:nvSpPr>
          <p:cNvPr id="55" name="Shape 53"/>
          <p:cNvSpPr/>
          <p:nvPr/>
        </p:nvSpPr>
        <p:spPr>
          <a:xfrm>
            <a:off x="6444947" y="9578686"/>
            <a:ext cx="83127" cy="83127"/>
          </a:xfrm>
          <a:prstGeom prst="ellipse">
            <a:avLst/>
          </a:prstGeom>
          <a:solidFill>
            <a:srgbClr val="F3EEE3">
              <a:alpha val="28000"/>
            </a:srgbClr>
          </a:solidFill>
          <a:ln/>
        </p:spPr>
      </p:sp>
      <p:sp>
        <p:nvSpPr>
          <p:cNvPr id="56" name="Shape 54"/>
          <p:cNvSpPr/>
          <p:nvPr/>
        </p:nvSpPr>
        <p:spPr>
          <a:xfrm>
            <a:off x="6611201" y="9578686"/>
            <a:ext cx="83127" cy="83127"/>
          </a:xfrm>
          <a:prstGeom prst="ellipse">
            <a:avLst/>
          </a:prstGeom>
          <a:solidFill>
            <a:srgbClr val="F3EEE3">
              <a:alpha val="28000"/>
            </a:srgbClr>
          </a:solidFill>
          <a:ln/>
        </p:spPr>
      </p:sp>
      <p:sp>
        <p:nvSpPr>
          <p:cNvPr id="57" name="Shape 55"/>
          <p:cNvSpPr/>
          <p:nvPr/>
        </p:nvSpPr>
        <p:spPr>
          <a:xfrm>
            <a:off x="6777455" y="9578686"/>
            <a:ext cx="83127" cy="83127"/>
          </a:xfrm>
          <a:prstGeom prst="ellipse">
            <a:avLst/>
          </a:prstGeom>
          <a:solidFill>
            <a:srgbClr val="F3EEE3">
              <a:alpha val="28000"/>
            </a:srgbClr>
          </a:solidFill>
          <a:ln/>
        </p:spPr>
      </p:sp>
      <p:sp>
        <p:nvSpPr>
          <p:cNvPr id="58" name="Shape 56"/>
          <p:cNvSpPr/>
          <p:nvPr/>
        </p:nvSpPr>
        <p:spPr>
          <a:xfrm>
            <a:off x="6943709" y="9578686"/>
            <a:ext cx="83127" cy="83127"/>
          </a:xfrm>
          <a:prstGeom prst="ellipse">
            <a:avLst/>
          </a:prstGeom>
          <a:solidFill>
            <a:srgbClr val="F3EEE3">
              <a:alpha val="28000"/>
            </a:srgbClr>
          </a:solidFill>
          <a:ln/>
        </p:spPr>
      </p:sp>
      <p:sp>
        <p:nvSpPr>
          <p:cNvPr id="59" name="Shape 57"/>
          <p:cNvSpPr/>
          <p:nvPr/>
        </p:nvSpPr>
        <p:spPr>
          <a:xfrm>
            <a:off x="7109963" y="9578686"/>
            <a:ext cx="83127" cy="83127"/>
          </a:xfrm>
          <a:prstGeom prst="ellipse">
            <a:avLst/>
          </a:prstGeom>
          <a:solidFill>
            <a:srgbClr val="F3EEE3">
              <a:alpha val="28000"/>
            </a:srgbClr>
          </a:solidFill>
          <a:ln/>
        </p:spPr>
      </p:sp>
      <p:sp>
        <p:nvSpPr>
          <p:cNvPr id="60" name="Shape 58"/>
          <p:cNvSpPr/>
          <p:nvPr/>
        </p:nvSpPr>
        <p:spPr>
          <a:xfrm>
            <a:off x="7276218" y="9578686"/>
            <a:ext cx="83127" cy="83127"/>
          </a:xfrm>
          <a:prstGeom prst="ellipse">
            <a:avLst/>
          </a:prstGeom>
          <a:solidFill>
            <a:srgbClr val="F3EEE3">
              <a:alpha val="28000"/>
            </a:srgbClr>
          </a:solidFill>
          <a:ln/>
        </p:spPr>
      </p:sp>
      <p:sp>
        <p:nvSpPr>
          <p:cNvPr id="61" name="Shape 59"/>
          <p:cNvSpPr/>
          <p:nvPr/>
        </p:nvSpPr>
        <p:spPr>
          <a:xfrm>
            <a:off x="7442472" y="9578686"/>
            <a:ext cx="83127" cy="83127"/>
          </a:xfrm>
          <a:prstGeom prst="ellipse">
            <a:avLst/>
          </a:prstGeom>
          <a:solidFill>
            <a:srgbClr val="F3EEE3">
              <a:alpha val="28000"/>
            </a:srgbClr>
          </a:solidFill>
          <a:ln/>
        </p:spPr>
      </p:sp>
      <p:sp>
        <p:nvSpPr>
          <p:cNvPr id="62" name="Shape 60"/>
          <p:cNvSpPr/>
          <p:nvPr/>
        </p:nvSpPr>
        <p:spPr>
          <a:xfrm>
            <a:off x="7608726" y="9578686"/>
            <a:ext cx="83127" cy="83127"/>
          </a:xfrm>
          <a:prstGeom prst="ellipse">
            <a:avLst/>
          </a:prstGeom>
          <a:solidFill>
            <a:srgbClr val="F3EEE3">
              <a:alpha val="28000"/>
            </a:srgbClr>
          </a:solidFill>
          <a:ln/>
        </p:spPr>
      </p:sp>
      <p:sp>
        <p:nvSpPr>
          <p:cNvPr id="63" name="Shape 61"/>
          <p:cNvSpPr/>
          <p:nvPr/>
        </p:nvSpPr>
        <p:spPr>
          <a:xfrm>
            <a:off x="7774980" y="9578686"/>
            <a:ext cx="83127" cy="83127"/>
          </a:xfrm>
          <a:prstGeom prst="ellipse">
            <a:avLst/>
          </a:prstGeom>
          <a:solidFill>
            <a:srgbClr val="F3EEE3">
              <a:alpha val="28000"/>
            </a:srgbClr>
          </a:solidFill>
          <a:ln/>
        </p:spPr>
      </p:sp>
      <p:sp>
        <p:nvSpPr>
          <p:cNvPr id="64" name="Shape 62"/>
          <p:cNvSpPr/>
          <p:nvPr/>
        </p:nvSpPr>
        <p:spPr>
          <a:xfrm>
            <a:off x="7941234" y="9578686"/>
            <a:ext cx="83127" cy="83127"/>
          </a:xfrm>
          <a:prstGeom prst="ellipse">
            <a:avLst/>
          </a:prstGeom>
          <a:solidFill>
            <a:srgbClr val="F3EEE3">
              <a:alpha val="28000"/>
            </a:srgbClr>
          </a:solidFill>
          <a:ln/>
        </p:spPr>
      </p:sp>
      <p:sp>
        <p:nvSpPr>
          <p:cNvPr id="65" name="Shape 63"/>
          <p:cNvSpPr/>
          <p:nvPr/>
        </p:nvSpPr>
        <p:spPr>
          <a:xfrm>
            <a:off x="8107488" y="9578686"/>
            <a:ext cx="83127" cy="83127"/>
          </a:xfrm>
          <a:prstGeom prst="ellipse">
            <a:avLst/>
          </a:prstGeom>
          <a:solidFill>
            <a:srgbClr val="F3EEE3">
              <a:alpha val="28000"/>
            </a:srgbClr>
          </a:solidFill>
          <a:ln/>
        </p:spPr>
      </p:sp>
      <p:sp>
        <p:nvSpPr>
          <p:cNvPr id="66" name="Shape 64"/>
          <p:cNvSpPr/>
          <p:nvPr/>
        </p:nvSpPr>
        <p:spPr>
          <a:xfrm>
            <a:off x="8273742" y="9578686"/>
            <a:ext cx="83127" cy="83127"/>
          </a:xfrm>
          <a:prstGeom prst="ellipse">
            <a:avLst/>
          </a:prstGeom>
          <a:solidFill>
            <a:srgbClr val="F3EEE3">
              <a:alpha val="28000"/>
            </a:srgbClr>
          </a:solidFill>
          <a:ln/>
        </p:spPr>
      </p:sp>
      <p:sp>
        <p:nvSpPr>
          <p:cNvPr id="67" name="Shape 65"/>
          <p:cNvSpPr/>
          <p:nvPr/>
        </p:nvSpPr>
        <p:spPr>
          <a:xfrm>
            <a:off x="8439996" y="9578686"/>
            <a:ext cx="83127" cy="83127"/>
          </a:xfrm>
          <a:prstGeom prst="ellipse">
            <a:avLst/>
          </a:prstGeom>
          <a:solidFill>
            <a:srgbClr val="F3EEE3">
              <a:alpha val="28000"/>
            </a:srgbClr>
          </a:solidFill>
          <a:ln/>
        </p:spPr>
      </p:sp>
      <p:sp>
        <p:nvSpPr>
          <p:cNvPr id="68" name="Shape 66"/>
          <p:cNvSpPr/>
          <p:nvPr/>
        </p:nvSpPr>
        <p:spPr>
          <a:xfrm>
            <a:off x="8606251" y="9578686"/>
            <a:ext cx="83127" cy="83127"/>
          </a:xfrm>
          <a:prstGeom prst="ellipse">
            <a:avLst/>
          </a:prstGeom>
          <a:solidFill>
            <a:srgbClr val="F3EEE3">
              <a:alpha val="28000"/>
            </a:srgbClr>
          </a:solidFill>
          <a:ln/>
        </p:spPr>
      </p:sp>
      <p:sp>
        <p:nvSpPr>
          <p:cNvPr id="69" name="Shape 67"/>
          <p:cNvSpPr/>
          <p:nvPr/>
        </p:nvSpPr>
        <p:spPr>
          <a:xfrm>
            <a:off x="8772505" y="9578686"/>
            <a:ext cx="83127" cy="83127"/>
          </a:xfrm>
          <a:prstGeom prst="ellipse">
            <a:avLst/>
          </a:prstGeom>
          <a:solidFill>
            <a:srgbClr val="F3EEE3">
              <a:alpha val="28000"/>
            </a:srgbClr>
          </a:solidFill>
          <a:ln/>
        </p:spPr>
      </p:sp>
      <p:sp>
        <p:nvSpPr>
          <p:cNvPr id="70" name="Shape 68"/>
          <p:cNvSpPr/>
          <p:nvPr/>
        </p:nvSpPr>
        <p:spPr>
          <a:xfrm>
            <a:off x="8938759" y="9578686"/>
            <a:ext cx="83127" cy="83127"/>
          </a:xfrm>
          <a:prstGeom prst="ellipse">
            <a:avLst/>
          </a:prstGeom>
          <a:solidFill>
            <a:srgbClr val="F3EEE3">
              <a:alpha val="28000"/>
            </a:srgbClr>
          </a:solidFill>
          <a:ln/>
        </p:spPr>
      </p:sp>
      <p:sp>
        <p:nvSpPr>
          <p:cNvPr id="71" name="Shape 69"/>
          <p:cNvSpPr/>
          <p:nvPr/>
        </p:nvSpPr>
        <p:spPr>
          <a:xfrm>
            <a:off x="9105013" y="9578686"/>
            <a:ext cx="83127" cy="83127"/>
          </a:xfrm>
          <a:prstGeom prst="ellipse">
            <a:avLst/>
          </a:prstGeom>
          <a:solidFill>
            <a:srgbClr val="F3EEE3">
              <a:alpha val="28000"/>
            </a:srgbClr>
          </a:solidFill>
          <a:ln/>
        </p:spPr>
      </p:sp>
      <p:sp>
        <p:nvSpPr>
          <p:cNvPr id="72" name="Shape 70"/>
          <p:cNvSpPr/>
          <p:nvPr/>
        </p:nvSpPr>
        <p:spPr>
          <a:xfrm>
            <a:off x="9271267" y="9578686"/>
            <a:ext cx="83127" cy="83127"/>
          </a:xfrm>
          <a:prstGeom prst="ellipse">
            <a:avLst/>
          </a:prstGeom>
          <a:solidFill>
            <a:srgbClr val="F3EEE3">
              <a:alpha val="28000"/>
            </a:srgbClr>
          </a:solidFill>
          <a:ln/>
        </p:spPr>
      </p:sp>
      <p:sp>
        <p:nvSpPr>
          <p:cNvPr id="73" name="Shape 71"/>
          <p:cNvSpPr/>
          <p:nvPr/>
        </p:nvSpPr>
        <p:spPr>
          <a:xfrm>
            <a:off x="9437521" y="9578686"/>
            <a:ext cx="83127" cy="83127"/>
          </a:xfrm>
          <a:prstGeom prst="ellipse">
            <a:avLst/>
          </a:prstGeom>
          <a:solidFill>
            <a:srgbClr val="F3EEE3">
              <a:alpha val="28000"/>
            </a:srgbClr>
          </a:solidFill>
          <a:ln/>
        </p:spPr>
      </p:sp>
      <p:sp>
        <p:nvSpPr>
          <p:cNvPr id="74" name="Shape 72"/>
          <p:cNvSpPr/>
          <p:nvPr/>
        </p:nvSpPr>
        <p:spPr>
          <a:xfrm>
            <a:off x="9603775" y="9578686"/>
            <a:ext cx="83127" cy="83127"/>
          </a:xfrm>
          <a:prstGeom prst="ellipse">
            <a:avLst/>
          </a:prstGeom>
          <a:solidFill>
            <a:srgbClr val="F3EEE3">
              <a:alpha val="28000"/>
            </a:srgbClr>
          </a:solidFill>
          <a:ln/>
        </p:spPr>
      </p:sp>
      <p:sp>
        <p:nvSpPr>
          <p:cNvPr id="75" name="Shape 73"/>
          <p:cNvSpPr/>
          <p:nvPr/>
        </p:nvSpPr>
        <p:spPr>
          <a:xfrm>
            <a:off x="9770029" y="9578686"/>
            <a:ext cx="83127" cy="83127"/>
          </a:xfrm>
          <a:prstGeom prst="ellipse">
            <a:avLst/>
          </a:prstGeom>
          <a:solidFill>
            <a:srgbClr val="F3EEE3">
              <a:alpha val="28000"/>
            </a:srgbClr>
          </a:solidFill>
          <a:ln/>
        </p:spPr>
      </p:sp>
      <p:sp>
        <p:nvSpPr>
          <p:cNvPr id="76" name="Shape 74"/>
          <p:cNvSpPr/>
          <p:nvPr/>
        </p:nvSpPr>
        <p:spPr>
          <a:xfrm>
            <a:off x="9936283" y="9578686"/>
            <a:ext cx="83127" cy="83127"/>
          </a:xfrm>
          <a:prstGeom prst="ellipse">
            <a:avLst/>
          </a:prstGeom>
          <a:solidFill>
            <a:srgbClr val="F3EEE3">
              <a:alpha val="28000"/>
            </a:srgbClr>
          </a:solidFill>
          <a:ln/>
        </p:spPr>
      </p:sp>
      <p:sp>
        <p:nvSpPr>
          <p:cNvPr id="77" name="Text 75"/>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05/55</a:t>
            </a:r>
            <a:endParaRPr lang="en-US" sz="1800" dirty="0"/>
          </a:p>
        </p:txBody>
      </p:sp>
      <p:sp>
        <p:nvSpPr>
          <p:cNvPr id="78" name="Shape 76"/>
          <p:cNvSpPr/>
          <p:nvPr/>
        </p:nvSpPr>
        <p:spPr>
          <a:xfrm>
            <a:off x="15983712" y="9076331"/>
            <a:ext cx="1645920" cy="552301"/>
          </a:xfrm>
          <a:prstGeom prst="roundRect">
            <a:avLst>
              <a:gd name="adj" fmla="val 28000"/>
            </a:avLst>
          </a:prstGeom>
          <a:solidFill>
            <a:srgbClr val="FFFFFF">
              <a:alpha val="82000"/>
            </a:srgbClr>
          </a:solidFill>
          <a:ln/>
        </p:spPr>
      </p:sp>
      <p:pic>
        <p:nvPicPr>
          <p:cNvPr id="79" name="Moda image moda-export-watermark-29fca9da-254e-4938-a8e2-1864d9d2a08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Nhóm</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1:</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sáu</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cách</a:t>
            </a:r>
            <a:r>
              <a:rPr lang="en-US" sz="5700" dirty="0" spc="-37" kern="0">
                <a:solidFill>
                  <a:srgbClr val="F3EEE3"/>
                </a:solidFill>
                <a:latin typeface="Bricolage Grotesque ExtraBold" pitchFamily="34" charset="0"/>
                <a:ea typeface="Bricolage Grotesque ExtraBold" pitchFamily="34" charset="-122"/>
                <a:cs typeface="Bricolage Grotesque ExtraBold" pitchFamily="34" charset="-120"/>
              </a:rPr>
              <a:t> kéo</a:t>
            </a:r>
            <a:r>
              <a:rPr lang="en-US" sz="5700" dirty="0" spc="-22" kern="0">
                <a:solidFill>
                  <a:srgbClr val="F3EEE3"/>
                </a:solidFill>
                <a:latin typeface="Bricolage Grotesque ExtraBold" pitchFamily="34" charset="0"/>
                <a:ea typeface="Bricolage Grotesque ExtraBold" pitchFamily="34" charset="-122"/>
                <a:cs typeface="Bricolage Grotesque ExtraBold" pitchFamily="34" charset="-120"/>
              </a:rPr>
              <a:t> agent</a:t>
            </a:r>
            <a:r>
              <a:rPr lang="en-US" sz="5700" dirty="0" spc="-61" kern="0">
                <a:solidFill>
                  <a:srgbClr val="F3EEE3"/>
                </a:solidFill>
                <a:latin typeface="Bricolage Grotesque ExtraBold" pitchFamily="34" charset="0"/>
                <a:ea typeface="Bricolage Grotesque ExtraBold" pitchFamily="34" charset="-122"/>
                <a:cs typeface="Bricolage Grotesque ExtraBold" pitchFamily="34" charset="-120"/>
              </a:rPr>
              <a:t> về</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kỷ</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luật</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FFB454"/>
          </a:solidFill>
          <a:ln/>
        </p:spPr>
      </p:sp>
      <p:sp>
        <p:nvSpPr>
          <p:cNvPr id="5" name="Text 3"/>
          <p:cNvSpPr/>
          <p:nvPr/>
        </p:nvSpPr>
        <p:spPr>
          <a:xfrm>
            <a:off x="1295400" y="27622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9" kern="0">
                <a:solidFill>
                  <a:srgbClr val="FFB454"/>
                </a:solidFill>
                <a:latin typeface="Be Vietnam Pro ExtraBold" pitchFamily="34" charset="0"/>
                <a:ea typeface="Be Vietnam Pro ExtraBold" pitchFamily="34" charset="-122"/>
                <a:cs typeface="Be Vietnam Pro ExtraBold" pitchFamily="34" charset="-120"/>
              </a:rPr>
              <a:t>Superpowers</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550" dirty="0" spc="2" kern="0">
                <a:solidFill>
                  <a:srgbClr val="F3EEE3"/>
                </a:solidFill>
                <a:latin typeface="Be Vietnam Pro" pitchFamily="34" charset="0"/>
                <a:ea typeface="Be Vietnam Pro" pitchFamily="34" charset="-122"/>
                <a:cs typeface="Be Vietnam Pro" pitchFamily="34" charset="-120"/>
              </a:rPr>
              <a:t>quy</a:t>
            </a:r>
            <a:r>
              <a:rPr lang="en-US" sz="2550" dirty="0" spc="9" kern="0">
                <a:solidFill>
                  <a:srgbClr val="F3EEE3"/>
                </a:solidFill>
                <a:latin typeface="Be Vietnam Pro" pitchFamily="34" charset="0"/>
                <a:ea typeface="Be Vietnam Pro" pitchFamily="34" charset="-122"/>
                <a:cs typeface="Be Vietnam Pro" pitchFamily="34" charset="-120"/>
              </a:rPr>
              <a:t> trình</a:t>
            </a:r>
            <a:r>
              <a:rPr lang="en-US" sz="2550" dirty="0" spc="-9" kern="0">
                <a:solidFill>
                  <a:srgbClr val="F3EEE3"/>
                </a:solidFill>
                <a:latin typeface="Be Vietnam Pro" pitchFamily="34" charset="0"/>
                <a:ea typeface="Be Vietnam Pro" pitchFamily="34" charset="-122"/>
                <a:cs typeface="Be Vietnam Pro" pitchFamily="34" charset="-120"/>
              </a:rPr>
              <a:t> phát</a:t>
            </a:r>
            <a:r>
              <a:rPr lang="en-US" sz="2550" dirty="0" spc="9" kern="0">
                <a:solidFill>
                  <a:srgbClr val="F3EEE3"/>
                </a:solidFill>
                <a:latin typeface="Be Vietnam Pro" pitchFamily="34" charset="0"/>
                <a:ea typeface="Be Vietnam Pro" pitchFamily="34" charset="-122"/>
                <a:cs typeface="Be Vietnam Pro" pitchFamily="34" charset="-120"/>
              </a:rPr>
              <a:t> triển</a:t>
            </a:r>
            <a:r>
              <a:rPr lang="en-US" sz="2550" dirty="0" spc="-3" kern="0">
                <a:solidFill>
                  <a:srgbClr val="F3EEE3"/>
                </a:solidFill>
                <a:latin typeface="Be Vietnam Pro" pitchFamily="34" charset="0"/>
                <a:ea typeface="Be Vietnam Pro" pitchFamily="34" charset="-122"/>
                <a:cs typeface="Be Vietnam Pro" pitchFamily="34" charset="-120"/>
              </a:rPr>
              <a:t> hoàn</a:t>
            </a:r>
            <a:r>
              <a:rPr lang="en-US" sz="2550" dirty="0" spc="0" kern="0">
                <a:solidFill>
                  <a:srgbClr val="F3EEE3"/>
                </a:solidFill>
                <a:latin typeface="Be Vietnam Pro" pitchFamily="34" charset="0"/>
                <a:ea typeface="Be Vietnam Pro" pitchFamily="34" charset="-122"/>
                <a:cs typeface="Be Vietnam Pro" pitchFamily="34" charset="-120"/>
              </a:rPr>
              <a:t> chỉnh,</a:t>
            </a:r>
            <a:r>
              <a:rPr lang="en-US" sz="2550" dirty="0" spc="-5" kern="0">
                <a:solidFill>
                  <a:srgbClr val="F3EEE3"/>
                </a:solidFill>
                <a:latin typeface="Be Vietnam Pro" pitchFamily="34" charset="0"/>
                <a:ea typeface="Be Vietnam Pro" pitchFamily="34" charset="-122"/>
                <a:cs typeface="Be Vietnam Pro" pitchFamily="34" charset="-120"/>
              </a:rPr>
              <a:t> 15</a:t>
            </a:r>
            <a:r>
              <a:rPr lang="en-US" sz="2550" dirty="0" spc="0" kern="0">
                <a:solidFill>
                  <a:srgbClr val="F3EEE3"/>
                </a:solidFill>
                <a:latin typeface="Be Vietnam Pro" pitchFamily="34" charset="0"/>
                <a:ea typeface="Be Vietnam Pro" pitchFamily="34" charset="-122"/>
                <a:cs typeface="Be Vietnam Pro" pitchFamily="34" charset="-120"/>
              </a:rPr>
              <a:t> skill ghép</a:t>
            </a:r>
            <a:r>
              <a:rPr lang="en-US" sz="2550" dirty="0" spc="1" kern="0">
                <a:solidFill>
                  <a:srgbClr val="F3EEE3"/>
                </a:solidFill>
                <a:latin typeface="Be Vietnam Pro" pitchFamily="34" charset="0"/>
                <a:ea typeface="Be Vietnam Pro" pitchFamily="34" charset="-122"/>
                <a:cs typeface="Be Vietnam Pro" pitchFamily="34" charset="-120"/>
              </a:rPr>
              <a:t> nhau</a:t>
            </a:r>
            <a:endParaRPr lang="en-US" sz="255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3DD6A0"/>
          </a:solidFill>
          <a:ln/>
        </p:spPr>
      </p:sp>
      <p:sp>
        <p:nvSpPr>
          <p:cNvPr id="9" name="Text 7"/>
          <p:cNvSpPr/>
          <p:nvPr/>
        </p:nvSpPr>
        <p:spPr>
          <a:xfrm>
            <a:off x="1295400" y="3800475"/>
            <a:ext cx="5905500" cy="904875"/>
          </a:xfrm>
          <a:prstGeom prst="rect">
            <a:avLst/>
          </a:prstGeom>
          <a:noFill/>
          <a:ln/>
        </p:spPr>
        <p:txBody>
          <a:bodyPr wrap="square" lIns="0" tIns="16720" rIns="0" bIns="-16720" rtlCol="0" anchor="ctr"/>
          <a:lstStyle/>
          <a:p>
            <a:pPr algn="l" indent="0" marL="0">
              <a:lnSpc>
                <a:spcPts val="3450"/>
              </a:lnSpc>
              <a:buNone/>
            </a:pPr>
            <a:r>
              <a:rPr lang="en-US" sz="3000" dirty="0" spc="-11" kern="0">
                <a:solidFill>
                  <a:srgbClr val="3DD6A0"/>
                </a:solidFill>
                <a:latin typeface="Be Vietnam Pro ExtraBold" pitchFamily="34" charset="0"/>
                <a:ea typeface="Be Vietnam Pro ExtraBold" pitchFamily="34" charset="-122"/>
                <a:cs typeface="Be Vietnam Pro ExtraBold" pitchFamily="34" charset="-120"/>
              </a:rPr>
              <a:t>Matt</a:t>
            </a:r>
            <a:r>
              <a:rPr lang="en-US" sz="3000" dirty="0" spc="-18" kern="0">
                <a:solidFill>
                  <a:srgbClr val="3DD6A0"/>
                </a:solidFill>
                <a:latin typeface="Be Vietnam Pro ExtraBold" pitchFamily="34" charset="0"/>
                <a:ea typeface="Be Vietnam Pro ExtraBold" pitchFamily="34" charset="-122"/>
                <a:cs typeface="Be Vietnam Pro ExtraBold" pitchFamily="34" charset="-120"/>
              </a:rPr>
              <a:t> Pocock</a:t>
            </a:r>
            <a:r>
              <a:rPr lang="en-US" sz="3000" dirty="0" spc="1" kern="0">
                <a:solidFill>
                  <a:srgbClr val="3DD6A0"/>
                </a:solidFill>
                <a:latin typeface="Be Vietnam Pro ExtraBold" pitchFamily="34" charset="0"/>
                <a:ea typeface="Be Vietnam Pro ExtraBold" pitchFamily="34" charset="-122"/>
                <a:cs typeface="Be Vietnam Pro ExtraBold" pitchFamily="34" charset="-120"/>
              </a:rPr>
              <a:t> Skills</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skill</a:t>
            </a:r>
            <a:r>
              <a:rPr lang="en-US" sz="2700" dirty="0" spc="0" kern="0">
                <a:solidFill>
                  <a:srgbClr val="F3EEE3"/>
                </a:solidFill>
                <a:latin typeface="Be Vietnam Pro" pitchFamily="34" charset="0"/>
                <a:ea typeface="Be Vietnam Pro" pitchFamily="34" charset="-122"/>
                <a:cs typeface="Be Vietnam Pro" pitchFamily="34" charset="-120"/>
              </a:rPr>
              <a:t> nhỏ,</a:t>
            </a:r>
            <a:r>
              <a:rPr lang="en-US" sz="2700" dirty="0" spc="-3" kern="0">
                <a:solidFill>
                  <a:srgbClr val="F3EEE3"/>
                </a:solidFill>
                <a:latin typeface="Be Vietnam Pro" pitchFamily="34" charset="0"/>
                <a:ea typeface="Be Vietnam Pro" pitchFamily="34" charset="-122"/>
                <a:cs typeface="Be Vietnam Pro" pitchFamily="34" charset="-120"/>
              </a:rPr>
              <a:t> ghép</a:t>
            </a:r>
            <a:r>
              <a:rPr lang="en-US" sz="2700" dirty="0" spc="8" kern="0">
                <a:solidFill>
                  <a:srgbClr val="F3EEE3"/>
                </a:solidFill>
                <a:latin typeface="Be Vietnam Pro" pitchFamily="34" charset="0"/>
                <a:ea typeface="Be Vietnam Pro" pitchFamily="34" charset="-122"/>
                <a:cs typeface="Be Vietnam Pro" pitchFamily="34" charset="-120"/>
              </a:rPr>
              <a:t> được,</a:t>
            </a:r>
            <a:r>
              <a:rPr lang="en-US" sz="2700" dirty="0" spc="-2" kern="0">
                <a:solidFill>
                  <a:srgbClr val="F3EEE3"/>
                </a:solidFill>
                <a:latin typeface="Be Vietnam Pro" pitchFamily="34" charset="0"/>
                <a:ea typeface="Be Vietnam Pro" pitchFamily="34" charset="-122"/>
                <a:cs typeface="Be Vietnam Pro" pitchFamily="34" charset="-120"/>
              </a:rPr>
              <a:t> không</a:t>
            </a:r>
            <a:r>
              <a:rPr lang="en-US" sz="2700" dirty="0" spc="-12" kern="0">
                <a:solidFill>
                  <a:srgbClr val="F3EEE3"/>
                </a:solidFill>
                <a:latin typeface="Be Vietnam Pro" pitchFamily="34" charset="0"/>
                <a:ea typeface="Be Vietnam Pro" pitchFamily="34" charset="-122"/>
                <a:cs typeface="Be Vietnam Pro" pitchFamily="34" charset="-120"/>
              </a:rPr>
              <a:t> sở</a:t>
            </a:r>
            <a:r>
              <a:rPr lang="en-US" sz="2700" dirty="0" spc="19" kern="0">
                <a:solidFill>
                  <a:srgbClr val="F3EEE3"/>
                </a:solidFill>
                <a:latin typeface="Be Vietnam Pro" pitchFamily="34" charset="0"/>
                <a:ea typeface="Be Vietnam Pro" pitchFamily="34" charset="-122"/>
                <a:cs typeface="Be Vietnam Pro" pitchFamily="34" charset="-120"/>
              </a:rPr>
              <a:t> hữu</a:t>
            </a:r>
            <a:r>
              <a:rPr lang="en-US" sz="2700" dirty="0" spc="-1" kern="0">
                <a:solidFill>
                  <a:srgbClr val="F3EEE3"/>
                </a:solidFill>
                <a:latin typeface="Be Vietnam Pro" pitchFamily="34" charset="0"/>
                <a:ea typeface="Be Vietnam Pro" pitchFamily="34" charset="-122"/>
                <a:cs typeface="Be Vietnam Pro" pitchFamily="34" charset="-120"/>
              </a:rPr>
              <a:t> quy</a:t>
            </a:r>
            <a:r>
              <a:rPr lang="en-US" sz="2700" dirty="0" spc="7" kern="0">
                <a:solidFill>
                  <a:srgbClr val="F3EEE3"/>
                </a:solidFill>
                <a:latin typeface="Be Vietnam Pro" pitchFamily="34" charset="0"/>
                <a:ea typeface="Be Vietnam Pro" pitchFamily="34" charset="-122"/>
                <a:cs typeface="Be Vietnam Pro" pitchFamily="34" charset="-120"/>
              </a:rPr>
              <a:t> trình</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FF6A4D"/>
          </a:solidFill>
          <a:ln/>
        </p:spPr>
      </p:sp>
      <p:sp>
        <p:nvSpPr>
          <p:cNvPr id="13" name="Text 11"/>
          <p:cNvSpPr/>
          <p:nvPr/>
        </p:nvSpPr>
        <p:spPr>
          <a:xfrm>
            <a:off x="1295400" y="4838700"/>
            <a:ext cx="5905500" cy="904875"/>
          </a:xfrm>
          <a:prstGeom prst="rect">
            <a:avLst/>
          </a:prstGeom>
          <a:noFill/>
          <a:ln/>
        </p:spPr>
        <p:txBody>
          <a:bodyPr wrap="square" lIns="0" tIns="16720" rIns="0" bIns="-16720" rtlCol="0" anchor="ctr"/>
          <a:lstStyle/>
          <a:p>
            <a:pPr algn="l" indent="0" marL="0">
              <a:lnSpc>
                <a:spcPts val="3450"/>
              </a:lnSpc>
              <a:buNone/>
            </a:pPr>
            <a:r>
              <a:rPr lang="en-US" sz="3000" dirty="0" spc="-13" kern="0">
                <a:solidFill>
                  <a:srgbClr val="FF6A4D"/>
                </a:solidFill>
                <a:latin typeface="Be Vietnam Pro ExtraBold" pitchFamily="34" charset="0"/>
                <a:ea typeface="Be Vietnam Pro ExtraBold" pitchFamily="34" charset="-122"/>
                <a:cs typeface="Be Vietnam Pro ExtraBold" pitchFamily="34" charset="-120"/>
              </a:rPr>
              <a:t>ECC</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3" kern="0">
                <a:solidFill>
                  <a:srgbClr val="F3EEE3"/>
                </a:solidFill>
                <a:latin typeface="Be Vietnam Pro" pitchFamily="34" charset="0"/>
                <a:ea typeface="Be Vietnam Pro" pitchFamily="34" charset="-122"/>
                <a:cs typeface="Be Vietnam Pro" pitchFamily="34" charset="-120"/>
              </a:rPr>
              <a:t>hệ</a:t>
            </a:r>
            <a:r>
              <a:rPr lang="en-US" sz="2700" dirty="0" spc="-1" kern="0">
                <a:solidFill>
                  <a:srgbClr val="F3EEE3"/>
                </a:solidFill>
                <a:latin typeface="Be Vietnam Pro" pitchFamily="34" charset="0"/>
                <a:ea typeface="Be Vietnam Pro" pitchFamily="34" charset="-122"/>
                <a:cs typeface="Be Vietnam Pro" pitchFamily="34" charset="-120"/>
              </a:rPr>
              <a:t> thống</a:t>
            </a:r>
            <a:r>
              <a:rPr lang="en-US" sz="2700" dirty="0" spc="19" kern="0">
                <a:solidFill>
                  <a:srgbClr val="F3EEE3"/>
                </a:solidFill>
                <a:latin typeface="Be Vietnam Pro" pitchFamily="34" charset="0"/>
                <a:ea typeface="Be Vietnam Pro" pitchFamily="34" charset="-122"/>
                <a:cs typeface="Be Vietnam Pro" pitchFamily="34" charset="-120"/>
              </a:rPr>
              <a:t> 71</a:t>
            </a:r>
            <a:r>
              <a:rPr lang="en-US" sz="2700" dirty="0" spc="-15" kern="0">
                <a:solidFill>
                  <a:srgbClr val="F3EEE3"/>
                </a:solidFill>
                <a:latin typeface="Be Vietnam Pro" pitchFamily="34" charset="0"/>
                <a:ea typeface="Be Vietnam Pro" pitchFamily="34" charset="-122"/>
                <a:cs typeface="Be Vietnam Pro" pitchFamily="34" charset="-120"/>
              </a:rPr>
              <a:t> agent,</a:t>
            </a:r>
            <a:r>
              <a:rPr lang="en-US" sz="2700" dirty="0" spc="-2" kern="0">
                <a:solidFill>
                  <a:srgbClr val="F3EEE3"/>
                </a:solidFill>
                <a:latin typeface="Be Vietnam Pro" pitchFamily="34" charset="0"/>
                <a:ea typeface="Be Vietnam Pro" pitchFamily="34" charset="-122"/>
                <a:cs typeface="Be Vietnam Pro" pitchFamily="34" charset="-120"/>
              </a:rPr>
              <a:t> 311</a:t>
            </a:r>
            <a:r>
              <a:rPr lang="en-US" sz="2700" dirty="0" spc="0" kern="0">
                <a:solidFill>
                  <a:srgbClr val="F3EEE3"/>
                </a:solidFill>
                <a:latin typeface="Be Vietnam Pro" pitchFamily="34" charset="0"/>
                <a:ea typeface="Be Vietnam Pro" pitchFamily="34" charset="-122"/>
                <a:cs typeface="Be Vietnam Pro" pitchFamily="34" charset="-120"/>
              </a:rPr>
              <a:t> skill,</a:t>
            </a:r>
            <a:r>
              <a:rPr lang="en-US" sz="2700" dirty="0" spc="18" kern="0">
                <a:solidFill>
                  <a:srgbClr val="F3EEE3"/>
                </a:solidFill>
                <a:latin typeface="Be Vietnam Pro" pitchFamily="34" charset="0"/>
                <a:ea typeface="Be Vietnam Pro" pitchFamily="34" charset="-122"/>
                <a:cs typeface="Be Vietnam Pro" pitchFamily="34" charset="-120"/>
              </a:rPr>
              <a:t> 97</a:t>
            </a:r>
            <a:r>
              <a:rPr lang="en-US" sz="2700" dirty="0" spc="-3" kern="0">
                <a:solidFill>
                  <a:srgbClr val="F3EEE3"/>
                </a:solidFill>
                <a:latin typeface="Be Vietnam Pro" pitchFamily="34" charset="0"/>
                <a:ea typeface="Be Vietnam Pro" pitchFamily="34" charset="-122"/>
                <a:cs typeface="Be Vietnam Pro" pitchFamily="34" charset="-120"/>
              </a:rPr>
              <a:t> lệnh</a:t>
            </a:r>
            <a:r>
              <a:rPr lang="en-US" sz="2700" dirty="0" spc="-1" kern="0">
                <a:solidFill>
                  <a:srgbClr val="F3EEE3"/>
                </a:solidFill>
                <a:latin typeface="Be Vietnam Pro" pitchFamily="34" charset="0"/>
                <a:ea typeface="Be Vietnam Pro" pitchFamily="34" charset="-122"/>
                <a:cs typeface="Be Vietnam Pro" pitchFamily="34" charset="-120"/>
              </a:rPr>
              <a:t> cho</a:t>
            </a:r>
            <a:r>
              <a:rPr lang="en-US" sz="2700" dirty="0" spc="-18" kern="0">
                <a:solidFill>
                  <a:srgbClr val="F3EEE3"/>
                </a:solidFill>
                <a:latin typeface="Be Vietnam Pro" pitchFamily="34" charset="0"/>
                <a:ea typeface="Be Vietnam Pro" pitchFamily="34" charset="-122"/>
                <a:cs typeface="Be Vietnam Pro" pitchFamily="34" charset="-120"/>
              </a:rPr>
              <a:t> agent</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7C93FF"/>
          </a:solidFill>
          <a:ln/>
        </p:spPr>
      </p:sp>
      <p:sp>
        <p:nvSpPr>
          <p:cNvPr id="17" name="Text 15"/>
          <p:cNvSpPr/>
          <p:nvPr/>
        </p:nvSpPr>
        <p:spPr>
          <a:xfrm>
            <a:off x="1295400" y="5876925"/>
            <a:ext cx="5905500" cy="904875"/>
          </a:xfrm>
          <a:prstGeom prst="rect">
            <a:avLst/>
          </a:prstGeom>
          <a:noFill/>
          <a:ln/>
        </p:spPr>
        <p:txBody>
          <a:bodyPr wrap="square" lIns="0" tIns="16720" rIns="0" bIns="-16720" rtlCol="0" anchor="ctr"/>
          <a:lstStyle/>
          <a:p>
            <a:pPr algn="l" indent="0" marL="0">
              <a:lnSpc>
                <a:spcPts val="3450"/>
              </a:lnSpc>
              <a:buNone/>
            </a:pPr>
            <a:r>
              <a:rPr lang="en-US" sz="3000" dirty="0" spc="-27" kern="0">
                <a:solidFill>
                  <a:srgbClr val="7C93FF"/>
                </a:solidFill>
                <a:latin typeface="Be Vietnam Pro ExtraBold" pitchFamily="34" charset="0"/>
                <a:ea typeface="Be Vietnam Pro ExtraBold" pitchFamily="34" charset="-122"/>
                <a:cs typeface="Be Vietnam Pro ExtraBold" pitchFamily="34" charset="-120"/>
              </a:rPr>
              <a:t>Karpathy</a:t>
            </a:r>
            <a:r>
              <a:rPr lang="en-US" sz="3000" dirty="0" spc="2" kern="0">
                <a:solidFill>
                  <a:srgbClr val="7C93FF"/>
                </a:solidFill>
                <a:latin typeface="Be Vietnam Pro ExtraBold" pitchFamily="34" charset="0"/>
                <a:ea typeface="Be Vietnam Pro ExtraBold" pitchFamily="34" charset="-122"/>
                <a:cs typeface="Be Vietnam Pro ExtraBold" pitchFamily="34" charset="-120"/>
              </a:rPr>
              <a:t> Skills</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8" kern="0">
                <a:solidFill>
                  <a:srgbClr val="F3EEE3"/>
                </a:solidFill>
                <a:latin typeface="Be Vietnam Pro" pitchFamily="34" charset="0"/>
                <a:ea typeface="Be Vietnam Pro" pitchFamily="34" charset="-122"/>
                <a:cs typeface="Be Vietnam Pro" pitchFamily="34" charset="-120"/>
              </a:rPr>
              <a:t>một</a:t>
            </a:r>
            <a:r>
              <a:rPr lang="en-US" sz="2700" dirty="0" spc="4" kern="0">
                <a:solidFill>
                  <a:srgbClr val="F3EEE3"/>
                </a:solidFill>
                <a:latin typeface="Be Vietnam Pro" pitchFamily="34" charset="0"/>
                <a:ea typeface="Be Vietnam Pro" pitchFamily="34" charset="-122"/>
                <a:cs typeface="Be Vietnam Pro" pitchFamily="34" charset="-120"/>
              </a:rPr>
              <a:t> file</a:t>
            </a:r>
            <a:r>
              <a:rPr lang="en-US" sz="2700" dirty="0" spc="-1" kern="0">
                <a:solidFill>
                  <a:srgbClr val="F3EEE3"/>
                </a:solidFill>
                <a:latin typeface="Be Vietnam Pro" pitchFamily="34" charset="0"/>
                <a:ea typeface="Be Vietnam Pro" pitchFamily="34" charset="-122"/>
                <a:cs typeface="Be Vietnam Pro" pitchFamily="34" charset="-120"/>
              </a:rPr>
              <a:t> CLAUDE.md</a:t>
            </a:r>
            <a:r>
              <a:rPr lang="en-US" sz="2700" dirty="0" spc="-13" kern="0">
                <a:solidFill>
                  <a:srgbClr val="F3EEE3"/>
                </a:solidFill>
                <a:latin typeface="Be Vietnam Pro" pitchFamily="34" charset="0"/>
                <a:ea typeface="Be Vietnam Pro" pitchFamily="34" charset="-122"/>
                <a:cs typeface="Be Vietnam Pro" pitchFamily="34" charset="-120"/>
              </a:rPr>
              <a:t> với</a:t>
            </a:r>
            <a:r>
              <a:rPr lang="en-US" sz="2700" dirty="0" spc="-7" kern="0">
                <a:solidFill>
                  <a:srgbClr val="F3EEE3"/>
                </a:solidFill>
                <a:latin typeface="Be Vietnam Pro" pitchFamily="34" charset="0"/>
                <a:ea typeface="Be Vietnam Pro" pitchFamily="34" charset="-122"/>
                <a:cs typeface="Be Vietnam Pro" pitchFamily="34" charset="-120"/>
              </a:rPr>
              <a:t> bốn</a:t>
            </a:r>
            <a:r>
              <a:rPr lang="en-US" sz="2700" dirty="0" spc="-15" kern="0">
                <a:solidFill>
                  <a:srgbClr val="F3EEE3"/>
                </a:solidFill>
                <a:latin typeface="Be Vietnam Pro" pitchFamily="34" charset="0"/>
                <a:ea typeface="Be Vietnam Pro" pitchFamily="34" charset="-122"/>
                <a:cs typeface="Be Vietnam Pro" pitchFamily="34" charset="-120"/>
              </a:rPr>
              <a:t> nguyên</a:t>
            </a:r>
            <a:r>
              <a:rPr lang="en-US" sz="2700" dirty="0" spc="-12" kern="0">
                <a:solidFill>
                  <a:srgbClr val="F3EEE3"/>
                </a:solidFill>
                <a:latin typeface="Be Vietnam Pro" pitchFamily="34" charset="0"/>
                <a:ea typeface="Be Vietnam Pro" pitchFamily="34" charset="-122"/>
                <a:cs typeface="Be Vietnam Pro" pitchFamily="34" charset="-120"/>
              </a:rPr>
              <a:t> tắc</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FFB454"/>
          </a:solidFill>
          <a:ln/>
        </p:spPr>
      </p:sp>
      <p:sp>
        <p:nvSpPr>
          <p:cNvPr id="21" name="Text 19"/>
          <p:cNvSpPr/>
          <p:nvPr/>
        </p:nvSpPr>
        <p:spPr>
          <a:xfrm>
            <a:off x="1295400" y="69151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6" kern="0">
                <a:solidFill>
                  <a:srgbClr val="FFB454"/>
                </a:solidFill>
                <a:latin typeface="Be Vietnam Pro ExtraBold" pitchFamily="34" charset="0"/>
                <a:ea typeface="Be Vietnam Pro ExtraBold" pitchFamily="34" charset="-122"/>
                <a:cs typeface="Be Vietnam Pro ExtraBold" pitchFamily="34" charset="-120"/>
              </a:rPr>
              <a:t>Ponytail</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Be Vietnam Pro" pitchFamily="34" charset="0"/>
                <a:ea typeface="Be Vietnam Pro" pitchFamily="34" charset="-122"/>
                <a:cs typeface="Be Vietnam Pro" pitchFamily="34" charset="-120"/>
              </a:rPr>
              <a:t>ít</a:t>
            </a:r>
            <a:r>
              <a:rPr lang="en-US" sz="2700" dirty="0" spc="-3" kern="0">
                <a:solidFill>
                  <a:srgbClr val="F3EEE3"/>
                </a:solidFill>
                <a:latin typeface="Be Vietnam Pro" pitchFamily="34" charset="0"/>
                <a:ea typeface="Be Vietnam Pro" pitchFamily="34" charset="-122"/>
                <a:cs typeface="Be Vietnam Pro" pitchFamily="34" charset="-120"/>
              </a:rPr>
              <a:t> code</a:t>
            </a:r>
            <a:r>
              <a:rPr lang="en-US" sz="2700" dirty="0" spc="-11" kern="0">
                <a:solidFill>
                  <a:srgbClr val="F3EEE3"/>
                </a:solidFill>
                <a:latin typeface="Be Vietnam Pro" pitchFamily="34" charset="0"/>
                <a:ea typeface="Be Vietnam Pro" pitchFamily="34" charset="-122"/>
                <a:cs typeface="Be Vietnam Pro" pitchFamily="34" charset="-120"/>
              </a:rPr>
              <a:t> nhất</a:t>
            </a:r>
            <a:r>
              <a:rPr lang="en-US" sz="2700" dirty="0" spc="-1" kern="0">
                <a:solidFill>
                  <a:srgbClr val="F3EEE3"/>
                </a:solidFill>
                <a:latin typeface="Be Vietnam Pro" pitchFamily="34" charset="0"/>
                <a:ea typeface="Be Vietnam Pro" pitchFamily="34" charset="-122"/>
                <a:cs typeface="Be Vietnam Pro" pitchFamily="34" charset="-120"/>
              </a:rPr>
              <a:t> mà</a:t>
            </a:r>
            <a:r>
              <a:rPr lang="en-US" sz="2700" dirty="0" spc="-14" kern="0">
                <a:solidFill>
                  <a:srgbClr val="F3EEE3"/>
                </a:solidFill>
                <a:latin typeface="Be Vietnam Pro" pitchFamily="34" charset="0"/>
                <a:ea typeface="Be Vietnam Pro" pitchFamily="34" charset="-122"/>
                <a:cs typeface="Be Vietnam Pro" pitchFamily="34" charset="-120"/>
              </a:rPr>
              <a:t> vẫn</a:t>
            </a:r>
            <a:r>
              <a:rPr lang="en-US" sz="2700" dirty="0" spc="-2" kern="0">
                <a:solidFill>
                  <a:srgbClr val="F3EEE3"/>
                </a:solidFill>
                <a:latin typeface="Be Vietnam Pro" pitchFamily="34" charset="0"/>
                <a:ea typeface="Be Vietnam Pro" pitchFamily="34" charset="-122"/>
                <a:cs typeface="Be Vietnam Pro" pitchFamily="34" charset="-120"/>
              </a:rPr>
              <a:t> giữ</a:t>
            </a:r>
            <a:r>
              <a:rPr lang="en-US" sz="2700" dirty="0" spc="-3" kern="0">
                <a:solidFill>
                  <a:srgbClr val="F3EEE3"/>
                </a:solidFill>
                <a:latin typeface="Be Vietnam Pro" pitchFamily="34" charset="0"/>
                <a:ea typeface="Be Vietnam Pro" pitchFamily="34" charset="-122"/>
                <a:cs typeface="Be Vietnam Pro" pitchFamily="34" charset="-120"/>
              </a:rPr>
              <a:t> kiểm</a:t>
            </a:r>
            <a:r>
              <a:rPr lang="en-US" sz="2700" dirty="0" spc="-28" kern="0">
                <a:solidFill>
                  <a:srgbClr val="F3EEE3"/>
                </a:solidFill>
                <a:latin typeface="Be Vietnam Pro" pitchFamily="34" charset="0"/>
                <a:ea typeface="Be Vietnam Pro" pitchFamily="34" charset="-122"/>
                <a:cs typeface="Be Vietnam Pro" pitchFamily="34" charset="-120"/>
              </a:rPr>
              <a:t> tra</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6" kern="0">
                <a:solidFill>
                  <a:srgbClr val="F3EEE3"/>
                </a:solidFill>
                <a:latin typeface="Be Vietnam Pro" pitchFamily="34" charset="0"/>
                <a:ea typeface="Be Vietnam Pro" pitchFamily="34" charset="-122"/>
                <a:cs typeface="Be Vietnam Pro" pitchFamily="34" charset="-120"/>
              </a:rPr>
              <a:t> bảo</a:t>
            </a:r>
            <a:r>
              <a:rPr lang="en-US" sz="2700" dirty="0" spc="-13" kern="0">
                <a:solidFill>
                  <a:srgbClr val="F3EEE3"/>
                </a:solidFill>
                <a:latin typeface="Be Vietnam Pro" pitchFamily="34" charset="0"/>
                <a:ea typeface="Be Vietnam Pro" pitchFamily="34" charset="-122"/>
                <a:cs typeface="Be Vietnam Pro" pitchFamily="34" charset="-120"/>
              </a:rPr>
              <a:t> mật</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3DD6A0"/>
          </a:solidFill>
          <a:ln/>
        </p:spPr>
      </p:sp>
      <p:sp>
        <p:nvSpPr>
          <p:cNvPr id="25" name="Text 23"/>
          <p:cNvSpPr/>
          <p:nvPr/>
        </p:nvSpPr>
        <p:spPr>
          <a:xfrm>
            <a:off x="1295400" y="7953375"/>
            <a:ext cx="5905500" cy="904875"/>
          </a:xfrm>
          <a:prstGeom prst="rect">
            <a:avLst/>
          </a:prstGeom>
          <a:noFill/>
          <a:ln/>
        </p:spPr>
        <p:txBody>
          <a:bodyPr wrap="square" lIns="0" tIns="16720" rIns="0" bIns="-16720" rtlCol="0" anchor="ctr"/>
          <a:lstStyle/>
          <a:p>
            <a:pPr algn="l" indent="0" marL="0">
              <a:lnSpc>
                <a:spcPts val="3450"/>
              </a:lnSpc>
              <a:buNone/>
            </a:pPr>
            <a:r>
              <a:rPr lang="en-US" sz="3000" dirty="0" spc="-19" kern="0">
                <a:solidFill>
                  <a:srgbClr val="3DD6A0"/>
                </a:solidFill>
                <a:latin typeface="Be Vietnam Pro ExtraBold" pitchFamily="34" charset="0"/>
                <a:ea typeface="Be Vietnam Pro ExtraBold" pitchFamily="34" charset="-122"/>
                <a:cs typeface="Be Vietnam Pro ExtraBold" pitchFamily="34" charset="-120"/>
              </a:rPr>
              <a:t>Agent</a:t>
            </a:r>
            <a:r>
              <a:rPr lang="en-US" sz="3000" dirty="0" spc="1" kern="0">
                <a:solidFill>
                  <a:srgbClr val="3DD6A0"/>
                </a:solidFill>
                <a:latin typeface="Be Vietnam Pro ExtraBold" pitchFamily="34" charset="0"/>
                <a:ea typeface="Be Vietnam Pro ExtraBold" pitchFamily="34" charset="-122"/>
                <a:cs typeface="Be Vietnam Pro ExtraBold" pitchFamily="34" charset="-120"/>
              </a:rPr>
              <a:t> Skills</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5" kern="0">
                <a:solidFill>
                  <a:srgbClr val="F3EEE3"/>
                </a:solidFill>
                <a:latin typeface="Be Vietnam Pro" pitchFamily="34" charset="0"/>
                <a:ea typeface="Be Vietnam Pro" pitchFamily="34" charset="-122"/>
                <a:cs typeface="Be Vietnam Pro" pitchFamily="34" charset="-120"/>
              </a:rPr>
              <a:t>25</a:t>
            </a:r>
            <a:r>
              <a:rPr lang="en-US" sz="2700" dirty="0" spc="-1" kern="0">
                <a:solidFill>
                  <a:srgbClr val="F3EEE3"/>
                </a:solidFill>
                <a:latin typeface="Be Vietnam Pro" pitchFamily="34" charset="0"/>
                <a:ea typeface="Be Vietnam Pro" pitchFamily="34" charset="-122"/>
                <a:cs typeface="Be Vietnam Pro" pitchFamily="34" charset="-120"/>
              </a:rPr>
              <a:t> skill</a:t>
            </a:r>
            <a:r>
              <a:rPr lang="en-US" sz="2700" dirty="0" spc="-3" kern="0">
                <a:solidFill>
                  <a:srgbClr val="F3EEE3"/>
                </a:solidFill>
                <a:latin typeface="Be Vietnam Pro" pitchFamily="34" charset="0"/>
                <a:ea typeface="Be Vietnam Pro" pitchFamily="34" charset="-122"/>
                <a:cs typeface="Be Vietnam Pro" pitchFamily="34" charset="-120"/>
              </a:rPr>
              <a:t> theo</a:t>
            </a:r>
            <a:r>
              <a:rPr lang="en-US" sz="2700" dirty="0" spc="-11" kern="0">
                <a:solidFill>
                  <a:srgbClr val="F3EEE3"/>
                </a:solidFill>
                <a:latin typeface="Be Vietnam Pro" pitchFamily="34" charset="0"/>
                <a:ea typeface="Be Vietnam Pro" pitchFamily="34" charset="-122"/>
                <a:cs typeface="Be Vietnam Pro" pitchFamily="34" charset="-120"/>
              </a:rPr>
              <a:t> vòng</a:t>
            </a:r>
            <a:r>
              <a:rPr lang="en-US" sz="2700" dirty="0" spc="10" kern="0">
                <a:solidFill>
                  <a:srgbClr val="F3EEE3"/>
                </a:solidFill>
                <a:latin typeface="Be Vietnam Pro" pitchFamily="34" charset="0"/>
                <a:ea typeface="Be Vietnam Pro" pitchFamily="34" charset="-122"/>
                <a:cs typeface="Be Vietnam Pro" pitchFamily="34" charset="-120"/>
              </a:rPr>
              <a:t> đời,</a:t>
            </a:r>
            <a:r>
              <a:rPr lang="en-US" sz="2700" dirty="0" spc="-2" kern="0">
                <a:solidFill>
                  <a:srgbClr val="F3EEE3"/>
                </a:solidFill>
                <a:latin typeface="Be Vietnam Pro" pitchFamily="34" charset="0"/>
                <a:ea typeface="Be Vietnam Pro" pitchFamily="34" charset="-122"/>
                <a:cs typeface="Be Vietnam Pro" pitchFamily="34" charset="-120"/>
              </a:rPr>
              <a:t> 9 lệnh</a:t>
            </a:r>
            <a:r>
              <a:rPr lang="en-US" sz="2700" dirty="0" spc="-11" kern="0">
                <a:solidFill>
                  <a:srgbClr val="F3EEE3"/>
                </a:solidFill>
                <a:latin typeface="Be Vietnam Pro" pitchFamily="34" charset="0"/>
                <a:ea typeface="Be Vietnam Pro" pitchFamily="34" charset="-122"/>
                <a:cs typeface="Be Vietnam Pro" pitchFamily="34" charset="-120"/>
              </a:rPr>
              <a:t> gạch</a:t>
            </a:r>
            <a:r>
              <a:rPr lang="en-US" sz="2700" dirty="0" spc="-5" kern="0">
                <a:solidFill>
                  <a:srgbClr val="F3EEE3"/>
                </a:solidFill>
                <a:latin typeface="Be Vietnam Pro" pitchFamily="34" charset="0"/>
                <a:ea typeface="Be Vietnam Pro" pitchFamily="34" charset="-122"/>
                <a:cs typeface="Be Vietnam Pro" pitchFamily="34" charset="-120"/>
              </a:rPr>
              <a:t> chéo</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1" kern="0">
                <a:solidFill>
                  <a:srgbClr val="9AA0B5"/>
                </a:solidFill>
                <a:latin typeface="Be Vietnam Pro" pitchFamily="34" charset="0"/>
                <a:ea typeface="Be Vietnam Pro" pitchFamily="34" charset="-122"/>
                <a:cs typeface="Be Vietnam Pro" pitchFamily="34" charset="-120"/>
              </a:rPr>
              <a:t> [S2]</a:t>
            </a:r>
            <a:r>
              <a:rPr lang="en-US" sz="1800" dirty="0" spc="2" kern="0">
                <a:solidFill>
                  <a:srgbClr val="9AA0B5"/>
                </a:solidFill>
                <a:latin typeface="Be Vietnam Pro" pitchFamily="34" charset="0"/>
                <a:ea typeface="Be Vietnam Pro" pitchFamily="34" charset="-122"/>
                <a:cs typeface="Be Vietnam Pro" pitchFamily="34" charset="-120"/>
              </a:rPr>
              <a:t> [S3]</a:t>
            </a:r>
            <a:r>
              <a:rPr lang="en-US" sz="1800" dirty="0" spc="3" kern="0">
                <a:solidFill>
                  <a:srgbClr val="9AA0B5"/>
                </a:solidFill>
                <a:latin typeface="Be Vietnam Pro" pitchFamily="34" charset="0"/>
                <a:ea typeface="Be Vietnam Pro" pitchFamily="34" charset="-122"/>
                <a:cs typeface="Be Vietnam Pro" pitchFamily="34" charset="-120"/>
              </a:rPr>
              <a:t> [S4]</a:t>
            </a:r>
            <a:r>
              <a:rPr lang="en-US" sz="1800" dirty="0" spc="2" kern="0">
                <a:solidFill>
                  <a:srgbClr val="9AA0B5"/>
                </a:solidFill>
                <a:latin typeface="Be Vietnam Pro" pitchFamily="34" charset="0"/>
                <a:ea typeface="Be Vietnam Pro" pitchFamily="34" charset="-122"/>
                <a:cs typeface="Be Vietnam Pro" pitchFamily="34" charset="-120"/>
              </a:rPr>
              <a:t> [S5]</a:t>
            </a:r>
            <a:r>
              <a:rPr lang="en-US" sz="1800" dirty="0" spc="1" kern="0">
                <a:solidFill>
                  <a:srgbClr val="9AA0B5"/>
                </a:solidFill>
                <a:latin typeface="Be Vietnam Pro" pitchFamily="34" charset="0"/>
                <a:ea typeface="Be Vietnam Pro" pitchFamily="34" charset="-122"/>
                <a:cs typeface="Be Vietnam Pro" pitchFamily="34" charset="-120"/>
              </a:rPr>
              <a:t> [S6] [S7]</a:t>
            </a:r>
            <a:endParaRPr lang="en-US" sz="1800" dirty="0"/>
          </a:p>
        </p:txBody>
      </p:sp>
      <p:sp>
        <p:nvSpPr>
          <p:cNvPr id="28" name="Shape 26"/>
          <p:cNvSpPr/>
          <p:nvPr/>
        </p:nvSpPr>
        <p:spPr>
          <a:xfrm>
            <a:off x="958561" y="9578686"/>
            <a:ext cx="83127" cy="83127"/>
          </a:xfrm>
          <a:prstGeom prst="ellipse">
            <a:avLst/>
          </a:prstGeom>
          <a:solidFill>
            <a:srgbClr val="F3EEE3">
              <a:alpha val="28000"/>
            </a:srgbClr>
          </a:solidFill>
          <a:ln/>
        </p:spPr>
      </p:sp>
      <p:sp>
        <p:nvSpPr>
          <p:cNvPr id="29" name="Shape 27"/>
          <p:cNvSpPr/>
          <p:nvPr/>
        </p:nvSpPr>
        <p:spPr>
          <a:xfrm>
            <a:off x="1124815" y="9578686"/>
            <a:ext cx="83127" cy="83127"/>
          </a:xfrm>
          <a:prstGeom prst="ellipse">
            <a:avLst/>
          </a:prstGeom>
          <a:solidFill>
            <a:srgbClr val="F3EEE3">
              <a:alpha val="28000"/>
            </a:srgbClr>
          </a:solidFill>
          <a:ln/>
        </p:spPr>
      </p:sp>
      <p:sp>
        <p:nvSpPr>
          <p:cNvPr id="30" name="Shape 28"/>
          <p:cNvSpPr/>
          <p:nvPr/>
        </p:nvSpPr>
        <p:spPr>
          <a:xfrm>
            <a:off x="1291070" y="9578686"/>
            <a:ext cx="83127" cy="83127"/>
          </a:xfrm>
          <a:prstGeom prst="ellipse">
            <a:avLst/>
          </a:prstGeom>
          <a:solidFill>
            <a:srgbClr val="F3EEE3">
              <a:alpha val="28000"/>
            </a:srgbClr>
          </a:solidFill>
          <a:ln/>
        </p:spPr>
      </p:sp>
      <p:sp>
        <p:nvSpPr>
          <p:cNvPr id="31" name="Shape 29"/>
          <p:cNvSpPr/>
          <p:nvPr/>
        </p:nvSpPr>
        <p:spPr>
          <a:xfrm>
            <a:off x="1457324" y="9578686"/>
            <a:ext cx="83127" cy="83127"/>
          </a:xfrm>
          <a:prstGeom prst="ellipse">
            <a:avLst/>
          </a:prstGeom>
          <a:solidFill>
            <a:srgbClr val="F3EEE3">
              <a:alpha val="28000"/>
            </a:srgbClr>
          </a:solidFill>
          <a:ln/>
        </p:spPr>
      </p:sp>
      <p:sp>
        <p:nvSpPr>
          <p:cNvPr id="32" name="Shape 30"/>
          <p:cNvSpPr/>
          <p:nvPr/>
        </p:nvSpPr>
        <p:spPr>
          <a:xfrm>
            <a:off x="1623578" y="9578686"/>
            <a:ext cx="83127" cy="83127"/>
          </a:xfrm>
          <a:prstGeom prst="ellipse">
            <a:avLst/>
          </a:prstGeom>
          <a:solidFill>
            <a:srgbClr val="F3EEE3">
              <a:alpha val="28000"/>
            </a:srgbClr>
          </a:solidFill>
          <a:ln/>
        </p:spPr>
      </p:sp>
      <p:sp>
        <p:nvSpPr>
          <p:cNvPr id="33" name="Shape 31"/>
          <p:cNvSpPr/>
          <p:nvPr/>
        </p:nvSpPr>
        <p:spPr>
          <a:xfrm>
            <a:off x="1775977" y="9564832"/>
            <a:ext cx="110836" cy="110836"/>
          </a:xfrm>
          <a:prstGeom prst="ellipse">
            <a:avLst/>
          </a:prstGeom>
          <a:solidFill>
            <a:srgbClr val="FF6A4D"/>
          </a:solidFill>
          <a:ln/>
        </p:spPr>
      </p:sp>
      <p:sp>
        <p:nvSpPr>
          <p:cNvPr id="34" name="Shape 32"/>
          <p:cNvSpPr/>
          <p:nvPr/>
        </p:nvSpPr>
        <p:spPr>
          <a:xfrm>
            <a:off x="1956086" y="9578686"/>
            <a:ext cx="83127" cy="83127"/>
          </a:xfrm>
          <a:prstGeom prst="ellipse">
            <a:avLst/>
          </a:prstGeom>
          <a:solidFill>
            <a:srgbClr val="F3EEE3">
              <a:alpha val="28000"/>
            </a:srgbClr>
          </a:solidFill>
          <a:ln/>
        </p:spPr>
      </p:sp>
      <p:sp>
        <p:nvSpPr>
          <p:cNvPr id="35" name="Shape 33"/>
          <p:cNvSpPr/>
          <p:nvPr/>
        </p:nvSpPr>
        <p:spPr>
          <a:xfrm>
            <a:off x="2122340" y="9578686"/>
            <a:ext cx="83127" cy="83127"/>
          </a:xfrm>
          <a:prstGeom prst="ellipse">
            <a:avLst/>
          </a:prstGeom>
          <a:solidFill>
            <a:srgbClr val="F3EEE3">
              <a:alpha val="28000"/>
            </a:srgbClr>
          </a:solidFill>
          <a:ln/>
        </p:spPr>
      </p:sp>
      <p:sp>
        <p:nvSpPr>
          <p:cNvPr id="36" name="Shape 34"/>
          <p:cNvSpPr/>
          <p:nvPr/>
        </p:nvSpPr>
        <p:spPr>
          <a:xfrm>
            <a:off x="2288594" y="9578686"/>
            <a:ext cx="83127" cy="83127"/>
          </a:xfrm>
          <a:prstGeom prst="ellipse">
            <a:avLst/>
          </a:prstGeom>
          <a:solidFill>
            <a:srgbClr val="F3EEE3">
              <a:alpha val="28000"/>
            </a:srgbClr>
          </a:solidFill>
          <a:ln/>
        </p:spPr>
      </p:sp>
      <p:sp>
        <p:nvSpPr>
          <p:cNvPr id="37" name="Shape 35"/>
          <p:cNvSpPr/>
          <p:nvPr/>
        </p:nvSpPr>
        <p:spPr>
          <a:xfrm>
            <a:off x="2454848" y="9578686"/>
            <a:ext cx="83127" cy="83127"/>
          </a:xfrm>
          <a:prstGeom prst="ellipse">
            <a:avLst/>
          </a:prstGeom>
          <a:solidFill>
            <a:srgbClr val="F3EEE3">
              <a:alpha val="28000"/>
            </a:srgbClr>
          </a:solidFill>
          <a:ln/>
        </p:spPr>
      </p:sp>
      <p:sp>
        <p:nvSpPr>
          <p:cNvPr id="38" name="Shape 36"/>
          <p:cNvSpPr/>
          <p:nvPr/>
        </p:nvSpPr>
        <p:spPr>
          <a:xfrm>
            <a:off x="2621102" y="9578686"/>
            <a:ext cx="83127" cy="83127"/>
          </a:xfrm>
          <a:prstGeom prst="ellipse">
            <a:avLst/>
          </a:prstGeom>
          <a:solidFill>
            <a:srgbClr val="F3EEE3">
              <a:alpha val="28000"/>
            </a:srgbClr>
          </a:solidFill>
          <a:ln/>
        </p:spPr>
      </p:sp>
      <p:sp>
        <p:nvSpPr>
          <p:cNvPr id="39" name="Shape 37"/>
          <p:cNvSpPr/>
          <p:nvPr/>
        </p:nvSpPr>
        <p:spPr>
          <a:xfrm>
            <a:off x="2787357" y="9578686"/>
            <a:ext cx="83127" cy="83127"/>
          </a:xfrm>
          <a:prstGeom prst="ellipse">
            <a:avLst/>
          </a:prstGeom>
          <a:solidFill>
            <a:srgbClr val="F3EEE3">
              <a:alpha val="28000"/>
            </a:srgbClr>
          </a:solidFill>
          <a:ln/>
        </p:spPr>
      </p:sp>
      <p:sp>
        <p:nvSpPr>
          <p:cNvPr id="40" name="Shape 38"/>
          <p:cNvSpPr/>
          <p:nvPr/>
        </p:nvSpPr>
        <p:spPr>
          <a:xfrm>
            <a:off x="2953611" y="9578686"/>
            <a:ext cx="83127" cy="83127"/>
          </a:xfrm>
          <a:prstGeom prst="ellipse">
            <a:avLst/>
          </a:prstGeom>
          <a:solidFill>
            <a:srgbClr val="F3EEE3">
              <a:alpha val="28000"/>
            </a:srgbClr>
          </a:solidFill>
          <a:ln/>
        </p:spPr>
      </p:sp>
      <p:sp>
        <p:nvSpPr>
          <p:cNvPr id="41" name="Shape 39"/>
          <p:cNvSpPr/>
          <p:nvPr/>
        </p:nvSpPr>
        <p:spPr>
          <a:xfrm>
            <a:off x="3119865" y="9578686"/>
            <a:ext cx="83127" cy="83127"/>
          </a:xfrm>
          <a:prstGeom prst="ellipse">
            <a:avLst/>
          </a:prstGeom>
          <a:solidFill>
            <a:srgbClr val="F3EEE3">
              <a:alpha val="28000"/>
            </a:srgbClr>
          </a:solidFill>
          <a:ln/>
        </p:spPr>
      </p:sp>
      <p:sp>
        <p:nvSpPr>
          <p:cNvPr id="42" name="Shape 40"/>
          <p:cNvSpPr/>
          <p:nvPr/>
        </p:nvSpPr>
        <p:spPr>
          <a:xfrm>
            <a:off x="3286119" y="9578686"/>
            <a:ext cx="83127" cy="83127"/>
          </a:xfrm>
          <a:prstGeom prst="ellipse">
            <a:avLst/>
          </a:prstGeom>
          <a:solidFill>
            <a:srgbClr val="F3EEE3">
              <a:alpha val="28000"/>
            </a:srgbClr>
          </a:solidFill>
          <a:ln/>
        </p:spPr>
      </p:sp>
      <p:sp>
        <p:nvSpPr>
          <p:cNvPr id="43" name="Shape 41"/>
          <p:cNvSpPr/>
          <p:nvPr/>
        </p:nvSpPr>
        <p:spPr>
          <a:xfrm>
            <a:off x="3452373" y="9578686"/>
            <a:ext cx="83127" cy="83127"/>
          </a:xfrm>
          <a:prstGeom prst="ellipse">
            <a:avLst/>
          </a:prstGeom>
          <a:solidFill>
            <a:srgbClr val="F3EEE3">
              <a:alpha val="28000"/>
            </a:srgbClr>
          </a:solidFill>
          <a:ln/>
        </p:spPr>
      </p:sp>
      <p:sp>
        <p:nvSpPr>
          <p:cNvPr id="44" name="Shape 42"/>
          <p:cNvSpPr/>
          <p:nvPr/>
        </p:nvSpPr>
        <p:spPr>
          <a:xfrm>
            <a:off x="3618627" y="9578686"/>
            <a:ext cx="83127" cy="83127"/>
          </a:xfrm>
          <a:prstGeom prst="ellipse">
            <a:avLst/>
          </a:prstGeom>
          <a:solidFill>
            <a:srgbClr val="F3EEE3">
              <a:alpha val="28000"/>
            </a:srgbClr>
          </a:solidFill>
          <a:ln/>
        </p:spPr>
      </p:sp>
      <p:sp>
        <p:nvSpPr>
          <p:cNvPr id="45" name="Shape 43"/>
          <p:cNvSpPr/>
          <p:nvPr/>
        </p:nvSpPr>
        <p:spPr>
          <a:xfrm>
            <a:off x="3784881" y="9578686"/>
            <a:ext cx="83127" cy="83127"/>
          </a:xfrm>
          <a:prstGeom prst="ellipse">
            <a:avLst/>
          </a:prstGeom>
          <a:solidFill>
            <a:srgbClr val="F3EEE3">
              <a:alpha val="28000"/>
            </a:srgbClr>
          </a:solidFill>
          <a:ln/>
        </p:spPr>
      </p:sp>
      <p:sp>
        <p:nvSpPr>
          <p:cNvPr id="46" name="Shape 44"/>
          <p:cNvSpPr/>
          <p:nvPr/>
        </p:nvSpPr>
        <p:spPr>
          <a:xfrm>
            <a:off x="3951135" y="9578686"/>
            <a:ext cx="83127" cy="83127"/>
          </a:xfrm>
          <a:prstGeom prst="ellipse">
            <a:avLst/>
          </a:prstGeom>
          <a:solidFill>
            <a:srgbClr val="F3EEE3">
              <a:alpha val="28000"/>
            </a:srgbClr>
          </a:solidFill>
          <a:ln/>
        </p:spPr>
      </p:sp>
      <p:sp>
        <p:nvSpPr>
          <p:cNvPr id="47" name="Shape 45"/>
          <p:cNvSpPr/>
          <p:nvPr/>
        </p:nvSpPr>
        <p:spPr>
          <a:xfrm>
            <a:off x="4117389" y="9578686"/>
            <a:ext cx="83127" cy="83127"/>
          </a:xfrm>
          <a:prstGeom prst="ellipse">
            <a:avLst/>
          </a:prstGeom>
          <a:solidFill>
            <a:srgbClr val="F3EEE3">
              <a:alpha val="28000"/>
            </a:srgbClr>
          </a:solidFill>
          <a:ln/>
        </p:spPr>
      </p:sp>
      <p:sp>
        <p:nvSpPr>
          <p:cNvPr id="48" name="Shape 46"/>
          <p:cNvSpPr/>
          <p:nvPr/>
        </p:nvSpPr>
        <p:spPr>
          <a:xfrm>
            <a:off x="4283644" y="9578686"/>
            <a:ext cx="83127" cy="83127"/>
          </a:xfrm>
          <a:prstGeom prst="ellipse">
            <a:avLst/>
          </a:prstGeom>
          <a:solidFill>
            <a:srgbClr val="F3EEE3">
              <a:alpha val="28000"/>
            </a:srgbClr>
          </a:solidFill>
          <a:ln/>
        </p:spPr>
      </p:sp>
      <p:sp>
        <p:nvSpPr>
          <p:cNvPr id="49" name="Shape 47"/>
          <p:cNvSpPr/>
          <p:nvPr/>
        </p:nvSpPr>
        <p:spPr>
          <a:xfrm>
            <a:off x="4449898" y="9578686"/>
            <a:ext cx="83127" cy="83127"/>
          </a:xfrm>
          <a:prstGeom prst="ellipse">
            <a:avLst/>
          </a:prstGeom>
          <a:solidFill>
            <a:srgbClr val="F3EEE3">
              <a:alpha val="28000"/>
            </a:srgbClr>
          </a:solidFill>
          <a:ln/>
        </p:spPr>
      </p:sp>
      <p:sp>
        <p:nvSpPr>
          <p:cNvPr id="50" name="Shape 48"/>
          <p:cNvSpPr/>
          <p:nvPr/>
        </p:nvSpPr>
        <p:spPr>
          <a:xfrm>
            <a:off x="4616152" y="9578686"/>
            <a:ext cx="83127" cy="83127"/>
          </a:xfrm>
          <a:prstGeom prst="ellipse">
            <a:avLst/>
          </a:prstGeom>
          <a:solidFill>
            <a:srgbClr val="F3EEE3">
              <a:alpha val="28000"/>
            </a:srgbClr>
          </a:solidFill>
          <a:ln/>
        </p:spPr>
      </p:sp>
      <p:sp>
        <p:nvSpPr>
          <p:cNvPr id="51" name="Shape 49"/>
          <p:cNvSpPr/>
          <p:nvPr/>
        </p:nvSpPr>
        <p:spPr>
          <a:xfrm>
            <a:off x="4782406" y="9578686"/>
            <a:ext cx="83127" cy="83127"/>
          </a:xfrm>
          <a:prstGeom prst="ellipse">
            <a:avLst/>
          </a:prstGeom>
          <a:solidFill>
            <a:srgbClr val="F3EEE3">
              <a:alpha val="28000"/>
            </a:srgbClr>
          </a:solidFill>
          <a:ln/>
        </p:spPr>
      </p:sp>
      <p:sp>
        <p:nvSpPr>
          <p:cNvPr id="52" name="Shape 50"/>
          <p:cNvSpPr/>
          <p:nvPr/>
        </p:nvSpPr>
        <p:spPr>
          <a:xfrm>
            <a:off x="4948660" y="9578686"/>
            <a:ext cx="83127" cy="83127"/>
          </a:xfrm>
          <a:prstGeom prst="ellipse">
            <a:avLst/>
          </a:prstGeom>
          <a:solidFill>
            <a:srgbClr val="F3EEE3">
              <a:alpha val="28000"/>
            </a:srgbClr>
          </a:solidFill>
          <a:ln/>
        </p:spPr>
      </p:sp>
      <p:sp>
        <p:nvSpPr>
          <p:cNvPr id="53" name="Shape 51"/>
          <p:cNvSpPr/>
          <p:nvPr/>
        </p:nvSpPr>
        <p:spPr>
          <a:xfrm>
            <a:off x="5114914" y="9578686"/>
            <a:ext cx="83127" cy="83127"/>
          </a:xfrm>
          <a:prstGeom prst="ellipse">
            <a:avLst/>
          </a:prstGeom>
          <a:solidFill>
            <a:srgbClr val="F3EEE3">
              <a:alpha val="28000"/>
            </a:srgbClr>
          </a:solidFill>
          <a:ln/>
        </p:spPr>
      </p:sp>
      <p:sp>
        <p:nvSpPr>
          <p:cNvPr id="54" name="Shape 52"/>
          <p:cNvSpPr/>
          <p:nvPr/>
        </p:nvSpPr>
        <p:spPr>
          <a:xfrm>
            <a:off x="5281168" y="9578686"/>
            <a:ext cx="83127" cy="83127"/>
          </a:xfrm>
          <a:prstGeom prst="ellipse">
            <a:avLst/>
          </a:prstGeom>
          <a:solidFill>
            <a:srgbClr val="F3EEE3">
              <a:alpha val="28000"/>
            </a:srgbClr>
          </a:solidFill>
          <a:ln/>
        </p:spPr>
      </p:sp>
      <p:sp>
        <p:nvSpPr>
          <p:cNvPr id="55" name="Shape 53"/>
          <p:cNvSpPr/>
          <p:nvPr/>
        </p:nvSpPr>
        <p:spPr>
          <a:xfrm>
            <a:off x="5447422" y="9578686"/>
            <a:ext cx="83127" cy="83127"/>
          </a:xfrm>
          <a:prstGeom prst="ellipse">
            <a:avLst/>
          </a:prstGeom>
          <a:solidFill>
            <a:srgbClr val="F3EEE3">
              <a:alpha val="28000"/>
            </a:srgbClr>
          </a:solidFill>
          <a:ln/>
        </p:spPr>
      </p:sp>
      <p:sp>
        <p:nvSpPr>
          <p:cNvPr id="56" name="Shape 54"/>
          <p:cNvSpPr/>
          <p:nvPr/>
        </p:nvSpPr>
        <p:spPr>
          <a:xfrm>
            <a:off x="5613676" y="9578686"/>
            <a:ext cx="83127" cy="83127"/>
          </a:xfrm>
          <a:prstGeom prst="ellipse">
            <a:avLst/>
          </a:prstGeom>
          <a:solidFill>
            <a:srgbClr val="F3EEE3">
              <a:alpha val="28000"/>
            </a:srgbClr>
          </a:solidFill>
          <a:ln/>
        </p:spPr>
      </p:sp>
      <p:sp>
        <p:nvSpPr>
          <p:cNvPr id="57" name="Shape 55"/>
          <p:cNvSpPr/>
          <p:nvPr/>
        </p:nvSpPr>
        <p:spPr>
          <a:xfrm>
            <a:off x="5779931" y="9578686"/>
            <a:ext cx="83127" cy="83127"/>
          </a:xfrm>
          <a:prstGeom prst="ellipse">
            <a:avLst/>
          </a:prstGeom>
          <a:solidFill>
            <a:srgbClr val="F3EEE3">
              <a:alpha val="28000"/>
            </a:srgbClr>
          </a:solidFill>
          <a:ln/>
        </p:spPr>
      </p:sp>
      <p:sp>
        <p:nvSpPr>
          <p:cNvPr id="58" name="Shape 56"/>
          <p:cNvSpPr/>
          <p:nvPr/>
        </p:nvSpPr>
        <p:spPr>
          <a:xfrm>
            <a:off x="5946185" y="9578686"/>
            <a:ext cx="83127" cy="83127"/>
          </a:xfrm>
          <a:prstGeom prst="ellipse">
            <a:avLst/>
          </a:prstGeom>
          <a:solidFill>
            <a:srgbClr val="F3EEE3">
              <a:alpha val="28000"/>
            </a:srgbClr>
          </a:solidFill>
          <a:ln/>
        </p:spPr>
      </p:sp>
      <p:sp>
        <p:nvSpPr>
          <p:cNvPr id="59" name="Shape 57"/>
          <p:cNvSpPr/>
          <p:nvPr/>
        </p:nvSpPr>
        <p:spPr>
          <a:xfrm>
            <a:off x="6112439" y="9578686"/>
            <a:ext cx="83127" cy="83127"/>
          </a:xfrm>
          <a:prstGeom prst="ellipse">
            <a:avLst/>
          </a:prstGeom>
          <a:solidFill>
            <a:srgbClr val="F3EEE3">
              <a:alpha val="28000"/>
            </a:srgbClr>
          </a:solidFill>
          <a:ln/>
        </p:spPr>
      </p:sp>
      <p:sp>
        <p:nvSpPr>
          <p:cNvPr id="60" name="Shape 58"/>
          <p:cNvSpPr/>
          <p:nvPr/>
        </p:nvSpPr>
        <p:spPr>
          <a:xfrm>
            <a:off x="6278693" y="9578686"/>
            <a:ext cx="83127" cy="83127"/>
          </a:xfrm>
          <a:prstGeom prst="ellipse">
            <a:avLst/>
          </a:prstGeom>
          <a:solidFill>
            <a:srgbClr val="F3EEE3">
              <a:alpha val="28000"/>
            </a:srgbClr>
          </a:solidFill>
          <a:ln/>
        </p:spPr>
      </p:sp>
      <p:sp>
        <p:nvSpPr>
          <p:cNvPr id="61" name="Shape 59"/>
          <p:cNvSpPr/>
          <p:nvPr/>
        </p:nvSpPr>
        <p:spPr>
          <a:xfrm>
            <a:off x="6444947" y="9578686"/>
            <a:ext cx="83127" cy="83127"/>
          </a:xfrm>
          <a:prstGeom prst="ellipse">
            <a:avLst/>
          </a:prstGeom>
          <a:solidFill>
            <a:srgbClr val="F3EEE3">
              <a:alpha val="28000"/>
            </a:srgbClr>
          </a:solidFill>
          <a:ln/>
        </p:spPr>
      </p:sp>
      <p:sp>
        <p:nvSpPr>
          <p:cNvPr id="62" name="Shape 60"/>
          <p:cNvSpPr/>
          <p:nvPr/>
        </p:nvSpPr>
        <p:spPr>
          <a:xfrm>
            <a:off x="6611201" y="9578686"/>
            <a:ext cx="83127" cy="83127"/>
          </a:xfrm>
          <a:prstGeom prst="ellipse">
            <a:avLst/>
          </a:prstGeom>
          <a:solidFill>
            <a:srgbClr val="F3EEE3">
              <a:alpha val="28000"/>
            </a:srgbClr>
          </a:solidFill>
          <a:ln/>
        </p:spPr>
      </p:sp>
      <p:sp>
        <p:nvSpPr>
          <p:cNvPr id="63" name="Shape 61"/>
          <p:cNvSpPr/>
          <p:nvPr/>
        </p:nvSpPr>
        <p:spPr>
          <a:xfrm>
            <a:off x="6777455" y="9578686"/>
            <a:ext cx="83127" cy="83127"/>
          </a:xfrm>
          <a:prstGeom prst="ellipse">
            <a:avLst/>
          </a:prstGeom>
          <a:solidFill>
            <a:srgbClr val="F3EEE3">
              <a:alpha val="28000"/>
            </a:srgbClr>
          </a:solidFill>
          <a:ln/>
        </p:spPr>
      </p:sp>
      <p:sp>
        <p:nvSpPr>
          <p:cNvPr id="64" name="Shape 62"/>
          <p:cNvSpPr/>
          <p:nvPr/>
        </p:nvSpPr>
        <p:spPr>
          <a:xfrm>
            <a:off x="6943709" y="9578686"/>
            <a:ext cx="83127" cy="83127"/>
          </a:xfrm>
          <a:prstGeom prst="ellipse">
            <a:avLst/>
          </a:prstGeom>
          <a:solidFill>
            <a:srgbClr val="F3EEE3">
              <a:alpha val="28000"/>
            </a:srgbClr>
          </a:solidFill>
          <a:ln/>
        </p:spPr>
      </p:sp>
      <p:sp>
        <p:nvSpPr>
          <p:cNvPr id="65" name="Shape 63"/>
          <p:cNvSpPr/>
          <p:nvPr/>
        </p:nvSpPr>
        <p:spPr>
          <a:xfrm>
            <a:off x="7109963" y="9578686"/>
            <a:ext cx="83127" cy="83127"/>
          </a:xfrm>
          <a:prstGeom prst="ellipse">
            <a:avLst/>
          </a:prstGeom>
          <a:solidFill>
            <a:srgbClr val="F3EEE3">
              <a:alpha val="28000"/>
            </a:srgbClr>
          </a:solidFill>
          <a:ln/>
        </p:spPr>
      </p:sp>
      <p:sp>
        <p:nvSpPr>
          <p:cNvPr id="66" name="Shape 64"/>
          <p:cNvSpPr/>
          <p:nvPr/>
        </p:nvSpPr>
        <p:spPr>
          <a:xfrm>
            <a:off x="7276218" y="9578686"/>
            <a:ext cx="83127" cy="83127"/>
          </a:xfrm>
          <a:prstGeom prst="ellipse">
            <a:avLst/>
          </a:prstGeom>
          <a:solidFill>
            <a:srgbClr val="F3EEE3">
              <a:alpha val="28000"/>
            </a:srgbClr>
          </a:solidFill>
          <a:ln/>
        </p:spPr>
      </p:sp>
      <p:sp>
        <p:nvSpPr>
          <p:cNvPr id="67" name="Shape 65"/>
          <p:cNvSpPr/>
          <p:nvPr/>
        </p:nvSpPr>
        <p:spPr>
          <a:xfrm>
            <a:off x="7442472" y="9578686"/>
            <a:ext cx="83127" cy="83127"/>
          </a:xfrm>
          <a:prstGeom prst="ellipse">
            <a:avLst/>
          </a:prstGeom>
          <a:solidFill>
            <a:srgbClr val="F3EEE3">
              <a:alpha val="28000"/>
            </a:srgbClr>
          </a:solidFill>
          <a:ln/>
        </p:spPr>
      </p:sp>
      <p:sp>
        <p:nvSpPr>
          <p:cNvPr id="68" name="Shape 66"/>
          <p:cNvSpPr/>
          <p:nvPr/>
        </p:nvSpPr>
        <p:spPr>
          <a:xfrm>
            <a:off x="7608726" y="9578686"/>
            <a:ext cx="83127" cy="83127"/>
          </a:xfrm>
          <a:prstGeom prst="ellipse">
            <a:avLst/>
          </a:prstGeom>
          <a:solidFill>
            <a:srgbClr val="F3EEE3">
              <a:alpha val="28000"/>
            </a:srgbClr>
          </a:solidFill>
          <a:ln/>
        </p:spPr>
      </p:sp>
      <p:sp>
        <p:nvSpPr>
          <p:cNvPr id="69" name="Shape 67"/>
          <p:cNvSpPr/>
          <p:nvPr/>
        </p:nvSpPr>
        <p:spPr>
          <a:xfrm>
            <a:off x="7774980" y="9578686"/>
            <a:ext cx="83127" cy="83127"/>
          </a:xfrm>
          <a:prstGeom prst="ellipse">
            <a:avLst/>
          </a:prstGeom>
          <a:solidFill>
            <a:srgbClr val="F3EEE3">
              <a:alpha val="28000"/>
            </a:srgbClr>
          </a:solidFill>
          <a:ln/>
        </p:spPr>
      </p:sp>
      <p:sp>
        <p:nvSpPr>
          <p:cNvPr id="70" name="Shape 68"/>
          <p:cNvSpPr/>
          <p:nvPr/>
        </p:nvSpPr>
        <p:spPr>
          <a:xfrm>
            <a:off x="7941234" y="9578686"/>
            <a:ext cx="83127" cy="83127"/>
          </a:xfrm>
          <a:prstGeom prst="ellipse">
            <a:avLst/>
          </a:prstGeom>
          <a:solidFill>
            <a:srgbClr val="F3EEE3">
              <a:alpha val="28000"/>
            </a:srgbClr>
          </a:solidFill>
          <a:ln/>
        </p:spPr>
      </p:sp>
      <p:sp>
        <p:nvSpPr>
          <p:cNvPr id="71" name="Shape 69"/>
          <p:cNvSpPr/>
          <p:nvPr/>
        </p:nvSpPr>
        <p:spPr>
          <a:xfrm>
            <a:off x="8107488" y="9578686"/>
            <a:ext cx="83127" cy="83127"/>
          </a:xfrm>
          <a:prstGeom prst="ellipse">
            <a:avLst/>
          </a:prstGeom>
          <a:solidFill>
            <a:srgbClr val="F3EEE3">
              <a:alpha val="28000"/>
            </a:srgbClr>
          </a:solidFill>
          <a:ln/>
        </p:spPr>
      </p:sp>
      <p:sp>
        <p:nvSpPr>
          <p:cNvPr id="72" name="Shape 70"/>
          <p:cNvSpPr/>
          <p:nvPr/>
        </p:nvSpPr>
        <p:spPr>
          <a:xfrm>
            <a:off x="8273742" y="9578686"/>
            <a:ext cx="83127" cy="83127"/>
          </a:xfrm>
          <a:prstGeom prst="ellipse">
            <a:avLst/>
          </a:prstGeom>
          <a:solidFill>
            <a:srgbClr val="F3EEE3">
              <a:alpha val="28000"/>
            </a:srgbClr>
          </a:solidFill>
          <a:ln/>
        </p:spPr>
      </p:sp>
      <p:sp>
        <p:nvSpPr>
          <p:cNvPr id="73" name="Shape 71"/>
          <p:cNvSpPr/>
          <p:nvPr/>
        </p:nvSpPr>
        <p:spPr>
          <a:xfrm>
            <a:off x="8439996" y="9578686"/>
            <a:ext cx="83127" cy="83127"/>
          </a:xfrm>
          <a:prstGeom prst="ellipse">
            <a:avLst/>
          </a:prstGeom>
          <a:solidFill>
            <a:srgbClr val="F3EEE3">
              <a:alpha val="28000"/>
            </a:srgbClr>
          </a:solidFill>
          <a:ln/>
        </p:spPr>
      </p:sp>
      <p:sp>
        <p:nvSpPr>
          <p:cNvPr id="74" name="Shape 72"/>
          <p:cNvSpPr/>
          <p:nvPr/>
        </p:nvSpPr>
        <p:spPr>
          <a:xfrm>
            <a:off x="8606251" y="9578686"/>
            <a:ext cx="83127" cy="83127"/>
          </a:xfrm>
          <a:prstGeom prst="ellipse">
            <a:avLst/>
          </a:prstGeom>
          <a:solidFill>
            <a:srgbClr val="F3EEE3">
              <a:alpha val="28000"/>
            </a:srgbClr>
          </a:solidFill>
          <a:ln/>
        </p:spPr>
      </p:sp>
      <p:sp>
        <p:nvSpPr>
          <p:cNvPr id="75" name="Shape 73"/>
          <p:cNvSpPr/>
          <p:nvPr/>
        </p:nvSpPr>
        <p:spPr>
          <a:xfrm>
            <a:off x="8772505" y="9578686"/>
            <a:ext cx="83127" cy="83127"/>
          </a:xfrm>
          <a:prstGeom prst="ellipse">
            <a:avLst/>
          </a:prstGeom>
          <a:solidFill>
            <a:srgbClr val="F3EEE3">
              <a:alpha val="28000"/>
            </a:srgbClr>
          </a:solidFill>
          <a:ln/>
        </p:spPr>
      </p:sp>
      <p:sp>
        <p:nvSpPr>
          <p:cNvPr id="76" name="Shape 74"/>
          <p:cNvSpPr/>
          <p:nvPr/>
        </p:nvSpPr>
        <p:spPr>
          <a:xfrm>
            <a:off x="8938759" y="9578686"/>
            <a:ext cx="83127" cy="83127"/>
          </a:xfrm>
          <a:prstGeom prst="ellipse">
            <a:avLst/>
          </a:prstGeom>
          <a:solidFill>
            <a:srgbClr val="F3EEE3">
              <a:alpha val="28000"/>
            </a:srgbClr>
          </a:solidFill>
          <a:ln/>
        </p:spPr>
      </p:sp>
      <p:sp>
        <p:nvSpPr>
          <p:cNvPr id="77" name="Shape 75"/>
          <p:cNvSpPr/>
          <p:nvPr/>
        </p:nvSpPr>
        <p:spPr>
          <a:xfrm>
            <a:off x="9105013" y="9578686"/>
            <a:ext cx="83127" cy="83127"/>
          </a:xfrm>
          <a:prstGeom prst="ellipse">
            <a:avLst/>
          </a:prstGeom>
          <a:solidFill>
            <a:srgbClr val="F3EEE3">
              <a:alpha val="28000"/>
            </a:srgbClr>
          </a:solidFill>
          <a:ln/>
        </p:spPr>
      </p:sp>
      <p:sp>
        <p:nvSpPr>
          <p:cNvPr id="78" name="Shape 76"/>
          <p:cNvSpPr/>
          <p:nvPr/>
        </p:nvSpPr>
        <p:spPr>
          <a:xfrm>
            <a:off x="9271267" y="9578686"/>
            <a:ext cx="83127" cy="83127"/>
          </a:xfrm>
          <a:prstGeom prst="ellipse">
            <a:avLst/>
          </a:prstGeom>
          <a:solidFill>
            <a:srgbClr val="F3EEE3">
              <a:alpha val="28000"/>
            </a:srgbClr>
          </a:solidFill>
          <a:ln/>
        </p:spPr>
      </p:sp>
      <p:sp>
        <p:nvSpPr>
          <p:cNvPr id="79" name="Shape 77"/>
          <p:cNvSpPr/>
          <p:nvPr/>
        </p:nvSpPr>
        <p:spPr>
          <a:xfrm>
            <a:off x="9437521" y="9578686"/>
            <a:ext cx="83127" cy="83127"/>
          </a:xfrm>
          <a:prstGeom prst="ellipse">
            <a:avLst/>
          </a:prstGeom>
          <a:solidFill>
            <a:srgbClr val="F3EEE3">
              <a:alpha val="28000"/>
            </a:srgbClr>
          </a:solidFill>
          <a:ln/>
        </p:spPr>
      </p:sp>
      <p:sp>
        <p:nvSpPr>
          <p:cNvPr id="80" name="Shape 78"/>
          <p:cNvSpPr/>
          <p:nvPr/>
        </p:nvSpPr>
        <p:spPr>
          <a:xfrm>
            <a:off x="9603775" y="9578686"/>
            <a:ext cx="83127" cy="83127"/>
          </a:xfrm>
          <a:prstGeom prst="ellipse">
            <a:avLst/>
          </a:prstGeom>
          <a:solidFill>
            <a:srgbClr val="F3EEE3">
              <a:alpha val="28000"/>
            </a:srgbClr>
          </a:solidFill>
          <a:ln/>
        </p:spPr>
      </p:sp>
      <p:sp>
        <p:nvSpPr>
          <p:cNvPr id="81" name="Shape 79"/>
          <p:cNvSpPr/>
          <p:nvPr/>
        </p:nvSpPr>
        <p:spPr>
          <a:xfrm>
            <a:off x="9770029" y="9578686"/>
            <a:ext cx="83127" cy="83127"/>
          </a:xfrm>
          <a:prstGeom prst="ellipse">
            <a:avLst/>
          </a:prstGeom>
          <a:solidFill>
            <a:srgbClr val="F3EEE3">
              <a:alpha val="28000"/>
            </a:srgbClr>
          </a:solidFill>
          <a:ln/>
        </p:spPr>
      </p:sp>
      <p:sp>
        <p:nvSpPr>
          <p:cNvPr id="82" name="Shape 80"/>
          <p:cNvSpPr/>
          <p:nvPr/>
        </p:nvSpPr>
        <p:spPr>
          <a:xfrm>
            <a:off x="9936283" y="9578686"/>
            <a:ext cx="83127" cy="83127"/>
          </a:xfrm>
          <a:prstGeom prst="ellipse">
            <a:avLst/>
          </a:prstGeom>
          <a:solidFill>
            <a:srgbClr val="F3EEE3">
              <a:alpha val="28000"/>
            </a:srgbClr>
          </a:solidFill>
          <a:ln/>
        </p:spPr>
      </p:sp>
      <p:sp>
        <p:nvSpPr>
          <p:cNvPr id="83" name="Text 8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06/55</a:t>
            </a:r>
            <a:endParaRPr lang="en-US" sz="1800" dirty="0"/>
          </a:p>
        </p:txBody>
      </p:sp>
      <p:sp>
        <p:nvSpPr>
          <p:cNvPr id="84" name="Shape 82"/>
          <p:cNvSpPr/>
          <p:nvPr/>
        </p:nvSpPr>
        <p:spPr>
          <a:xfrm>
            <a:off x="15983712" y="9076331"/>
            <a:ext cx="1645920" cy="552301"/>
          </a:xfrm>
          <a:prstGeom prst="roundRect">
            <a:avLst>
              <a:gd name="adj" fmla="val 28000"/>
            </a:avLst>
          </a:prstGeom>
          <a:solidFill>
            <a:srgbClr val="FFFFFF">
              <a:alpha val="82000"/>
            </a:srgbClr>
          </a:solidFill>
          <a:ln/>
        </p:spPr>
      </p:sp>
      <p:pic>
        <p:nvPicPr>
          <p:cNvPr id="85" name="Moda image moda-export-watermark-6f688b67-cdf1-42a2-aebe-8afa06b77c4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2" kern="0">
                <a:solidFill>
                  <a:srgbClr val="14161C"/>
                </a:solidFill>
                <a:latin typeface="Bricolage Grotesque ExtraBold" pitchFamily="34" charset="0"/>
                <a:ea typeface="Bricolage Grotesque ExtraBold" pitchFamily="34" charset="-122"/>
                <a:cs typeface="Bricolage Grotesque ExtraBold" pitchFamily="34" charset="-120"/>
              </a:rPr>
              <a:t>Superpowers:</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cả</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quy</a:t>
            </a:r>
            <a:r>
              <a:rPr lang="en-US" sz="5700" dirty="0" spc="-9" kern="0">
                <a:solidFill>
                  <a:srgbClr val="14161C"/>
                </a:solidFill>
                <a:latin typeface="Bricolage Grotesque ExtraBold" pitchFamily="34" charset="0"/>
                <a:ea typeface="Bricolage Grotesque ExtraBold" pitchFamily="34" charset="-122"/>
                <a:cs typeface="Bricolage Grotesque ExtraBold" pitchFamily="34" charset="-120"/>
              </a:rPr>
              <a:t> trình,</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từ</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hỏi</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ý</a:t>
            </a:r>
            <a:r>
              <a:rPr lang="en-US" sz="5700" dirty="0" spc="13" kern="0">
                <a:solidFill>
                  <a:srgbClr val="14161C"/>
                </a:solidFill>
                <a:latin typeface="Bricolage Grotesque ExtraBold" pitchFamily="34" charset="0"/>
                <a:ea typeface="Bricolage Grotesque ExtraBold" pitchFamily="34" charset="-122"/>
                <a:cs typeface="Bricolage Grotesque ExtraBold" pitchFamily="34" charset="-120"/>
              </a:rPr>
              <a:t> đến</a:t>
            </a:r>
            <a:r>
              <a:rPr lang="en-US" sz="5700" dirty="0" spc="-45" kern="0">
                <a:solidFill>
                  <a:srgbClr val="14161C"/>
                </a:solidFill>
                <a:latin typeface="Bricolage Grotesque ExtraBold" pitchFamily="34" charset="0"/>
                <a:ea typeface="Bricolage Grotesque ExtraBold" pitchFamily="34" charset="-122"/>
                <a:cs typeface="Bricolage Grotesque ExtraBold" pitchFamily="34" charset="-120"/>
              </a:rPr>
              <a:t> review</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3" kern="0">
                <a:solidFill>
                  <a:srgbClr val="14161C"/>
                </a:solidFill>
                <a:latin typeface="Be Vietnam Pro Medium" pitchFamily="34" charset="0"/>
                <a:ea typeface="Be Vietnam Pro Medium" pitchFamily="34" charset="-122"/>
                <a:cs typeface="Be Vietnam Pro Medium" pitchFamily="34" charset="-120"/>
              </a:rPr>
              <a:t>"Plans,</a:t>
            </a:r>
            <a:r>
              <a:rPr lang="en-US" sz="2550" dirty="0" spc="-12" kern="0">
                <a:solidFill>
                  <a:srgbClr val="14161C"/>
                </a:solidFill>
                <a:latin typeface="Be Vietnam Pro Medium" pitchFamily="34" charset="0"/>
                <a:ea typeface="Be Vietnam Pro Medium" pitchFamily="34" charset="-122"/>
                <a:cs typeface="Be Vietnam Pro Medium" pitchFamily="34" charset="-120"/>
              </a:rPr>
              <a:t> tests</a:t>
            </a:r>
            <a:r>
              <a:rPr lang="en-US" sz="2550" dirty="0" spc="-2" kern="0">
                <a:solidFill>
                  <a:srgbClr val="14161C"/>
                </a:solidFill>
                <a:latin typeface="Be Vietnam Pro Medium" pitchFamily="34" charset="0"/>
                <a:ea typeface="Be Vietnam Pro Medium" pitchFamily="34" charset="-122"/>
                <a:cs typeface="Be Vietnam Pro Medium" pitchFamily="34" charset="-120"/>
              </a:rPr>
              <a:t> and</a:t>
            </a:r>
            <a:r>
              <a:rPr lang="en-US" sz="2550" dirty="0" spc="-11" kern="0">
                <a:solidFill>
                  <a:srgbClr val="14161C"/>
                </a:solidFill>
                <a:latin typeface="Be Vietnam Pro Medium" pitchFamily="34" charset="0"/>
                <a:ea typeface="Be Vietnam Pro Medium" pitchFamily="34" charset="-122"/>
                <a:cs typeface="Be Vietnam Pro Medium" pitchFamily="34" charset="-120"/>
              </a:rPr>
              <a:t> checks</a:t>
            </a:r>
            <a:r>
              <a:rPr lang="en-US" sz="2550" dirty="0" spc="-2" kern="0">
                <a:solidFill>
                  <a:srgbClr val="14161C"/>
                </a:solidFill>
                <a:latin typeface="Be Vietnam Pro Medium" pitchFamily="34" charset="0"/>
                <a:ea typeface="Be Vietnam Pro Medium" pitchFamily="34" charset="-122"/>
                <a:cs typeface="Be Vietnam Pro Medium" pitchFamily="34" charset="-120"/>
              </a:rPr>
              <a:t> its</a:t>
            </a:r>
            <a:r>
              <a:rPr lang="en-US" sz="2550" dirty="0" spc="-9" kern="0">
                <a:solidFill>
                  <a:srgbClr val="14161C"/>
                </a:solidFill>
                <a:latin typeface="Be Vietnam Pro Medium" pitchFamily="34" charset="0"/>
                <a:ea typeface="Be Vietnam Pro Medium" pitchFamily="34" charset="-122"/>
                <a:cs typeface="Be Vietnam Pro Medium" pitchFamily="34" charset="-120"/>
              </a:rPr>
              <a:t> work"</a:t>
            </a:r>
            <a:r>
              <a:rPr lang="en-US" sz="2550" dirty="0" spc="2" kern="0">
                <a:solidFill>
                  <a:srgbClr val="14161C"/>
                </a:solidFill>
                <a:latin typeface="Be Vietnam Pro Medium" pitchFamily="34" charset="0"/>
                <a:ea typeface="Be Vietnam Pro Medium" pitchFamily="34" charset="-122"/>
                <a:cs typeface="Be Vietnam Pro Medium" pitchFamily="34" charset="-120"/>
              </a:rPr>
              <a:t> ·</a:t>
            </a:r>
            <a:r>
              <a:rPr lang="en-US" sz="2550" dirty="0" spc="4" kern="0">
                <a:solidFill>
                  <a:srgbClr val="14161C"/>
                </a:solidFill>
                <a:latin typeface="Be Vietnam Pro Medium" pitchFamily="34" charset="0"/>
                <a:ea typeface="Be Vietnam Pro Medium" pitchFamily="34" charset="-122"/>
                <a:cs typeface="Be Vietnam Pro Medium" pitchFamily="34" charset="-120"/>
              </a:rPr>
              <a:t> 304k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3" kern="0">
                <a:solidFill>
                  <a:srgbClr val="14161C"/>
                </a:solidFill>
                <a:latin typeface="Be Vietnam Pro Medium" pitchFamily="34" charset="0"/>
                <a:ea typeface="Be Vietnam Pro Medium" pitchFamily="34" charset="-122"/>
                <a:cs typeface="Be Vietnam Pro Medium" pitchFamily="34" charset="-120"/>
              </a:rPr>
              <a:t>Phương</a:t>
            </a:r>
            <a:r>
              <a:rPr lang="en-US" sz="2550" dirty="0" spc="-3" kern="0">
                <a:solidFill>
                  <a:srgbClr val="14161C"/>
                </a:solidFill>
                <a:latin typeface="Be Vietnam Pro Medium" pitchFamily="34" charset="0"/>
                <a:ea typeface="Be Vietnam Pro Medium" pitchFamily="34" charset="-122"/>
                <a:cs typeface="Be Vietnam Pro Medium" pitchFamily="34" charset="-120"/>
              </a:rPr>
              <a:t> pháp</a:t>
            </a:r>
            <a:r>
              <a:rPr lang="en-US" sz="2550" dirty="0" spc="-12" kern="0">
                <a:solidFill>
                  <a:srgbClr val="14161C"/>
                </a:solidFill>
                <a:latin typeface="Be Vietnam Pro Medium" pitchFamily="34" charset="0"/>
                <a:ea typeface="Be Vietnam Pro Medium" pitchFamily="34" charset="-122"/>
                <a:cs typeface="Be Vietnam Pro Medium" pitchFamily="34" charset="-120"/>
              </a:rPr>
              <a:t> phát</a:t>
            </a:r>
            <a:r>
              <a:rPr lang="en-US" sz="2550" dirty="0" spc="6" kern="0">
                <a:solidFill>
                  <a:srgbClr val="14161C"/>
                </a:solidFill>
                <a:latin typeface="Be Vietnam Pro Medium" pitchFamily="34" charset="0"/>
                <a:ea typeface="Be Vietnam Pro Medium" pitchFamily="34" charset="-122"/>
                <a:cs typeface="Be Vietnam Pro Medium" pitchFamily="34" charset="-120"/>
              </a:rPr>
              <a:t> triển</a:t>
            </a:r>
            <a:r>
              <a:rPr lang="en-US" sz="2550" dirty="0" spc="-8" kern="0">
                <a:solidFill>
                  <a:srgbClr val="14161C"/>
                </a:solidFill>
                <a:latin typeface="Be Vietnam Pro Medium" pitchFamily="34" charset="0"/>
                <a:ea typeface="Be Vietnam Pro Medium" pitchFamily="34" charset="-122"/>
                <a:cs typeface="Be Vietnam Pro Medium" pitchFamily="34" charset="-120"/>
              </a:rPr>
              <a:t> gồm</a:t>
            </a:r>
            <a:r>
              <a:rPr lang="en-US" sz="2550" dirty="0" spc="-1" kern="0">
                <a:solidFill>
                  <a:srgbClr val="14161C"/>
                </a:solidFill>
                <a:latin typeface="Be Vietnam Pro Medium" pitchFamily="34" charset="0"/>
                <a:ea typeface="Be Vietnam Pro Medium" pitchFamily="34" charset="-122"/>
                <a:cs typeface="Be Vietnam Pro Medium" pitchFamily="34" charset="-120"/>
              </a:rPr>
              <a:t> các</a:t>
            </a:r>
            <a:r>
              <a:rPr lang="en-US" sz="2550" dirty="0" spc="0" kern="0">
                <a:solidFill>
                  <a:srgbClr val="14161C"/>
                </a:solidFill>
                <a:latin typeface="Be Vietnam Pro Medium" pitchFamily="34" charset="0"/>
                <a:ea typeface="Be Vietnam Pro Medium" pitchFamily="34" charset="-122"/>
                <a:cs typeface="Be Vietnam Pro Medium" pitchFamily="34" charset="-120"/>
              </a:rPr>
              <a:t> skill</a:t>
            </a:r>
            <a:r>
              <a:rPr lang="en-US" sz="2550" dirty="0" spc="-3" kern="0">
                <a:solidFill>
                  <a:srgbClr val="14161C"/>
                </a:solidFill>
                <a:latin typeface="Be Vietnam Pro Medium" pitchFamily="34" charset="0"/>
                <a:ea typeface="Be Vietnam Pro Medium" pitchFamily="34" charset="-122"/>
                <a:cs typeface="Be Vietnam Pro Medium" pitchFamily="34" charset="-120"/>
              </a:rPr>
              <a:t> ghép nhau:</a:t>
            </a:r>
            <a:r>
              <a:rPr lang="en-US" sz="2550" dirty="0" spc="-1" kern="0">
                <a:solidFill>
                  <a:srgbClr val="14161C"/>
                </a:solidFill>
                <a:latin typeface="Be Vietnam Pro Medium" pitchFamily="34" charset="0"/>
                <a:ea typeface="Be Vietnam Pro Medium" pitchFamily="34" charset="-122"/>
                <a:cs typeface="Be Vietnam Pro Medium" pitchFamily="34" charset="-120"/>
              </a:rPr>
              <a:t> hỏi</a:t>
            </a:r>
            <a:r>
              <a:rPr lang="en-US" sz="2550" dirty="0" spc="-2" kern="0">
                <a:solidFill>
                  <a:srgbClr val="14161C"/>
                </a:solidFill>
                <a:latin typeface="Be Vietnam Pro Medium" pitchFamily="34" charset="0"/>
                <a:ea typeface="Be Vietnam Pro Medium" pitchFamily="34" charset="-122"/>
                <a:cs typeface="Be Vietnam Pro Medium" pitchFamily="34" charset="-120"/>
              </a:rPr>
              <a:t> ý,</a:t>
            </a:r>
            <a:r>
              <a:rPr lang="en-US" sz="2550" dirty="0" spc="-5" kern="0">
                <a:solidFill>
                  <a:srgbClr val="14161C"/>
                </a:solidFill>
                <a:latin typeface="Be Vietnam Pro Medium" pitchFamily="34" charset="0"/>
                <a:ea typeface="Be Vietnam Pro Medium" pitchFamily="34" charset="-122"/>
                <a:cs typeface="Be Vietnam Pro Medium" pitchFamily="34" charset="-120"/>
              </a:rPr>
              <a:t> spec,</a:t>
            </a:r>
            <a:r>
              <a:rPr lang="en-US" sz="2550" dirty="0" spc="-36" kern="0">
                <a:solidFill>
                  <a:srgbClr val="14161C"/>
                </a:solidFill>
                <a:latin typeface="Be Vietnam Pro Medium" pitchFamily="34" charset="0"/>
                <a:ea typeface="Be Vietnam Pro Medium" pitchFamily="34" charset="-122"/>
                <a:cs typeface="Be Vietnam Pro Medium" pitchFamily="34" charset="-120"/>
              </a:rPr>
              <a:t> kế</a:t>
            </a:r>
            <a:r>
              <a:rPr lang="en-US" sz="2550" dirty="0" spc="-4" kern="0">
                <a:solidFill>
                  <a:srgbClr val="14161C"/>
                </a:solidFill>
                <a:latin typeface="Be Vietnam Pro Medium" pitchFamily="34" charset="0"/>
                <a:ea typeface="Be Vietnam Pro Medium" pitchFamily="34" charset="-122"/>
                <a:cs typeface="Be Vietnam Pro Medium" pitchFamily="34" charset="-120"/>
              </a:rPr>
              <a:t> hoạch,</a:t>
            </a:r>
            <a:r>
              <a:rPr lang="en-US" sz="2550" dirty="0" spc="-11" kern="0">
                <a:solidFill>
                  <a:srgbClr val="14161C"/>
                </a:solidFill>
                <a:latin typeface="Be Vietnam Pro Medium" pitchFamily="34" charset="0"/>
                <a:ea typeface="Be Vietnam Pro Medium" pitchFamily="34" charset="-122"/>
                <a:cs typeface="Be Vietnam Pro Medium" pitchFamily="34" charset="-120"/>
              </a:rPr>
              <a:t> subagent.</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14161C"/>
                </a:solidFill>
                <a:latin typeface="Be Vietnam Pro Medium" pitchFamily="34" charset="0"/>
                <a:ea typeface="Be Vietnam Pro Medium" pitchFamily="34" charset="-122"/>
                <a:cs typeface="Be Vietnam Pro Medium" pitchFamily="34" charset="-120"/>
              </a:rPr>
              <a:t>/plugin</a:t>
            </a:r>
            <a:r>
              <a:rPr lang="en-US" sz="2550" dirty="0" spc="-9" kern="0">
                <a:solidFill>
                  <a:srgbClr val="14161C"/>
                </a:solidFill>
                <a:latin typeface="Be Vietnam Pro Medium" pitchFamily="34" charset="0"/>
                <a:ea typeface="Be Vietnam Pro Medium" pitchFamily="34" charset="-122"/>
                <a:cs typeface="Be Vietnam Pro Medium" pitchFamily="34" charset="-120"/>
              </a:rPr>
              <a:t> install</a:t>
            </a:r>
            <a:r>
              <a:rPr lang="en-US" sz="2550" dirty="0" spc="-5" kern="0">
                <a:solidFill>
                  <a:srgbClr val="14161C"/>
                </a:solidFill>
                <a:latin typeface="Be Vietnam Pro Medium" pitchFamily="34" charset="0"/>
                <a:ea typeface="Be Vietnam Pro Medium" pitchFamily="34" charset="-122"/>
                <a:cs typeface="Be Vietnam Pro Medium" pitchFamily="34" charset="-120"/>
              </a:rPr>
              <a:t> superpowers@claude-plugins-official</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37" kern="0">
                <a:solidFill>
                  <a:srgbClr val="14161C"/>
                </a:solidFill>
                <a:latin typeface="Be Vietnam Pro Medium" pitchFamily="34" charset="0"/>
                <a:ea typeface="Be Vietnam Pro Medium" pitchFamily="34" charset="-122"/>
                <a:cs typeface="Be Vietnam Pro Medium" pitchFamily="34" charset="-120"/>
              </a:rPr>
              <a:t>Logo</a:t>
            </a:r>
            <a:r>
              <a:rPr lang="en-US" sz="2550" dirty="0" spc="-11" kern="0">
                <a:solidFill>
                  <a:srgbClr val="14161C"/>
                </a:solidFill>
                <a:latin typeface="Be Vietnam Pro Medium" pitchFamily="34" charset="0"/>
                <a:ea typeface="Be Vietnam Pro Medium" pitchFamily="34" charset="-122"/>
                <a:cs typeface="Be Vietnam Pro Medium" pitchFamily="34" charset="-120"/>
              </a:rPr>
              <a:t> tải</a:t>
            </a:r>
            <a:r>
              <a:rPr lang="en-US" sz="2550" dirty="0" spc="1" kern="0">
                <a:solidFill>
                  <a:srgbClr val="14161C"/>
                </a:solidFill>
                <a:latin typeface="Be Vietnam Pro Medium" pitchFamily="34" charset="0"/>
                <a:ea typeface="Be Vietnam Pro Medium" pitchFamily="34" charset="-122"/>
                <a:cs typeface="Be Vietnam Pro Medium" pitchFamily="34" charset="-120"/>
              </a:rPr>
              <a:t> từ</a:t>
            </a:r>
            <a:r>
              <a:rPr lang="en-US" sz="2550" dirty="0" spc="-13" kern="0">
                <a:solidFill>
                  <a:srgbClr val="14161C"/>
                </a:solidFill>
                <a:latin typeface="Be Vietnam Pro Medium" pitchFamily="34" charset="0"/>
                <a:ea typeface="Be Vietnam Pro Medium" pitchFamily="34" charset="-122"/>
                <a:cs typeface="Be Vietnam Pro Medium" pitchFamily="34" charset="-120"/>
              </a:rPr>
              <a:t> website</a:t>
            </a:r>
            <a:r>
              <a:rPr lang="en-US" sz="2550" dirty="0" spc="-10" kern="0">
                <a:solidFill>
                  <a:srgbClr val="14161C"/>
                </a:solidFill>
                <a:latin typeface="Be Vietnam Pro Medium" pitchFamily="34" charset="0"/>
                <a:ea typeface="Be Vietnam Pro Medium" pitchFamily="34" charset="-122"/>
                <a:cs typeface="Be Vietnam Pro Medium" pitchFamily="34" charset="-120"/>
              </a:rPr>
              <a:t> tác</a:t>
            </a:r>
            <a:r>
              <a:rPr lang="en-US" sz="2550" dirty="0" spc="1" kern="0">
                <a:solidFill>
                  <a:srgbClr val="14161C"/>
                </a:solidFill>
                <a:latin typeface="Be Vietnam Pro Medium" pitchFamily="34" charset="0"/>
                <a:ea typeface="Be Vietnam Pro Medium" pitchFamily="34" charset="-122"/>
                <a:cs typeface="Be Vietnam Pro Medium" pitchFamily="34" charset="-120"/>
              </a:rPr>
              <a:t> giả</a:t>
            </a:r>
            <a:r>
              <a:rPr lang="en-US" sz="2550" dirty="0" spc="-28" kern="0">
                <a:solidFill>
                  <a:srgbClr val="14161C"/>
                </a:solidFill>
                <a:latin typeface="Be Vietnam Pro Medium" pitchFamily="34" charset="0"/>
                <a:ea typeface="Be Vietnam Pro Medium" pitchFamily="34" charset="-122"/>
                <a:cs typeface="Be Vietnam Pro Medium" pitchFamily="34" charset="-120"/>
              </a:rPr>
              <a:t> kèm</a:t>
            </a:r>
            <a:r>
              <a:rPr lang="en-US" sz="2550" dirty="0" spc="-4" kern="0">
                <a:solidFill>
                  <a:srgbClr val="14161C"/>
                </a:solidFill>
                <a:latin typeface="Be Vietnam Pro Medium" pitchFamily="34" charset="0"/>
                <a:ea typeface="Be Vietnam Pro Medium" pitchFamily="34" charset="-122"/>
                <a:cs typeface="Be Vietnam Pro Medium" pitchFamily="34" charset="-120"/>
              </a:rPr>
              <a:t> phiên bản;</a:t>
            </a:r>
            <a:r>
              <a:rPr lang="en-US" sz="2550" dirty="0" spc="-22" kern="0">
                <a:solidFill>
                  <a:srgbClr val="14161C"/>
                </a:solidFill>
                <a:latin typeface="Be Vietnam Pro Medium" pitchFamily="34" charset="0"/>
                <a:ea typeface="Be Vietnam Pro Medium" pitchFamily="34" charset="-122"/>
                <a:cs typeface="Be Vietnam Pro Medium" pitchFamily="34" charset="-120"/>
              </a:rPr>
              <a:t> tắt</a:t>
            </a:r>
            <a:r>
              <a:rPr lang="en-US" sz="2550" dirty="0" spc="-4" kern="0">
                <a:solidFill>
                  <a:srgbClr val="14161C"/>
                </a:solidFill>
                <a:latin typeface="Be Vietnam Pro Medium" pitchFamily="34" charset="0"/>
                <a:ea typeface="Be Vietnam Pro Medium" pitchFamily="34" charset="-122"/>
                <a:cs typeface="Be Vietnam Pro Medium" pitchFamily="34" charset="-120"/>
              </a:rPr>
              <a:t> bằng</a:t>
            </a:r>
            <a:r>
              <a:rPr lang="en-US" sz="2550" dirty="0" spc="-8" kern="0">
                <a:solidFill>
                  <a:srgbClr val="14161C"/>
                </a:solidFill>
                <a:latin typeface="Be Vietnam Pro Medium" pitchFamily="34" charset="0"/>
                <a:ea typeface="Be Vietnam Pro Medium" pitchFamily="34" charset="-122"/>
                <a:cs typeface="Be Vietnam Pro Medium" pitchFamily="34" charset="-120"/>
              </a:rPr>
              <a:t> SUPERPOWERS_DISABLE_TELEMETRY.</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[S2]</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42232" y="9564832"/>
            <a:ext cx="110836" cy="110836"/>
          </a:xfrm>
          <a:prstGeom prst="ellipse">
            <a:avLst/>
          </a:prstGeom>
          <a:solidFill>
            <a:srgbClr val="E8472B"/>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4" kern="0">
                <a:solidFill>
                  <a:srgbClr val="6B6A66"/>
                </a:solidFill>
                <a:latin typeface="Be Vietnam Pro" pitchFamily="34" charset="0"/>
                <a:ea typeface="Be Vietnam Pro" pitchFamily="34" charset="-122"/>
                <a:cs typeface="Be Vietnam Pro" pitchFamily="34" charset="-120"/>
              </a:rPr>
              <a:t> 07/55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9f6d2668-9619-4482-9cb6-67c38ef751c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Matt</a:t>
            </a:r>
            <a:r>
              <a:rPr lang="en-US" sz="5700" dirty="0" spc="-7" kern="0">
                <a:solidFill>
                  <a:srgbClr val="14161C"/>
                </a:solidFill>
                <a:latin typeface="Bricolage Grotesque ExtraBold" pitchFamily="34" charset="0"/>
                <a:ea typeface="Bricolage Grotesque ExtraBold" pitchFamily="34" charset="-122"/>
                <a:cs typeface="Bricolage Grotesque ExtraBold" pitchFamily="34" charset="-120"/>
              </a:rPr>
              <a:t> Pocock</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Skills:</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skill</a:t>
            </a:r>
            <a:r>
              <a:rPr lang="en-US" sz="5700" dirty="0" spc="-18" kern="0">
                <a:solidFill>
                  <a:srgbClr val="14161C"/>
                </a:solidFill>
                <a:latin typeface="Bricolage Grotesque ExtraBold" pitchFamily="34" charset="0"/>
                <a:ea typeface="Bricolage Grotesque ExtraBold" pitchFamily="34" charset="-122"/>
                <a:cs typeface="Bricolage Grotesque ExtraBold" pitchFamily="34" charset="-120"/>
              </a:rPr>
              <a:t> nhỏ,</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ghép</a:t>
            </a:r>
            <a:r>
              <a:rPr lang="en-US" sz="5700" dirty="0" spc="-62" kern="0">
                <a:solidFill>
                  <a:srgbClr val="14161C"/>
                </a:solidFill>
                <a:latin typeface="Bricolage Grotesque ExtraBold" pitchFamily="34" charset="0"/>
                <a:ea typeface="Bricolage Grotesque ExtraBold" pitchFamily="34" charset="-122"/>
                <a:cs typeface="Bricolage Grotesque ExtraBold" pitchFamily="34" charset="-120"/>
              </a:rPr>
              <a:t> được,</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bạn</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giữ</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quyền</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lái</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7" kern="0">
                <a:solidFill>
                  <a:srgbClr val="14161C"/>
                </a:solidFill>
                <a:latin typeface="Be Vietnam Pro" pitchFamily="34" charset="0"/>
                <a:ea typeface="Be Vietnam Pro" pitchFamily="34" charset="-122"/>
                <a:cs typeface="Be Vietnam Pro" pitchFamily="34" charset="-120"/>
              </a:rPr>
              <a:t>"Grills</a:t>
            </a:r>
            <a:r>
              <a:rPr lang="en-US" sz="2700" dirty="0" spc="-21" kern="0">
                <a:solidFill>
                  <a:srgbClr val="14161C"/>
                </a:solidFill>
                <a:latin typeface="Be Vietnam Pro" pitchFamily="34" charset="0"/>
                <a:ea typeface="Be Vietnam Pro" pitchFamily="34" charset="-122"/>
                <a:cs typeface="Be Vietnam Pro" pitchFamily="34" charset="-120"/>
              </a:rPr>
              <a:t> your</a:t>
            </a:r>
            <a:r>
              <a:rPr lang="en-US" sz="2700" dirty="0" spc="-1" kern="0">
                <a:solidFill>
                  <a:srgbClr val="14161C"/>
                </a:solidFill>
                <a:latin typeface="Be Vietnam Pro" pitchFamily="34" charset="0"/>
                <a:ea typeface="Be Vietnam Pro" pitchFamily="34" charset="-122"/>
                <a:cs typeface="Be Vietnam Pro" pitchFamily="34" charset="-120"/>
              </a:rPr>
              <a:t> plan,</a:t>
            </a:r>
            <a:r>
              <a:rPr lang="en-US" sz="2700" dirty="0" spc="0" kern="0">
                <a:solidFill>
                  <a:srgbClr val="14161C"/>
                </a:solidFill>
                <a:latin typeface="Be Vietnam Pro" pitchFamily="34" charset="0"/>
                <a:ea typeface="Be Vietnam Pro" pitchFamily="34" charset="-122"/>
                <a:cs typeface="Be Vietnam Pro" pitchFamily="34" charset="-120"/>
              </a:rPr>
              <a:t> then</a:t>
            </a:r>
            <a:r>
              <a:rPr lang="en-US" sz="2700" dirty="0" spc="-1" kern="0">
                <a:solidFill>
                  <a:srgbClr val="14161C"/>
                </a:solidFill>
                <a:latin typeface="Be Vietnam Pro" pitchFamily="34" charset="0"/>
                <a:ea typeface="Be Vietnam Pro" pitchFamily="34" charset="-122"/>
                <a:cs typeface="Be Vietnam Pro" pitchFamily="34" charset="-120"/>
              </a:rPr>
              <a:t> builds</a:t>
            </a:r>
            <a:r>
              <a:rPr lang="en-US" sz="2700" dirty="0" spc="0" kern="0">
                <a:solidFill>
                  <a:srgbClr val="14161C"/>
                </a:solidFill>
                <a:latin typeface="Be Vietnam Pro" pitchFamily="34" charset="0"/>
                <a:ea typeface="Be Vietnam Pro" pitchFamily="34" charset="-122"/>
                <a:cs typeface="Be Vietnam Pro" pitchFamily="34" charset="-120"/>
              </a:rPr>
              <a:t> with</a:t>
            </a:r>
            <a:r>
              <a:rPr lang="en-US" sz="2700" dirty="0" spc="-11" kern="0">
                <a:solidFill>
                  <a:srgbClr val="14161C"/>
                </a:solidFill>
                <a:latin typeface="Be Vietnam Pro" pitchFamily="34" charset="0"/>
                <a:ea typeface="Be Vietnam Pro" pitchFamily="34" charset="-122"/>
                <a:cs typeface="Be Vietnam Pro" pitchFamily="34" charset="-120"/>
              </a:rPr>
              <a:t> tests"</a:t>
            </a:r>
            <a:r>
              <a:rPr lang="en-US" sz="2700" dirty="0" spc="-3" kern="0">
                <a:solidFill>
                  <a:srgbClr val="14161C"/>
                </a:solidFill>
                <a:latin typeface="Be Vietnam Pro" pitchFamily="34" charset="0"/>
                <a:ea typeface="Be Vietnam Pro" pitchFamily="34" charset="-122"/>
                <a:cs typeface="Be Vietnam Pro" pitchFamily="34" charset="-120"/>
              </a:rPr>
              <a:t> ·</a:t>
            </a:r>
            <a:r>
              <a:rPr lang="en-US" sz="2700" dirty="0" spc="-7" kern="0">
                <a:solidFill>
                  <a:srgbClr val="14161C"/>
                </a:solidFill>
                <a:latin typeface="Be Vietnam Pro" pitchFamily="34" charset="0"/>
                <a:ea typeface="Be Vietnam Pro" pitchFamily="34" charset="-122"/>
                <a:cs typeface="Be Vietnam Pro" pitchFamily="34" charset="-120"/>
              </a:rPr>
              <a:t> 301k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Be Vietnam Pro" pitchFamily="34" charset="0"/>
                <a:ea typeface="Be Vietnam Pro" pitchFamily="34" charset="-122"/>
                <a:cs typeface="Be Vietnam Pro" pitchFamily="34" charset="-120"/>
              </a:rPr>
              <a:t>Skill</a:t>
            </a:r>
            <a:r>
              <a:rPr lang="en-US" sz="2700" dirty="0" spc="-12" kern="0">
                <a:solidFill>
                  <a:srgbClr val="14161C"/>
                </a:solidFill>
                <a:latin typeface="Be Vietnam Pro" pitchFamily="34" charset="0"/>
                <a:ea typeface="Be Vietnam Pro" pitchFamily="34" charset="-122"/>
                <a:cs typeface="Be Vietnam Pro" pitchFamily="34" charset="-120"/>
              </a:rPr>
              <a:t> tác</a:t>
            </a:r>
            <a:r>
              <a:rPr lang="en-US" sz="2700" dirty="0" spc="-1" kern="0">
                <a:solidFill>
                  <a:srgbClr val="14161C"/>
                </a:solidFill>
                <a:latin typeface="Be Vietnam Pro" pitchFamily="34" charset="0"/>
                <a:ea typeface="Be Vietnam Pro" pitchFamily="34" charset="-122"/>
                <a:cs typeface="Be Vietnam Pro" pitchFamily="34" charset="-120"/>
              </a:rPr>
              <a:t> giả</a:t>
            </a:r>
            <a:r>
              <a:rPr lang="en-US" sz="2700" dirty="0" spc="-3" kern="0">
                <a:solidFill>
                  <a:srgbClr val="14161C"/>
                </a:solidFill>
                <a:latin typeface="Be Vietnam Pro" pitchFamily="34" charset="0"/>
                <a:ea typeface="Be Vietnam Pro" pitchFamily="34" charset="-122"/>
                <a:cs typeface="Be Vietnam Pro" pitchFamily="34" charset="-120"/>
              </a:rPr>
              <a:t> dùng</a:t>
            </a:r>
            <a:r>
              <a:rPr lang="en-US" sz="2700" dirty="0" spc="-2" kern="0">
                <a:solidFill>
                  <a:srgbClr val="14161C"/>
                </a:solidFill>
                <a:latin typeface="Be Vietnam Pro" pitchFamily="34" charset="0"/>
                <a:ea typeface="Be Vietnam Pro" pitchFamily="34" charset="-122"/>
                <a:cs typeface="Be Vietnam Pro" pitchFamily="34" charset="-120"/>
              </a:rPr>
              <a:t> hằng</a:t>
            </a:r>
            <a:r>
              <a:rPr lang="en-US" sz="2700" dirty="0" spc="-21" kern="0">
                <a:solidFill>
                  <a:srgbClr val="14161C"/>
                </a:solidFill>
                <a:latin typeface="Be Vietnam Pro" pitchFamily="34" charset="0"/>
                <a:ea typeface="Be Vietnam Pro" pitchFamily="34" charset="-122"/>
                <a:cs typeface="Be Vietnam Pro" pitchFamily="34" charset="-120"/>
              </a:rPr>
              <a:t> ngày</a:t>
            </a:r>
            <a:r>
              <a:rPr lang="en-US" sz="2700" dirty="0" spc="0" kern="0">
                <a:solidFill>
                  <a:srgbClr val="14161C"/>
                </a:solidFill>
                <a:latin typeface="Be Vietnam Pro" pitchFamily="34" charset="0"/>
                <a:ea typeface="Be Vietnam Pro" pitchFamily="34" charset="-122"/>
                <a:cs typeface="Be Vietnam Pro" pitchFamily="34" charset="-120"/>
              </a:rPr>
              <a:t> cho</a:t>
            </a:r>
            <a:r>
              <a:rPr lang="en-US" sz="2700" dirty="0" spc="-26" kern="0">
                <a:solidFill>
                  <a:srgbClr val="14161C"/>
                </a:solidFill>
                <a:latin typeface="Be Vietnam Pro" pitchFamily="34" charset="0"/>
                <a:ea typeface="Be Vietnam Pro" pitchFamily="34" charset="-122"/>
                <a:cs typeface="Be Vietnam Pro" pitchFamily="34" charset="-120"/>
              </a:rPr>
              <a:t> real</a:t>
            </a:r>
            <a:r>
              <a:rPr lang="en-US" sz="2700" dirty="0" spc="3" kern="0">
                <a:solidFill>
                  <a:srgbClr val="14161C"/>
                </a:solidFill>
                <a:latin typeface="Be Vietnam Pro" pitchFamily="34" charset="0"/>
                <a:ea typeface="Be Vietnam Pro" pitchFamily="34" charset="-122"/>
                <a:cs typeface="Be Vietnam Pro" pitchFamily="34" charset="-120"/>
              </a:rPr>
              <a:t> engineering,</a:t>
            </a:r>
            <a:r>
              <a:rPr lang="en-US" sz="2700" dirty="0" spc="-2" kern="0">
                <a:solidFill>
                  <a:srgbClr val="14161C"/>
                </a:solidFill>
                <a:latin typeface="Be Vietnam Pro" pitchFamily="34" charset="0"/>
                <a:ea typeface="Be Vietnam Pro" pitchFamily="34" charset="-122"/>
                <a:cs typeface="Be Vietnam Pro" pitchFamily="34" charset="-120"/>
              </a:rPr>
              <a:t> không</a:t>
            </a:r>
            <a:r>
              <a:rPr lang="en-US" sz="2700" dirty="0" spc="-1" kern="0">
                <a:solidFill>
                  <a:srgbClr val="14161C"/>
                </a:solidFill>
                <a:latin typeface="Be Vietnam Pro" pitchFamily="34" charset="0"/>
                <a:ea typeface="Be Vietnam Pro" pitchFamily="34" charset="-122"/>
                <a:cs typeface="Be Vietnam Pro" pitchFamily="34" charset="-120"/>
              </a:rPr>
              <a:t> phải</a:t>
            </a:r>
            <a:r>
              <a:rPr lang="en-US" sz="2700" dirty="0" spc="-2" kern="0">
                <a:solidFill>
                  <a:srgbClr val="14161C"/>
                </a:solidFill>
                <a:latin typeface="Be Vietnam Pro" pitchFamily="34" charset="0"/>
                <a:ea typeface="Be Vietnam Pro" pitchFamily="34" charset="-122"/>
                <a:cs typeface="Be Vietnam Pro" pitchFamily="34" charset="-120"/>
              </a:rPr>
              <a:t> vibe</a:t>
            </a:r>
            <a:r>
              <a:rPr lang="en-US" sz="2700" dirty="0" spc="-3" kern="0">
                <a:solidFill>
                  <a:srgbClr val="14161C"/>
                </a:solidFill>
                <a:latin typeface="Be Vietnam Pro" pitchFamily="34" charset="0"/>
                <a:ea typeface="Be Vietnam Pro" pitchFamily="34" charset="-122"/>
                <a:cs typeface="Be Vietnam Pro" pitchFamily="34" charset="-120"/>
              </a:rPr>
              <a:t> coding.</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550" dirty="0" spc="1" kern="0">
                <a:solidFill>
                  <a:srgbClr val="14161C"/>
                </a:solidFill>
                <a:latin typeface="Be Vietnam Pro" pitchFamily="34" charset="0"/>
                <a:ea typeface="Be Vietnam Pro" pitchFamily="34" charset="-122"/>
                <a:cs typeface="Be Vietnam Pro" pitchFamily="34" charset="-120"/>
              </a:rPr>
              <a:t>claude plugin</a:t>
            </a:r>
            <a:r>
              <a:rPr lang="en-US" sz="2550" dirty="0" spc="-10" kern="0">
                <a:solidFill>
                  <a:srgbClr val="14161C"/>
                </a:solidFill>
                <a:latin typeface="Be Vietnam Pro" pitchFamily="34" charset="0"/>
                <a:ea typeface="Be Vietnam Pro" pitchFamily="34" charset="-122"/>
                <a:cs typeface="Be Vietnam Pro" pitchFamily="34" charset="-120"/>
              </a:rPr>
              <a:t> install</a:t>
            </a:r>
            <a:r>
              <a:rPr lang="en-US" sz="2550" dirty="0" spc="-3" kern="0">
                <a:solidFill>
                  <a:srgbClr val="14161C"/>
                </a:solidFill>
                <a:latin typeface="Be Vietnam Pro" pitchFamily="34" charset="0"/>
                <a:ea typeface="Be Vietnam Pro" pitchFamily="34" charset="-122"/>
                <a:cs typeface="Be Vietnam Pro" pitchFamily="34" charset="-120"/>
              </a:rPr>
              <a:t> mattpocock-skills@claude-plugins-official,</a:t>
            </a:r>
            <a:r>
              <a:rPr lang="en-US" sz="2550" dirty="0" spc="-31" kern="0">
                <a:solidFill>
                  <a:srgbClr val="14161C"/>
                </a:solidFill>
                <a:latin typeface="Be Vietnam Pro" pitchFamily="34" charset="0"/>
                <a:ea typeface="Be Vietnam Pro" pitchFamily="34" charset="-122"/>
                <a:cs typeface="Be Vietnam Pro" pitchFamily="34" charset="-120"/>
              </a:rPr>
              <a:t> rồi</a:t>
            </a:r>
            <a:r>
              <a:rPr lang="en-US" sz="2550" dirty="0" spc="-6" kern="0">
                <a:solidFill>
                  <a:srgbClr val="14161C"/>
                </a:solidFill>
                <a:latin typeface="Be Vietnam Pro" pitchFamily="34" charset="0"/>
                <a:ea typeface="Be Vietnam Pro" pitchFamily="34" charset="-122"/>
                <a:cs typeface="Be Vietnam Pro" pitchFamily="34" charset="-120"/>
              </a:rPr>
              <a:t> /setup-matt-pocock-skills</a:t>
            </a:r>
            <a:endParaRPr lang="en-US" sz="255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Be Vietnam Pro" pitchFamily="34" charset="0"/>
                <a:ea typeface="Be Vietnam Pro" pitchFamily="34" charset="-122"/>
                <a:cs typeface="Be Vietnam Pro" pitchFamily="34" charset="-120"/>
              </a:rPr>
              <a:t>Chọn</a:t>
            </a:r>
            <a:r>
              <a:rPr lang="en-US" sz="2700" dirty="0" spc="-7" kern="0">
                <a:solidFill>
                  <a:srgbClr val="14161C"/>
                </a:solidFill>
                <a:latin typeface="Be Vietnam Pro" pitchFamily="34" charset="0"/>
                <a:ea typeface="Be Vietnam Pro" pitchFamily="34" charset="-122"/>
                <a:cs typeface="Be Vietnam Pro" pitchFamily="34" charset="-120"/>
              </a:rPr>
              <a:t> một</a:t>
            </a:r>
            <a:r>
              <a:rPr lang="en-US" sz="2700" dirty="0" spc="6" kern="0">
                <a:solidFill>
                  <a:srgbClr val="14161C"/>
                </a:solidFill>
                <a:latin typeface="Be Vietnam Pro" pitchFamily="34" charset="0"/>
                <a:ea typeface="Be Vietnam Pro" pitchFamily="34" charset="-122"/>
                <a:cs typeface="Be Vietnam Pro" pitchFamily="34" charset="-120"/>
              </a:rPr>
              <a:t> đường</a:t>
            </a:r>
            <a:r>
              <a:rPr lang="en-US" sz="2700" dirty="0" spc="1" kern="0">
                <a:solidFill>
                  <a:srgbClr val="14161C"/>
                </a:solidFill>
                <a:latin typeface="Be Vietnam Pro" pitchFamily="34" charset="0"/>
                <a:ea typeface="Be Vietnam Pro" pitchFamily="34" charset="-122"/>
                <a:cs typeface="Be Vietnam Pro" pitchFamily="34" charset="-120"/>
              </a:rPr>
              <a:t> cài;</a:t>
            </a:r>
            <a:r>
              <a:rPr lang="en-US" sz="2700" dirty="0" spc="0" kern="0">
                <a:solidFill>
                  <a:srgbClr val="14161C"/>
                </a:solidFill>
                <a:latin typeface="Be Vietnam Pro" pitchFamily="34" charset="0"/>
                <a:ea typeface="Be Vietnam Pro" pitchFamily="34" charset="-122"/>
                <a:cs typeface="Be Vietnam Pro" pitchFamily="34" charset="-120"/>
              </a:rPr>
              <a:t> cài</a:t>
            </a:r>
            <a:r>
              <a:rPr lang="en-US" sz="2700" dirty="0" spc="1" kern="0">
                <a:solidFill>
                  <a:srgbClr val="14161C"/>
                </a:solidFill>
                <a:latin typeface="Be Vietnam Pro" pitchFamily="34" charset="0"/>
                <a:ea typeface="Be Vietnam Pro" pitchFamily="34" charset="-122"/>
                <a:cs typeface="Be Vietnam Pro" pitchFamily="34" charset="-120"/>
              </a:rPr>
              <a:t> cả</a:t>
            </a:r>
            <a:r>
              <a:rPr lang="en-US" sz="2700" dirty="0" spc="-1" kern="0">
                <a:solidFill>
                  <a:srgbClr val="14161C"/>
                </a:solidFill>
                <a:latin typeface="Be Vietnam Pro" pitchFamily="34" charset="0"/>
                <a:ea typeface="Be Vietnam Pro" pitchFamily="34" charset="-122"/>
                <a:cs typeface="Be Vietnam Pro" pitchFamily="34" charset="-120"/>
              </a:rPr>
              <a:t> plugin lẫn chép</a:t>
            </a:r>
            <a:r>
              <a:rPr lang="en-US" sz="2700" dirty="0" spc="4" kern="0">
                <a:solidFill>
                  <a:srgbClr val="14161C"/>
                </a:solidFill>
                <a:latin typeface="Be Vietnam Pro" pitchFamily="34" charset="0"/>
                <a:ea typeface="Be Vietnam Pro" pitchFamily="34" charset="-122"/>
                <a:cs typeface="Be Vietnam Pro" pitchFamily="34" charset="-120"/>
              </a:rPr>
              <a:t> file</a:t>
            </a:r>
            <a:r>
              <a:rPr lang="en-US" sz="2700" dirty="0" spc="-1" kern="0">
                <a:solidFill>
                  <a:srgbClr val="14161C"/>
                </a:solidFill>
                <a:latin typeface="Be Vietnam Pro" pitchFamily="34" charset="0"/>
                <a:ea typeface="Be Vietnam Pro" pitchFamily="34" charset="-122"/>
                <a:cs typeface="Be Vietnam Pro" pitchFamily="34" charset="-120"/>
              </a:rPr>
              <a:t> thì</a:t>
            </a:r>
            <a:r>
              <a:rPr lang="en-US" sz="2700" dirty="0" spc="-2" kern="0">
                <a:solidFill>
                  <a:srgbClr val="14161C"/>
                </a:solidFill>
                <a:latin typeface="Be Vietnam Pro" pitchFamily="34" charset="0"/>
                <a:ea typeface="Be Vietnam Pro" pitchFamily="34" charset="-122"/>
                <a:cs typeface="Be Vietnam Pro" pitchFamily="34" charset="-120"/>
              </a:rPr>
              <a:t> mỗi</a:t>
            </a:r>
            <a:r>
              <a:rPr lang="en-US" sz="2700" dirty="0" spc="-1" kern="0">
                <a:solidFill>
                  <a:srgbClr val="14161C"/>
                </a:solidFill>
                <a:latin typeface="Be Vietnam Pro" pitchFamily="34" charset="0"/>
                <a:ea typeface="Be Vietnam Pro" pitchFamily="34" charset="-122"/>
                <a:cs typeface="Be Vietnam Pro" pitchFamily="34" charset="-120"/>
              </a:rPr>
              <a:t> skill</a:t>
            </a:r>
            <a:r>
              <a:rPr lang="en-US" sz="2700" dirty="0" spc="0" kern="0">
                <a:solidFill>
                  <a:srgbClr val="14161C"/>
                </a:solidFill>
                <a:latin typeface="Be Vietnam Pro" pitchFamily="34" charset="0"/>
                <a:ea typeface="Be Vietnam Pro" pitchFamily="34" charset="-122"/>
                <a:cs typeface="Be Vietnam Pro" pitchFamily="34" charset="-120"/>
              </a:rPr>
              <a:t> có</a:t>
            </a:r>
            <a:r>
              <a:rPr lang="en-US" sz="2700" dirty="0" spc="-2" kern="0">
                <a:solidFill>
                  <a:srgbClr val="14161C"/>
                </a:solidFill>
                <a:latin typeface="Be Vietnam Pro" pitchFamily="34" charset="0"/>
                <a:ea typeface="Be Vietnam Pro" pitchFamily="34" charset="-122"/>
                <a:cs typeface="Be Vietnam Pro" pitchFamily="34" charset="-120"/>
              </a:rPr>
              <a:t> hai lần.</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[S3]</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08486" y="9564832"/>
            <a:ext cx="110836" cy="110836"/>
          </a:xfrm>
          <a:prstGeom prst="ellipse">
            <a:avLst/>
          </a:prstGeom>
          <a:solidFill>
            <a:srgbClr val="E8472B"/>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08/55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a43f4e87-7543-4684-abc8-cc9f3bdebb7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7" kern="0">
                <a:solidFill>
                  <a:srgbClr val="F3EEE3"/>
                </a:solidFill>
                <a:latin typeface="Bricolage Grotesque ExtraBold" pitchFamily="34" charset="0"/>
                <a:ea typeface="Bricolage Grotesque ExtraBold" pitchFamily="34" charset="-122"/>
                <a:cs typeface="Bricolage Grotesque ExtraBold" pitchFamily="34" charset="-120"/>
              </a:rPr>
              <a:t>ECC:</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hệ</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thống</a:t>
            </a:r>
            <a:r>
              <a:rPr lang="en-US" sz="5700" dirty="0" spc="-37" kern="0">
                <a:solidFill>
                  <a:srgbClr val="F3EEE3"/>
                </a:solidFill>
                <a:latin typeface="Bricolage Grotesque ExtraBold" pitchFamily="34" charset="0"/>
                <a:ea typeface="Bricolage Grotesque ExtraBold" pitchFamily="34" charset="-122"/>
                <a:cs typeface="Bricolage Grotesque ExtraBold" pitchFamily="34" charset="-120"/>
              </a:rPr>
              <a:t> lớn</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nhất nhóm,</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kỹ</a:t>
            </a:r>
            <a:r>
              <a:rPr lang="en-US" sz="5700" dirty="0" spc="-64" kern="0">
                <a:solidFill>
                  <a:srgbClr val="F3EEE3"/>
                </a:solidFill>
                <a:latin typeface="Bricolage Grotesque ExtraBold" pitchFamily="34" charset="0"/>
                <a:ea typeface="Bricolage Grotesque ExtraBold" pitchFamily="34" charset="-122"/>
                <a:cs typeface="Bricolage Grotesque ExtraBold" pitchFamily="34" charset="-120"/>
              </a:rPr>
              <a:t> trước</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khi cài</a:t>
            </a:r>
            <a:endParaRPr lang="en-US" sz="5700" dirty="0"/>
          </a:p>
        </p:txBody>
      </p:sp>
      <p:sp>
        <p:nvSpPr>
          <p:cNvPr id="3" name="Shape 1"/>
          <p:cNvSpPr/>
          <p:nvPr/>
        </p:nvSpPr>
        <p:spPr>
          <a:xfrm>
            <a:off x="914400" y="2724150"/>
            <a:ext cx="8096250" cy="2838450"/>
          </a:xfrm>
          <a:prstGeom prst="roundRect">
            <a:avLst>
              <a:gd name="adj" fmla="val 8054"/>
            </a:avLst>
          </a:prstGeom>
          <a:solidFill>
            <a:srgbClr val="1E212B"/>
          </a:solidFill>
          <a:ln/>
        </p:spPr>
      </p:sp>
      <p:sp>
        <p:nvSpPr>
          <p:cNvPr id="4" name="Shape 2"/>
          <p:cNvSpPr/>
          <p:nvPr/>
        </p:nvSpPr>
        <p:spPr>
          <a:xfrm>
            <a:off x="914400" y="2724150"/>
            <a:ext cx="114300" cy="2838450"/>
          </a:xfrm>
          <a:prstGeom prst="roundRect">
            <a:avLst>
              <a:gd name="adj" fmla="val 50000"/>
            </a:avLst>
          </a:prstGeom>
          <a:solidFill>
            <a:srgbClr val="FFB454"/>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FFB454"/>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FFB454"/>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 kern="0">
                <a:solidFill>
                  <a:srgbClr val="F3EEE3"/>
                </a:solidFill>
                <a:latin typeface="Be Vietnam Pro Medium" pitchFamily="34" charset="0"/>
                <a:ea typeface="Be Vietnam Pro Medium" pitchFamily="34" charset="-122"/>
                <a:cs typeface="Be Vietnam Pro Medium" pitchFamily="34" charset="-120"/>
              </a:rPr>
              <a:t>"Skills,</a:t>
            </a:r>
            <a:r>
              <a:rPr lang="en-US" sz="2550" dirty="0" spc="2" kern="0">
                <a:solidFill>
                  <a:srgbClr val="F3EEE3"/>
                </a:solidFill>
                <a:latin typeface="Be Vietnam Pro Medium" pitchFamily="34" charset="0"/>
                <a:ea typeface="Be Vietnam Pro Medium" pitchFamily="34" charset="-122"/>
                <a:cs typeface="Be Vietnam Pro Medium" pitchFamily="34" charset="-120"/>
              </a:rPr>
              <a:t> memory</a:t>
            </a:r>
            <a:r>
              <a:rPr lang="en-US" sz="2550" dirty="0" spc="-3" kern="0">
                <a:solidFill>
                  <a:srgbClr val="F3EEE3"/>
                </a:solidFill>
                <a:latin typeface="Be Vietnam Pro Medium" pitchFamily="34" charset="0"/>
                <a:ea typeface="Be Vietnam Pro Medium" pitchFamily="34" charset="-122"/>
                <a:cs typeface="Be Vietnam Pro Medium" pitchFamily="34" charset="-120"/>
              </a:rPr>
              <a:t> and</a:t>
            </a:r>
            <a:r>
              <a:rPr lang="en-US" sz="2550" dirty="0" spc="0" kern="0">
                <a:solidFill>
                  <a:srgbClr val="F3EEE3"/>
                </a:solidFill>
                <a:latin typeface="Be Vietnam Pro Medium" pitchFamily="34" charset="0"/>
                <a:ea typeface="Be Vietnam Pro Medium" pitchFamily="34" charset="-122"/>
                <a:cs typeface="Be Vietnam Pro Medium" pitchFamily="34" charset="-120"/>
              </a:rPr>
              <a:t> security</a:t>
            </a:r>
            <a:r>
              <a:rPr lang="en-US" sz="2550" dirty="0" spc="-3" kern="0">
                <a:solidFill>
                  <a:srgbClr val="F3EEE3"/>
                </a:solidFill>
                <a:latin typeface="Be Vietnam Pro Medium" pitchFamily="34" charset="0"/>
                <a:ea typeface="Be Vietnam Pro Medium" pitchFamily="34" charset="-122"/>
                <a:cs typeface="Be Vietnam Pro Medium" pitchFamily="34" charset="-120"/>
              </a:rPr>
              <a:t> in one"</a:t>
            </a:r>
            <a:r>
              <a:rPr lang="en-US" sz="2550" dirty="0" spc="2" kern="0">
                <a:solidFill>
                  <a:srgbClr val="F3EEE3"/>
                </a:solidFill>
                <a:latin typeface="Be Vietnam Pro Medium" pitchFamily="34" charset="0"/>
                <a:ea typeface="Be Vietnam Pro Medium" pitchFamily="34" charset="-122"/>
                <a:cs typeface="Be Vietnam Pro Medium" pitchFamily="34" charset="-120"/>
              </a:rPr>
              <a:t> ·</a:t>
            </a:r>
            <a:r>
              <a:rPr lang="en-US" sz="2550" dirty="0" spc="-3" kern="0">
                <a:solidFill>
                  <a:srgbClr val="F3EEE3"/>
                </a:solidFill>
                <a:latin typeface="Be Vietnam Pro Medium" pitchFamily="34" charset="0"/>
                <a:ea typeface="Be Vietnam Pro Medium" pitchFamily="34" charset="-122"/>
                <a:cs typeface="Be Vietnam Pro Medium" pitchFamily="34" charset="-120"/>
              </a:rPr>
              <a:t> 287k</a:t>
            </a:r>
            <a:r>
              <a:rPr lang="en-US" sz="2550" dirty="0" spc="-6" kern="0">
                <a:solidFill>
                  <a:srgbClr val="F3EEE3"/>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1E212B"/>
          </a:solidFill>
          <a:ln/>
        </p:spPr>
      </p:sp>
      <p:sp>
        <p:nvSpPr>
          <p:cNvPr id="8" name="Shape 6"/>
          <p:cNvSpPr/>
          <p:nvPr/>
        </p:nvSpPr>
        <p:spPr>
          <a:xfrm>
            <a:off x="9277350" y="2724150"/>
            <a:ext cx="114300" cy="2838450"/>
          </a:xfrm>
          <a:prstGeom prst="roundRect">
            <a:avLst>
              <a:gd name="adj" fmla="val 50000"/>
            </a:avLst>
          </a:prstGeom>
          <a:solidFill>
            <a:srgbClr val="3DD6A0"/>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3DD6A0"/>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3DD6A0"/>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F3EEE3"/>
                </a:solidFill>
                <a:latin typeface="Be Vietnam Pro Medium" pitchFamily="34" charset="0"/>
                <a:ea typeface="Be Vietnam Pro Medium" pitchFamily="34" charset="-122"/>
                <a:cs typeface="Be Vietnam Pro Medium" pitchFamily="34" charset="-120"/>
              </a:rPr>
              <a:t>Hệ</a:t>
            </a:r>
            <a:r>
              <a:rPr lang="en-US" sz="2550" dirty="0" spc="-3" kern="0">
                <a:solidFill>
                  <a:srgbClr val="F3EEE3"/>
                </a:solidFill>
                <a:latin typeface="Be Vietnam Pro Medium" pitchFamily="34" charset="0"/>
                <a:ea typeface="Be Vietnam Pro Medium" pitchFamily="34" charset="-122"/>
                <a:cs typeface="Be Vietnam Pro Medium" pitchFamily="34" charset="-120"/>
              </a:rPr>
              <a:t> thống cho</a:t>
            </a:r>
            <a:r>
              <a:rPr lang="en-US" sz="2550" dirty="0" spc="-13" kern="0">
                <a:solidFill>
                  <a:srgbClr val="F3EEE3"/>
                </a:solidFill>
                <a:latin typeface="Be Vietnam Pro Medium" pitchFamily="34" charset="0"/>
                <a:ea typeface="Be Vietnam Pro Medium" pitchFamily="34" charset="-122"/>
                <a:cs typeface="Be Vietnam Pro Medium" pitchFamily="34" charset="-120"/>
              </a:rPr>
              <a:t> agent:</a:t>
            </a:r>
            <a:r>
              <a:rPr lang="en-US" sz="2550" dirty="0" spc="-35" kern="0">
                <a:solidFill>
                  <a:srgbClr val="F3EEE3"/>
                </a:solidFill>
                <a:latin typeface="Be Vietnam Pro Medium" pitchFamily="34" charset="0"/>
                <a:ea typeface="Be Vietnam Pro Medium" pitchFamily="34" charset="-122"/>
                <a:cs typeface="Be Vietnam Pro Medium" pitchFamily="34" charset="-120"/>
              </a:rPr>
              <a:t> kế</a:t>
            </a:r>
            <a:r>
              <a:rPr lang="en-US" sz="2550" dirty="0" spc="-5" kern="0">
                <a:solidFill>
                  <a:srgbClr val="F3EEE3"/>
                </a:solidFill>
                <a:latin typeface="Be Vietnam Pro Medium" pitchFamily="34" charset="0"/>
                <a:ea typeface="Be Vietnam Pro Medium" pitchFamily="34" charset="-122"/>
                <a:cs typeface="Be Vietnam Pro Medium" pitchFamily="34" charset="-120"/>
              </a:rPr>
              <a:t> hoạch,</a:t>
            </a:r>
            <a:r>
              <a:rPr lang="en-US" sz="2550" dirty="0" spc="-11" kern="0">
                <a:solidFill>
                  <a:srgbClr val="F3EEE3"/>
                </a:solidFill>
                <a:latin typeface="Be Vietnam Pro Medium" pitchFamily="34" charset="0"/>
                <a:ea typeface="Be Vietnam Pro Medium" pitchFamily="34" charset="-122"/>
                <a:cs typeface="Be Vietnam Pro Medium" pitchFamily="34" charset="-120"/>
              </a:rPr>
              <a:t> test,</a:t>
            </a:r>
            <a:r>
              <a:rPr lang="en-US" sz="2550" dirty="0" spc="-25" kern="0">
                <a:solidFill>
                  <a:srgbClr val="F3EEE3"/>
                </a:solidFill>
                <a:latin typeface="Be Vietnam Pro Medium" pitchFamily="34" charset="0"/>
                <a:ea typeface="Be Vietnam Pro Medium" pitchFamily="34" charset="-122"/>
                <a:cs typeface="Be Vietnam Pro Medium" pitchFamily="34" charset="-120"/>
              </a:rPr>
              <a:t> review,</a:t>
            </a:r>
            <a:r>
              <a:rPr lang="en-US" sz="2550" dirty="0" spc="-1" kern="0">
                <a:solidFill>
                  <a:srgbClr val="F3EEE3"/>
                </a:solidFill>
                <a:latin typeface="Be Vietnam Pro Medium" pitchFamily="34" charset="0"/>
                <a:ea typeface="Be Vietnam Pro Medium" pitchFamily="34" charset="-122"/>
                <a:cs typeface="Be Vietnam Pro Medium" pitchFamily="34" charset="-120"/>
              </a:rPr>
              <a:t> ghi</a:t>
            </a:r>
            <a:r>
              <a:rPr lang="en-US" sz="2550" dirty="0" spc="-3" kern="0">
                <a:solidFill>
                  <a:srgbClr val="F3EEE3"/>
                </a:solidFill>
                <a:latin typeface="Be Vietnam Pro Medium" pitchFamily="34" charset="0"/>
                <a:ea typeface="Be Vietnam Pro Medium" pitchFamily="34" charset="-122"/>
                <a:cs typeface="Be Vietnam Pro Medium" pitchFamily="34" charset="-120"/>
              </a:rPr>
              <a:t> nhớ;</a:t>
            </a:r>
            <a:r>
              <a:rPr lang="en-US" sz="2550" dirty="0" spc="13" kern="0">
                <a:solidFill>
                  <a:srgbClr val="F3EEE3"/>
                </a:solidFill>
                <a:latin typeface="Be Vietnam Pro Medium" pitchFamily="34" charset="0"/>
                <a:ea typeface="Be Vietnam Pro Medium" pitchFamily="34" charset="-122"/>
                <a:cs typeface="Be Vietnam Pro Medium" pitchFamily="34" charset="-120"/>
              </a:rPr>
              <a:t> 71</a:t>
            </a:r>
            <a:r>
              <a:rPr lang="en-US" sz="2550" dirty="0" spc="-12" kern="0">
                <a:solidFill>
                  <a:srgbClr val="F3EEE3"/>
                </a:solidFill>
                <a:latin typeface="Be Vietnam Pro Medium" pitchFamily="34" charset="0"/>
                <a:ea typeface="Be Vietnam Pro Medium" pitchFamily="34" charset="-122"/>
                <a:cs typeface="Be Vietnam Pro Medium" pitchFamily="34" charset="-120"/>
              </a:rPr>
              <a:t> agent,</a:t>
            </a:r>
            <a:r>
              <a:rPr lang="en-US" sz="2550" dirty="0" spc="-3" kern="0">
                <a:solidFill>
                  <a:srgbClr val="F3EEE3"/>
                </a:solidFill>
                <a:latin typeface="Be Vietnam Pro Medium" pitchFamily="34" charset="0"/>
                <a:ea typeface="Be Vietnam Pro Medium" pitchFamily="34" charset="-122"/>
                <a:cs typeface="Be Vietnam Pro Medium" pitchFamily="34" charset="-120"/>
              </a:rPr>
              <a:t> 311</a:t>
            </a:r>
            <a:r>
              <a:rPr lang="en-US" sz="2550" dirty="0" spc="0" kern="0">
                <a:solidFill>
                  <a:srgbClr val="F3EEE3"/>
                </a:solidFill>
                <a:latin typeface="Be Vietnam Pro Medium" pitchFamily="34" charset="0"/>
                <a:ea typeface="Be Vietnam Pro Medium" pitchFamily="34" charset="-122"/>
                <a:cs typeface="Be Vietnam Pro Medium" pitchFamily="34" charset="-120"/>
              </a:rPr>
              <a:t> skill,</a:t>
            </a:r>
            <a:r>
              <a:rPr lang="en-US" sz="2550" dirty="0" spc="16" kern="0">
                <a:solidFill>
                  <a:srgbClr val="F3EEE3"/>
                </a:solidFill>
                <a:latin typeface="Be Vietnam Pro Medium" pitchFamily="34" charset="0"/>
                <a:ea typeface="Be Vietnam Pro Medium" pitchFamily="34" charset="-122"/>
                <a:cs typeface="Be Vietnam Pro Medium" pitchFamily="34" charset="-120"/>
              </a:rPr>
              <a:t> 97</a:t>
            </a:r>
            <a:r>
              <a:rPr lang="en-US" sz="2550" dirty="0" spc="-4" kern="0">
                <a:solidFill>
                  <a:srgbClr val="F3EEE3"/>
                </a:solidFill>
                <a:latin typeface="Be Vietnam Pro Medium" pitchFamily="34" charset="0"/>
                <a:ea typeface="Be Vietnam Pro Medium" pitchFamily="34" charset="-122"/>
                <a:cs typeface="Be Vietnam Pro Medium" pitchFamily="34" charset="-120"/>
              </a:rPr>
              <a:t> lệnh.</a:t>
            </a:r>
            <a:endParaRPr lang="en-US" sz="2550" dirty="0"/>
          </a:p>
        </p:txBody>
      </p:sp>
      <p:sp>
        <p:nvSpPr>
          <p:cNvPr id="11" name="Shape 9"/>
          <p:cNvSpPr/>
          <p:nvPr/>
        </p:nvSpPr>
        <p:spPr>
          <a:xfrm>
            <a:off x="914400" y="5829300"/>
            <a:ext cx="8096250" cy="2838450"/>
          </a:xfrm>
          <a:prstGeom prst="roundRect">
            <a:avLst>
              <a:gd name="adj" fmla="val 8054"/>
            </a:avLst>
          </a:prstGeom>
          <a:solidFill>
            <a:srgbClr val="1E212B"/>
          </a:solidFill>
          <a:ln/>
        </p:spPr>
      </p:sp>
      <p:sp>
        <p:nvSpPr>
          <p:cNvPr id="12" name="Shape 10"/>
          <p:cNvSpPr/>
          <p:nvPr/>
        </p:nvSpPr>
        <p:spPr>
          <a:xfrm>
            <a:off x="914400" y="5829300"/>
            <a:ext cx="114300" cy="2838450"/>
          </a:xfrm>
          <a:prstGeom prst="roundRect">
            <a:avLst>
              <a:gd name="adj" fmla="val 50000"/>
            </a:avLst>
          </a:prstGeom>
          <a:solidFill>
            <a:srgbClr val="FF6A4D"/>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FF6A4D"/>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FF6A4D"/>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F3EEE3"/>
                </a:solidFill>
                <a:latin typeface="Be Vietnam Pro Medium" pitchFamily="34" charset="0"/>
                <a:ea typeface="Be Vietnam Pro Medium" pitchFamily="34" charset="-122"/>
                <a:cs typeface="Be Vietnam Pro Medium" pitchFamily="34" charset="-120"/>
              </a:rPr>
              <a:t>/plugin</a:t>
            </a:r>
            <a:r>
              <a:rPr lang="en-US" sz="2550" dirty="0" spc="-11" kern="0">
                <a:solidFill>
                  <a:srgbClr val="F3EEE3"/>
                </a:solidFill>
                <a:latin typeface="Be Vietnam Pro Medium" pitchFamily="34" charset="0"/>
                <a:ea typeface="Be Vietnam Pro Medium" pitchFamily="34" charset="-122"/>
                <a:cs typeface="Be Vietnam Pro Medium" pitchFamily="34" charset="-120"/>
              </a:rPr>
              <a:t> marketplace</a:t>
            </a:r>
            <a:r>
              <a:rPr lang="en-US" sz="2550" dirty="0" spc="1" kern="0">
                <a:solidFill>
                  <a:srgbClr val="F3EEE3"/>
                </a:solidFill>
                <a:latin typeface="Be Vietnam Pro Medium" pitchFamily="34" charset="0"/>
                <a:ea typeface="Be Vietnam Pro Medium" pitchFamily="34" charset="-122"/>
                <a:cs typeface="Be Vietnam Pro Medium" pitchFamily="34" charset="-120"/>
              </a:rPr>
              <a:t> add</a:t>
            </a:r>
            <a:r>
              <a:rPr lang="en-US" sz="2550" dirty="0" spc="-26" kern="0">
                <a:solidFill>
                  <a:srgbClr val="F3EEE3"/>
                </a:solidFill>
                <a:latin typeface="Be Vietnam Pro Medium" pitchFamily="34" charset="0"/>
                <a:ea typeface="Be Vietnam Pro Medium" pitchFamily="34" charset="-122"/>
                <a:cs typeface="Be Vietnam Pro Medium" pitchFamily="34" charset="-120"/>
              </a:rPr>
              <a:t> https://github.com/affaan-m/ECC</a:t>
            </a:r>
            <a:r>
              <a:rPr lang="en-US" sz="2550" dirty="0" spc="-18" kern="0">
                <a:solidFill>
                  <a:srgbClr val="F3EEE3"/>
                </a:solidFill>
                <a:latin typeface="Be Vietnam Pro Medium" pitchFamily="34" charset="0"/>
                <a:ea typeface="Be Vietnam Pro Medium" pitchFamily="34" charset="-122"/>
                <a:cs typeface="Be Vietnam Pro Medium" pitchFamily="34" charset="-120"/>
              </a:rPr>
              <a:t> rồi</a:t>
            </a:r>
            <a:r>
              <a:rPr lang="en-US" sz="2550" dirty="0" spc="0" kern="0">
                <a:solidFill>
                  <a:srgbClr val="F3EEE3"/>
                </a:solidFill>
                <a:latin typeface="Be Vietnam Pro Medium" pitchFamily="34" charset="0"/>
                <a:ea typeface="Be Vietnam Pro Medium" pitchFamily="34" charset="-122"/>
                <a:cs typeface="Be Vietnam Pro Medium" pitchFamily="34" charset="-120"/>
              </a:rPr>
              <a:t> /plugin</a:t>
            </a:r>
            <a:r>
              <a:rPr lang="en-US" sz="2550" dirty="0" spc="-9" kern="0">
                <a:solidFill>
                  <a:srgbClr val="F3EEE3"/>
                </a:solidFill>
                <a:latin typeface="Be Vietnam Pro Medium" pitchFamily="34" charset="0"/>
                <a:ea typeface="Be Vietnam Pro Medium" pitchFamily="34" charset="-122"/>
                <a:cs typeface="Be Vietnam Pro Medium" pitchFamily="34" charset="-120"/>
              </a:rPr>
              <a:t> install</a:t>
            </a:r>
            <a:r>
              <a:rPr lang="en-US" sz="2550" dirty="0" spc="-3" kern="0">
                <a:solidFill>
                  <a:srgbClr val="F3EEE3"/>
                </a:solidFill>
                <a:latin typeface="Be Vietnam Pro Medium" pitchFamily="34" charset="0"/>
                <a:ea typeface="Be Vietnam Pro Medium" pitchFamily="34" charset="-122"/>
                <a:cs typeface="Be Vietnam Pro Medium" pitchFamily="34" charset="-120"/>
              </a:rPr>
              <a:t> ecc@ecc</a:t>
            </a:r>
            <a:endParaRPr lang="en-US" sz="2550" dirty="0"/>
          </a:p>
        </p:txBody>
      </p:sp>
      <p:sp>
        <p:nvSpPr>
          <p:cNvPr id="15" name="Shape 13"/>
          <p:cNvSpPr/>
          <p:nvPr/>
        </p:nvSpPr>
        <p:spPr>
          <a:xfrm>
            <a:off x="9277350" y="5829300"/>
            <a:ext cx="8096250" cy="2838450"/>
          </a:xfrm>
          <a:prstGeom prst="roundRect">
            <a:avLst>
              <a:gd name="adj" fmla="val 8054"/>
            </a:avLst>
          </a:prstGeom>
          <a:solidFill>
            <a:srgbClr val="1E212B"/>
          </a:solidFill>
          <a:ln/>
        </p:spPr>
      </p:sp>
      <p:sp>
        <p:nvSpPr>
          <p:cNvPr id="16" name="Shape 14"/>
          <p:cNvSpPr/>
          <p:nvPr/>
        </p:nvSpPr>
        <p:spPr>
          <a:xfrm>
            <a:off x="9277350" y="5829300"/>
            <a:ext cx="114300" cy="2838450"/>
          </a:xfrm>
          <a:prstGeom prst="roundRect">
            <a:avLst>
              <a:gd name="adj" fmla="val 50000"/>
            </a:avLst>
          </a:prstGeom>
          <a:solidFill>
            <a:srgbClr val="7C93FF"/>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7C93FF"/>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F3EEE3"/>
                </a:solidFill>
                <a:latin typeface="Be Vietnam Pro Medium" pitchFamily="34" charset="0"/>
                <a:ea typeface="Be Vietnam Pro Medium" pitchFamily="34" charset="-122"/>
                <a:cs typeface="Be Vietnam Pro Medium" pitchFamily="34" charset="-120"/>
              </a:rPr>
              <a:t>README</a:t>
            </a:r>
            <a:r>
              <a:rPr lang="en-US" sz="2550" dirty="0" spc="-3" kern="0">
                <a:solidFill>
                  <a:srgbClr val="F3EEE3"/>
                </a:solidFill>
                <a:latin typeface="Be Vietnam Pro Medium" pitchFamily="34" charset="0"/>
                <a:ea typeface="Be Vietnam Pro Medium" pitchFamily="34" charset="-122"/>
                <a:cs typeface="Be Vietnam Pro Medium" pitchFamily="34" charset="-120"/>
              </a:rPr>
              <a:t> cảnh</a:t>
            </a:r>
            <a:r>
              <a:rPr lang="en-US" sz="2550" dirty="0" spc="-2" kern="0">
                <a:solidFill>
                  <a:srgbClr val="F3EEE3"/>
                </a:solidFill>
                <a:latin typeface="Be Vietnam Pro Medium" pitchFamily="34" charset="0"/>
                <a:ea typeface="Be Vietnam Pro Medium" pitchFamily="34" charset="-122"/>
                <a:cs typeface="Be Vietnam Pro Medium" pitchFamily="34" charset="-120"/>
              </a:rPr>
              <a:t> báo</a:t>
            </a:r>
            <a:r>
              <a:rPr lang="en-US" sz="2550" dirty="0" spc="-5" kern="0">
                <a:solidFill>
                  <a:srgbClr val="F3EEE3"/>
                </a:solidFill>
                <a:latin typeface="Be Vietnam Pro Medium" pitchFamily="34" charset="0"/>
                <a:ea typeface="Be Vietnam Pro Medium" pitchFamily="34" charset="-122"/>
                <a:cs typeface="Be Vietnam Pro Medium" pitchFamily="34" charset="-120"/>
              </a:rPr>
              <a:t> bản sao</a:t>
            </a:r>
            <a:r>
              <a:rPr lang="en-US" sz="2550" dirty="0" spc="0" kern="0">
                <a:solidFill>
                  <a:srgbClr val="F3EEE3"/>
                </a:solidFill>
                <a:latin typeface="Be Vietnam Pro Medium" pitchFamily="34" charset="0"/>
                <a:ea typeface="Be Vietnam Pro Medium" pitchFamily="34" charset="-122"/>
                <a:cs typeface="Be Vietnam Pro Medium" pitchFamily="34" charset="-120"/>
              </a:rPr>
              <a:t> có</a:t>
            </a:r>
            <a:r>
              <a:rPr lang="en-US" sz="2550" dirty="0" spc="-4" kern="0">
                <a:solidFill>
                  <a:srgbClr val="F3EEE3"/>
                </a:solidFill>
                <a:latin typeface="Be Vietnam Pro Medium" pitchFamily="34" charset="0"/>
                <a:ea typeface="Be Vietnam Pro Medium" pitchFamily="34" charset="-122"/>
                <a:cs typeface="Be Vietnam Pro Medium" pitchFamily="34" charset="-120"/>
              </a:rPr>
              <a:t> thể</a:t>
            </a:r>
            <a:r>
              <a:rPr lang="en-US" sz="2550" dirty="0" spc="8" kern="0">
                <a:solidFill>
                  <a:srgbClr val="F3EEE3"/>
                </a:solidFill>
                <a:latin typeface="Be Vietnam Pro Medium" pitchFamily="34" charset="0"/>
                <a:ea typeface="Be Vietnam Pro Medium" pitchFamily="34" charset="-122"/>
                <a:cs typeface="Be Vietnam Pro Medium" pitchFamily="34" charset="-120"/>
              </a:rPr>
              <a:t> chứa</a:t>
            </a:r>
            <a:r>
              <a:rPr lang="en-US" sz="2550" dirty="0" spc="-1" kern="0">
                <a:solidFill>
                  <a:srgbClr val="F3EEE3"/>
                </a:solidFill>
                <a:latin typeface="Be Vietnam Pro Medium" pitchFamily="34" charset="0"/>
                <a:ea typeface="Be Vietnam Pro Medium" pitchFamily="34" charset="-122"/>
                <a:cs typeface="Be Vietnam Pro Medium" pitchFamily="34" charset="-120"/>
              </a:rPr>
              <a:t> mã</a:t>
            </a:r>
            <a:r>
              <a:rPr lang="en-US" sz="2550" dirty="0" spc="7" kern="0">
                <a:solidFill>
                  <a:srgbClr val="F3EEE3"/>
                </a:solidFill>
                <a:latin typeface="Be Vietnam Pro Medium" pitchFamily="34" charset="0"/>
                <a:ea typeface="Be Vietnam Pro Medium" pitchFamily="34" charset="-122"/>
                <a:cs typeface="Be Vietnam Pro Medium" pitchFamily="34" charset="-120"/>
              </a:rPr>
              <a:t> độc;</a:t>
            </a:r>
            <a:r>
              <a:rPr lang="en-US" sz="2550" dirty="0" spc="0" kern="0">
                <a:solidFill>
                  <a:srgbClr val="F3EEE3"/>
                </a:solidFill>
                <a:latin typeface="Be Vietnam Pro Medium" pitchFamily="34" charset="0"/>
                <a:ea typeface="Be Vietnam Pro Medium" pitchFamily="34" charset="-122"/>
                <a:cs typeface="Be Vietnam Pro Medium" pitchFamily="34" charset="-120"/>
              </a:rPr>
              <a:t> có</a:t>
            </a:r>
            <a:r>
              <a:rPr lang="en-US" sz="2550" dirty="0" spc="-6" kern="0">
                <a:solidFill>
                  <a:srgbClr val="F3EEE3"/>
                </a:solidFill>
                <a:latin typeface="Be Vietnam Pro Medium" pitchFamily="34" charset="0"/>
                <a:ea typeface="Be Vietnam Pro Medium" pitchFamily="34" charset="-122"/>
                <a:cs typeface="Be Vietnam Pro Medium" pitchFamily="34" charset="-120"/>
              </a:rPr>
              <a:t> ECC</a:t>
            </a:r>
            <a:r>
              <a:rPr lang="en-US" sz="2550" dirty="0" spc="-22" kern="0">
                <a:solidFill>
                  <a:srgbClr val="F3EEE3"/>
                </a:solidFill>
                <a:latin typeface="Be Vietnam Pro Medium" pitchFamily="34" charset="0"/>
                <a:ea typeface="Be Vietnam Pro Medium" pitchFamily="34" charset="-122"/>
                <a:cs typeface="Be Vietnam Pro Medium" pitchFamily="34" charset="-120"/>
              </a:rPr>
              <a:t> Pro</a:t>
            </a:r>
            <a:r>
              <a:rPr lang="en-US" sz="2550" dirty="0" spc="-2" kern="0">
                <a:solidFill>
                  <a:srgbClr val="F3EEE3"/>
                </a:solidFill>
                <a:latin typeface="Be Vietnam Pro Medium" pitchFamily="34" charset="0"/>
                <a:ea typeface="Be Vietnam Pro Medium" pitchFamily="34" charset="-122"/>
                <a:cs typeface="Be Vietnam Pro Medium" pitchFamily="34" charset="-120"/>
              </a:rPr>
              <a:t> cho</a:t>
            </a:r>
            <a:r>
              <a:rPr lang="en-US" sz="2550" dirty="0" spc="-19" kern="0">
                <a:solidFill>
                  <a:srgbClr val="F3EEE3"/>
                </a:solidFill>
                <a:latin typeface="Be Vietnam Pro Medium" pitchFamily="34" charset="0"/>
                <a:ea typeface="Be Vietnam Pro Medium" pitchFamily="34" charset="-122"/>
                <a:cs typeface="Be Vietnam Pro Medium" pitchFamily="34" charset="-120"/>
              </a:rPr>
              <a:t> repo</a:t>
            </a:r>
            <a:r>
              <a:rPr lang="en-US" sz="2550" dirty="0" spc="6" kern="0">
                <a:solidFill>
                  <a:srgbClr val="F3EEE3"/>
                </a:solidFill>
                <a:latin typeface="Be Vietnam Pro Medium" pitchFamily="34" charset="0"/>
                <a:ea typeface="Be Vietnam Pro Medium" pitchFamily="34" charset="-122"/>
                <a:cs typeface="Be Vietnam Pro Medium" pitchFamily="34" charset="-120"/>
              </a:rPr>
              <a:t> riêng</a:t>
            </a:r>
            <a:r>
              <a:rPr lang="en-US" sz="2550" dirty="0" spc="-3" kern="0">
                <a:solidFill>
                  <a:srgbClr val="F3EEE3"/>
                </a:solidFill>
                <a:latin typeface="Be Vietnam Pro Medium" pitchFamily="34" charset="0"/>
                <a:ea typeface="Be Vietnam Pro Medium" pitchFamily="34" charset="-122"/>
                <a:cs typeface="Be Vietnam Pro Medium" pitchFamily="34" charset="-120"/>
              </a:rPr>
              <a:t> tư,</a:t>
            </a:r>
            <a:r>
              <a:rPr lang="en-US" sz="2550" dirty="0" spc="0" kern="0">
                <a:solidFill>
                  <a:srgbClr val="F3EEE3"/>
                </a:solidFill>
                <a:latin typeface="Be Vietnam Pro Medium" pitchFamily="34" charset="0"/>
                <a:ea typeface="Be Vietnam Pro Medium" pitchFamily="34" charset="-122"/>
                <a:cs typeface="Be Vietnam Pro Medium" pitchFamily="34" charset="-120"/>
              </a:rPr>
              <a:t> từ</a:t>
            </a:r>
            <a:r>
              <a:rPr lang="en-US" sz="2550" dirty="0" spc="-6" kern="0">
                <a:solidFill>
                  <a:srgbClr val="F3EEE3"/>
                </a:solidFill>
                <a:latin typeface="Be Vietnam Pro Medium" pitchFamily="34" charset="0"/>
                <a:ea typeface="Be Vietnam Pro Medium" pitchFamily="34" charset="-122"/>
                <a:cs typeface="Be Vietnam Pro Medium" pitchFamily="34" charset="-120"/>
              </a:rPr>
              <a:t> $19/seat/mo.</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[S4]</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74740" y="9564832"/>
            <a:ext cx="110836" cy="110836"/>
          </a:xfrm>
          <a:prstGeom prst="ellipse">
            <a:avLst/>
          </a:prstGeom>
          <a:solidFill>
            <a:srgbClr val="FF6A4D"/>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09/55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583d2fe4-3c7e-411e-b2d0-6299367a1a4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1" kern="0">
                <a:solidFill>
                  <a:srgbClr val="F3EEE3"/>
                </a:solidFill>
                <a:latin typeface="Bricolage Grotesque ExtraBold" pitchFamily="34" charset="0"/>
                <a:ea typeface="Bricolage Grotesque ExtraBold" pitchFamily="34" charset="-122"/>
                <a:cs typeface="Bricolage Grotesque ExtraBold" pitchFamily="34" charset="-120"/>
              </a:rPr>
              <a:t>Karpathy</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Skills:</a:t>
            </a:r>
            <a:r>
              <a:rPr lang="en-US" sz="5700" dirty="0" spc="-11" kern="0">
                <a:solidFill>
                  <a:srgbClr val="F3EEE3"/>
                </a:solidFill>
                <a:latin typeface="Bricolage Grotesque ExtraBold" pitchFamily="34" charset="0"/>
                <a:ea typeface="Bricolage Grotesque ExtraBold" pitchFamily="34" charset="-122"/>
                <a:cs typeface="Bricolage Grotesque ExtraBold" pitchFamily="34" charset="-120"/>
              </a:rPr>
              <a:t> một</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file</a:t>
            </a:r>
            <a:r>
              <a:rPr lang="en-US" sz="5700" dirty="0" spc="-10" kern="0">
                <a:solidFill>
                  <a:srgbClr val="F3EEE3"/>
                </a:solidFill>
                <a:latin typeface="Bricolage Grotesque ExtraBold" pitchFamily="34" charset="0"/>
                <a:ea typeface="Bricolage Grotesque ExtraBold" pitchFamily="34" charset="-122"/>
                <a:cs typeface="Bricolage Grotesque ExtraBold" pitchFamily="34" charset="-120"/>
              </a:rPr>
              <a:t> CLAUDE.md,</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bốn</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nguyên</a:t>
            </a:r>
            <a:r>
              <a:rPr lang="en-US" sz="5700" dirty="0" spc="-9" kern="0">
                <a:solidFill>
                  <a:srgbClr val="F3EEE3"/>
                </a:solidFill>
                <a:latin typeface="Bricolage Grotesque ExtraBold" pitchFamily="34" charset="0"/>
                <a:ea typeface="Bricolage Grotesque ExtraBold" pitchFamily="34" charset="-122"/>
                <a:cs typeface="Bricolage Grotesque ExtraBold" pitchFamily="34" charset="-120"/>
              </a:rPr>
              <a:t> tắc</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FFB454"/>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FFB454"/>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"One</a:t>
            </a:r>
            <a:r>
              <a:rPr lang="en-US" sz="2700" dirty="0" spc="-1" kern="0">
                <a:solidFill>
                  <a:srgbClr val="F3EEE3"/>
                </a:solidFill>
                <a:latin typeface="Be Vietnam Pro" pitchFamily="34" charset="0"/>
                <a:ea typeface="Be Vietnam Pro" pitchFamily="34" charset="-122"/>
                <a:cs typeface="Be Vietnam Pro" pitchFamily="34" charset="-120"/>
              </a:rPr>
              <a:t> CLAUDE.md</a:t>
            </a:r>
            <a:r>
              <a:rPr lang="en-US" sz="2700" dirty="0" spc="-23" kern="0">
                <a:solidFill>
                  <a:srgbClr val="F3EEE3"/>
                </a:solidFill>
                <a:latin typeface="Be Vietnam Pro" pitchFamily="34" charset="0"/>
                <a:ea typeface="Be Vietnam Pro" pitchFamily="34" charset="-122"/>
                <a:cs typeface="Be Vietnam Pro" pitchFamily="34" charset="-120"/>
              </a:rPr>
              <a:t> for</a:t>
            </a:r>
            <a:r>
              <a:rPr lang="en-US" sz="2700" dirty="0" spc="-16" kern="0">
                <a:solidFill>
                  <a:srgbClr val="F3EEE3"/>
                </a:solidFill>
                <a:latin typeface="Be Vietnam Pro" pitchFamily="34" charset="0"/>
                <a:ea typeface="Be Vietnam Pro" pitchFamily="34" charset="-122"/>
                <a:cs typeface="Be Vietnam Pro" pitchFamily="34" charset="-120"/>
              </a:rPr>
              <a:t> better</a:t>
            </a:r>
            <a:r>
              <a:rPr lang="en-US" sz="2700" dirty="0" spc="-3" kern="0">
                <a:solidFill>
                  <a:srgbClr val="F3EEE3"/>
                </a:solidFill>
                <a:latin typeface="Be Vietnam Pro" pitchFamily="34" charset="0"/>
                <a:ea typeface="Be Vietnam Pro" pitchFamily="34" charset="-122"/>
                <a:cs typeface="Be Vietnam Pro" pitchFamily="34" charset="-120"/>
              </a:rPr>
              <a:t> code"</a:t>
            </a:r>
            <a:r>
              <a:rPr lang="en-US" sz="2700" dirty="0" spc="0" kern="0">
                <a:solidFill>
                  <a:srgbClr val="F3EEE3"/>
                </a:solidFill>
                <a:latin typeface="Be Vietnam Pro" pitchFamily="34" charset="0"/>
                <a:ea typeface="Be Vietnam Pro" pitchFamily="34" charset="-122"/>
                <a:cs typeface="Be Vietnam Pro" pitchFamily="34" charset="-120"/>
              </a:rPr>
              <a:t> ·</a:t>
            </a:r>
            <a:r>
              <a:rPr lang="en-US" sz="2700" dirty="0" spc="-4" kern="0">
                <a:solidFill>
                  <a:srgbClr val="F3EEE3"/>
                </a:solidFill>
                <a:latin typeface="Be Vietnam Pro" pitchFamily="34" charset="0"/>
                <a:ea typeface="Be Vietnam Pro" pitchFamily="34" charset="-122"/>
                <a:cs typeface="Be Vietnam Pro" pitchFamily="34" charset="-120"/>
              </a:rPr>
              <a:t> 222k</a:t>
            </a:r>
            <a:r>
              <a:rPr lang="en-US" sz="2700" dirty="0" spc="-11" kern="0">
                <a:solidFill>
                  <a:srgbClr val="F3EEE3"/>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3DD6A0"/>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3DD6A0"/>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3DD6A0"/>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7" kern="0">
                <a:solidFill>
                  <a:srgbClr val="F3EEE3"/>
                </a:solidFill>
                <a:latin typeface="Be Vietnam Pro" pitchFamily="34" charset="0"/>
                <a:ea typeface="Be Vietnam Pro" pitchFamily="34" charset="-122"/>
                <a:cs typeface="Be Vietnam Pro" pitchFamily="34" charset="-120"/>
              </a:rPr>
              <a:t>Một</a:t>
            </a:r>
            <a:r>
              <a:rPr lang="en-US" sz="2700" dirty="0" spc="5" kern="0">
                <a:solidFill>
                  <a:srgbClr val="F3EEE3"/>
                </a:solidFill>
                <a:latin typeface="Be Vietnam Pro" pitchFamily="34" charset="0"/>
                <a:ea typeface="Be Vietnam Pro" pitchFamily="34" charset="-122"/>
                <a:cs typeface="Be Vietnam Pro" pitchFamily="34" charset="-120"/>
              </a:rPr>
              <a:t> file</a:t>
            </a:r>
            <a:r>
              <a:rPr lang="en-US" sz="2700" dirty="0" spc="-1" kern="0">
                <a:solidFill>
                  <a:srgbClr val="F3EEE3"/>
                </a:solidFill>
                <a:latin typeface="Be Vietnam Pro" pitchFamily="34" charset="0"/>
                <a:ea typeface="Be Vietnam Pro" pitchFamily="34" charset="-122"/>
                <a:cs typeface="Be Vietnam Pro" pitchFamily="34" charset="-120"/>
              </a:rPr>
              <a:t> CLAUDE.md</a:t>
            </a:r>
            <a:r>
              <a:rPr lang="en-US" sz="2700" dirty="0" spc="-2" kern="0">
                <a:solidFill>
                  <a:srgbClr val="F3EEE3"/>
                </a:solidFill>
                <a:latin typeface="Be Vietnam Pro" pitchFamily="34" charset="0"/>
                <a:ea typeface="Be Vietnam Pro" pitchFamily="34" charset="-122"/>
                <a:cs typeface="Be Vietnam Pro" pitchFamily="34" charset="-120"/>
              </a:rPr>
              <a:t> rút</a:t>
            </a:r>
            <a:r>
              <a:rPr lang="en-US" sz="2700" dirty="0" spc="-41" kern="0">
                <a:solidFill>
                  <a:srgbClr val="F3EEE3"/>
                </a:solidFill>
                <a:latin typeface="Be Vietnam Pro" pitchFamily="34" charset="0"/>
                <a:ea typeface="Be Vietnam Pro" pitchFamily="34" charset="-122"/>
                <a:cs typeface="Be Vietnam Pro" pitchFamily="34" charset="-120"/>
              </a:rPr>
              <a:t> ra</a:t>
            </a:r>
            <a:r>
              <a:rPr lang="en-US" sz="2700" dirty="0" spc="0" kern="0">
                <a:solidFill>
                  <a:srgbClr val="F3EEE3"/>
                </a:solidFill>
                <a:latin typeface="Be Vietnam Pro" pitchFamily="34" charset="0"/>
                <a:ea typeface="Be Vietnam Pro" pitchFamily="34" charset="-122"/>
                <a:cs typeface="Be Vietnam Pro" pitchFamily="34" charset="-120"/>
              </a:rPr>
              <a:t> từ</a:t>
            </a:r>
            <a:r>
              <a:rPr lang="en-US" sz="2700" dirty="0" spc="-2" kern="0">
                <a:solidFill>
                  <a:srgbClr val="F3EEE3"/>
                </a:solidFill>
                <a:latin typeface="Be Vietnam Pro" pitchFamily="34" charset="0"/>
                <a:ea typeface="Be Vietnam Pro" pitchFamily="34" charset="-122"/>
                <a:cs typeface="Be Vietnam Pro" pitchFamily="34" charset="-120"/>
              </a:rPr>
              <a:t> quan</a:t>
            </a:r>
            <a:r>
              <a:rPr lang="en-US" sz="2700" dirty="0" spc="-21" kern="0">
                <a:solidFill>
                  <a:srgbClr val="F3EEE3"/>
                </a:solidFill>
                <a:latin typeface="Be Vietnam Pro" pitchFamily="34" charset="0"/>
                <a:ea typeface="Be Vietnam Pro" pitchFamily="34" charset="-122"/>
                <a:cs typeface="Be Vietnam Pro" pitchFamily="34" charset="-120"/>
              </a:rPr>
              <a:t> sát</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33" kern="0">
                <a:solidFill>
                  <a:srgbClr val="F3EEE3"/>
                </a:solidFill>
                <a:latin typeface="Be Vietnam Pro" pitchFamily="34" charset="0"/>
                <a:ea typeface="Be Vietnam Pro" pitchFamily="34" charset="-122"/>
                <a:cs typeface="Be Vietnam Pro" pitchFamily="34" charset="-120"/>
              </a:rPr>
              <a:t> Karpathy</a:t>
            </a:r>
            <a:r>
              <a:rPr lang="en-US" sz="2700" dirty="0" spc="-21" kern="0">
                <a:solidFill>
                  <a:srgbClr val="F3EEE3"/>
                </a:solidFill>
                <a:latin typeface="Be Vietnam Pro" pitchFamily="34" charset="0"/>
                <a:ea typeface="Be Vietnam Pro" pitchFamily="34" charset="-122"/>
                <a:cs typeface="Be Vietnam Pro" pitchFamily="34" charset="-120"/>
              </a:rPr>
              <a:t> về</a:t>
            </a:r>
            <a:r>
              <a:rPr lang="en-US" sz="2700" dirty="0" spc="-1" kern="0">
                <a:solidFill>
                  <a:srgbClr val="F3EEE3"/>
                </a:solidFill>
                <a:latin typeface="Be Vietnam Pro" pitchFamily="34" charset="0"/>
                <a:ea typeface="Be Vietnam Pro" pitchFamily="34" charset="-122"/>
                <a:cs typeface="Be Vietnam Pro" pitchFamily="34" charset="-120"/>
              </a:rPr>
              <a:t> lỗi</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1" kern="0">
                <a:solidFill>
                  <a:srgbClr val="F3EEE3"/>
                </a:solidFill>
                <a:latin typeface="Be Vietnam Pro" pitchFamily="34" charset="0"/>
                <a:ea typeface="Be Vietnam Pro" pitchFamily="34" charset="-122"/>
                <a:cs typeface="Be Vietnam Pro" pitchFamily="34" charset="-120"/>
              </a:rPr>
              <a:t> LLM</a:t>
            </a:r>
            <a:r>
              <a:rPr lang="en-US" sz="2700" dirty="0" spc="-2" kern="0">
                <a:solidFill>
                  <a:srgbClr val="F3EEE3"/>
                </a:solidFill>
                <a:latin typeface="Be Vietnam Pro" pitchFamily="34" charset="0"/>
                <a:ea typeface="Be Vietnam Pro" pitchFamily="34" charset="-122"/>
                <a:cs typeface="Be Vietnam Pro" pitchFamily="34" charset="-120"/>
              </a:rPr>
              <a:t> khi</a:t>
            </a:r>
            <a:r>
              <a:rPr lang="en-US" sz="2700" dirty="0" spc="-5" kern="0">
                <a:solidFill>
                  <a:srgbClr val="F3EEE3"/>
                </a:solidFill>
                <a:latin typeface="Be Vietnam Pro" pitchFamily="34" charset="0"/>
                <a:ea typeface="Be Vietnam Pro" pitchFamily="34" charset="-122"/>
                <a:cs typeface="Be Vietnam Pro" pitchFamily="34" charset="-120"/>
              </a:rPr>
              <a:t> viết</a:t>
            </a:r>
            <a:r>
              <a:rPr lang="en-US" sz="2700" dirty="0" spc="-3" kern="0">
                <a:solidFill>
                  <a:srgbClr val="F3EEE3"/>
                </a:solidFill>
                <a:latin typeface="Be Vietnam Pro" pitchFamily="34" charset="0"/>
                <a:ea typeface="Be Vietnam Pro" pitchFamily="34" charset="-122"/>
                <a:cs typeface="Be Vietnam Pro" pitchFamily="34" charset="-120"/>
              </a:rPr>
              <a:t> code.</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FF6A4D"/>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FF6A4D"/>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FF6A4D"/>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/plugin</a:t>
            </a:r>
            <a:r>
              <a:rPr lang="en-US" sz="2700" dirty="0" spc="-12" kern="0">
                <a:solidFill>
                  <a:srgbClr val="F3EEE3"/>
                </a:solidFill>
                <a:latin typeface="Be Vietnam Pro" pitchFamily="34" charset="0"/>
                <a:ea typeface="Be Vietnam Pro" pitchFamily="34" charset="-122"/>
                <a:cs typeface="Be Vietnam Pro" pitchFamily="34" charset="-120"/>
              </a:rPr>
              <a:t> marketplace</a:t>
            </a:r>
            <a:r>
              <a:rPr lang="en-US" sz="2700" dirty="0" spc="-4" kern="0">
                <a:solidFill>
                  <a:srgbClr val="F3EEE3"/>
                </a:solidFill>
                <a:latin typeface="Be Vietnam Pro" pitchFamily="34" charset="0"/>
                <a:ea typeface="Be Vietnam Pro" pitchFamily="34" charset="-122"/>
                <a:cs typeface="Be Vietnam Pro" pitchFamily="34" charset="-120"/>
              </a:rPr>
              <a:t> add</a:t>
            </a:r>
            <a:r>
              <a:rPr lang="en-US" sz="2700" dirty="0" spc="-25" kern="0">
                <a:solidFill>
                  <a:srgbClr val="F3EEE3"/>
                </a:solidFill>
                <a:latin typeface="Be Vietnam Pro" pitchFamily="34" charset="0"/>
                <a:ea typeface="Be Vietnam Pro" pitchFamily="34" charset="-122"/>
                <a:cs typeface="Be Vietnam Pro" pitchFamily="34" charset="-120"/>
              </a:rPr>
              <a:t> forrestchang/andrej-karpathy-skills</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7C93FF"/>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7C93FF"/>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37" kern="0">
                <a:solidFill>
                  <a:srgbClr val="F3EEE3"/>
                </a:solidFill>
                <a:latin typeface="Be Vietnam Pro" pitchFamily="34" charset="0"/>
                <a:ea typeface="Be Vietnam Pro" pitchFamily="34" charset="-122"/>
                <a:cs typeface="Be Vietnam Pro" pitchFamily="34" charset="-120"/>
              </a:rPr>
              <a:t>Repo</a:t>
            </a:r>
            <a:r>
              <a:rPr lang="en-US" sz="2700" dirty="0" spc="0" kern="0">
                <a:solidFill>
                  <a:srgbClr val="F3EEE3"/>
                </a:solidFill>
                <a:latin typeface="Be Vietnam Pro" pitchFamily="34" charset="0"/>
                <a:ea typeface="Be Vietnam Pro" pitchFamily="34" charset="-122"/>
                <a:cs typeface="Be Vietnam Pro" pitchFamily="34" charset="-120"/>
              </a:rPr>
              <a:t> có</a:t>
            </a:r>
            <a:r>
              <a:rPr lang="en-US" sz="2700" dirty="0" spc="-2" kern="0">
                <a:solidFill>
                  <a:srgbClr val="F3EEE3"/>
                </a:solidFill>
                <a:latin typeface="Be Vietnam Pro" pitchFamily="34" charset="0"/>
                <a:ea typeface="Be Vietnam Pro" pitchFamily="34" charset="-122"/>
                <a:cs typeface="Be Vietnam Pro" pitchFamily="34" charset="-120"/>
              </a:rPr>
              <a:t> 9</a:t>
            </a:r>
            <a:r>
              <a:rPr lang="en-US" sz="2700" dirty="0" spc="5" kern="0">
                <a:solidFill>
                  <a:srgbClr val="F3EEE3"/>
                </a:solidFill>
                <a:latin typeface="Be Vietnam Pro" pitchFamily="34" charset="0"/>
                <a:ea typeface="Be Vietnam Pro" pitchFamily="34" charset="-122"/>
                <a:cs typeface="Be Vietnam Pro" pitchFamily="34" charset="-120"/>
              </a:rPr>
              <a:t> file,</a:t>
            </a:r>
            <a:r>
              <a:rPr lang="en-US" sz="2700" dirty="0" spc="-3" kern="0">
                <a:solidFill>
                  <a:srgbClr val="F3EEE3"/>
                </a:solidFill>
                <a:latin typeface="Be Vietnam Pro" pitchFamily="34" charset="0"/>
                <a:ea typeface="Be Vietnam Pro" pitchFamily="34" charset="-122"/>
                <a:cs typeface="Be Vietnam Pro" pitchFamily="34" charset="-120"/>
              </a:rPr>
              <a:t> không</a:t>
            </a:r>
            <a:r>
              <a:rPr lang="en-US" sz="2700" dirty="0" spc="1" kern="0">
                <a:solidFill>
                  <a:srgbClr val="F3EEE3"/>
                </a:solidFill>
                <a:latin typeface="Be Vietnam Pro" pitchFamily="34" charset="0"/>
                <a:ea typeface="Be Vietnam Pro" pitchFamily="34" charset="-122"/>
                <a:cs typeface="Be Vietnam Pro" pitchFamily="34" charset="-120"/>
              </a:rPr>
              <a:t> có</a:t>
            </a:r>
            <a:r>
              <a:rPr lang="en-US" sz="2700" dirty="0" spc="4" kern="0">
                <a:solidFill>
                  <a:srgbClr val="F3EEE3"/>
                </a:solidFill>
                <a:latin typeface="Be Vietnam Pro" pitchFamily="34" charset="0"/>
                <a:ea typeface="Be Vietnam Pro" pitchFamily="34" charset="-122"/>
                <a:cs typeface="Be Vietnam Pro" pitchFamily="34" charset="-120"/>
              </a:rPr>
              <a:t> file</a:t>
            </a:r>
            <a:r>
              <a:rPr lang="en-US" sz="2700" dirty="0" spc="0" kern="0">
                <a:solidFill>
                  <a:srgbClr val="F3EEE3"/>
                </a:solidFill>
                <a:latin typeface="Be Vietnam Pro" pitchFamily="34" charset="0"/>
                <a:ea typeface="Be Vietnam Pro" pitchFamily="34" charset="-122"/>
                <a:cs typeface="Be Vietnam Pro" pitchFamily="34" charset="-120"/>
              </a:rPr>
              <a:t> LICENSE</a:t>
            </a:r>
            <a:r>
              <a:rPr lang="en-US" sz="2700" dirty="0" spc="-4" kern="0">
                <a:solidFill>
                  <a:srgbClr val="F3EEE3"/>
                </a:solidFill>
                <a:latin typeface="Be Vietnam Pro" pitchFamily="34" charset="0"/>
                <a:ea typeface="Be Vietnam Pro" pitchFamily="34" charset="-122"/>
                <a:cs typeface="Be Vietnam Pro" pitchFamily="34" charset="-120"/>
              </a:rPr>
              <a:t> dù</a:t>
            </a:r>
            <a:r>
              <a:rPr lang="en-US" sz="2700" dirty="0" spc="0" kern="0">
                <a:solidFill>
                  <a:srgbClr val="F3EEE3"/>
                </a:solidFill>
                <a:latin typeface="Be Vietnam Pro" pitchFamily="34" charset="0"/>
                <a:ea typeface="Be Vietnam Pro" pitchFamily="34" charset="-122"/>
                <a:cs typeface="Be Vietnam Pro" pitchFamily="34" charset="-120"/>
              </a:rPr>
              <a:t> README</a:t>
            </a:r>
            <a:r>
              <a:rPr lang="en-US" sz="2700" dirty="0" spc="-1" kern="0">
                <a:solidFill>
                  <a:srgbClr val="F3EEE3"/>
                </a:solidFill>
                <a:latin typeface="Be Vietnam Pro" pitchFamily="34" charset="0"/>
                <a:ea typeface="Be Vietnam Pro" pitchFamily="34" charset="-122"/>
                <a:cs typeface="Be Vietnam Pro" pitchFamily="34" charset="-120"/>
              </a:rPr>
              <a:t> ghi</a:t>
            </a:r>
            <a:r>
              <a:rPr lang="en-US" sz="2700" dirty="0" spc="2" kern="0">
                <a:solidFill>
                  <a:srgbClr val="F3EEE3"/>
                </a:solidFill>
                <a:latin typeface="Be Vietnam Pro" pitchFamily="34" charset="0"/>
                <a:ea typeface="Be Vietnam Pro" pitchFamily="34" charset="-122"/>
                <a:cs typeface="Be Vietnam Pro" pitchFamily="34" charset="-120"/>
              </a:rPr>
              <a:t> MIT;</a:t>
            </a:r>
            <a:r>
              <a:rPr lang="en-US" sz="2700" dirty="0" spc="-2" kern="0">
                <a:solidFill>
                  <a:srgbClr val="F3EEE3"/>
                </a:solidFill>
                <a:latin typeface="Be Vietnam Pro" pitchFamily="34" charset="0"/>
                <a:ea typeface="Be Vietnam Pro" pitchFamily="34" charset="-122"/>
                <a:cs typeface="Be Vietnam Pro" pitchFamily="34" charset="-120"/>
              </a:rPr>
              <a:t> cùng</a:t>
            </a:r>
            <a:r>
              <a:rPr lang="en-US" sz="2700" dirty="0" spc="0" kern="0">
                <a:solidFill>
                  <a:srgbClr val="F3EEE3"/>
                </a:solidFill>
                <a:latin typeface="Be Vietnam Pro" pitchFamily="34" charset="0"/>
                <a:ea typeface="Be Vietnam Pro" pitchFamily="34" charset="-122"/>
                <a:cs typeface="Be Vietnam Pro" pitchFamily="34" charset="-120"/>
              </a:rPr>
              <a:t> commit</a:t>
            </a:r>
            <a:r>
              <a:rPr lang="en-US" sz="2700" dirty="0" spc="-14" kern="0">
                <a:solidFill>
                  <a:srgbClr val="F3EEE3"/>
                </a:solidFill>
                <a:latin typeface="Be Vietnam Pro" pitchFamily="34" charset="0"/>
                <a:ea typeface="Be Vietnam Pro" pitchFamily="34" charset="-122"/>
                <a:cs typeface="Be Vietnam Pro" pitchFamily="34" charset="-120"/>
              </a:rPr>
              <a:t> với</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0" kern="0">
                <a:solidFill>
                  <a:srgbClr val="F3EEE3"/>
                </a:solidFill>
                <a:latin typeface="Be Vietnam Pro" pitchFamily="34" charset="0"/>
                <a:ea typeface="Be Vietnam Pro" pitchFamily="34" charset="-122"/>
                <a:cs typeface="Be Vietnam Pro" pitchFamily="34" charset="-120"/>
              </a:rPr>
              <a:t> khác</a:t>
            </a:r>
            <a:r>
              <a:rPr lang="en-US" sz="2700" dirty="0" spc="-13" kern="0">
                <a:solidFill>
                  <a:srgbClr val="F3EEE3"/>
                </a:solidFill>
                <a:latin typeface="Be Vietnam Pro" pitchFamily="34" charset="0"/>
                <a:ea typeface="Be Vietnam Pro" pitchFamily="34" charset="-122"/>
                <a:cs typeface="Be Vietnam Pro" pitchFamily="34" charset="-120"/>
              </a:rPr>
              <a:t> tên.</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2" kern="0">
                <a:solidFill>
                  <a:srgbClr val="9AA0B5"/>
                </a:solidFill>
                <a:latin typeface="Be Vietnam Pro" pitchFamily="34" charset="0"/>
                <a:ea typeface="Be Vietnam Pro" pitchFamily="34" charset="-122"/>
                <a:cs typeface="Be Vietnam Pro" pitchFamily="34" charset="-120"/>
              </a:rPr>
              <a:t> [S5]</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40994" y="9564832"/>
            <a:ext cx="110836" cy="110836"/>
          </a:xfrm>
          <a:prstGeom prst="ellipse">
            <a:avLst/>
          </a:prstGeom>
          <a:solidFill>
            <a:srgbClr val="FF6A4D"/>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3" kern="0">
                <a:solidFill>
                  <a:srgbClr val="9AA0B5"/>
                </a:solidFill>
                <a:latin typeface="Be Vietnam Pro" pitchFamily="34" charset="0"/>
                <a:ea typeface="Be Vietnam Pro" pitchFamily="34" charset="-122"/>
                <a:cs typeface="Be Vietnam Pro" pitchFamily="34" charset="-120"/>
              </a:rPr>
              <a:t> 10/55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9e6efd46-f03b-4790-b9c8-7c333a5d9f7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Ponytail: viết</a:t>
            </a:r>
            <a:r>
              <a:rPr lang="en-US" sz="5700" dirty="0" spc="9" kern="0">
                <a:solidFill>
                  <a:srgbClr val="14161C"/>
                </a:solidFill>
                <a:latin typeface="Bricolage Grotesque ExtraBold" pitchFamily="34" charset="0"/>
                <a:ea typeface="Bricolage Grotesque ExtraBold" pitchFamily="34" charset="-122"/>
                <a:cs typeface="Bricolage Grotesque ExtraBold" pitchFamily="34" charset="-120"/>
              </a:rPr>
              <a:t> đúng</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thứ</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cần,</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không</a:t>
            </a:r>
            <a:r>
              <a:rPr lang="en-US" sz="5700" dirty="0" spc="-36" kern="0">
                <a:solidFill>
                  <a:srgbClr val="14161C"/>
                </a:solidFill>
                <a:latin typeface="Bricolage Grotesque ExtraBold" pitchFamily="34" charset="0"/>
                <a:ea typeface="Bricolage Grotesque ExtraBold" pitchFamily="34" charset="-122"/>
                <a:cs typeface="Bricolage Grotesque ExtraBold" pitchFamily="34" charset="-120"/>
              </a:rPr>
              <a:t> hơn</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2" kern="0">
                <a:solidFill>
                  <a:srgbClr val="14161C"/>
                </a:solidFill>
                <a:latin typeface="Be Vietnam Pro Medium" pitchFamily="34" charset="0"/>
                <a:ea typeface="Be Vietnam Pro Medium" pitchFamily="34" charset="-122"/>
                <a:cs typeface="Be Vietnam Pro Medium" pitchFamily="34" charset="-120"/>
              </a:rPr>
              <a:t>"Less</a:t>
            </a:r>
            <a:r>
              <a:rPr lang="en-US" sz="2550" dirty="0" spc="-4" kern="0">
                <a:solidFill>
                  <a:srgbClr val="14161C"/>
                </a:solidFill>
                <a:latin typeface="Be Vietnam Pro Medium" pitchFamily="34" charset="0"/>
                <a:ea typeface="Be Vietnam Pro Medium" pitchFamily="34" charset="-122"/>
                <a:cs typeface="Be Vietnam Pro Medium" pitchFamily="34" charset="-120"/>
              </a:rPr>
              <a:t> code.</a:t>
            </a:r>
            <a:r>
              <a:rPr lang="en-US" sz="2550" dirty="0" spc="-1" kern="0">
                <a:solidFill>
                  <a:srgbClr val="14161C"/>
                </a:solidFill>
                <a:latin typeface="Be Vietnam Pro Medium" pitchFamily="34" charset="0"/>
                <a:ea typeface="Be Vietnam Pro Medium" pitchFamily="34" charset="-122"/>
                <a:cs typeface="Be Vietnam Pro Medium" pitchFamily="34" charset="-120"/>
              </a:rPr>
              <a:t> The</a:t>
            </a:r>
            <a:r>
              <a:rPr lang="en-US" sz="2550" dirty="0" spc="-3" kern="0">
                <a:solidFill>
                  <a:srgbClr val="14161C"/>
                </a:solidFill>
                <a:latin typeface="Be Vietnam Pro Medium" pitchFamily="34" charset="0"/>
                <a:ea typeface="Be Vietnam Pro Medium" pitchFamily="34" charset="-122"/>
                <a:cs typeface="Be Vietnam Pro Medium" pitchFamily="34" charset="-120"/>
              </a:rPr>
              <a:t> simplest</a:t>
            </a:r>
            <a:r>
              <a:rPr lang="en-US" sz="2550" dirty="0" spc="4" kern="0">
                <a:solidFill>
                  <a:srgbClr val="14161C"/>
                </a:solidFill>
                <a:latin typeface="Be Vietnam Pro Medium" pitchFamily="34" charset="0"/>
                <a:ea typeface="Be Vietnam Pro Medium" pitchFamily="34" charset="-122"/>
                <a:cs typeface="Be Vietnam Pro Medium" pitchFamily="34" charset="-120"/>
              </a:rPr>
              <a:t> fix</a:t>
            </a:r>
            <a:r>
              <a:rPr lang="en-US" sz="2550" dirty="0" spc="-3" kern="0">
                <a:solidFill>
                  <a:srgbClr val="14161C"/>
                </a:solidFill>
                <a:latin typeface="Be Vietnam Pro Medium" pitchFamily="34" charset="0"/>
                <a:ea typeface="Be Vietnam Pro Medium" pitchFamily="34" charset="-122"/>
                <a:cs typeface="Be Vietnam Pro Medium" pitchFamily="34" charset="-120"/>
              </a:rPr>
              <a:t> wins"</a:t>
            </a:r>
            <a:r>
              <a:rPr lang="en-US" sz="2550" dirty="0" spc="2" kern="0">
                <a:solidFill>
                  <a:srgbClr val="14161C"/>
                </a:solidFill>
                <a:latin typeface="Be Vietnam Pro Medium" pitchFamily="34" charset="0"/>
                <a:ea typeface="Be Vietnam Pro Medium" pitchFamily="34" charset="-122"/>
                <a:cs typeface="Be Vietnam Pro Medium" pitchFamily="34" charset="-120"/>
              </a:rPr>
              <a:t> ·</a:t>
            </a:r>
            <a:r>
              <a:rPr lang="en-US" sz="2550" dirty="0" spc="-29" kern="0">
                <a:solidFill>
                  <a:srgbClr val="14161C"/>
                </a:solidFill>
                <a:latin typeface="Be Vietnam Pro Medium" pitchFamily="34" charset="0"/>
                <a:ea typeface="Be Vietnam Pro Medium" pitchFamily="34" charset="-122"/>
                <a:cs typeface="Be Vietnam Pro Medium" pitchFamily="34" charset="-120"/>
              </a:rPr>
              <a:t> 174k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5" kern="0">
                <a:solidFill>
                  <a:srgbClr val="14161C"/>
                </a:solidFill>
                <a:latin typeface="Be Vietnam Pro Medium" pitchFamily="34" charset="0"/>
                <a:ea typeface="Be Vietnam Pro Medium" pitchFamily="34" charset="-122"/>
                <a:cs typeface="Be Vietnam Pro Medium" pitchFamily="34" charset="-120"/>
              </a:rPr>
              <a:t>Bắt</a:t>
            </a:r>
            <a:r>
              <a:rPr lang="en-US" sz="2550" dirty="0" spc="-14" kern="0">
                <a:solidFill>
                  <a:srgbClr val="14161C"/>
                </a:solidFill>
                <a:latin typeface="Be Vietnam Pro Medium" pitchFamily="34" charset="0"/>
                <a:ea typeface="Be Vietnam Pro Medium" pitchFamily="34" charset="-122"/>
                <a:cs typeface="Be Vietnam Pro Medium" pitchFamily="34" charset="-120"/>
              </a:rPr>
              <a:t> agent</a:t>
            </a:r>
            <a:r>
              <a:rPr lang="en-US" sz="2550" dirty="0" spc="-6" kern="0">
                <a:solidFill>
                  <a:srgbClr val="14161C"/>
                </a:solidFill>
                <a:latin typeface="Be Vietnam Pro Medium" pitchFamily="34" charset="0"/>
                <a:ea typeface="Be Vietnam Pro Medium" pitchFamily="34" charset="-122"/>
                <a:cs typeface="Be Vietnam Pro Medium" pitchFamily="34" charset="-120"/>
              </a:rPr>
              <a:t> viết</a:t>
            </a:r>
            <a:r>
              <a:rPr lang="en-US" sz="2550" dirty="0" spc="0" kern="0">
                <a:solidFill>
                  <a:srgbClr val="14161C"/>
                </a:solidFill>
                <a:latin typeface="Be Vietnam Pro Medium" pitchFamily="34" charset="0"/>
                <a:ea typeface="Be Vietnam Pro Medium" pitchFamily="34" charset="-122"/>
                <a:cs typeface="Be Vietnam Pro Medium" pitchFamily="34" charset="-120"/>
              </a:rPr>
              <a:t> ít</a:t>
            </a:r>
            <a:r>
              <a:rPr lang="en-US" sz="2550" dirty="0" spc="-3" kern="0">
                <a:solidFill>
                  <a:srgbClr val="14161C"/>
                </a:solidFill>
                <a:latin typeface="Be Vietnam Pro Medium" pitchFamily="34" charset="0"/>
                <a:ea typeface="Be Vietnam Pro Medium" pitchFamily="34" charset="-122"/>
                <a:cs typeface="Be Vietnam Pro Medium" pitchFamily="34" charset="-120"/>
              </a:rPr>
              <a:t> code</a:t>
            </a:r>
            <a:r>
              <a:rPr lang="en-US" sz="2550" dirty="0" spc="-13" kern="0">
                <a:solidFill>
                  <a:srgbClr val="14161C"/>
                </a:solidFill>
                <a:latin typeface="Be Vietnam Pro Medium" pitchFamily="34" charset="0"/>
                <a:ea typeface="Be Vietnam Pro Medium" pitchFamily="34" charset="-122"/>
                <a:cs typeface="Be Vietnam Pro Medium" pitchFamily="34" charset="-120"/>
              </a:rPr>
              <a:t> nhất</a:t>
            </a:r>
            <a:r>
              <a:rPr lang="en-US" sz="2550" dirty="0" spc="-1" kern="0">
                <a:solidFill>
                  <a:srgbClr val="14161C"/>
                </a:solidFill>
                <a:latin typeface="Be Vietnam Pro Medium" pitchFamily="34" charset="0"/>
                <a:ea typeface="Be Vietnam Pro Medium" pitchFamily="34" charset="-122"/>
                <a:cs typeface="Be Vietnam Pro Medium" pitchFamily="34" charset="-120"/>
              </a:rPr>
              <a:t> mà</a:t>
            </a:r>
            <a:r>
              <a:rPr lang="en-US" sz="2550" dirty="0" spc="-16" kern="0">
                <a:solidFill>
                  <a:srgbClr val="14161C"/>
                </a:solidFill>
                <a:latin typeface="Be Vietnam Pro Medium" pitchFamily="34" charset="0"/>
                <a:ea typeface="Be Vietnam Pro Medium" pitchFamily="34" charset="-122"/>
                <a:cs typeface="Be Vietnam Pro Medium" pitchFamily="34" charset="-120"/>
              </a:rPr>
              <a:t> vẫn</a:t>
            </a:r>
            <a:r>
              <a:rPr lang="en-US" sz="2550" dirty="0" spc="1" kern="0">
                <a:solidFill>
                  <a:srgbClr val="14161C"/>
                </a:solidFill>
                <a:latin typeface="Be Vietnam Pro Medium" pitchFamily="34" charset="0"/>
                <a:ea typeface="Be Vietnam Pro Medium" pitchFamily="34" charset="-122"/>
                <a:cs typeface="Be Vietnam Pro Medium" pitchFamily="34" charset="-120"/>
              </a:rPr>
              <a:t> giữ</a:t>
            </a:r>
            <a:r>
              <a:rPr lang="en-US" sz="2550" dirty="0" spc="0" kern="0">
                <a:solidFill>
                  <a:srgbClr val="14161C"/>
                </a:solidFill>
                <a:latin typeface="Be Vietnam Pro Medium" pitchFamily="34" charset="0"/>
                <a:ea typeface="Be Vietnam Pro Medium" pitchFamily="34" charset="-122"/>
                <a:cs typeface="Be Vietnam Pro Medium" pitchFamily="34" charset="-120"/>
              </a:rPr>
              <a:t> kiểm</a:t>
            </a:r>
            <a:r>
              <a:rPr lang="en-US" sz="2550" dirty="0" spc="-17" kern="0">
                <a:solidFill>
                  <a:srgbClr val="14161C"/>
                </a:solidFill>
                <a:latin typeface="Be Vietnam Pro Medium" pitchFamily="34" charset="0"/>
                <a:ea typeface="Be Vietnam Pro Medium" pitchFamily="34" charset="-122"/>
                <a:cs typeface="Be Vietnam Pro Medium" pitchFamily="34" charset="-120"/>
              </a:rPr>
              <a:t> tra,</a:t>
            </a:r>
            <a:r>
              <a:rPr lang="en-US" sz="2550" dirty="0" spc="1" kern="0">
                <a:solidFill>
                  <a:srgbClr val="14161C"/>
                </a:solidFill>
                <a:latin typeface="Be Vietnam Pro Medium" pitchFamily="34" charset="0"/>
                <a:ea typeface="Be Vietnam Pro Medium" pitchFamily="34" charset="-122"/>
                <a:cs typeface="Be Vietnam Pro Medium" pitchFamily="34" charset="-120"/>
              </a:rPr>
              <a:t> xử lý</a:t>
            </a:r>
            <a:r>
              <a:rPr lang="en-US" sz="2550" dirty="0" spc="0" kern="0">
                <a:solidFill>
                  <a:srgbClr val="14161C"/>
                </a:solidFill>
                <a:latin typeface="Be Vietnam Pro Medium" pitchFamily="34" charset="0"/>
                <a:ea typeface="Be Vietnam Pro Medium" pitchFamily="34" charset="-122"/>
                <a:cs typeface="Be Vietnam Pro Medium" pitchFamily="34" charset="-120"/>
              </a:rPr>
              <a:t> lỗi,</a:t>
            </a:r>
            <a:r>
              <a:rPr lang="en-US" sz="2550" dirty="0" spc="-3" kern="0">
                <a:solidFill>
                  <a:srgbClr val="14161C"/>
                </a:solidFill>
                <a:latin typeface="Be Vietnam Pro Medium" pitchFamily="34" charset="0"/>
                <a:ea typeface="Be Vietnam Pro Medium" pitchFamily="34" charset="-122"/>
                <a:cs typeface="Be Vietnam Pro Medium" pitchFamily="34" charset="-120"/>
              </a:rPr>
              <a:t> bảo</a:t>
            </a:r>
            <a:r>
              <a:rPr lang="en-US" sz="2550" dirty="0" spc="-10" kern="0">
                <a:solidFill>
                  <a:srgbClr val="14161C"/>
                </a:solidFill>
                <a:latin typeface="Be Vietnam Pro Medium" pitchFamily="34" charset="0"/>
                <a:ea typeface="Be Vietnam Pro Medium" pitchFamily="34" charset="-122"/>
                <a:cs typeface="Be Vietnam Pro Medium" pitchFamily="34" charset="-120"/>
              </a:rPr>
              <a:t> mật;</a:t>
            </a:r>
            <a:r>
              <a:rPr lang="en-US" sz="2550" dirty="0" spc="0" kern="0">
                <a:solidFill>
                  <a:srgbClr val="14161C"/>
                </a:solidFill>
                <a:latin typeface="Be Vietnam Pro Medium" pitchFamily="34" charset="0"/>
                <a:ea typeface="Be Vietnam Pro Medium" pitchFamily="34" charset="-122"/>
                <a:cs typeface="Be Vietnam Pro Medium" pitchFamily="34" charset="-120"/>
              </a:rPr>
              <a:t> có</a:t>
            </a:r>
            <a:r>
              <a:rPr lang="en-US" sz="2550" dirty="0" spc="-15" kern="0">
                <a:solidFill>
                  <a:srgbClr val="14161C"/>
                </a:solidFill>
                <a:latin typeface="Be Vietnam Pro Medium" pitchFamily="34" charset="0"/>
                <a:ea typeface="Be Vietnam Pro Medium" pitchFamily="34" charset="-122"/>
                <a:cs typeface="Be Vietnam Pro Medium" pitchFamily="34" charset="-120"/>
              </a:rPr>
              <a:t> /ponytail-review.</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14161C"/>
                </a:solidFill>
                <a:latin typeface="Be Vietnam Pro Medium" pitchFamily="34" charset="0"/>
                <a:ea typeface="Be Vietnam Pro Medium" pitchFamily="34" charset="-122"/>
                <a:cs typeface="Be Vietnam Pro Medium" pitchFamily="34" charset="-120"/>
              </a:rPr>
              <a:t>/plugin</a:t>
            </a:r>
            <a:r>
              <a:rPr lang="en-US" sz="2550" dirty="0" spc="-11" kern="0">
                <a:solidFill>
                  <a:srgbClr val="14161C"/>
                </a:solidFill>
                <a:latin typeface="Be Vietnam Pro Medium" pitchFamily="34" charset="0"/>
                <a:ea typeface="Be Vietnam Pro Medium" pitchFamily="34" charset="-122"/>
                <a:cs typeface="Be Vietnam Pro Medium" pitchFamily="34" charset="-120"/>
              </a:rPr>
              <a:t> marketplace</a:t>
            </a:r>
            <a:r>
              <a:rPr lang="en-US" sz="2550" dirty="0" spc="1" kern="0">
                <a:solidFill>
                  <a:srgbClr val="14161C"/>
                </a:solidFill>
                <a:latin typeface="Be Vietnam Pro Medium" pitchFamily="34" charset="0"/>
                <a:ea typeface="Be Vietnam Pro Medium" pitchFamily="34" charset="-122"/>
                <a:cs typeface="Be Vietnam Pro Medium" pitchFamily="34" charset="-120"/>
              </a:rPr>
              <a:t> add</a:t>
            </a:r>
            <a:r>
              <a:rPr lang="en-US" sz="2550" dirty="0" spc="-2" kern="0">
                <a:solidFill>
                  <a:srgbClr val="14161C"/>
                </a:solidFill>
                <a:latin typeface="Be Vietnam Pro Medium" pitchFamily="34" charset="0"/>
                <a:ea typeface="Be Vietnam Pro Medium" pitchFamily="34" charset="-122"/>
                <a:cs typeface="Be Vietnam Pro Medium" pitchFamily="34" charset="-120"/>
              </a:rPr>
              <a:t> DietrichGebert/ponytail,</a:t>
            </a:r>
            <a:r>
              <a:rPr lang="en-US" sz="2550" dirty="0" spc="-19" kern="0">
                <a:solidFill>
                  <a:srgbClr val="14161C"/>
                </a:solidFill>
                <a:latin typeface="Be Vietnam Pro Medium" pitchFamily="34" charset="0"/>
                <a:ea typeface="Be Vietnam Pro Medium" pitchFamily="34" charset="-122"/>
                <a:cs typeface="Be Vietnam Pro Medium" pitchFamily="34" charset="-120"/>
              </a:rPr>
              <a:t> rồi</a:t>
            </a:r>
            <a:r>
              <a:rPr lang="en-US" sz="2550" dirty="0" spc="0" kern="0">
                <a:solidFill>
                  <a:srgbClr val="14161C"/>
                </a:solidFill>
                <a:latin typeface="Be Vietnam Pro Medium" pitchFamily="34" charset="0"/>
                <a:ea typeface="Be Vietnam Pro Medium" pitchFamily="34" charset="-122"/>
                <a:cs typeface="Be Vietnam Pro Medium" pitchFamily="34" charset="-120"/>
              </a:rPr>
              <a:t> /plugin</a:t>
            </a:r>
            <a:r>
              <a:rPr lang="en-US" sz="2550" dirty="0" spc="-9" kern="0">
                <a:solidFill>
                  <a:srgbClr val="14161C"/>
                </a:solidFill>
                <a:latin typeface="Be Vietnam Pro Medium" pitchFamily="34" charset="0"/>
                <a:ea typeface="Be Vietnam Pro Medium" pitchFamily="34" charset="-122"/>
                <a:cs typeface="Be Vietnam Pro Medium" pitchFamily="34" charset="-120"/>
              </a:rPr>
              <a:t> install ponytail@ponytail</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14161C"/>
                </a:solidFill>
                <a:latin typeface="Be Vietnam Pro Medium" pitchFamily="34" charset="0"/>
                <a:ea typeface="Be Vietnam Pro Medium" pitchFamily="34" charset="-122"/>
                <a:cs typeface="Be Vietnam Pro Medium" pitchFamily="34" charset="-120"/>
              </a:rPr>
              <a:t>Số</a:t>
            </a:r>
            <a:r>
              <a:rPr lang="en-US" sz="2550" dirty="0" spc="-8" kern="0">
                <a:solidFill>
                  <a:srgbClr val="14161C"/>
                </a:solidFill>
                <a:latin typeface="Be Vietnam Pro Medium" pitchFamily="34" charset="0"/>
                <a:ea typeface="Be Vietnam Pro Medium" pitchFamily="34" charset="-122"/>
                <a:cs typeface="Be Vietnam Pro Medium" pitchFamily="34" charset="-120"/>
              </a:rPr>
              <a:t> 53%</a:t>
            </a:r>
            <a:r>
              <a:rPr lang="en-US" sz="2550" dirty="0" spc="-4" kern="0">
                <a:solidFill>
                  <a:srgbClr val="14161C"/>
                </a:solidFill>
                <a:latin typeface="Be Vietnam Pro Medium" pitchFamily="34" charset="0"/>
                <a:ea typeface="Be Vietnam Pro Medium" pitchFamily="34" charset="-122"/>
                <a:cs typeface="Be Vietnam Pro Medium" pitchFamily="34" charset="-120"/>
              </a:rPr>
              <a:t> code</a:t>
            </a:r>
            <a:r>
              <a:rPr lang="en-US" sz="2550" dirty="0" spc="-20" kern="0">
                <a:solidFill>
                  <a:srgbClr val="14161C"/>
                </a:solidFill>
                <a:latin typeface="Be Vietnam Pro Medium" pitchFamily="34" charset="0"/>
                <a:ea typeface="Be Vietnam Pro Medium" pitchFamily="34" charset="-122"/>
                <a:cs typeface="Be Vietnam Pro Medium" pitchFamily="34" charset="-120"/>
              </a:rPr>
              <a:t> và</a:t>
            </a:r>
            <a:r>
              <a:rPr lang="en-US" sz="2550" dirty="0" spc="-2" kern="0">
                <a:solidFill>
                  <a:srgbClr val="14161C"/>
                </a:solidFill>
                <a:latin typeface="Be Vietnam Pro Medium" pitchFamily="34" charset="0"/>
                <a:ea typeface="Be Vietnam Pro Medium" pitchFamily="34" charset="-122"/>
                <a:cs typeface="Be Vietnam Pro Medium" pitchFamily="34" charset="-120"/>
              </a:rPr>
              <a:t> 98%</a:t>
            </a:r>
            <a:r>
              <a:rPr lang="en-US" sz="2550" dirty="0" spc="-14" kern="0">
                <a:solidFill>
                  <a:srgbClr val="14161C"/>
                </a:solidFill>
                <a:latin typeface="Be Vietnam Pro Medium" pitchFamily="34" charset="0"/>
                <a:ea typeface="Be Vietnam Pro Medium" pitchFamily="34" charset="-122"/>
                <a:cs typeface="Be Vietnam Pro Medium" pitchFamily="34" charset="-120"/>
              </a:rPr>
              <a:t> test</a:t>
            </a:r>
            <a:r>
              <a:rPr lang="en-US" sz="2550" dirty="0" spc="-2" kern="0">
                <a:solidFill>
                  <a:srgbClr val="14161C"/>
                </a:solidFill>
                <a:latin typeface="Be Vietnam Pro Medium" pitchFamily="34" charset="0"/>
                <a:ea typeface="Be Vietnam Pro Medium" pitchFamily="34" charset="-122"/>
                <a:cs typeface="Be Vietnam Pro Medium" pitchFamily="34" charset="-120"/>
              </a:rPr>
              <a:t> là</a:t>
            </a:r>
            <a:r>
              <a:rPr lang="en-US" sz="2550" dirty="0" spc="1" kern="0">
                <a:solidFill>
                  <a:srgbClr val="14161C"/>
                </a:solidFill>
                <a:latin typeface="Be Vietnam Pro Medium" pitchFamily="34" charset="0"/>
                <a:ea typeface="Be Vietnam Pro Medium" pitchFamily="34" charset="-122"/>
                <a:cs typeface="Be Vietnam Pro Medium" pitchFamily="34" charset="-120"/>
              </a:rPr>
              <a:t> của</a:t>
            </a:r>
            <a:r>
              <a:rPr lang="en-US" sz="2550" dirty="0" spc="-10" kern="0">
                <a:solidFill>
                  <a:srgbClr val="14161C"/>
                </a:solidFill>
                <a:latin typeface="Be Vietnam Pro Medium" pitchFamily="34" charset="0"/>
                <a:ea typeface="Be Vietnam Pro Medium" pitchFamily="34" charset="-122"/>
                <a:cs typeface="Be Vietnam Pro Medium" pitchFamily="34" charset="-120"/>
              </a:rPr>
              <a:t> tác</a:t>
            </a:r>
            <a:r>
              <a:rPr lang="en-US" sz="2550" dirty="0" spc="-1" kern="0">
                <a:solidFill>
                  <a:srgbClr val="14161C"/>
                </a:solidFill>
                <a:latin typeface="Be Vietnam Pro Medium" pitchFamily="34" charset="0"/>
                <a:ea typeface="Be Vietnam Pro Medium" pitchFamily="34" charset="-122"/>
                <a:cs typeface="Be Vietnam Pro Medium" pitchFamily="34" charset="-120"/>
              </a:rPr>
              <a:t> giả; chỉ</a:t>
            </a:r>
            <a:r>
              <a:rPr lang="en-US" sz="2550" dirty="0" spc="0" kern="0">
                <a:solidFill>
                  <a:srgbClr val="14161C"/>
                </a:solidFill>
                <a:latin typeface="Be Vietnam Pro Medium" pitchFamily="34" charset="0"/>
                <a:ea typeface="Be Vietnam Pro Medium" pitchFamily="34" charset="-122"/>
                <a:cs typeface="Be Vietnam Pro Medium" pitchFamily="34" charset="-120"/>
              </a:rPr>
              <a:t> cài từ</a:t>
            </a:r>
            <a:r>
              <a:rPr lang="en-US" sz="2550" dirty="0" spc="-2" kern="0">
                <a:solidFill>
                  <a:srgbClr val="14161C"/>
                </a:solidFill>
                <a:latin typeface="Be Vietnam Pro Medium" pitchFamily="34" charset="0"/>
                <a:ea typeface="Be Vietnam Pro Medium" pitchFamily="34" charset="-122"/>
                <a:cs typeface="Be Vietnam Pro Medium" pitchFamily="34" charset="-120"/>
              </a:rPr>
              <a:t> DietrichGebert/ponytail.</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[S6]</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07248" y="9564832"/>
            <a:ext cx="110836" cy="110836"/>
          </a:xfrm>
          <a:prstGeom prst="ellipse">
            <a:avLst/>
          </a:prstGeom>
          <a:solidFill>
            <a:srgbClr val="E8472B"/>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11/55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ac5a1911-e096-491a-bab1-3617c8282ba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6" kern="0">
                <a:solidFill>
                  <a:srgbClr val="14161C"/>
                </a:solidFill>
                <a:latin typeface="Bricolage Grotesque ExtraBold" pitchFamily="34" charset="0"/>
                <a:ea typeface="Bricolage Grotesque ExtraBold" pitchFamily="34" charset="-122"/>
                <a:cs typeface="Bricolage Grotesque ExtraBold" pitchFamily="34" charset="-120"/>
              </a:rPr>
              <a:t>Agent</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Skills:</a:t>
            </a:r>
            <a:r>
              <a:rPr lang="en-US" sz="5700" dirty="0" spc="-35" kern="0">
                <a:solidFill>
                  <a:srgbClr val="14161C"/>
                </a:solidFill>
                <a:latin typeface="Bricolage Grotesque ExtraBold" pitchFamily="34" charset="0"/>
                <a:ea typeface="Bricolage Grotesque ExtraBold" pitchFamily="34" charset="-122"/>
                <a:cs typeface="Bricolage Grotesque ExtraBold" pitchFamily="34" charset="-120"/>
              </a:rPr>
              <a:t> vòng</a:t>
            </a:r>
            <a:r>
              <a:rPr lang="en-US" sz="5700" dirty="0" spc="-18" kern="0">
                <a:solidFill>
                  <a:srgbClr val="14161C"/>
                </a:solidFill>
                <a:latin typeface="Bricolage Grotesque ExtraBold" pitchFamily="34" charset="0"/>
                <a:ea typeface="Bricolage Grotesque ExtraBold" pitchFamily="34" charset="-122"/>
                <a:cs typeface="Bricolage Grotesque ExtraBold" pitchFamily="34" charset="-120"/>
              </a:rPr>
              <a:t> đời</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DEFINE</a:t>
            </a:r>
            <a:r>
              <a:rPr lang="en-US" sz="5700" dirty="0" spc="14" kern="0">
                <a:solidFill>
                  <a:srgbClr val="14161C"/>
                </a:solidFill>
                <a:latin typeface="Bricolage Grotesque ExtraBold" pitchFamily="34" charset="0"/>
                <a:ea typeface="Bricolage Grotesque ExtraBold" pitchFamily="34" charset="-122"/>
                <a:cs typeface="Bricolage Grotesque ExtraBold" pitchFamily="34" charset="-120"/>
              </a:rPr>
              <a:t> đến</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SHIP</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trong</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9</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lệnh</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Be Vietnam Pro" pitchFamily="34" charset="0"/>
                <a:ea typeface="Be Vietnam Pro" pitchFamily="34" charset="-122"/>
                <a:cs typeface="Be Vietnam Pro" pitchFamily="34" charset="-120"/>
              </a:rPr>
              <a:t>"Senior</a:t>
            </a:r>
            <a:r>
              <a:rPr lang="en-US" sz="2700" dirty="0" spc="3" kern="0">
                <a:solidFill>
                  <a:srgbClr val="14161C"/>
                </a:solidFill>
                <a:latin typeface="Be Vietnam Pro" pitchFamily="34" charset="0"/>
                <a:ea typeface="Be Vietnam Pro" pitchFamily="34" charset="-122"/>
                <a:cs typeface="Be Vietnam Pro" pitchFamily="34" charset="-120"/>
              </a:rPr>
              <a:t> engineering</a:t>
            </a:r>
            <a:r>
              <a:rPr lang="en-US" sz="2700" dirty="0" spc="-1" kern="0">
                <a:solidFill>
                  <a:srgbClr val="14161C"/>
                </a:solidFill>
                <a:latin typeface="Be Vietnam Pro" pitchFamily="34" charset="0"/>
                <a:ea typeface="Be Vietnam Pro" pitchFamily="34" charset="-122"/>
                <a:cs typeface="Be Vietnam Pro" pitchFamily="34" charset="-120"/>
              </a:rPr>
              <a:t> habits,</a:t>
            </a:r>
            <a:r>
              <a:rPr lang="en-US" sz="2700" dirty="0" spc="-15" kern="0">
                <a:solidFill>
                  <a:srgbClr val="14161C"/>
                </a:solidFill>
                <a:latin typeface="Be Vietnam Pro" pitchFamily="34" charset="0"/>
                <a:ea typeface="Be Vietnam Pro" pitchFamily="34" charset="-122"/>
                <a:cs typeface="Be Vietnam Pro" pitchFamily="34" charset="-120"/>
              </a:rPr>
              <a:t> step</a:t>
            </a:r>
            <a:r>
              <a:rPr lang="en-US" sz="2700" dirty="0" spc="-34" kern="0">
                <a:solidFill>
                  <a:srgbClr val="14161C"/>
                </a:solidFill>
                <a:latin typeface="Be Vietnam Pro" pitchFamily="34" charset="0"/>
                <a:ea typeface="Be Vietnam Pro" pitchFamily="34" charset="-122"/>
                <a:cs typeface="Be Vietnam Pro" pitchFamily="34" charset="-120"/>
              </a:rPr>
              <a:t> by</a:t>
            </a:r>
            <a:r>
              <a:rPr lang="en-US" sz="2700" dirty="0" spc="-14" kern="0">
                <a:solidFill>
                  <a:srgbClr val="14161C"/>
                </a:solidFill>
                <a:latin typeface="Be Vietnam Pro" pitchFamily="34" charset="0"/>
                <a:ea typeface="Be Vietnam Pro" pitchFamily="34" charset="-122"/>
                <a:cs typeface="Be Vietnam Pro" pitchFamily="34" charset="-120"/>
              </a:rPr>
              <a:t> step"</a:t>
            </a:r>
            <a:r>
              <a:rPr lang="en-US" sz="2700" dirty="0" spc="-2" kern="0">
                <a:solidFill>
                  <a:srgbClr val="14161C"/>
                </a:solidFill>
                <a:latin typeface="Be Vietnam Pro" pitchFamily="34" charset="0"/>
                <a:ea typeface="Be Vietnam Pro" pitchFamily="34" charset="-122"/>
                <a:cs typeface="Be Vietnam Pro" pitchFamily="34" charset="-120"/>
              </a:rPr>
              <a:t> ·</a:t>
            </a:r>
            <a:r>
              <a:rPr lang="en-US" sz="2700" dirty="0" spc="-1" kern="0">
                <a:solidFill>
                  <a:srgbClr val="14161C"/>
                </a:solidFill>
                <a:latin typeface="Be Vietnam Pro" pitchFamily="34" charset="0"/>
                <a:ea typeface="Be Vietnam Pro" pitchFamily="34" charset="-122"/>
                <a:cs typeface="Be Vietnam Pro" pitchFamily="34" charset="-120"/>
              </a:rPr>
              <a:t> 109k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5" kern="0">
                <a:solidFill>
                  <a:srgbClr val="14161C"/>
                </a:solidFill>
                <a:latin typeface="Be Vietnam Pro" pitchFamily="34" charset="0"/>
                <a:ea typeface="Be Vietnam Pro" pitchFamily="34" charset="-122"/>
                <a:cs typeface="Be Vietnam Pro" pitchFamily="34" charset="-120"/>
              </a:rPr>
              <a:t>25</a:t>
            </a:r>
            <a:r>
              <a:rPr lang="en-US" sz="2700" dirty="0" spc="-1" kern="0">
                <a:solidFill>
                  <a:srgbClr val="14161C"/>
                </a:solidFill>
                <a:latin typeface="Be Vietnam Pro" pitchFamily="34" charset="0"/>
                <a:ea typeface="Be Vietnam Pro" pitchFamily="34" charset="-122"/>
                <a:cs typeface="Be Vietnam Pro" pitchFamily="34" charset="-120"/>
              </a:rPr>
              <a:t> skill</a:t>
            </a:r>
            <a:r>
              <a:rPr lang="en-US" sz="2700" dirty="0" spc="-2" kern="0">
                <a:solidFill>
                  <a:srgbClr val="14161C"/>
                </a:solidFill>
                <a:latin typeface="Be Vietnam Pro" pitchFamily="34" charset="0"/>
                <a:ea typeface="Be Vietnam Pro" pitchFamily="34" charset="-122"/>
                <a:cs typeface="Be Vietnam Pro" pitchFamily="34" charset="-120"/>
              </a:rPr>
              <a:t> mã</a:t>
            </a:r>
            <a:r>
              <a:rPr lang="en-US" sz="2700" dirty="0" spc="-6" kern="0">
                <a:solidFill>
                  <a:srgbClr val="14161C"/>
                </a:solidFill>
                <a:latin typeface="Be Vietnam Pro" pitchFamily="34" charset="0"/>
                <a:ea typeface="Be Vietnam Pro" pitchFamily="34" charset="-122"/>
                <a:cs typeface="Be Vietnam Pro" pitchFamily="34" charset="-120"/>
              </a:rPr>
              <a:t> hóa</a:t>
            </a:r>
            <a:r>
              <a:rPr lang="en-US" sz="2700" dirty="0" spc="0" kern="0">
                <a:solidFill>
                  <a:srgbClr val="14161C"/>
                </a:solidFill>
                <a:latin typeface="Be Vietnam Pro" pitchFamily="34" charset="0"/>
                <a:ea typeface="Be Vietnam Pro" pitchFamily="34" charset="-122"/>
                <a:cs typeface="Be Vietnam Pro" pitchFamily="34" charset="-120"/>
              </a:rPr>
              <a:t> thói quen</a:t>
            </a:r>
            <a:r>
              <a:rPr lang="en-US" sz="2700" dirty="0" spc="-6" kern="0">
                <a:solidFill>
                  <a:srgbClr val="14161C"/>
                </a:solidFill>
                <a:latin typeface="Be Vietnam Pro" pitchFamily="34" charset="0"/>
                <a:ea typeface="Be Vietnam Pro" pitchFamily="34" charset="-122"/>
                <a:cs typeface="Be Vietnam Pro" pitchFamily="34" charset="-120"/>
              </a:rPr>
              <a:t> senior</a:t>
            </a:r>
            <a:r>
              <a:rPr lang="en-US" sz="2700" dirty="0" spc="-3" kern="0">
                <a:solidFill>
                  <a:srgbClr val="14161C"/>
                </a:solidFill>
                <a:latin typeface="Be Vietnam Pro" pitchFamily="34" charset="0"/>
                <a:ea typeface="Be Vietnam Pro" pitchFamily="34" charset="-122"/>
                <a:cs typeface="Be Vietnam Pro" pitchFamily="34" charset="-120"/>
              </a:rPr>
              <a:t> theo</a:t>
            </a:r>
            <a:r>
              <a:rPr lang="en-US" sz="2700" dirty="0" spc="-7" kern="0">
                <a:solidFill>
                  <a:srgbClr val="14161C"/>
                </a:solidFill>
                <a:latin typeface="Be Vietnam Pro" pitchFamily="34" charset="0"/>
                <a:ea typeface="Be Vietnam Pro" pitchFamily="34" charset="-122"/>
                <a:cs typeface="Be Vietnam Pro" pitchFamily="34" charset="-120"/>
              </a:rPr>
              <a:t> sáu</a:t>
            </a:r>
            <a:r>
              <a:rPr lang="en-US" sz="2700" dirty="0" spc="8" kern="0">
                <a:solidFill>
                  <a:srgbClr val="14161C"/>
                </a:solidFill>
                <a:latin typeface="Be Vietnam Pro" pitchFamily="34" charset="0"/>
                <a:ea typeface="Be Vietnam Pro" pitchFamily="34" charset="-122"/>
                <a:cs typeface="Be Vietnam Pro" pitchFamily="34" charset="-120"/>
              </a:rPr>
              <a:t> bước</a:t>
            </a:r>
            <a:r>
              <a:rPr lang="en-US" sz="2700" dirty="0" spc="0" kern="0">
                <a:solidFill>
                  <a:srgbClr val="14161C"/>
                </a:solidFill>
                <a:latin typeface="Be Vietnam Pro" pitchFamily="34" charset="0"/>
                <a:ea typeface="Be Vietnam Pro" pitchFamily="34" charset="-122"/>
                <a:cs typeface="Be Vietnam Pro" pitchFamily="34" charset="-120"/>
              </a:rPr>
              <a:t> DEFINE, PLAN,</a:t>
            </a:r>
            <a:r>
              <a:rPr lang="en-US" sz="2700" dirty="0" spc="-2" kern="0">
                <a:solidFill>
                  <a:srgbClr val="14161C"/>
                </a:solidFill>
                <a:latin typeface="Be Vietnam Pro" pitchFamily="34" charset="0"/>
                <a:ea typeface="Be Vietnam Pro" pitchFamily="34" charset="-122"/>
                <a:cs typeface="Be Vietnam Pro" pitchFamily="34" charset="-120"/>
              </a:rPr>
              <a:t> BUILD,</a:t>
            </a:r>
            <a:r>
              <a:rPr lang="en-US" sz="2700" dirty="0" spc="0" kern="0">
                <a:solidFill>
                  <a:srgbClr val="14161C"/>
                </a:solidFill>
                <a:latin typeface="Be Vietnam Pro" pitchFamily="34" charset="0"/>
                <a:ea typeface="Be Vietnam Pro" pitchFamily="34" charset="-122"/>
                <a:cs typeface="Be Vietnam Pro" pitchFamily="34" charset="-120"/>
              </a:rPr>
              <a:t> VERIFY,</a:t>
            </a:r>
            <a:r>
              <a:rPr lang="en-US" sz="2700" dirty="0" spc="1" kern="0">
                <a:solidFill>
                  <a:srgbClr val="14161C"/>
                </a:solidFill>
                <a:latin typeface="Be Vietnam Pro" pitchFamily="34" charset="0"/>
                <a:ea typeface="Be Vietnam Pro" pitchFamily="34" charset="-122"/>
                <a:cs typeface="Be Vietnam Pro" pitchFamily="34" charset="-120"/>
              </a:rPr>
              <a:t> REVIEW,</a:t>
            </a:r>
            <a:r>
              <a:rPr lang="en-US" sz="2700" dirty="0" spc="-1" kern="0">
                <a:solidFill>
                  <a:srgbClr val="14161C"/>
                </a:solidFill>
                <a:latin typeface="Be Vietnam Pro" pitchFamily="34" charset="0"/>
                <a:ea typeface="Be Vietnam Pro" pitchFamily="34" charset="-122"/>
                <a:cs typeface="Be Vietnam Pro" pitchFamily="34" charset="-120"/>
              </a:rPr>
              <a:t> SHIP.</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30" kern="0">
                <a:solidFill>
                  <a:srgbClr val="14161C"/>
                </a:solidFill>
                <a:latin typeface="Be Vietnam Pro" pitchFamily="34" charset="0"/>
                <a:ea typeface="Be Vietnam Pro" pitchFamily="34" charset="-122"/>
                <a:cs typeface="Be Vietnam Pro" pitchFamily="34" charset="-120"/>
              </a:rPr>
              <a:t>npx</a:t>
            </a:r>
            <a:r>
              <a:rPr lang="en-US" sz="2700" dirty="0" spc="-1" kern="0">
                <a:solidFill>
                  <a:srgbClr val="14161C"/>
                </a:solidFill>
                <a:latin typeface="Be Vietnam Pro" pitchFamily="34" charset="0"/>
                <a:ea typeface="Be Vietnam Pro" pitchFamily="34" charset="-122"/>
                <a:cs typeface="Be Vietnam Pro" pitchFamily="34" charset="-120"/>
              </a:rPr>
              <a:t> skills</a:t>
            </a:r>
            <a:r>
              <a:rPr lang="en-US" sz="2700" dirty="0" spc="-4" kern="0">
                <a:solidFill>
                  <a:srgbClr val="14161C"/>
                </a:solidFill>
                <a:latin typeface="Be Vietnam Pro" pitchFamily="34" charset="0"/>
                <a:ea typeface="Be Vietnam Pro" pitchFamily="34" charset="-122"/>
                <a:cs typeface="Be Vietnam Pro" pitchFamily="34" charset="-120"/>
              </a:rPr>
              <a:t> add</a:t>
            </a:r>
            <a:r>
              <a:rPr lang="en-US" sz="2700" dirty="0" spc="-17" kern="0">
                <a:solidFill>
                  <a:srgbClr val="14161C"/>
                </a:solidFill>
                <a:latin typeface="Be Vietnam Pro" pitchFamily="34" charset="0"/>
                <a:ea typeface="Be Vietnam Pro" pitchFamily="34" charset="-122"/>
                <a:cs typeface="Be Vietnam Pro" pitchFamily="34" charset="-120"/>
              </a:rPr>
              <a:t> addyosmani/agent-skills</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30" kern="0">
                <a:solidFill>
                  <a:srgbClr val="14161C"/>
                </a:solidFill>
                <a:latin typeface="Be Vietnam Pro" pitchFamily="34" charset="0"/>
                <a:ea typeface="Be Vietnam Pro" pitchFamily="34" charset="-122"/>
                <a:cs typeface="Be Vietnam Pro" pitchFamily="34" charset="-120"/>
              </a:rPr>
              <a:t>/review</a:t>
            </a:r>
            <a:r>
              <a:rPr lang="en-US" sz="2700" dirty="0" spc="-2" kern="0">
                <a:solidFill>
                  <a:srgbClr val="14161C"/>
                </a:solidFill>
                <a:latin typeface="Be Vietnam Pro" pitchFamily="34" charset="0"/>
                <a:ea typeface="Be Vietnam Pro" pitchFamily="34" charset="-122"/>
                <a:cs typeface="Be Vietnam Pro" pitchFamily="34" charset="-120"/>
              </a:rPr>
              <a:t> trùng lệnh</a:t>
            </a:r>
            <a:r>
              <a:rPr lang="en-US" sz="2700" dirty="0" spc="-1" kern="0">
                <a:solidFill>
                  <a:srgbClr val="14161C"/>
                </a:solidFill>
                <a:latin typeface="Be Vietnam Pro" pitchFamily="34" charset="0"/>
                <a:ea typeface="Be Vietnam Pro" pitchFamily="34" charset="-122"/>
                <a:cs typeface="Be Vietnam Pro" pitchFamily="34" charset="-120"/>
              </a:rPr>
              <a:t> có</a:t>
            </a:r>
            <a:r>
              <a:rPr lang="en-US" sz="2700" dirty="0" spc="-9" kern="0">
                <a:solidFill>
                  <a:srgbClr val="14161C"/>
                </a:solidFill>
                <a:latin typeface="Be Vietnam Pro" pitchFamily="34" charset="0"/>
                <a:ea typeface="Be Vietnam Pro" pitchFamily="34" charset="-122"/>
                <a:cs typeface="Be Vietnam Pro" pitchFamily="34" charset="-120"/>
              </a:rPr>
              <a:t> sẵn</a:t>
            </a:r>
            <a:r>
              <a:rPr lang="en-US" sz="2700" dirty="0" spc="-2" kern="0">
                <a:solidFill>
                  <a:srgbClr val="14161C"/>
                </a:solidFill>
                <a:latin typeface="Be Vietnam Pro" pitchFamily="34" charset="0"/>
                <a:ea typeface="Be Vietnam Pro" pitchFamily="34" charset="-122"/>
                <a:cs typeface="Be Vietnam Pro" pitchFamily="34" charset="-120"/>
              </a:rPr>
              <a:t> của</a:t>
            </a:r>
            <a:r>
              <a:rPr lang="en-US" sz="2700" dirty="0" spc="1" kern="0">
                <a:solidFill>
                  <a:srgbClr val="14161C"/>
                </a:solidFill>
                <a:latin typeface="Be Vietnam Pro" pitchFamily="34" charset="0"/>
                <a:ea typeface="Be Vietnam Pro" pitchFamily="34" charset="-122"/>
                <a:cs typeface="Be Vietnam Pro" pitchFamily="34" charset="-120"/>
              </a:rPr>
              <a:t> Claude</a:t>
            </a:r>
            <a:r>
              <a:rPr lang="en-US" sz="2700" dirty="0" spc="-2" kern="0">
                <a:solidFill>
                  <a:srgbClr val="14161C"/>
                </a:solidFill>
                <a:latin typeface="Be Vietnam Pro" pitchFamily="34" charset="0"/>
                <a:ea typeface="Be Vietnam Pro" pitchFamily="34" charset="-122"/>
                <a:cs typeface="Be Vietnam Pro" pitchFamily="34" charset="-120"/>
              </a:rPr>
              <a:t> Code,</a:t>
            </a:r>
            <a:r>
              <a:rPr lang="en-US" sz="2700" dirty="0" spc="-4" kern="0">
                <a:solidFill>
                  <a:srgbClr val="14161C"/>
                </a:solidFill>
                <a:latin typeface="Be Vietnam Pro" pitchFamily="34" charset="0"/>
                <a:ea typeface="Be Vietnam Pro" pitchFamily="34" charset="-122"/>
                <a:cs typeface="Be Vietnam Pro" pitchFamily="34" charset="-120"/>
              </a:rPr>
              <a:t> nên</a:t>
            </a:r>
            <a:r>
              <a:rPr lang="en-US" sz="2700" dirty="0" spc="-15" kern="0">
                <a:solidFill>
                  <a:srgbClr val="14161C"/>
                </a:solidFill>
                <a:latin typeface="Be Vietnam Pro" pitchFamily="34" charset="0"/>
                <a:ea typeface="Be Vietnam Pro" pitchFamily="34" charset="-122"/>
                <a:cs typeface="Be Vietnam Pro" pitchFamily="34" charset="-120"/>
              </a:rPr>
              <a:t> gọi</a:t>
            </a:r>
            <a:r>
              <a:rPr lang="en-US" sz="2700" dirty="0" spc="-22" kern="0">
                <a:solidFill>
                  <a:srgbClr val="14161C"/>
                </a:solidFill>
                <a:latin typeface="Be Vietnam Pro" pitchFamily="34" charset="0"/>
                <a:ea typeface="Be Vietnam Pro" pitchFamily="34" charset="-122"/>
                <a:cs typeface="Be Vietnam Pro" pitchFamily="34" charset="-120"/>
              </a:rPr>
              <a:t> /agent-skills:review.</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[S7]</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73502" y="9564832"/>
            <a:ext cx="110836" cy="110836"/>
          </a:xfrm>
          <a:prstGeom prst="ellipse">
            <a:avLst/>
          </a:prstGeom>
          <a:solidFill>
            <a:srgbClr val="E8472B"/>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12/55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775657cf-6cc9-4eb1-869f-4289aed31af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5" kern="0">
                <a:solidFill>
                  <a:srgbClr val="F3EEE3"/>
                </a:solidFill>
                <a:latin typeface="Bricolage Grotesque ExtraBold" pitchFamily="34" charset="0"/>
                <a:ea typeface="Bricolage Grotesque ExtraBold" pitchFamily="34" charset="-122"/>
                <a:cs typeface="Bricolage Grotesque ExtraBold" pitchFamily="34" charset="-120"/>
              </a:rPr>
              <a:t>Superpowers</a:t>
            </a:r>
            <a:r>
              <a:rPr lang="en-US" sz="5700" dirty="0" spc="-66"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Matt</a:t>
            </a:r>
            <a:r>
              <a:rPr lang="en-US" sz="5700" dirty="0" spc="-7" kern="0">
                <a:solidFill>
                  <a:srgbClr val="F3EEE3"/>
                </a:solidFill>
                <a:latin typeface="Bricolage Grotesque ExtraBold" pitchFamily="34" charset="0"/>
                <a:ea typeface="Bricolage Grotesque ExtraBold" pitchFamily="34" charset="-122"/>
                <a:cs typeface="Bricolage Grotesque ExtraBold" pitchFamily="34" charset="-120"/>
              </a:rPr>
              <a:t> Pocock:</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hai</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cách</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nghĩ</a:t>
            </a:r>
            <a:r>
              <a:rPr lang="en-US" sz="5700" dirty="0" spc="-61" kern="0">
                <a:solidFill>
                  <a:srgbClr val="F3EEE3"/>
                </a:solidFill>
                <a:latin typeface="Bricolage Grotesque ExtraBold" pitchFamily="34" charset="0"/>
                <a:ea typeface="Bricolage Grotesque ExtraBold" pitchFamily="34" charset="-122"/>
                <a:cs typeface="Bricolage Grotesque ExtraBold" pitchFamily="34" charset="-120"/>
              </a:rPr>
              <a:t> về</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quy</a:t>
            </a:r>
            <a:r>
              <a:rPr lang="en-US" sz="5700" dirty="0" spc="-11" kern="0">
                <a:solidFill>
                  <a:srgbClr val="F3EEE3"/>
                </a:solidFill>
                <a:latin typeface="Bricolage Grotesque ExtraBold" pitchFamily="34" charset="0"/>
                <a:ea typeface="Bricolage Grotesque ExtraBold" pitchFamily="34" charset="-122"/>
                <a:cs typeface="Bricolage Grotesque ExtraBold" pitchFamily="34" charset="-120"/>
              </a:rPr>
              <a:t> trình</a:t>
            </a:r>
            <a:endParaRPr lang="en-US" sz="5700" dirty="0"/>
          </a:p>
        </p:txBody>
      </p:sp>
      <p:sp>
        <p:nvSpPr>
          <p:cNvPr id="3" name="Shape 1"/>
          <p:cNvSpPr/>
          <p:nvPr/>
        </p:nvSpPr>
        <p:spPr>
          <a:xfrm>
            <a:off x="914400" y="2857500"/>
            <a:ext cx="8058150" cy="4191000"/>
          </a:xfrm>
          <a:prstGeom prst="roundRect">
            <a:avLst>
              <a:gd name="adj" fmla="val 6364"/>
            </a:avLst>
          </a:prstGeom>
          <a:solidFill>
            <a:srgbClr val="4A3A22"/>
          </a:solidFill>
          <a:ln/>
        </p:spPr>
      </p:sp>
      <p:sp>
        <p:nvSpPr>
          <p:cNvPr id="4" name="Shape 2"/>
          <p:cNvSpPr/>
          <p:nvPr/>
        </p:nvSpPr>
        <p:spPr>
          <a:xfrm>
            <a:off x="914400" y="2857500"/>
            <a:ext cx="133350" cy="4191000"/>
          </a:xfrm>
          <a:prstGeom prst="roundRect">
            <a:avLst>
              <a:gd name="adj" fmla="val 50000"/>
            </a:avLst>
          </a:prstGeom>
          <a:solidFill>
            <a:srgbClr val="FFB454"/>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200" dirty="0" spc="-17" kern="0">
                <a:solidFill>
                  <a:srgbClr val="FFB454"/>
                </a:solidFill>
                <a:latin typeface="Bricolage Grotesque ExtraBold" pitchFamily="34" charset="0"/>
                <a:ea typeface="Bricolage Grotesque ExtraBold" pitchFamily="34" charset="-122"/>
                <a:cs typeface="Bricolage Grotesque ExtraBold" pitchFamily="34" charset="-120"/>
              </a:rPr>
              <a:t>Superpowers</a:t>
            </a:r>
            <a:endParaRPr lang="en-US" sz="4200" dirty="0"/>
          </a:p>
        </p:txBody>
      </p:sp>
      <p:sp>
        <p:nvSpPr>
          <p:cNvPr id="6" name="Text 4"/>
          <p:cNvSpPr/>
          <p:nvPr/>
        </p:nvSpPr>
        <p:spPr>
          <a:xfrm>
            <a:off x="1371600" y="4286250"/>
            <a:ext cx="7143750" cy="2286000"/>
          </a:xfrm>
          <a:prstGeom prst="rect">
            <a:avLst/>
          </a:prstGeom>
          <a:noFill/>
          <a:ln/>
        </p:spPr>
        <p:txBody>
          <a:bodyPr wrap="square" lIns="0" tIns="17002" rIns="0" bIns="-17002" rtlCol="0" anchor="t"/>
          <a:lstStyle/>
          <a:p>
            <a:pPr algn="l" indent="0" marL="0">
              <a:lnSpc>
                <a:spcPts val="4095"/>
              </a:lnSpc>
              <a:buNone/>
            </a:pPr>
            <a:r>
              <a:rPr lang="en-US" sz="3150" dirty="0" spc="-1" kern="0">
                <a:solidFill>
                  <a:srgbClr val="F3EEE3"/>
                </a:solidFill>
                <a:latin typeface="Be Vietnam Pro" pitchFamily="34" charset="0"/>
                <a:ea typeface="Be Vietnam Pro" pitchFamily="34" charset="-122"/>
                <a:cs typeface="Be Vietnam Pro" pitchFamily="34" charset="-120"/>
              </a:rPr>
              <a:t>Quy</a:t>
            </a:r>
            <a:r>
              <a:rPr lang="en-US" sz="3150" dirty="0" spc="9" kern="0">
                <a:solidFill>
                  <a:srgbClr val="F3EEE3"/>
                </a:solidFill>
                <a:latin typeface="Be Vietnam Pro" pitchFamily="34" charset="0"/>
                <a:ea typeface="Be Vietnam Pro" pitchFamily="34" charset="-122"/>
                <a:cs typeface="Be Vietnam Pro" pitchFamily="34" charset="-120"/>
              </a:rPr>
              <a:t> trình</a:t>
            </a:r>
            <a:r>
              <a:rPr lang="en-US" sz="3150" dirty="0" spc="-4" kern="0">
                <a:solidFill>
                  <a:srgbClr val="F3EEE3"/>
                </a:solidFill>
                <a:latin typeface="Be Vietnam Pro" pitchFamily="34" charset="0"/>
                <a:ea typeface="Be Vietnam Pro" pitchFamily="34" charset="-122"/>
                <a:cs typeface="Be Vietnam Pro" pitchFamily="34" charset="-120"/>
              </a:rPr>
              <a:t> hoàn</a:t>
            </a:r>
            <a:r>
              <a:rPr lang="en-US" sz="3150" dirty="0" spc="1" kern="0">
                <a:solidFill>
                  <a:srgbClr val="F3EEE3"/>
                </a:solidFill>
                <a:latin typeface="Be Vietnam Pro" pitchFamily="34" charset="0"/>
                <a:ea typeface="Be Vietnam Pro" pitchFamily="34" charset="-122"/>
                <a:cs typeface="Be Vietnam Pro" pitchFamily="34" charset="-120"/>
              </a:rPr>
              <a:t> chỉnh;</a:t>
            </a:r>
            <a:r>
              <a:rPr lang="en-US" sz="3150" dirty="0" spc="0" kern="0">
                <a:solidFill>
                  <a:srgbClr val="F3EEE3"/>
                </a:solidFill>
                <a:latin typeface="Be Vietnam Pro" pitchFamily="34" charset="0"/>
                <a:ea typeface="Be Vietnam Pro" pitchFamily="34" charset="-122"/>
                <a:cs typeface="Be Vietnam Pro" pitchFamily="34" charset="-120"/>
              </a:rPr>
              <a:t> skill</a:t>
            </a:r>
            <a:r>
              <a:rPr lang="en-US" sz="3150" dirty="0" spc="-1" kern="0">
                <a:solidFill>
                  <a:srgbClr val="F3EEE3"/>
                </a:solidFill>
                <a:latin typeface="Be Vietnam Pro" pitchFamily="34" charset="0"/>
                <a:ea typeface="Be Vietnam Pro" pitchFamily="34" charset="-122"/>
                <a:cs typeface="Be Vietnam Pro" pitchFamily="34" charset="-120"/>
              </a:rPr>
              <a:t> tự kích</a:t>
            </a:r>
            <a:r>
              <a:rPr lang="en-US" sz="3150" dirty="0" spc="-18" kern="0">
                <a:solidFill>
                  <a:srgbClr val="F3EEE3"/>
                </a:solidFill>
                <a:latin typeface="Be Vietnam Pro" pitchFamily="34" charset="0"/>
                <a:ea typeface="Be Vietnam Pro" pitchFamily="34" charset="-122"/>
                <a:cs typeface="Be Vietnam Pro" pitchFamily="34" charset="-120"/>
              </a:rPr>
              <a:t> hoạt</a:t>
            </a:r>
            <a:r>
              <a:rPr lang="en-US" sz="3150" dirty="0" spc="-2" kern="0">
                <a:solidFill>
                  <a:srgbClr val="F3EEE3"/>
                </a:solidFill>
                <a:latin typeface="Be Vietnam Pro" pitchFamily="34" charset="0"/>
                <a:ea typeface="Be Vietnam Pro" pitchFamily="34" charset="-122"/>
                <a:cs typeface="Be Vietnam Pro" pitchFamily="34" charset="-120"/>
              </a:rPr>
              <a:t> khi</a:t>
            </a:r>
            <a:r>
              <a:rPr lang="en-US" sz="3150" dirty="0" spc="-21" kern="0">
                <a:solidFill>
                  <a:srgbClr val="F3EEE3"/>
                </a:solidFill>
                <a:latin typeface="Be Vietnam Pro" pitchFamily="34" charset="0"/>
                <a:ea typeface="Be Vietnam Pro" pitchFamily="34" charset="-122"/>
                <a:cs typeface="Be Vietnam Pro" pitchFamily="34" charset="-120"/>
              </a:rPr>
              <a:t> agent</a:t>
            </a:r>
            <a:r>
              <a:rPr lang="en-US" sz="3150" dirty="0" spc="-12" kern="0">
                <a:solidFill>
                  <a:srgbClr val="F3EEE3"/>
                </a:solidFill>
                <a:latin typeface="Be Vietnam Pro" pitchFamily="34" charset="0"/>
                <a:ea typeface="Be Vietnam Pro" pitchFamily="34" charset="-122"/>
                <a:cs typeface="Be Vietnam Pro" pitchFamily="34" charset="-120"/>
              </a:rPr>
              <a:t> thấy</a:t>
            </a:r>
            <a:r>
              <a:rPr lang="en-US" sz="3150" dirty="0" spc="-3" kern="0">
                <a:solidFill>
                  <a:srgbClr val="F3EEE3"/>
                </a:solidFill>
                <a:latin typeface="Be Vietnam Pro" pitchFamily="34" charset="0"/>
                <a:ea typeface="Be Vietnam Pro" pitchFamily="34" charset="-122"/>
                <a:cs typeface="Be Vietnam Pro" pitchFamily="34" charset="-120"/>
              </a:rPr>
              <a:t> bạn</a:t>
            </a:r>
            <a:r>
              <a:rPr lang="en-US" sz="3150" dirty="0" spc="13" kern="0">
                <a:solidFill>
                  <a:srgbClr val="F3EEE3"/>
                </a:solidFill>
                <a:latin typeface="Be Vietnam Pro" pitchFamily="34" charset="0"/>
                <a:ea typeface="Be Vietnam Pro" pitchFamily="34" charset="-122"/>
                <a:cs typeface="Be Vietnam Pro" pitchFamily="34" charset="-120"/>
              </a:rPr>
              <a:t> đang</a:t>
            </a:r>
            <a:r>
              <a:rPr lang="en-US" sz="3150" dirty="0" spc="-38" kern="0">
                <a:solidFill>
                  <a:srgbClr val="F3EEE3"/>
                </a:solidFill>
                <a:latin typeface="Be Vietnam Pro" pitchFamily="34" charset="0"/>
                <a:ea typeface="Be Vietnam Pro" pitchFamily="34" charset="-122"/>
                <a:cs typeface="Be Vietnam Pro" pitchFamily="34" charset="-120"/>
              </a:rPr>
              <a:t> xây</a:t>
            </a:r>
            <a:r>
              <a:rPr lang="en-US" sz="3150" dirty="0" spc="-1" kern="0">
                <a:solidFill>
                  <a:srgbClr val="F3EEE3"/>
                </a:solidFill>
                <a:latin typeface="Be Vietnam Pro" pitchFamily="34" charset="0"/>
                <a:ea typeface="Be Vietnam Pro" pitchFamily="34" charset="-122"/>
                <a:cs typeface="Be Vietnam Pro" pitchFamily="34" charset="-120"/>
              </a:rPr>
              <a:t> thứ gì.</a:t>
            </a:r>
            <a:endParaRPr lang="en-US" sz="3150" dirty="0"/>
          </a:p>
        </p:txBody>
      </p:sp>
      <p:sp>
        <p:nvSpPr>
          <p:cNvPr id="7" name="Shape 5"/>
          <p:cNvSpPr/>
          <p:nvPr/>
        </p:nvSpPr>
        <p:spPr>
          <a:xfrm>
            <a:off x="9315450" y="2857500"/>
            <a:ext cx="8058150" cy="4191000"/>
          </a:xfrm>
          <a:prstGeom prst="roundRect">
            <a:avLst>
              <a:gd name="adj" fmla="val 6364"/>
            </a:avLst>
          </a:prstGeom>
          <a:solidFill>
            <a:srgbClr val="1C4236"/>
          </a:solidFill>
          <a:ln/>
        </p:spPr>
      </p:sp>
      <p:sp>
        <p:nvSpPr>
          <p:cNvPr id="8" name="Shape 6"/>
          <p:cNvSpPr/>
          <p:nvPr/>
        </p:nvSpPr>
        <p:spPr>
          <a:xfrm>
            <a:off x="9315450" y="2857500"/>
            <a:ext cx="133350" cy="4191000"/>
          </a:xfrm>
          <a:prstGeom prst="roundRect">
            <a:avLst>
              <a:gd name="adj" fmla="val 50000"/>
            </a:avLst>
          </a:prstGeom>
          <a:solidFill>
            <a:srgbClr val="3DD6A0"/>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spc="0" kern="0">
                <a:solidFill>
                  <a:srgbClr val="3DD6A0"/>
                </a:solidFill>
                <a:latin typeface="Bricolage Grotesque ExtraBold" pitchFamily="34" charset="0"/>
                <a:ea typeface="Bricolage Grotesque ExtraBold" pitchFamily="34" charset="-122"/>
                <a:cs typeface="Bricolage Grotesque ExtraBold" pitchFamily="34" charset="-120"/>
              </a:rPr>
              <a:t>Matt</a:t>
            </a:r>
            <a:r>
              <a:rPr lang="en-US" sz="4200" dirty="0" spc="-5" kern="0">
                <a:solidFill>
                  <a:srgbClr val="3DD6A0"/>
                </a:solidFill>
                <a:latin typeface="Bricolage Grotesque ExtraBold" pitchFamily="34" charset="0"/>
                <a:ea typeface="Bricolage Grotesque ExtraBold" pitchFamily="34" charset="-122"/>
                <a:cs typeface="Bricolage Grotesque ExtraBold" pitchFamily="34" charset="-120"/>
              </a:rPr>
              <a:t> Pocock</a:t>
            </a:r>
            <a:r>
              <a:rPr lang="en-US" sz="4200" dirty="0" spc="-3" kern="0">
                <a:solidFill>
                  <a:srgbClr val="3DD6A0"/>
                </a:solidFill>
                <a:latin typeface="Bricolage Grotesque ExtraBold" pitchFamily="34" charset="0"/>
                <a:ea typeface="Bricolage Grotesque ExtraBold" pitchFamily="34" charset="-122"/>
                <a:cs typeface="Bricolage Grotesque ExtraBold" pitchFamily="34" charset="-120"/>
              </a:rPr>
              <a:t> Skills</a:t>
            </a:r>
            <a:endParaRPr lang="en-US" sz="4200" dirty="0"/>
          </a:p>
        </p:txBody>
      </p:sp>
      <p:sp>
        <p:nvSpPr>
          <p:cNvPr id="10" name="Text 8"/>
          <p:cNvSpPr/>
          <p:nvPr/>
        </p:nvSpPr>
        <p:spPr>
          <a:xfrm>
            <a:off x="9772650" y="4286250"/>
            <a:ext cx="7143750" cy="2286000"/>
          </a:xfrm>
          <a:prstGeom prst="rect">
            <a:avLst/>
          </a:prstGeom>
          <a:noFill/>
          <a:ln/>
        </p:spPr>
        <p:txBody>
          <a:bodyPr wrap="square" lIns="0" tIns="17002" rIns="0" bIns="-17002" rtlCol="0" anchor="t"/>
          <a:lstStyle/>
          <a:p>
            <a:pPr algn="l" indent="0" marL="0">
              <a:lnSpc>
                <a:spcPts val="4095"/>
              </a:lnSpc>
              <a:buNone/>
            </a:pPr>
            <a:r>
              <a:rPr lang="en-US" sz="3150" dirty="0" spc="0" kern="0">
                <a:solidFill>
                  <a:srgbClr val="F3EEE3"/>
                </a:solidFill>
                <a:latin typeface="Be Vietnam Pro" pitchFamily="34" charset="0"/>
                <a:ea typeface="Be Vietnam Pro" pitchFamily="34" charset="-122"/>
                <a:cs typeface="Be Vietnam Pro" pitchFamily="34" charset="-120"/>
              </a:rPr>
              <a:t>Skill</a:t>
            </a:r>
            <a:r>
              <a:rPr lang="en-US" sz="3150" dirty="0" spc="2" kern="0">
                <a:solidFill>
                  <a:srgbClr val="F3EEE3"/>
                </a:solidFill>
                <a:latin typeface="Be Vietnam Pro" pitchFamily="34" charset="0"/>
                <a:ea typeface="Be Vietnam Pro" pitchFamily="34" charset="-122"/>
                <a:cs typeface="Be Vietnam Pro" pitchFamily="34" charset="-120"/>
              </a:rPr>
              <a:t> nhỏ,</a:t>
            </a:r>
            <a:r>
              <a:rPr lang="en-US" sz="3150" dirty="0" spc="3" kern="0">
                <a:solidFill>
                  <a:srgbClr val="F3EEE3"/>
                </a:solidFill>
                <a:latin typeface="Be Vietnam Pro" pitchFamily="34" charset="0"/>
                <a:ea typeface="Be Vietnam Pro" pitchFamily="34" charset="-122"/>
                <a:cs typeface="Be Vietnam Pro" pitchFamily="34" charset="-120"/>
              </a:rPr>
              <a:t> dễ</a:t>
            </a:r>
            <a:r>
              <a:rPr lang="en-US" sz="3150" dirty="0" spc="10" kern="0">
                <a:solidFill>
                  <a:srgbClr val="F3EEE3"/>
                </a:solidFill>
                <a:latin typeface="Be Vietnam Pro" pitchFamily="34" charset="0"/>
                <a:ea typeface="Be Vietnam Pro" pitchFamily="34" charset="-122"/>
                <a:cs typeface="Be Vietnam Pro" pitchFamily="34" charset="-120"/>
              </a:rPr>
              <a:t> sửa;</a:t>
            </a:r>
            <a:r>
              <a:rPr lang="en-US" sz="3150" dirty="0" spc="3" kern="0">
                <a:solidFill>
                  <a:srgbClr val="F3EEE3"/>
                </a:solidFill>
                <a:latin typeface="Be Vietnam Pro" pitchFamily="34" charset="0"/>
                <a:ea typeface="Be Vietnam Pro" pitchFamily="34" charset="-122"/>
                <a:cs typeface="Be Vietnam Pro" pitchFamily="34" charset="-120"/>
              </a:rPr>
              <a:t> README</a:t>
            </a:r>
            <a:r>
              <a:rPr lang="en-US" sz="3150" dirty="0" spc="2" kern="0">
                <a:solidFill>
                  <a:srgbClr val="F3EEE3"/>
                </a:solidFill>
                <a:latin typeface="Be Vietnam Pro" pitchFamily="34" charset="0"/>
                <a:ea typeface="Be Vietnam Pro" pitchFamily="34" charset="-122"/>
                <a:cs typeface="Be Vietnam Pro" pitchFamily="34" charset="-120"/>
              </a:rPr>
              <a:t> chê các</a:t>
            </a:r>
            <a:r>
              <a:rPr lang="en-US" sz="3150" dirty="0" spc="-1" kern="0">
                <a:solidFill>
                  <a:srgbClr val="F3EEE3"/>
                </a:solidFill>
                <a:latin typeface="Be Vietnam Pro" pitchFamily="34" charset="0"/>
                <a:ea typeface="Be Vietnam Pro" pitchFamily="34" charset="-122"/>
                <a:cs typeface="Be Vietnam Pro" pitchFamily="34" charset="-120"/>
              </a:rPr>
              <a:t> khung</a:t>
            </a:r>
            <a:r>
              <a:rPr lang="en-US" sz="3150" dirty="0" spc="-9" kern="0">
                <a:solidFill>
                  <a:srgbClr val="F3EEE3"/>
                </a:solidFill>
                <a:latin typeface="Be Vietnam Pro" pitchFamily="34" charset="0"/>
                <a:ea typeface="Be Vietnam Pro" pitchFamily="34" charset="-122"/>
                <a:cs typeface="Be Vietnam Pro" pitchFamily="34" charset="-120"/>
              </a:rPr>
              <a:t> sở</a:t>
            </a:r>
            <a:r>
              <a:rPr lang="en-US" sz="3150" dirty="0" spc="22" kern="0">
                <a:solidFill>
                  <a:srgbClr val="F3EEE3"/>
                </a:solidFill>
                <a:latin typeface="Be Vietnam Pro" pitchFamily="34" charset="0"/>
                <a:ea typeface="Be Vietnam Pro" pitchFamily="34" charset="-122"/>
                <a:cs typeface="Be Vietnam Pro" pitchFamily="34" charset="-120"/>
              </a:rPr>
              <a:t> hữu</a:t>
            </a:r>
            <a:r>
              <a:rPr lang="en-US" sz="3150" dirty="0" spc="0" kern="0">
                <a:solidFill>
                  <a:srgbClr val="F3EEE3"/>
                </a:solidFill>
                <a:latin typeface="Be Vietnam Pro" pitchFamily="34" charset="0"/>
                <a:ea typeface="Be Vietnam Pro" pitchFamily="34" charset="-122"/>
                <a:cs typeface="Be Vietnam Pro" pitchFamily="34" charset="-120"/>
              </a:rPr>
              <a:t> quy</a:t>
            </a:r>
            <a:r>
              <a:rPr lang="en-US" sz="3150" dirty="0" spc="9" kern="0">
                <a:solidFill>
                  <a:srgbClr val="F3EEE3"/>
                </a:solidFill>
                <a:latin typeface="Be Vietnam Pro" pitchFamily="34" charset="0"/>
                <a:ea typeface="Be Vietnam Pro" pitchFamily="34" charset="-122"/>
                <a:cs typeface="Be Vietnam Pro" pitchFamily="34" charset="-120"/>
              </a:rPr>
              <a:t> trình</a:t>
            </a:r>
            <a:r>
              <a:rPr lang="en-US" sz="3150" dirty="0" spc="0" kern="0">
                <a:solidFill>
                  <a:srgbClr val="F3EEE3"/>
                </a:solidFill>
                <a:latin typeface="Be Vietnam Pro" pitchFamily="34" charset="0"/>
                <a:ea typeface="Be Vietnam Pro" pitchFamily="34" charset="-122"/>
                <a:cs typeface="Be Vietnam Pro" pitchFamily="34" charset="-120"/>
              </a:rPr>
              <a:t> làm</a:t>
            </a:r>
            <a:r>
              <a:rPr lang="en-US" sz="3150" dirty="0" spc="-4" kern="0">
                <a:solidFill>
                  <a:srgbClr val="F3EEE3"/>
                </a:solidFill>
                <a:latin typeface="Be Vietnam Pro" pitchFamily="34" charset="0"/>
                <a:ea typeface="Be Vietnam Pro" pitchFamily="34" charset="-122"/>
                <a:cs typeface="Be Vietnam Pro" pitchFamily="34" charset="-120"/>
              </a:rPr>
              <a:t> bạn</a:t>
            </a:r>
            <a:r>
              <a:rPr lang="en-US" sz="3150" dirty="0" spc="-17" kern="0">
                <a:solidFill>
                  <a:srgbClr val="F3EEE3"/>
                </a:solidFill>
                <a:latin typeface="Be Vietnam Pro" pitchFamily="34" charset="0"/>
                <a:ea typeface="Be Vietnam Pro" pitchFamily="34" charset="-122"/>
                <a:cs typeface="Be Vietnam Pro" pitchFamily="34" charset="-120"/>
              </a:rPr>
              <a:t> mất</a:t>
            </a:r>
            <a:r>
              <a:rPr lang="en-US" sz="3150" dirty="0" spc="-1" kern="0">
                <a:solidFill>
                  <a:srgbClr val="F3EEE3"/>
                </a:solidFill>
                <a:latin typeface="Be Vietnam Pro" pitchFamily="34" charset="0"/>
                <a:ea typeface="Be Vietnam Pro" pitchFamily="34" charset="-122"/>
                <a:cs typeface="Be Vietnam Pro" pitchFamily="34" charset="-120"/>
              </a:rPr>
              <a:t> kiểm</a:t>
            </a:r>
            <a:r>
              <a:rPr lang="en-US" sz="3150" dirty="0" spc="-20" kern="0">
                <a:solidFill>
                  <a:srgbClr val="F3EEE3"/>
                </a:solidFill>
                <a:latin typeface="Be Vietnam Pro" pitchFamily="34" charset="0"/>
                <a:ea typeface="Be Vietnam Pro" pitchFamily="34" charset="-122"/>
                <a:cs typeface="Be Vietnam Pro" pitchFamily="34" charset="-120"/>
              </a:rPr>
              <a:t> soát.</a:t>
            </a:r>
            <a:endParaRPr lang="en-US" sz="3150" dirty="0"/>
          </a:p>
        </p:txBody>
      </p:sp>
      <p:sp>
        <p:nvSpPr>
          <p:cNvPr id="11" name="Shape 9"/>
          <p:cNvSpPr/>
          <p:nvPr/>
        </p:nvSpPr>
        <p:spPr>
          <a:xfrm>
            <a:off x="914400" y="7429500"/>
            <a:ext cx="16459200" cy="1238250"/>
          </a:xfrm>
          <a:prstGeom prst="roundRect">
            <a:avLst>
              <a:gd name="adj" fmla="val 18462"/>
            </a:avLst>
          </a:prstGeom>
          <a:solidFill>
            <a:srgbClr val="1E212B"/>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5" kern="0">
                <a:solidFill>
                  <a:srgbClr val="F3EEE3"/>
                </a:solidFill>
                <a:latin typeface="Be Vietnam Pro SemiBold" pitchFamily="34" charset="0"/>
                <a:ea typeface="Be Vietnam Pro SemiBold" pitchFamily="34" charset="-122"/>
                <a:cs typeface="Be Vietnam Pro SemiBold" pitchFamily="34" charset="-120"/>
              </a:rPr>
              <a:t>Cả</a:t>
            </a:r>
            <a:r>
              <a:rPr lang="en-US" sz="2850" dirty="0" spc="-2" kern="0">
                <a:solidFill>
                  <a:srgbClr val="F3EEE3"/>
                </a:solidFill>
                <a:latin typeface="Be Vietnam Pro SemiBold" pitchFamily="34" charset="0"/>
                <a:ea typeface="Be Vietnam Pro SemiBold" pitchFamily="34" charset="-122"/>
                <a:cs typeface="Be Vietnam Pro SemiBold" pitchFamily="34" charset="-120"/>
              </a:rPr>
              <a:t> hai</a:t>
            </a:r>
            <a:r>
              <a:rPr lang="en-US" sz="2850" dirty="0" spc="3" kern="0">
                <a:solidFill>
                  <a:srgbClr val="F3EEE3"/>
                </a:solidFill>
                <a:latin typeface="Be Vietnam Pro SemiBold" pitchFamily="34" charset="0"/>
                <a:ea typeface="Be Vietnam Pro SemiBold" pitchFamily="34" charset="-122"/>
                <a:cs typeface="Be Vietnam Pro SemiBold" pitchFamily="34" charset="-120"/>
              </a:rPr>
              <a:t> cài</a:t>
            </a:r>
            <a:r>
              <a:rPr lang="en-US" sz="2850" dirty="0" spc="1" kern="0">
                <a:solidFill>
                  <a:srgbClr val="F3EEE3"/>
                </a:solidFill>
                <a:latin typeface="Be Vietnam Pro SemiBold" pitchFamily="34" charset="0"/>
                <a:ea typeface="Be Vietnam Pro SemiBold" pitchFamily="34" charset="-122"/>
                <a:cs typeface="Be Vietnam Pro SemiBold" pitchFamily="34" charset="-120"/>
              </a:rPr>
              <a:t> qua</a:t>
            </a:r>
            <a:r>
              <a:rPr lang="en-US" sz="2850" dirty="0" spc="-14" kern="0">
                <a:solidFill>
                  <a:srgbClr val="F3EEE3"/>
                </a:solidFill>
                <a:latin typeface="Be Vietnam Pro SemiBold" pitchFamily="34" charset="0"/>
                <a:ea typeface="Be Vietnam Pro SemiBold" pitchFamily="34" charset="-122"/>
                <a:cs typeface="Be Vietnam Pro SemiBold" pitchFamily="34" charset="-120"/>
              </a:rPr>
              <a:t> marketplace</a:t>
            </a:r>
            <a:r>
              <a:rPr lang="en-US" sz="2850" dirty="0" spc="-11" kern="0">
                <a:solidFill>
                  <a:srgbClr val="F3EEE3"/>
                </a:solidFill>
                <a:latin typeface="Be Vietnam Pro SemiBold" pitchFamily="34" charset="0"/>
                <a:ea typeface="Be Vietnam Pro SemiBold" pitchFamily="34" charset="-122"/>
                <a:cs typeface="Be Vietnam Pro SemiBold" pitchFamily="34" charset="-120"/>
              </a:rPr>
              <a:t> tên</a:t>
            </a:r>
            <a:r>
              <a:rPr lang="en-US" sz="2850" dirty="0" spc="-3" kern="0">
                <a:solidFill>
                  <a:srgbClr val="F3EEE3"/>
                </a:solidFill>
                <a:latin typeface="Be Vietnam Pro SemiBold" pitchFamily="34" charset="0"/>
                <a:ea typeface="Be Vietnam Pro SemiBold" pitchFamily="34" charset="-122"/>
                <a:cs typeface="Be Vietnam Pro SemiBold" pitchFamily="34" charset="-120"/>
              </a:rPr>
              <a:t> claude-plugins-official</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1" kern="0">
                <a:solidFill>
                  <a:srgbClr val="9AA0B5"/>
                </a:solidFill>
                <a:latin typeface="Be Vietnam Pro" pitchFamily="34" charset="0"/>
                <a:ea typeface="Be Vietnam Pro" pitchFamily="34" charset="-122"/>
                <a:cs typeface="Be Vietnam Pro" pitchFamily="34" charset="-120"/>
              </a:rPr>
              <a:t> [S2]</a:t>
            </a:r>
            <a:r>
              <a:rPr lang="en-US" sz="1800" dirty="0" spc="2" kern="0">
                <a:solidFill>
                  <a:srgbClr val="9AA0B5"/>
                </a:solidFill>
                <a:latin typeface="Be Vietnam Pro" pitchFamily="34" charset="0"/>
                <a:ea typeface="Be Vietnam Pro" pitchFamily="34" charset="-122"/>
                <a:cs typeface="Be Vietnam Pro" pitchFamily="34" charset="-120"/>
              </a:rPr>
              <a:t> [S3]</a:t>
            </a:r>
            <a:endParaRPr lang="en-US" sz="1800" dirty="0"/>
          </a:p>
        </p:txBody>
      </p:sp>
      <p:sp>
        <p:nvSpPr>
          <p:cNvPr id="14" name="Shape 12"/>
          <p:cNvSpPr/>
          <p:nvPr/>
        </p:nvSpPr>
        <p:spPr>
          <a:xfrm>
            <a:off x="958561" y="9578686"/>
            <a:ext cx="83127" cy="83127"/>
          </a:xfrm>
          <a:prstGeom prst="ellipse">
            <a:avLst/>
          </a:prstGeom>
          <a:solidFill>
            <a:srgbClr val="F3EEE3">
              <a:alpha val="28000"/>
            </a:srgbClr>
          </a:solidFill>
          <a:ln/>
        </p:spPr>
      </p:sp>
      <p:sp>
        <p:nvSpPr>
          <p:cNvPr id="15" name="Shape 13"/>
          <p:cNvSpPr/>
          <p:nvPr/>
        </p:nvSpPr>
        <p:spPr>
          <a:xfrm>
            <a:off x="1124815" y="9578686"/>
            <a:ext cx="83127" cy="83127"/>
          </a:xfrm>
          <a:prstGeom prst="ellipse">
            <a:avLst/>
          </a:prstGeom>
          <a:solidFill>
            <a:srgbClr val="F3EEE3">
              <a:alpha val="28000"/>
            </a:srgbClr>
          </a:solidFill>
          <a:ln/>
        </p:spPr>
      </p:sp>
      <p:sp>
        <p:nvSpPr>
          <p:cNvPr id="16" name="Shape 14"/>
          <p:cNvSpPr/>
          <p:nvPr/>
        </p:nvSpPr>
        <p:spPr>
          <a:xfrm>
            <a:off x="1291070" y="9578686"/>
            <a:ext cx="83127" cy="83127"/>
          </a:xfrm>
          <a:prstGeom prst="ellipse">
            <a:avLst/>
          </a:prstGeom>
          <a:solidFill>
            <a:srgbClr val="F3EEE3">
              <a:alpha val="28000"/>
            </a:srgbClr>
          </a:solidFill>
          <a:ln/>
        </p:spPr>
      </p:sp>
      <p:sp>
        <p:nvSpPr>
          <p:cNvPr id="17" name="Shape 15"/>
          <p:cNvSpPr/>
          <p:nvPr/>
        </p:nvSpPr>
        <p:spPr>
          <a:xfrm>
            <a:off x="1457324" y="9578686"/>
            <a:ext cx="83127" cy="83127"/>
          </a:xfrm>
          <a:prstGeom prst="ellipse">
            <a:avLst/>
          </a:prstGeom>
          <a:solidFill>
            <a:srgbClr val="F3EEE3">
              <a:alpha val="28000"/>
            </a:srgbClr>
          </a:solidFill>
          <a:ln/>
        </p:spPr>
      </p:sp>
      <p:sp>
        <p:nvSpPr>
          <p:cNvPr id="18" name="Shape 16"/>
          <p:cNvSpPr/>
          <p:nvPr/>
        </p:nvSpPr>
        <p:spPr>
          <a:xfrm>
            <a:off x="1623578" y="9578686"/>
            <a:ext cx="83127" cy="83127"/>
          </a:xfrm>
          <a:prstGeom prst="ellipse">
            <a:avLst/>
          </a:prstGeom>
          <a:solidFill>
            <a:srgbClr val="F3EEE3">
              <a:alpha val="28000"/>
            </a:srgbClr>
          </a:solidFill>
          <a:ln/>
        </p:spPr>
      </p:sp>
      <p:sp>
        <p:nvSpPr>
          <p:cNvPr id="19" name="Shape 17"/>
          <p:cNvSpPr/>
          <p:nvPr/>
        </p:nvSpPr>
        <p:spPr>
          <a:xfrm>
            <a:off x="1789832" y="9578686"/>
            <a:ext cx="83127" cy="83127"/>
          </a:xfrm>
          <a:prstGeom prst="ellipse">
            <a:avLst/>
          </a:prstGeom>
          <a:solidFill>
            <a:srgbClr val="F3EEE3">
              <a:alpha val="28000"/>
            </a:srgbClr>
          </a:solidFill>
          <a:ln/>
        </p:spPr>
      </p:sp>
      <p:sp>
        <p:nvSpPr>
          <p:cNvPr id="20" name="Shape 18"/>
          <p:cNvSpPr/>
          <p:nvPr/>
        </p:nvSpPr>
        <p:spPr>
          <a:xfrm>
            <a:off x="1956086" y="9578686"/>
            <a:ext cx="83127" cy="83127"/>
          </a:xfrm>
          <a:prstGeom prst="ellipse">
            <a:avLst/>
          </a:prstGeom>
          <a:solidFill>
            <a:srgbClr val="F3EEE3">
              <a:alpha val="28000"/>
            </a:srgbClr>
          </a:solidFill>
          <a:ln/>
        </p:spPr>
      </p:sp>
      <p:sp>
        <p:nvSpPr>
          <p:cNvPr id="21" name="Shape 19"/>
          <p:cNvSpPr/>
          <p:nvPr/>
        </p:nvSpPr>
        <p:spPr>
          <a:xfrm>
            <a:off x="2122340" y="9578686"/>
            <a:ext cx="83127" cy="83127"/>
          </a:xfrm>
          <a:prstGeom prst="ellipse">
            <a:avLst/>
          </a:prstGeom>
          <a:solidFill>
            <a:srgbClr val="F3EEE3">
              <a:alpha val="28000"/>
            </a:srgbClr>
          </a:solidFill>
          <a:ln/>
        </p:spPr>
      </p:sp>
      <p:sp>
        <p:nvSpPr>
          <p:cNvPr id="22" name="Shape 20"/>
          <p:cNvSpPr/>
          <p:nvPr/>
        </p:nvSpPr>
        <p:spPr>
          <a:xfrm>
            <a:off x="2288594" y="9578686"/>
            <a:ext cx="83127" cy="83127"/>
          </a:xfrm>
          <a:prstGeom prst="ellipse">
            <a:avLst/>
          </a:prstGeom>
          <a:solidFill>
            <a:srgbClr val="F3EEE3">
              <a:alpha val="28000"/>
            </a:srgbClr>
          </a:solidFill>
          <a:ln/>
        </p:spPr>
      </p:sp>
      <p:sp>
        <p:nvSpPr>
          <p:cNvPr id="23" name="Shape 21"/>
          <p:cNvSpPr/>
          <p:nvPr/>
        </p:nvSpPr>
        <p:spPr>
          <a:xfrm>
            <a:off x="2454848" y="9578686"/>
            <a:ext cx="83127" cy="83127"/>
          </a:xfrm>
          <a:prstGeom prst="ellipse">
            <a:avLst/>
          </a:prstGeom>
          <a:solidFill>
            <a:srgbClr val="F3EEE3">
              <a:alpha val="28000"/>
            </a:srgbClr>
          </a:solidFill>
          <a:ln/>
        </p:spPr>
      </p:sp>
      <p:sp>
        <p:nvSpPr>
          <p:cNvPr id="24" name="Shape 22"/>
          <p:cNvSpPr/>
          <p:nvPr/>
        </p:nvSpPr>
        <p:spPr>
          <a:xfrm>
            <a:off x="2621102" y="9578686"/>
            <a:ext cx="83127" cy="83127"/>
          </a:xfrm>
          <a:prstGeom prst="ellipse">
            <a:avLst/>
          </a:prstGeom>
          <a:solidFill>
            <a:srgbClr val="F3EEE3">
              <a:alpha val="28000"/>
            </a:srgbClr>
          </a:solidFill>
          <a:ln/>
        </p:spPr>
      </p:sp>
      <p:sp>
        <p:nvSpPr>
          <p:cNvPr id="25" name="Shape 23"/>
          <p:cNvSpPr/>
          <p:nvPr/>
        </p:nvSpPr>
        <p:spPr>
          <a:xfrm>
            <a:off x="2787357" y="9578686"/>
            <a:ext cx="83127" cy="83127"/>
          </a:xfrm>
          <a:prstGeom prst="ellipse">
            <a:avLst/>
          </a:prstGeom>
          <a:solidFill>
            <a:srgbClr val="F3EEE3">
              <a:alpha val="28000"/>
            </a:srgbClr>
          </a:solidFill>
          <a:ln/>
        </p:spPr>
      </p:sp>
      <p:sp>
        <p:nvSpPr>
          <p:cNvPr id="26" name="Shape 24"/>
          <p:cNvSpPr/>
          <p:nvPr/>
        </p:nvSpPr>
        <p:spPr>
          <a:xfrm>
            <a:off x="2939756" y="9564832"/>
            <a:ext cx="110836" cy="110836"/>
          </a:xfrm>
          <a:prstGeom prst="ellipse">
            <a:avLst/>
          </a:prstGeom>
          <a:solidFill>
            <a:srgbClr val="FF6A4D"/>
          </a:solidFill>
          <a:ln/>
        </p:spPr>
      </p:sp>
      <p:sp>
        <p:nvSpPr>
          <p:cNvPr id="27" name="Shape 25"/>
          <p:cNvSpPr/>
          <p:nvPr/>
        </p:nvSpPr>
        <p:spPr>
          <a:xfrm>
            <a:off x="3119865" y="9578686"/>
            <a:ext cx="83127" cy="83127"/>
          </a:xfrm>
          <a:prstGeom prst="ellipse">
            <a:avLst/>
          </a:prstGeom>
          <a:solidFill>
            <a:srgbClr val="F3EEE3">
              <a:alpha val="28000"/>
            </a:srgbClr>
          </a:solidFill>
          <a:ln/>
        </p:spPr>
      </p:sp>
      <p:sp>
        <p:nvSpPr>
          <p:cNvPr id="28" name="Shape 26"/>
          <p:cNvSpPr/>
          <p:nvPr/>
        </p:nvSpPr>
        <p:spPr>
          <a:xfrm>
            <a:off x="3286119" y="9578686"/>
            <a:ext cx="83127" cy="83127"/>
          </a:xfrm>
          <a:prstGeom prst="ellipse">
            <a:avLst/>
          </a:prstGeom>
          <a:solidFill>
            <a:srgbClr val="F3EEE3">
              <a:alpha val="28000"/>
            </a:srgbClr>
          </a:solidFill>
          <a:ln/>
        </p:spPr>
      </p:sp>
      <p:sp>
        <p:nvSpPr>
          <p:cNvPr id="29" name="Shape 27"/>
          <p:cNvSpPr/>
          <p:nvPr/>
        </p:nvSpPr>
        <p:spPr>
          <a:xfrm>
            <a:off x="3452373" y="9578686"/>
            <a:ext cx="83127" cy="83127"/>
          </a:xfrm>
          <a:prstGeom prst="ellipse">
            <a:avLst/>
          </a:prstGeom>
          <a:solidFill>
            <a:srgbClr val="F3EEE3">
              <a:alpha val="28000"/>
            </a:srgbClr>
          </a:solidFill>
          <a:ln/>
        </p:spPr>
      </p:sp>
      <p:sp>
        <p:nvSpPr>
          <p:cNvPr id="30" name="Shape 28"/>
          <p:cNvSpPr/>
          <p:nvPr/>
        </p:nvSpPr>
        <p:spPr>
          <a:xfrm>
            <a:off x="3618627" y="9578686"/>
            <a:ext cx="83127" cy="83127"/>
          </a:xfrm>
          <a:prstGeom prst="ellipse">
            <a:avLst/>
          </a:prstGeom>
          <a:solidFill>
            <a:srgbClr val="F3EEE3">
              <a:alpha val="28000"/>
            </a:srgbClr>
          </a:solidFill>
          <a:ln/>
        </p:spPr>
      </p:sp>
      <p:sp>
        <p:nvSpPr>
          <p:cNvPr id="31" name="Shape 29"/>
          <p:cNvSpPr/>
          <p:nvPr/>
        </p:nvSpPr>
        <p:spPr>
          <a:xfrm>
            <a:off x="3784881" y="9578686"/>
            <a:ext cx="83127" cy="83127"/>
          </a:xfrm>
          <a:prstGeom prst="ellipse">
            <a:avLst/>
          </a:prstGeom>
          <a:solidFill>
            <a:srgbClr val="F3EEE3">
              <a:alpha val="28000"/>
            </a:srgbClr>
          </a:solidFill>
          <a:ln/>
        </p:spPr>
      </p:sp>
      <p:sp>
        <p:nvSpPr>
          <p:cNvPr id="32" name="Shape 30"/>
          <p:cNvSpPr/>
          <p:nvPr/>
        </p:nvSpPr>
        <p:spPr>
          <a:xfrm>
            <a:off x="3951135" y="9578686"/>
            <a:ext cx="83127" cy="83127"/>
          </a:xfrm>
          <a:prstGeom prst="ellipse">
            <a:avLst/>
          </a:prstGeom>
          <a:solidFill>
            <a:srgbClr val="F3EEE3">
              <a:alpha val="28000"/>
            </a:srgbClr>
          </a:solidFill>
          <a:ln/>
        </p:spPr>
      </p:sp>
      <p:sp>
        <p:nvSpPr>
          <p:cNvPr id="33" name="Shape 31"/>
          <p:cNvSpPr/>
          <p:nvPr/>
        </p:nvSpPr>
        <p:spPr>
          <a:xfrm>
            <a:off x="4117389" y="9578686"/>
            <a:ext cx="83127" cy="83127"/>
          </a:xfrm>
          <a:prstGeom prst="ellipse">
            <a:avLst/>
          </a:prstGeom>
          <a:solidFill>
            <a:srgbClr val="F3EEE3">
              <a:alpha val="28000"/>
            </a:srgbClr>
          </a:solidFill>
          <a:ln/>
        </p:spPr>
      </p:sp>
      <p:sp>
        <p:nvSpPr>
          <p:cNvPr id="34" name="Shape 32"/>
          <p:cNvSpPr/>
          <p:nvPr/>
        </p:nvSpPr>
        <p:spPr>
          <a:xfrm>
            <a:off x="4283644" y="9578686"/>
            <a:ext cx="83127" cy="83127"/>
          </a:xfrm>
          <a:prstGeom prst="ellipse">
            <a:avLst/>
          </a:prstGeom>
          <a:solidFill>
            <a:srgbClr val="F3EEE3">
              <a:alpha val="28000"/>
            </a:srgbClr>
          </a:solidFill>
          <a:ln/>
        </p:spPr>
      </p:sp>
      <p:sp>
        <p:nvSpPr>
          <p:cNvPr id="35" name="Shape 33"/>
          <p:cNvSpPr/>
          <p:nvPr/>
        </p:nvSpPr>
        <p:spPr>
          <a:xfrm>
            <a:off x="4449898" y="9578686"/>
            <a:ext cx="83127" cy="83127"/>
          </a:xfrm>
          <a:prstGeom prst="ellipse">
            <a:avLst/>
          </a:prstGeom>
          <a:solidFill>
            <a:srgbClr val="F3EEE3">
              <a:alpha val="28000"/>
            </a:srgbClr>
          </a:solidFill>
          <a:ln/>
        </p:spPr>
      </p:sp>
      <p:sp>
        <p:nvSpPr>
          <p:cNvPr id="36" name="Shape 34"/>
          <p:cNvSpPr/>
          <p:nvPr/>
        </p:nvSpPr>
        <p:spPr>
          <a:xfrm>
            <a:off x="4616152" y="9578686"/>
            <a:ext cx="83127" cy="83127"/>
          </a:xfrm>
          <a:prstGeom prst="ellipse">
            <a:avLst/>
          </a:prstGeom>
          <a:solidFill>
            <a:srgbClr val="F3EEE3">
              <a:alpha val="28000"/>
            </a:srgbClr>
          </a:solidFill>
          <a:ln/>
        </p:spPr>
      </p:sp>
      <p:sp>
        <p:nvSpPr>
          <p:cNvPr id="37" name="Shape 35"/>
          <p:cNvSpPr/>
          <p:nvPr/>
        </p:nvSpPr>
        <p:spPr>
          <a:xfrm>
            <a:off x="4782406" y="9578686"/>
            <a:ext cx="83127" cy="83127"/>
          </a:xfrm>
          <a:prstGeom prst="ellipse">
            <a:avLst/>
          </a:prstGeom>
          <a:solidFill>
            <a:srgbClr val="F3EEE3">
              <a:alpha val="28000"/>
            </a:srgbClr>
          </a:solidFill>
          <a:ln/>
        </p:spPr>
      </p:sp>
      <p:sp>
        <p:nvSpPr>
          <p:cNvPr id="38" name="Shape 36"/>
          <p:cNvSpPr/>
          <p:nvPr/>
        </p:nvSpPr>
        <p:spPr>
          <a:xfrm>
            <a:off x="4948660" y="9578686"/>
            <a:ext cx="83127" cy="83127"/>
          </a:xfrm>
          <a:prstGeom prst="ellipse">
            <a:avLst/>
          </a:prstGeom>
          <a:solidFill>
            <a:srgbClr val="F3EEE3">
              <a:alpha val="28000"/>
            </a:srgbClr>
          </a:solidFill>
          <a:ln/>
        </p:spPr>
      </p:sp>
      <p:sp>
        <p:nvSpPr>
          <p:cNvPr id="39" name="Shape 37"/>
          <p:cNvSpPr/>
          <p:nvPr/>
        </p:nvSpPr>
        <p:spPr>
          <a:xfrm>
            <a:off x="5114914" y="9578686"/>
            <a:ext cx="83127" cy="83127"/>
          </a:xfrm>
          <a:prstGeom prst="ellipse">
            <a:avLst/>
          </a:prstGeom>
          <a:solidFill>
            <a:srgbClr val="F3EEE3">
              <a:alpha val="28000"/>
            </a:srgbClr>
          </a:solidFill>
          <a:ln/>
        </p:spPr>
      </p:sp>
      <p:sp>
        <p:nvSpPr>
          <p:cNvPr id="40" name="Shape 38"/>
          <p:cNvSpPr/>
          <p:nvPr/>
        </p:nvSpPr>
        <p:spPr>
          <a:xfrm>
            <a:off x="5281168" y="9578686"/>
            <a:ext cx="83127" cy="83127"/>
          </a:xfrm>
          <a:prstGeom prst="ellipse">
            <a:avLst/>
          </a:prstGeom>
          <a:solidFill>
            <a:srgbClr val="F3EEE3">
              <a:alpha val="28000"/>
            </a:srgbClr>
          </a:solidFill>
          <a:ln/>
        </p:spPr>
      </p:sp>
      <p:sp>
        <p:nvSpPr>
          <p:cNvPr id="41" name="Shape 39"/>
          <p:cNvSpPr/>
          <p:nvPr/>
        </p:nvSpPr>
        <p:spPr>
          <a:xfrm>
            <a:off x="5447422" y="9578686"/>
            <a:ext cx="83127" cy="83127"/>
          </a:xfrm>
          <a:prstGeom prst="ellipse">
            <a:avLst/>
          </a:prstGeom>
          <a:solidFill>
            <a:srgbClr val="F3EEE3">
              <a:alpha val="28000"/>
            </a:srgbClr>
          </a:solidFill>
          <a:ln/>
        </p:spPr>
      </p:sp>
      <p:sp>
        <p:nvSpPr>
          <p:cNvPr id="42" name="Shape 40"/>
          <p:cNvSpPr/>
          <p:nvPr/>
        </p:nvSpPr>
        <p:spPr>
          <a:xfrm>
            <a:off x="5613676" y="9578686"/>
            <a:ext cx="83127" cy="83127"/>
          </a:xfrm>
          <a:prstGeom prst="ellipse">
            <a:avLst/>
          </a:prstGeom>
          <a:solidFill>
            <a:srgbClr val="F3EEE3">
              <a:alpha val="28000"/>
            </a:srgbClr>
          </a:solidFill>
          <a:ln/>
        </p:spPr>
      </p:sp>
      <p:sp>
        <p:nvSpPr>
          <p:cNvPr id="43" name="Shape 41"/>
          <p:cNvSpPr/>
          <p:nvPr/>
        </p:nvSpPr>
        <p:spPr>
          <a:xfrm>
            <a:off x="5779931" y="9578686"/>
            <a:ext cx="83127" cy="83127"/>
          </a:xfrm>
          <a:prstGeom prst="ellipse">
            <a:avLst/>
          </a:prstGeom>
          <a:solidFill>
            <a:srgbClr val="F3EEE3">
              <a:alpha val="28000"/>
            </a:srgbClr>
          </a:solidFill>
          <a:ln/>
        </p:spPr>
      </p:sp>
      <p:sp>
        <p:nvSpPr>
          <p:cNvPr id="44" name="Shape 42"/>
          <p:cNvSpPr/>
          <p:nvPr/>
        </p:nvSpPr>
        <p:spPr>
          <a:xfrm>
            <a:off x="5946185" y="9578686"/>
            <a:ext cx="83127" cy="83127"/>
          </a:xfrm>
          <a:prstGeom prst="ellipse">
            <a:avLst/>
          </a:prstGeom>
          <a:solidFill>
            <a:srgbClr val="F3EEE3">
              <a:alpha val="28000"/>
            </a:srgbClr>
          </a:solidFill>
          <a:ln/>
        </p:spPr>
      </p:sp>
      <p:sp>
        <p:nvSpPr>
          <p:cNvPr id="45" name="Shape 43"/>
          <p:cNvSpPr/>
          <p:nvPr/>
        </p:nvSpPr>
        <p:spPr>
          <a:xfrm>
            <a:off x="6112439" y="9578686"/>
            <a:ext cx="83127" cy="83127"/>
          </a:xfrm>
          <a:prstGeom prst="ellipse">
            <a:avLst/>
          </a:prstGeom>
          <a:solidFill>
            <a:srgbClr val="F3EEE3">
              <a:alpha val="28000"/>
            </a:srgbClr>
          </a:solidFill>
          <a:ln/>
        </p:spPr>
      </p:sp>
      <p:sp>
        <p:nvSpPr>
          <p:cNvPr id="46" name="Shape 44"/>
          <p:cNvSpPr/>
          <p:nvPr/>
        </p:nvSpPr>
        <p:spPr>
          <a:xfrm>
            <a:off x="6278693" y="9578686"/>
            <a:ext cx="83127" cy="83127"/>
          </a:xfrm>
          <a:prstGeom prst="ellipse">
            <a:avLst/>
          </a:prstGeom>
          <a:solidFill>
            <a:srgbClr val="F3EEE3">
              <a:alpha val="28000"/>
            </a:srgbClr>
          </a:solidFill>
          <a:ln/>
        </p:spPr>
      </p:sp>
      <p:sp>
        <p:nvSpPr>
          <p:cNvPr id="47" name="Shape 45"/>
          <p:cNvSpPr/>
          <p:nvPr/>
        </p:nvSpPr>
        <p:spPr>
          <a:xfrm>
            <a:off x="6444947" y="9578686"/>
            <a:ext cx="83127" cy="83127"/>
          </a:xfrm>
          <a:prstGeom prst="ellipse">
            <a:avLst/>
          </a:prstGeom>
          <a:solidFill>
            <a:srgbClr val="F3EEE3">
              <a:alpha val="28000"/>
            </a:srgbClr>
          </a:solidFill>
          <a:ln/>
        </p:spPr>
      </p:sp>
      <p:sp>
        <p:nvSpPr>
          <p:cNvPr id="48" name="Shape 46"/>
          <p:cNvSpPr/>
          <p:nvPr/>
        </p:nvSpPr>
        <p:spPr>
          <a:xfrm>
            <a:off x="6611201" y="9578686"/>
            <a:ext cx="83127" cy="83127"/>
          </a:xfrm>
          <a:prstGeom prst="ellipse">
            <a:avLst/>
          </a:prstGeom>
          <a:solidFill>
            <a:srgbClr val="F3EEE3">
              <a:alpha val="28000"/>
            </a:srgbClr>
          </a:solidFill>
          <a:ln/>
        </p:spPr>
      </p:sp>
      <p:sp>
        <p:nvSpPr>
          <p:cNvPr id="49" name="Shape 47"/>
          <p:cNvSpPr/>
          <p:nvPr/>
        </p:nvSpPr>
        <p:spPr>
          <a:xfrm>
            <a:off x="6777455" y="9578686"/>
            <a:ext cx="83127" cy="83127"/>
          </a:xfrm>
          <a:prstGeom prst="ellipse">
            <a:avLst/>
          </a:prstGeom>
          <a:solidFill>
            <a:srgbClr val="F3EEE3">
              <a:alpha val="28000"/>
            </a:srgbClr>
          </a:solidFill>
          <a:ln/>
        </p:spPr>
      </p:sp>
      <p:sp>
        <p:nvSpPr>
          <p:cNvPr id="50" name="Shape 48"/>
          <p:cNvSpPr/>
          <p:nvPr/>
        </p:nvSpPr>
        <p:spPr>
          <a:xfrm>
            <a:off x="6943709" y="9578686"/>
            <a:ext cx="83127" cy="83127"/>
          </a:xfrm>
          <a:prstGeom prst="ellipse">
            <a:avLst/>
          </a:prstGeom>
          <a:solidFill>
            <a:srgbClr val="F3EEE3">
              <a:alpha val="28000"/>
            </a:srgbClr>
          </a:solidFill>
          <a:ln/>
        </p:spPr>
      </p:sp>
      <p:sp>
        <p:nvSpPr>
          <p:cNvPr id="51" name="Shape 49"/>
          <p:cNvSpPr/>
          <p:nvPr/>
        </p:nvSpPr>
        <p:spPr>
          <a:xfrm>
            <a:off x="7109963" y="9578686"/>
            <a:ext cx="83127" cy="83127"/>
          </a:xfrm>
          <a:prstGeom prst="ellipse">
            <a:avLst/>
          </a:prstGeom>
          <a:solidFill>
            <a:srgbClr val="F3EEE3">
              <a:alpha val="28000"/>
            </a:srgbClr>
          </a:solidFill>
          <a:ln/>
        </p:spPr>
      </p:sp>
      <p:sp>
        <p:nvSpPr>
          <p:cNvPr id="52" name="Shape 50"/>
          <p:cNvSpPr/>
          <p:nvPr/>
        </p:nvSpPr>
        <p:spPr>
          <a:xfrm>
            <a:off x="7276218" y="9578686"/>
            <a:ext cx="83127" cy="83127"/>
          </a:xfrm>
          <a:prstGeom prst="ellipse">
            <a:avLst/>
          </a:prstGeom>
          <a:solidFill>
            <a:srgbClr val="F3EEE3">
              <a:alpha val="28000"/>
            </a:srgbClr>
          </a:solidFill>
          <a:ln/>
        </p:spPr>
      </p:sp>
      <p:sp>
        <p:nvSpPr>
          <p:cNvPr id="53" name="Shape 51"/>
          <p:cNvSpPr/>
          <p:nvPr/>
        </p:nvSpPr>
        <p:spPr>
          <a:xfrm>
            <a:off x="7442472" y="9578686"/>
            <a:ext cx="83127" cy="83127"/>
          </a:xfrm>
          <a:prstGeom prst="ellipse">
            <a:avLst/>
          </a:prstGeom>
          <a:solidFill>
            <a:srgbClr val="F3EEE3">
              <a:alpha val="28000"/>
            </a:srgbClr>
          </a:solidFill>
          <a:ln/>
        </p:spPr>
      </p:sp>
      <p:sp>
        <p:nvSpPr>
          <p:cNvPr id="54" name="Shape 52"/>
          <p:cNvSpPr/>
          <p:nvPr/>
        </p:nvSpPr>
        <p:spPr>
          <a:xfrm>
            <a:off x="7608726" y="9578686"/>
            <a:ext cx="83127" cy="83127"/>
          </a:xfrm>
          <a:prstGeom prst="ellipse">
            <a:avLst/>
          </a:prstGeom>
          <a:solidFill>
            <a:srgbClr val="F3EEE3">
              <a:alpha val="28000"/>
            </a:srgbClr>
          </a:solidFill>
          <a:ln/>
        </p:spPr>
      </p:sp>
      <p:sp>
        <p:nvSpPr>
          <p:cNvPr id="55" name="Shape 53"/>
          <p:cNvSpPr/>
          <p:nvPr/>
        </p:nvSpPr>
        <p:spPr>
          <a:xfrm>
            <a:off x="7774980" y="9578686"/>
            <a:ext cx="83127" cy="83127"/>
          </a:xfrm>
          <a:prstGeom prst="ellipse">
            <a:avLst/>
          </a:prstGeom>
          <a:solidFill>
            <a:srgbClr val="F3EEE3">
              <a:alpha val="28000"/>
            </a:srgbClr>
          </a:solidFill>
          <a:ln/>
        </p:spPr>
      </p:sp>
      <p:sp>
        <p:nvSpPr>
          <p:cNvPr id="56" name="Shape 54"/>
          <p:cNvSpPr/>
          <p:nvPr/>
        </p:nvSpPr>
        <p:spPr>
          <a:xfrm>
            <a:off x="7941234" y="9578686"/>
            <a:ext cx="83127" cy="83127"/>
          </a:xfrm>
          <a:prstGeom prst="ellipse">
            <a:avLst/>
          </a:prstGeom>
          <a:solidFill>
            <a:srgbClr val="F3EEE3">
              <a:alpha val="28000"/>
            </a:srgbClr>
          </a:solidFill>
          <a:ln/>
        </p:spPr>
      </p:sp>
      <p:sp>
        <p:nvSpPr>
          <p:cNvPr id="57" name="Shape 55"/>
          <p:cNvSpPr/>
          <p:nvPr/>
        </p:nvSpPr>
        <p:spPr>
          <a:xfrm>
            <a:off x="8107488" y="9578686"/>
            <a:ext cx="83127" cy="83127"/>
          </a:xfrm>
          <a:prstGeom prst="ellipse">
            <a:avLst/>
          </a:prstGeom>
          <a:solidFill>
            <a:srgbClr val="F3EEE3">
              <a:alpha val="28000"/>
            </a:srgbClr>
          </a:solidFill>
          <a:ln/>
        </p:spPr>
      </p:sp>
      <p:sp>
        <p:nvSpPr>
          <p:cNvPr id="58" name="Shape 56"/>
          <p:cNvSpPr/>
          <p:nvPr/>
        </p:nvSpPr>
        <p:spPr>
          <a:xfrm>
            <a:off x="8273742" y="9578686"/>
            <a:ext cx="83127" cy="83127"/>
          </a:xfrm>
          <a:prstGeom prst="ellipse">
            <a:avLst/>
          </a:prstGeom>
          <a:solidFill>
            <a:srgbClr val="F3EEE3">
              <a:alpha val="28000"/>
            </a:srgbClr>
          </a:solidFill>
          <a:ln/>
        </p:spPr>
      </p:sp>
      <p:sp>
        <p:nvSpPr>
          <p:cNvPr id="59" name="Shape 57"/>
          <p:cNvSpPr/>
          <p:nvPr/>
        </p:nvSpPr>
        <p:spPr>
          <a:xfrm>
            <a:off x="8439996" y="9578686"/>
            <a:ext cx="83127" cy="83127"/>
          </a:xfrm>
          <a:prstGeom prst="ellipse">
            <a:avLst/>
          </a:prstGeom>
          <a:solidFill>
            <a:srgbClr val="F3EEE3">
              <a:alpha val="28000"/>
            </a:srgbClr>
          </a:solidFill>
          <a:ln/>
        </p:spPr>
      </p:sp>
      <p:sp>
        <p:nvSpPr>
          <p:cNvPr id="60" name="Shape 58"/>
          <p:cNvSpPr/>
          <p:nvPr/>
        </p:nvSpPr>
        <p:spPr>
          <a:xfrm>
            <a:off x="8606251" y="9578686"/>
            <a:ext cx="83127" cy="83127"/>
          </a:xfrm>
          <a:prstGeom prst="ellipse">
            <a:avLst/>
          </a:prstGeom>
          <a:solidFill>
            <a:srgbClr val="F3EEE3">
              <a:alpha val="28000"/>
            </a:srgbClr>
          </a:solidFill>
          <a:ln/>
        </p:spPr>
      </p:sp>
      <p:sp>
        <p:nvSpPr>
          <p:cNvPr id="61" name="Shape 59"/>
          <p:cNvSpPr/>
          <p:nvPr/>
        </p:nvSpPr>
        <p:spPr>
          <a:xfrm>
            <a:off x="8772505" y="9578686"/>
            <a:ext cx="83127" cy="83127"/>
          </a:xfrm>
          <a:prstGeom prst="ellipse">
            <a:avLst/>
          </a:prstGeom>
          <a:solidFill>
            <a:srgbClr val="F3EEE3">
              <a:alpha val="28000"/>
            </a:srgbClr>
          </a:solidFill>
          <a:ln/>
        </p:spPr>
      </p:sp>
      <p:sp>
        <p:nvSpPr>
          <p:cNvPr id="62" name="Shape 60"/>
          <p:cNvSpPr/>
          <p:nvPr/>
        </p:nvSpPr>
        <p:spPr>
          <a:xfrm>
            <a:off x="8938759" y="9578686"/>
            <a:ext cx="83127" cy="83127"/>
          </a:xfrm>
          <a:prstGeom prst="ellipse">
            <a:avLst/>
          </a:prstGeom>
          <a:solidFill>
            <a:srgbClr val="F3EEE3">
              <a:alpha val="28000"/>
            </a:srgbClr>
          </a:solidFill>
          <a:ln/>
        </p:spPr>
      </p:sp>
      <p:sp>
        <p:nvSpPr>
          <p:cNvPr id="63" name="Shape 61"/>
          <p:cNvSpPr/>
          <p:nvPr/>
        </p:nvSpPr>
        <p:spPr>
          <a:xfrm>
            <a:off x="9105013" y="9578686"/>
            <a:ext cx="83127" cy="83127"/>
          </a:xfrm>
          <a:prstGeom prst="ellipse">
            <a:avLst/>
          </a:prstGeom>
          <a:solidFill>
            <a:srgbClr val="F3EEE3">
              <a:alpha val="28000"/>
            </a:srgbClr>
          </a:solidFill>
          <a:ln/>
        </p:spPr>
      </p:sp>
      <p:sp>
        <p:nvSpPr>
          <p:cNvPr id="64" name="Shape 62"/>
          <p:cNvSpPr/>
          <p:nvPr/>
        </p:nvSpPr>
        <p:spPr>
          <a:xfrm>
            <a:off x="9271267" y="9578686"/>
            <a:ext cx="83127" cy="83127"/>
          </a:xfrm>
          <a:prstGeom prst="ellipse">
            <a:avLst/>
          </a:prstGeom>
          <a:solidFill>
            <a:srgbClr val="F3EEE3">
              <a:alpha val="28000"/>
            </a:srgbClr>
          </a:solidFill>
          <a:ln/>
        </p:spPr>
      </p:sp>
      <p:sp>
        <p:nvSpPr>
          <p:cNvPr id="65" name="Shape 63"/>
          <p:cNvSpPr/>
          <p:nvPr/>
        </p:nvSpPr>
        <p:spPr>
          <a:xfrm>
            <a:off x="9437521" y="9578686"/>
            <a:ext cx="83127" cy="83127"/>
          </a:xfrm>
          <a:prstGeom prst="ellipse">
            <a:avLst/>
          </a:prstGeom>
          <a:solidFill>
            <a:srgbClr val="F3EEE3">
              <a:alpha val="28000"/>
            </a:srgbClr>
          </a:solidFill>
          <a:ln/>
        </p:spPr>
      </p:sp>
      <p:sp>
        <p:nvSpPr>
          <p:cNvPr id="66" name="Shape 64"/>
          <p:cNvSpPr/>
          <p:nvPr/>
        </p:nvSpPr>
        <p:spPr>
          <a:xfrm>
            <a:off x="9603775" y="9578686"/>
            <a:ext cx="83127" cy="83127"/>
          </a:xfrm>
          <a:prstGeom prst="ellipse">
            <a:avLst/>
          </a:prstGeom>
          <a:solidFill>
            <a:srgbClr val="F3EEE3">
              <a:alpha val="28000"/>
            </a:srgbClr>
          </a:solidFill>
          <a:ln/>
        </p:spPr>
      </p:sp>
      <p:sp>
        <p:nvSpPr>
          <p:cNvPr id="67" name="Shape 65"/>
          <p:cNvSpPr/>
          <p:nvPr/>
        </p:nvSpPr>
        <p:spPr>
          <a:xfrm>
            <a:off x="9770029" y="9578686"/>
            <a:ext cx="83127" cy="83127"/>
          </a:xfrm>
          <a:prstGeom prst="ellipse">
            <a:avLst/>
          </a:prstGeom>
          <a:solidFill>
            <a:srgbClr val="F3EEE3">
              <a:alpha val="28000"/>
            </a:srgbClr>
          </a:solidFill>
          <a:ln/>
        </p:spPr>
      </p:sp>
      <p:sp>
        <p:nvSpPr>
          <p:cNvPr id="68" name="Shape 66"/>
          <p:cNvSpPr/>
          <p:nvPr/>
        </p:nvSpPr>
        <p:spPr>
          <a:xfrm>
            <a:off x="9936283" y="9578686"/>
            <a:ext cx="83127" cy="83127"/>
          </a:xfrm>
          <a:prstGeom prst="ellipse">
            <a:avLst/>
          </a:prstGeom>
          <a:solidFill>
            <a:srgbClr val="F3EEE3">
              <a:alpha val="28000"/>
            </a:srgbClr>
          </a:solidFill>
          <a:ln/>
        </p:spPr>
      </p:sp>
      <p:sp>
        <p:nvSpPr>
          <p:cNvPr id="69" name="Text 67"/>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 13/55</a:t>
            </a:r>
            <a:endParaRPr lang="en-US" sz="1800" dirty="0"/>
          </a:p>
        </p:txBody>
      </p:sp>
      <p:sp>
        <p:nvSpPr>
          <p:cNvPr id="70" name="Shape 68"/>
          <p:cNvSpPr/>
          <p:nvPr/>
        </p:nvSpPr>
        <p:spPr>
          <a:xfrm>
            <a:off x="15983712" y="9076331"/>
            <a:ext cx="1645920" cy="552301"/>
          </a:xfrm>
          <a:prstGeom prst="roundRect">
            <a:avLst>
              <a:gd name="adj" fmla="val 28000"/>
            </a:avLst>
          </a:prstGeom>
          <a:solidFill>
            <a:srgbClr val="FFFFFF">
              <a:alpha val="82000"/>
            </a:srgbClr>
          </a:solidFill>
          <a:ln/>
        </p:spPr>
      </p:sp>
      <p:pic>
        <p:nvPicPr>
          <p:cNvPr id="71" name="Moda image moda-export-watermark-8366aaab-c26e-4f5e-b68d-07ce82e694b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Nhóm</a:t>
            </a:r>
            <a:r>
              <a:rPr lang="en-US" sz="5700" dirty="0" spc="17" kern="0">
                <a:solidFill>
                  <a:srgbClr val="F3EEE3"/>
                </a:solidFill>
                <a:latin typeface="Bricolage Grotesque ExtraBold" pitchFamily="34" charset="0"/>
                <a:ea typeface="Bricolage Grotesque ExtraBold" pitchFamily="34" charset="-122"/>
                <a:cs typeface="Bricolage Grotesque ExtraBold" pitchFamily="34" charset="-120"/>
              </a:rPr>
              <a:t> 2:</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sáu</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cách cho</a:t>
            </a:r>
            <a:r>
              <a:rPr lang="en-US" sz="5700" dirty="0" spc="-22" kern="0">
                <a:solidFill>
                  <a:srgbClr val="F3EEE3"/>
                </a:solidFill>
                <a:latin typeface="Bricolage Grotesque ExtraBold" pitchFamily="34" charset="0"/>
                <a:ea typeface="Bricolage Grotesque ExtraBold" pitchFamily="34" charset="-122"/>
                <a:cs typeface="Bricolage Grotesque ExtraBold" pitchFamily="34" charset="-120"/>
              </a:rPr>
              <a:t> agent</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nhìn</a:t>
            </a:r>
            <a:r>
              <a:rPr lang="en-US" sz="5700" dirty="0" spc="-41" kern="0">
                <a:solidFill>
                  <a:srgbClr val="F3EEE3"/>
                </a:solidFill>
                <a:latin typeface="Bricolage Grotesque ExtraBold" pitchFamily="34" charset="0"/>
                <a:ea typeface="Bricolage Grotesque ExtraBold" pitchFamily="34" charset="-122"/>
                <a:cs typeface="Bricolage Grotesque ExtraBold" pitchFamily="34" charset="-120"/>
              </a:rPr>
              <a:t> xa</a:t>
            </a:r>
            <a:r>
              <a:rPr lang="en-US" sz="5700" dirty="0" spc="-35" kern="0">
                <a:solidFill>
                  <a:srgbClr val="F3EEE3"/>
                </a:solidFill>
                <a:latin typeface="Bricolage Grotesque ExtraBold" pitchFamily="34" charset="0"/>
                <a:ea typeface="Bricolage Grotesque ExtraBold" pitchFamily="34" charset="-122"/>
                <a:cs typeface="Bricolage Grotesque ExtraBold" pitchFamily="34" charset="-120"/>
              </a:rPr>
              <a:t> hơn</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FFB454"/>
          </a:solidFill>
          <a:ln/>
        </p:spPr>
      </p:sp>
      <p:sp>
        <p:nvSpPr>
          <p:cNvPr id="5" name="Text 3"/>
          <p:cNvSpPr/>
          <p:nvPr/>
        </p:nvSpPr>
        <p:spPr>
          <a:xfrm>
            <a:off x="1295400" y="27622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FFB454"/>
                </a:solidFill>
                <a:latin typeface="Be Vietnam Pro ExtraBold" pitchFamily="34" charset="0"/>
                <a:ea typeface="Be Vietnam Pro ExtraBold" pitchFamily="34" charset="-122"/>
                <a:cs typeface="Be Vietnam Pro ExtraBold" pitchFamily="34" charset="-120"/>
              </a:rPr>
              <a:t>REA</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dịch</a:t>
            </a:r>
            <a:r>
              <a:rPr lang="en-US" sz="2700" dirty="0" spc="7" kern="0">
                <a:solidFill>
                  <a:srgbClr val="F3EEE3"/>
                </a:solidFill>
                <a:latin typeface="Be Vietnam Pro" pitchFamily="34" charset="0"/>
                <a:ea typeface="Be Vietnam Pro" pitchFamily="34" charset="-122"/>
                <a:cs typeface="Be Vietnam Pro" pitchFamily="34" charset="-120"/>
              </a:rPr>
              <a:t> ngược</a:t>
            </a:r>
            <a:r>
              <a:rPr lang="en-US" sz="2700" dirty="0" spc="24" kern="0">
                <a:solidFill>
                  <a:srgbClr val="F3EEE3"/>
                </a:solidFill>
                <a:latin typeface="Be Vietnam Pro" pitchFamily="34" charset="0"/>
                <a:ea typeface="Be Vietnam Pro" pitchFamily="34" charset="-122"/>
                <a:cs typeface="Be Vietnam Pro" pitchFamily="34" charset="-120"/>
              </a:rPr>
              <a:t> ứng</a:t>
            </a:r>
            <a:r>
              <a:rPr lang="en-US" sz="2700" dirty="0" spc="-3" kern="0">
                <a:solidFill>
                  <a:srgbClr val="F3EEE3"/>
                </a:solidFill>
                <a:latin typeface="Be Vietnam Pro" pitchFamily="34" charset="0"/>
                <a:ea typeface="Be Vietnam Pro" pitchFamily="34" charset="-122"/>
                <a:cs typeface="Be Vietnam Pro" pitchFamily="34" charset="-120"/>
              </a:rPr>
              <a:t> dụng</a:t>
            </a:r>
            <a:r>
              <a:rPr lang="en-US" sz="2700" dirty="0" spc="-5" kern="0">
                <a:solidFill>
                  <a:srgbClr val="F3EEE3"/>
                </a:solidFill>
                <a:latin typeface="Be Vietnam Pro" pitchFamily="34" charset="0"/>
                <a:ea typeface="Be Vietnam Pro" pitchFamily="34" charset="-122"/>
                <a:cs typeface="Be Vietnam Pro" pitchFamily="34" charset="-120"/>
              </a:rPr>
              <a:t> bằng</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1" kern="0">
                <a:solidFill>
                  <a:srgbClr val="F3EEE3"/>
                </a:solidFill>
                <a:latin typeface="Be Vietnam Pro" pitchFamily="34" charset="0"/>
                <a:ea typeface="Be Vietnam Pro" pitchFamily="34" charset="-122"/>
                <a:cs typeface="Be Vietnam Pro" pitchFamily="34" charset="-120"/>
              </a:rPr>
              <a:t> MCP</a:t>
            </a:r>
            <a:r>
              <a:rPr lang="en-US" sz="2700" dirty="0" spc="-8" kern="0">
                <a:solidFill>
                  <a:srgbClr val="F3EEE3"/>
                </a:solidFill>
                <a:latin typeface="Be Vietnam Pro" pitchFamily="34" charset="0"/>
                <a:ea typeface="Be Vietnam Pro" pitchFamily="34" charset="-122"/>
                <a:cs typeface="Be Vietnam Pro" pitchFamily="34" charset="-120"/>
              </a:rPr>
              <a:t> chạy</a:t>
            </a:r>
            <a:r>
              <a:rPr lang="en-US" sz="2700" dirty="0" spc="-24" kern="0">
                <a:solidFill>
                  <a:srgbClr val="F3EEE3"/>
                </a:solidFill>
                <a:latin typeface="Be Vietnam Pro" pitchFamily="34" charset="0"/>
                <a:ea typeface="Be Vietnam Pro" pitchFamily="34" charset="-122"/>
                <a:cs typeface="Be Vietnam Pro" pitchFamily="34" charset="-120"/>
              </a:rPr>
              <a:t> trên</a:t>
            </a:r>
            <a:r>
              <a:rPr lang="en-US" sz="2700" dirty="0" spc="-11" kern="0">
                <a:solidFill>
                  <a:srgbClr val="F3EEE3"/>
                </a:solidFill>
                <a:latin typeface="Be Vietnam Pro" pitchFamily="34" charset="0"/>
                <a:ea typeface="Be Vietnam Pro" pitchFamily="34" charset="-122"/>
                <a:cs typeface="Be Vietnam Pro" pitchFamily="34" charset="-120"/>
              </a:rPr>
              <a:t> máy</a:t>
            </a:r>
            <a:r>
              <a:rPr lang="en-US" sz="2700" dirty="0" spc="-6" kern="0">
                <a:solidFill>
                  <a:srgbClr val="F3EEE3"/>
                </a:solidFill>
                <a:latin typeface="Be Vietnam Pro" pitchFamily="34" charset="0"/>
                <a:ea typeface="Be Vietnam Pro" pitchFamily="34" charset="-122"/>
                <a:cs typeface="Be Vietnam Pro" pitchFamily="34" charset="-120"/>
              </a:rPr>
              <a:t> bạn</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3DD6A0"/>
          </a:solidFill>
          <a:ln/>
        </p:spPr>
      </p:sp>
      <p:sp>
        <p:nvSpPr>
          <p:cNvPr id="9" name="Text 7"/>
          <p:cNvSpPr/>
          <p:nvPr/>
        </p:nvSpPr>
        <p:spPr>
          <a:xfrm>
            <a:off x="1295400" y="3800475"/>
            <a:ext cx="5905500" cy="904875"/>
          </a:xfrm>
          <a:prstGeom prst="rect">
            <a:avLst/>
          </a:prstGeom>
          <a:noFill/>
          <a:ln/>
        </p:spPr>
        <p:txBody>
          <a:bodyPr wrap="square" lIns="0" tIns="16720" rIns="0" bIns="-16720" rtlCol="0" anchor="ctr"/>
          <a:lstStyle/>
          <a:p>
            <a:pPr algn="l" indent="0" marL="0">
              <a:lnSpc>
                <a:spcPts val="3450"/>
              </a:lnSpc>
              <a:buNone/>
            </a:pPr>
            <a:r>
              <a:rPr lang="en-US" sz="3000" dirty="0" spc="-7" kern="0">
                <a:solidFill>
                  <a:srgbClr val="3DD6A0"/>
                </a:solidFill>
                <a:latin typeface="Be Vietnam Pro ExtraBold" pitchFamily="34" charset="0"/>
                <a:ea typeface="Be Vietnam Pro ExtraBold" pitchFamily="34" charset="-122"/>
                <a:cs typeface="Be Vietnam Pro ExtraBold" pitchFamily="34" charset="-120"/>
              </a:rPr>
              <a:t>Graphify</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26" kern="0">
                <a:solidFill>
                  <a:srgbClr val="F3EEE3"/>
                </a:solidFill>
                <a:latin typeface="Be Vietnam Pro" pitchFamily="34" charset="0"/>
                <a:ea typeface="Be Vietnam Pro" pitchFamily="34" charset="-122"/>
                <a:cs typeface="Be Vietnam Pro" pitchFamily="34" charset="-120"/>
              </a:rPr>
              <a:t>đồ</a:t>
            </a:r>
            <a:r>
              <a:rPr lang="en-US" sz="2700" dirty="0" spc="-1" kern="0">
                <a:solidFill>
                  <a:srgbClr val="F3EEE3"/>
                </a:solidFill>
                <a:latin typeface="Be Vietnam Pro" pitchFamily="34" charset="0"/>
                <a:ea typeface="Be Vietnam Pro" pitchFamily="34" charset="-122"/>
                <a:cs typeface="Be Vietnam Pro" pitchFamily="34" charset="-120"/>
              </a:rPr>
              <a:t> thị</a:t>
            </a:r>
            <a:r>
              <a:rPr lang="en-US" sz="2700" dirty="0" spc="13" kern="0">
                <a:solidFill>
                  <a:srgbClr val="F3EEE3"/>
                </a:solidFill>
                <a:latin typeface="Be Vietnam Pro" pitchFamily="34" charset="0"/>
                <a:ea typeface="Be Vietnam Pro" pitchFamily="34" charset="-122"/>
                <a:cs typeface="Be Vietnam Pro" pitchFamily="34" charset="-120"/>
              </a:rPr>
              <a:t> tri</a:t>
            </a:r>
            <a:r>
              <a:rPr lang="en-US" sz="2700" dirty="0" spc="8" kern="0">
                <a:solidFill>
                  <a:srgbClr val="F3EEE3"/>
                </a:solidFill>
                <a:latin typeface="Be Vietnam Pro" pitchFamily="34" charset="0"/>
                <a:ea typeface="Be Vietnam Pro" pitchFamily="34" charset="-122"/>
                <a:cs typeface="Be Vietnam Pro" pitchFamily="34" charset="-120"/>
              </a:rPr>
              <a:t> thức</a:t>
            </a:r>
            <a:r>
              <a:rPr lang="en-US" sz="2700" dirty="0" spc="0" kern="0">
                <a:solidFill>
                  <a:srgbClr val="F3EEE3"/>
                </a:solidFill>
                <a:latin typeface="Be Vietnam Pro" pitchFamily="34" charset="0"/>
                <a:ea typeface="Be Vietnam Pro" pitchFamily="34" charset="-122"/>
                <a:cs typeface="Be Vietnam Pro" pitchFamily="34" charset="-120"/>
              </a:rPr>
              <a:t> từ</a:t>
            </a:r>
            <a:r>
              <a:rPr lang="en-US" sz="2700" dirty="0" spc="-2" kern="0">
                <a:solidFill>
                  <a:srgbClr val="F3EEE3"/>
                </a:solidFill>
                <a:latin typeface="Be Vietnam Pro" pitchFamily="34" charset="0"/>
                <a:ea typeface="Be Vietnam Pro" pitchFamily="34" charset="-122"/>
                <a:cs typeface="Be Vietnam Pro" pitchFamily="34" charset="-120"/>
              </a:rPr>
              <a:t> code,</a:t>
            </a:r>
            <a:r>
              <a:rPr lang="en-US" sz="2700" dirty="0" spc="-12" kern="0">
                <a:solidFill>
                  <a:srgbClr val="F3EEE3"/>
                </a:solidFill>
                <a:latin typeface="Be Vietnam Pro" pitchFamily="34" charset="0"/>
                <a:ea typeface="Be Vietnam Pro" pitchFamily="34" charset="-122"/>
                <a:cs typeface="Be Vietnam Pro" pitchFamily="34" charset="-120"/>
              </a:rPr>
              <a:t> tài</a:t>
            </a:r>
            <a:r>
              <a:rPr lang="en-US" sz="2700" dirty="0" spc="0" kern="0">
                <a:solidFill>
                  <a:srgbClr val="F3EEE3"/>
                </a:solidFill>
                <a:latin typeface="Be Vietnam Pro" pitchFamily="34" charset="0"/>
                <a:ea typeface="Be Vietnam Pro" pitchFamily="34" charset="-122"/>
                <a:cs typeface="Be Vietnam Pro" pitchFamily="34" charset="-120"/>
              </a:rPr>
              <a:t> liệu, PDF,</a:t>
            </a:r>
            <a:r>
              <a:rPr lang="en-US" sz="2700" dirty="0" spc="-1" kern="0">
                <a:solidFill>
                  <a:srgbClr val="F3EEE3"/>
                </a:solidFill>
                <a:latin typeface="Be Vietnam Pro" pitchFamily="34" charset="0"/>
                <a:ea typeface="Be Vietnam Pro" pitchFamily="34" charset="-122"/>
                <a:cs typeface="Be Vietnam Pro" pitchFamily="34" charset="-120"/>
              </a:rPr>
              <a:t> ảnh</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FF6A4D"/>
          </a:solidFill>
          <a:ln/>
        </p:spPr>
      </p:sp>
      <p:sp>
        <p:nvSpPr>
          <p:cNvPr id="13" name="Text 11"/>
          <p:cNvSpPr/>
          <p:nvPr/>
        </p:nvSpPr>
        <p:spPr>
          <a:xfrm>
            <a:off x="1295400" y="4838700"/>
            <a:ext cx="5905500" cy="904875"/>
          </a:xfrm>
          <a:prstGeom prst="rect">
            <a:avLst/>
          </a:prstGeom>
          <a:noFill/>
          <a:ln/>
        </p:spPr>
        <p:txBody>
          <a:bodyPr wrap="square" lIns="0" tIns="16720" rIns="0" bIns="-16720" rtlCol="0" anchor="ctr"/>
          <a:lstStyle/>
          <a:p>
            <a:pPr algn="l" indent="0" marL="0">
              <a:lnSpc>
                <a:spcPts val="3450"/>
              </a:lnSpc>
              <a:buNone/>
            </a:pPr>
            <a:r>
              <a:rPr lang="en-US" sz="3000" dirty="0" spc="-19" kern="0">
                <a:solidFill>
                  <a:srgbClr val="FF6A4D"/>
                </a:solidFill>
                <a:latin typeface="Be Vietnam Pro ExtraBold" pitchFamily="34" charset="0"/>
                <a:ea typeface="Be Vietnam Pro ExtraBold" pitchFamily="34" charset="-122"/>
                <a:cs typeface="Be Vietnam Pro ExtraBold" pitchFamily="34" charset="-120"/>
              </a:rPr>
              <a:t>Agent</a:t>
            </a:r>
            <a:r>
              <a:rPr lang="en-US" sz="3000" dirty="0" spc="-22" kern="0">
                <a:solidFill>
                  <a:srgbClr val="FF6A4D"/>
                </a:solidFill>
                <a:latin typeface="Be Vietnam Pro ExtraBold" pitchFamily="34" charset="0"/>
                <a:ea typeface="Be Vietnam Pro ExtraBold" pitchFamily="34" charset="-122"/>
                <a:cs typeface="Be Vietnam Pro ExtraBold" pitchFamily="34" charset="-120"/>
              </a:rPr>
              <a:t> Reach</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3" kern="0">
                <a:solidFill>
                  <a:srgbClr val="F3EEE3"/>
                </a:solidFill>
                <a:latin typeface="Be Vietnam Pro" pitchFamily="34" charset="0"/>
                <a:ea typeface="Be Vietnam Pro" pitchFamily="34" charset="-122"/>
                <a:cs typeface="Be Vietnam Pro" pitchFamily="34" charset="-120"/>
              </a:rPr>
              <a:t>14</a:t>
            </a:r>
            <a:r>
              <a:rPr lang="en-US" sz="2700" dirty="0" spc="-27" kern="0">
                <a:solidFill>
                  <a:srgbClr val="F3EEE3"/>
                </a:solidFill>
                <a:latin typeface="Be Vietnam Pro" pitchFamily="34" charset="0"/>
                <a:ea typeface="Be Vietnam Pro" pitchFamily="34" charset="-122"/>
                <a:cs typeface="Be Vietnam Pro" pitchFamily="34" charset="-120"/>
              </a:rPr>
              <a:t> kênh</a:t>
            </a:r>
            <a:r>
              <a:rPr lang="en-US" sz="2700" dirty="0" spc="-10" kern="0">
                <a:solidFill>
                  <a:srgbClr val="F3EEE3"/>
                </a:solidFill>
                <a:latin typeface="Be Vietnam Pro" pitchFamily="34" charset="0"/>
                <a:ea typeface="Be Vietnam Pro" pitchFamily="34" charset="-122"/>
                <a:cs typeface="Be Vietnam Pro" pitchFamily="34" charset="-120"/>
              </a:rPr>
              <a:t> web,</a:t>
            </a:r>
            <a:r>
              <a:rPr lang="en-US" sz="2700" dirty="0" spc="-1" kern="0">
                <a:solidFill>
                  <a:srgbClr val="F3EEE3"/>
                </a:solidFill>
                <a:latin typeface="Be Vietnam Pro" pitchFamily="34" charset="0"/>
                <a:ea typeface="Be Vietnam Pro" pitchFamily="34" charset="-122"/>
                <a:cs typeface="Be Vietnam Pro" pitchFamily="34" charset="-120"/>
              </a:rPr>
              <a:t> video,</a:t>
            </a:r>
            <a:r>
              <a:rPr lang="en-US" sz="2700" dirty="0" spc="-4" kern="0">
                <a:solidFill>
                  <a:srgbClr val="F3EEE3"/>
                </a:solidFill>
                <a:latin typeface="Be Vietnam Pro" pitchFamily="34" charset="0"/>
                <a:ea typeface="Be Vietnam Pro" pitchFamily="34" charset="-122"/>
                <a:cs typeface="Be Vietnam Pro" pitchFamily="34" charset="-120"/>
              </a:rPr>
              <a:t> nền</a:t>
            </a:r>
            <a:r>
              <a:rPr lang="en-US" sz="2700" dirty="0" spc="-12" kern="0">
                <a:solidFill>
                  <a:srgbClr val="F3EEE3"/>
                </a:solidFill>
                <a:latin typeface="Be Vietnam Pro" pitchFamily="34" charset="0"/>
                <a:ea typeface="Be Vietnam Pro" pitchFamily="34" charset="-122"/>
                <a:cs typeface="Be Vietnam Pro" pitchFamily="34" charset="-120"/>
              </a:rPr>
              <a:t> tảng</a:t>
            </a:r>
            <a:r>
              <a:rPr lang="en-US" sz="2700" dirty="0" spc="0" kern="0">
                <a:solidFill>
                  <a:srgbClr val="F3EEE3"/>
                </a:solidFill>
                <a:latin typeface="Be Vietnam Pro" pitchFamily="34" charset="0"/>
                <a:ea typeface="Be Vietnam Pro" pitchFamily="34" charset="-122"/>
                <a:cs typeface="Be Vietnam Pro" pitchFamily="34" charset="-120"/>
              </a:rPr>
              <a:t> cần</a:t>
            </a:r>
            <a:r>
              <a:rPr lang="en-US" sz="2700" dirty="0" spc="9" kern="0">
                <a:solidFill>
                  <a:srgbClr val="F3EEE3"/>
                </a:solidFill>
                <a:latin typeface="Be Vietnam Pro" pitchFamily="34" charset="0"/>
                <a:ea typeface="Be Vietnam Pro" pitchFamily="34" charset="-122"/>
                <a:cs typeface="Be Vietnam Pro" pitchFamily="34" charset="-120"/>
              </a:rPr>
              <a:t> đăng</a:t>
            </a:r>
            <a:r>
              <a:rPr lang="en-US" sz="2700" dirty="0" spc="-1" kern="0">
                <a:solidFill>
                  <a:srgbClr val="F3EEE3"/>
                </a:solidFill>
                <a:latin typeface="Be Vietnam Pro" pitchFamily="34" charset="0"/>
                <a:ea typeface="Be Vietnam Pro" pitchFamily="34" charset="-122"/>
                <a:cs typeface="Be Vietnam Pro" pitchFamily="34" charset="-120"/>
              </a:rPr>
              <a:t> nhập</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7C93FF"/>
          </a:solidFill>
          <a:ln/>
        </p:spPr>
      </p:sp>
      <p:sp>
        <p:nvSpPr>
          <p:cNvPr id="17" name="Text 15"/>
          <p:cNvSpPr/>
          <p:nvPr/>
        </p:nvSpPr>
        <p:spPr>
          <a:xfrm>
            <a:off x="1295400" y="5876925"/>
            <a:ext cx="5905500" cy="904875"/>
          </a:xfrm>
          <a:prstGeom prst="rect">
            <a:avLst/>
          </a:prstGeom>
          <a:noFill/>
          <a:ln/>
        </p:spPr>
        <p:txBody>
          <a:bodyPr wrap="square" lIns="0" tIns="16720" rIns="0" bIns="-16720" rtlCol="0" anchor="ctr"/>
          <a:lstStyle/>
          <a:p>
            <a:pPr algn="l" indent="0" marL="0">
              <a:lnSpc>
                <a:spcPts val="3450"/>
              </a:lnSpc>
              <a:buNone/>
            </a:pPr>
            <a:r>
              <a:rPr lang="en-US" sz="3000" dirty="0" spc="-13" kern="0">
                <a:solidFill>
                  <a:srgbClr val="7C93FF"/>
                </a:solidFill>
                <a:latin typeface="Be Vietnam Pro ExtraBold" pitchFamily="34" charset="0"/>
                <a:ea typeface="Be Vietnam Pro ExtraBold" pitchFamily="34" charset="-122"/>
                <a:cs typeface="Be Vietnam Pro ExtraBold" pitchFamily="34" charset="-120"/>
              </a:rPr>
              <a:t>Understand</a:t>
            </a:r>
            <a:r>
              <a:rPr lang="en-US" sz="3000" dirty="0" spc="-4" kern="0">
                <a:solidFill>
                  <a:srgbClr val="7C93FF"/>
                </a:solidFill>
                <a:latin typeface="Be Vietnam Pro ExtraBold" pitchFamily="34" charset="0"/>
                <a:ea typeface="Be Vietnam Pro ExtraBold" pitchFamily="34" charset="-122"/>
                <a:cs typeface="Be Vietnam Pro ExtraBold" pitchFamily="34" charset="-120"/>
              </a:rPr>
              <a:t> Anything</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26" kern="0">
                <a:solidFill>
                  <a:srgbClr val="F3EEE3"/>
                </a:solidFill>
                <a:latin typeface="Be Vietnam Pro" pitchFamily="34" charset="0"/>
                <a:ea typeface="Be Vietnam Pro" pitchFamily="34" charset="-122"/>
                <a:cs typeface="Be Vietnam Pro" pitchFamily="34" charset="-120"/>
              </a:rPr>
              <a:t>đồ</a:t>
            </a:r>
            <a:r>
              <a:rPr lang="en-US" sz="2700" dirty="0" spc="-1" kern="0">
                <a:solidFill>
                  <a:srgbClr val="F3EEE3"/>
                </a:solidFill>
                <a:latin typeface="Be Vietnam Pro" pitchFamily="34" charset="0"/>
                <a:ea typeface="Be Vietnam Pro" pitchFamily="34" charset="-122"/>
                <a:cs typeface="Be Vietnam Pro" pitchFamily="34" charset="-120"/>
              </a:rPr>
              <a:t> thị</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4" kern="0">
                <a:solidFill>
                  <a:srgbClr val="F3EEE3"/>
                </a:solidFill>
                <a:latin typeface="Be Vietnam Pro" pitchFamily="34" charset="0"/>
                <a:ea typeface="Be Vietnam Pro" pitchFamily="34" charset="-122"/>
                <a:cs typeface="Be Vietnam Pro" pitchFamily="34" charset="-120"/>
              </a:rPr>
              <a:t> bảng</a:t>
            </a:r>
            <a:r>
              <a:rPr lang="en-US" sz="2700" dirty="0" spc="20" kern="0">
                <a:solidFill>
                  <a:srgbClr val="F3EEE3"/>
                </a:solidFill>
                <a:latin typeface="Be Vietnam Pro" pitchFamily="34" charset="0"/>
                <a:ea typeface="Be Vietnam Pro" pitchFamily="34" charset="-122"/>
                <a:cs typeface="Be Vietnam Pro" pitchFamily="34" charset="-120"/>
              </a:rPr>
              <a:t> điều</a:t>
            </a:r>
            <a:r>
              <a:rPr lang="en-US" sz="2700" dirty="0" spc="-2" kern="0">
                <a:solidFill>
                  <a:srgbClr val="F3EEE3"/>
                </a:solidFill>
                <a:latin typeface="Be Vietnam Pro" pitchFamily="34" charset="0"/>
                <a:ea typeface="Be Vietnam Pro" pitchFamily="34" charset="-122"/>
                <a:cs typeface="Be Vietnam Pro" pitchFamily="34" charset="-120"/>
              </a:rPr>
              <a:t> khiển cho</a:t>
            </a:r>
            <a:r>
              <a:rPr lang="en-US" sz="2700" dirty="0" spc="-3" kern="0">
                <a:solidFill>
                  <a:srgbClr val="F3EEE3"/>
                </a:solidFill>
                <a:latin typeface="Be Vietnam Pro" pitchFamily="34" charset="0"/>
                <a:ea typeface="Be Vietnam Pro" pitchFamily="34" charset="-122"/>
                <a:cs typeface="Be Vietnam Pro" pitchFamily="34" charset="-120"/>
              </a:rPr>
              <a:t> dự</a:t>
            </a:r>
            <a:r>
              <a:rPr lang="en-US" sz="2700" dirty="0" spc="-2" kern="0">
                <a:solidFill>
                  <a:srgbClr val="F3EEE3"/>
                </a:solidFill>
                <a:latin typeface="Be Vietnam Pro" pitchFamily="34" charset="0"/>
                <a:ea typeface="Be Vietnam Pro" pitchFamily="34" charset="-122"/>
                <a:cs typeface="Be Vietnam Pro" pitchFamily="34" charset="-120"/>
              </a:rPr>
              <a:t> án</a:t>
            </a:r>
            <a:r>
              <a:rPr lang="en-US" sz="2700" dirty="0" spc="-1" kern="0">
                <a:solidFill>
                  <a:srgbClr val="F3EEE3"/>
                </a:solidFill>
                <a:latin typeface="Be Vietnam Pro" pitchFamily="34" charset="0"/>
                <a:ea typeface="Be Vietnam Pro" pitchFamily="34" charset="-122"/>
                <a:cs typeface="Be Vietnam Pro" pitchFamily="34" charset="-120"/>
              </a:rPr>
              <a:t> lạ</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FFB454"/>
          </a:solidFill>
          <a:ln/>
        </p:spPr>
      </p:sp>
      <p:sp>
        <p:nvSpPr>
          <p:cNvPr id="21" name="Text 19"/>
          <p:cNvSpPr/>
          <p:nvPr/>
        </p:nvSpPr>
        <p:spPr>
          <a:xfrm>
            <a:off x="1295400" y="69151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1" kern="0">
                <a:solidFill>
                  <a:srgbClr val="FFB454"/>
                </a:solidFill>
                <a:latin typeface="Be Vietnam Pro ExtraBold" pitchFamily="34" charset="0"/>
                <a:ea typeface="Be Vietnam Pro ExtraBold" pitchFamily="34" charset="-122"/>
                <a:cs typeface="Be Vietnam Pro ExtraBold" pitchFamily="34" charset="-120"/>
              </a:rPr>
              <a:t>Career</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Ops</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chấm</a:t>
            </a:r>
            <a:r>
              <a:rPr lang="en-US" sz="2700" dirty="0" spc="0" kern="0">
                <a:solidFill>
                  <a:srgbClr val="F3EEE3"/>
                </a:solidFill>
                <a:latin typeface="Be Vietnam Pro" pitchFamily="34" charset="0"/>
                <a:ea typeface="Be Vietnam Pro" pitchFamily="34" charset="-122"/>
                <a:cs typeface="Be Vietnam Pro" pitchFamily="34" charset="-120"/>
              </a:rPr>
              <a:t> tin</a:t>
            </a:r>
            <a:r>
              <a:rPr lang="en-US" sz="2700" dirty="0" spc="-17" kern="0">
                <a:solidFill>
                  <a:srgbClr val="F3EEE3"/>
                </a:solidFill>
                <a:latin typeface="Be Vietnam Pro" pitchFamily="34" charset="0"/>
                <a:ea typeface="Be Vietnam Pro" pitchFamily="34" charset="-122"/>
                <a:cs typeface="Be Vietnam Pro" pitchFamily="34" charset="-120"/>
              </a:rPr>
              <a:t> tuyển</a:t>
            </a:r>
            <a:r>
              <a:rPr lang="en-US" sz="2700" dirty="0" spc="-3" kern="0">
                <a:solidFill>
                  <a:srgbClr val="F3EEE3"/>
                </a:solidFill>
                <a:latin typeface="Be Vietnam Pro" pitchFamily="34" charset="0"/>
                <a:ea typeface="Be Vietnam Pro" pitchFamily="34" charset="-122"/>
                <a:cs typeface="Be Vietnam Pro" pitchFamily="34" charset="-120"/>
              </a:rPr>
              <a:t> dụng</a:t>
            </a:r>
            <a:r>
              <a:rPr lang="en-US" sz="2700" dirty="0" spc="-2" kern="0">
                <a:solidFill>
                  <a:srgbClr val="F3EEE3"/>
                </a:solidFill>
                <a:latin typeface="Be Vietnam Pro" pitchFamily="34" charset="0"/>
                <a:ea typeface="Be Vietnam Pro" pitchFamily="34" charset="-122"/>
                <a:cs typeface="Be Vietnam Pro" pitchFamily="34" charset="-120"/>
              </a:rPr>
              <a:t> theo</a:t>
            </a:r>
            <a:r>
              <a:rPr lang="en-US" sz="2700" dirty="0" spc="3" kern="0">
                <a:solidFill>
                  <a:srgbClr val="F3EEE3"/>
                </a:solidFill>
                <a:latin typeface="Be Vietnam Pro" pitchFamily="34" charset="0"/>
                <a:ea typeface="Be Vietnam Pro" pitchFamily="34" charset="-122"/>
                <a:cs typeface="Be Vietnam Pro" pitchFamily="34" charset="-120"/>
              </a:rPr>
              <a:t> CV,</a:t>
            </a:r>
            <a:r>
              <a:rPr lang="en-US" sz="2700" dirty="0" spc="-5" kern="0">
                <a:solidFill>
                  <a:srgbClr val="F3EEE3"/>
                </a:solidFill>
                <a:latin typeface="Be Vietnam Pro" pitchFamily="34" charset="0"/>
                <a:ea typeface="Be Vietnam Pro" pitchFamily="34" charset="-122"/>
                <a:cs typeface="Be Vietnam Pro" pitchFamily="34" charset="-120"/>
              </a:rPr>
              <a:t> bạn</a:t>
            </a:r>
            <a:r>
              <a:rPr lang="en-US" sz="2700" dirty="0" spc="-1" kern="0">
                <a:solidFill>
                  <a:srgbClr val="F3EEE3"/>
                </a:solidFill>
                <a:latin typeface="Be Vietnam Pro" pitchFamily="34" charset="0"/>
                <a:ea typeface="Be Vietnam Pro" pitchFamily="34" charset="-122"/>
                <a:cs typeface="Be Vietnam Pro" pitchFamily="34" charset="-120"/>
              </a:rPr>
              <a:t> tự</a:t>
            </a:r>
            <a:r>
              <a:rPr lang="en-US" sz="2700" dirty="0" spc="-5" kern="0">
                <a:solidFill>
                  <a:srgbClr val="F3EEE3"/>
                </a:solidFill>
                <a:latin typeface="Be Vietnam Pro" pitchFamily="34" charset="0"/>
                <a:ea typeface="Be Vietnam Pro" pitchFamily="34" charset="-122"/>
                <a:cs typeface="Be Vietnam Pro" pitchFamily="34" charset="-120"/>
              </a:rPr>
              <a:t> bấm</a:t>
            </a:r>
            <a:r>
              <a:rPr lang="en-US" sz="2700" dirty="0" spc="41" kern="0">
                <a:solidFill>
                  <a:srgbClr val="F3EEE3"/>
                </a:solidFill>
                <a:latin typeface="Be Vietnam Pro" pitchFamily="34" charset="0"/>
                <a:ea typeface="Be Vietnam Pro" pitchFamily="34" charset="-122"/>
                <a:cs typeface="Be Vietnam Pro" pitchFamily="34" charset="-120"/>
              </a:rPr>
              <a:t> gửi</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3DD6A0"/>
          </a:solidFill>
          <a:ln/>
        </p:spPr>
      </p:sp>
      <p:sp>
        <p:nvSpPr>
          <p:cNvPr id="25" name="Text 23"/>
          <p:cNvSpPr/>
          <p:nvPr/>
        </p:nvSpPr>
        <p:spPr>
          <a:xfrm>
            <a:off x="1295400" y="7953375"/>
            <a:ext cx="5905500" cy="904875"/>
          </a:xfrm>
          <a:prstGeom prst="rect">
            <a:avLst/>
          </a:prstGeom>
          <a:noFill/>
          <a:ln/>
        </p:spPr>
        <p:txBody>
          <a:bodyPr wrap="square" lIns="0" tIns="16720" rIns="0" bIns="-16720" rtlCol="0" anchor="ctr"/>
          <a:lstStyle/>
          <a:p>
            <a:pPr algn="l" indent="0" marL="0">
              <a:lnSpc>
                <a:spcPts val="3450"/>
              </a:lnSpc>
              <a:buNone/>
            </a:pPr>
            <a:r>
              <a:rPr lang="en-US" sz="3000" dirty="0" spc="-25" kern="0">
                <a:solidFill>
                  <a:srgbClr val="3DD6A0"/>
                </a:solidFill>
                <a:latin typeface="Be Vietnam Pro ExtraBold" pitchFamily="34" charset="0"/>
                <a:ea typeface="Be Vietnam Pro ExtraBold" pitchFamily="34" charset="-122"/>
                <a:cs typeface="Be Vietnam Pro ExtraBold" pitchFamily="34" charset="-120"/>
              </a:rPr>
              <a:t>Last</a:t>
            </a:r>
            <a:r>
              <a:rPr lang="en-US" sz="3000" dirty="0" spc="-15" kern="0">
                <a:solidFill>
                  <a:srgbClr val="3DD6A0"/>
                </a:solidFill>
                <a:latin typeface="Be Vietnam Pro ExtraBold" pitchFamily="34" charset="0"/>
                <a:ea typeface="Be Vietnam Pro ExtraBold" pitchFamily="34" charset="-122"/>
                <a:cs typeface="Be Vietnam Pro ExtraBold" pitchFamily="34" charset="-120"/>
              </a:rPr>
              <a:t> 30</a:t>
            </a:r>
            <a:r>
              <a:rPr lang="en-US" sz="3000" dirty="0" spc="-21" kern="0">
                <a:solidFill>
                  <a:srgbClr val="3DD6A0"/>
                </a:solidFill>
                <a:latin typeface="Be Vietnam Pro ExtraBold" pitchFamily="34" charset="0"/>
                <a:ea typeface="Be Vietnam Pro ExtraBold" pitchFamily="34" charset="-122"/>
                <a:cs typeface="Be Vietnam Pro ExtraBold" pitchFamily="34" charset="-120"/>
              </a:rPr>
              <a:t> Days</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nghiên</a:t>
            </a:r>
            <a:r>
              <a:rPr lang="en-US" sz="2700" dirty="0" spc="20" kern="0">
                <a:solidFill>
                  <a:srgbClr val="F3EEE3"/>
                </a:solidFill>
                <a:latin typeface="Be Vietnam Pro" pitchFamily="34" charset="0"/>
                <a:ea typeface="Be Vietnam Pro" pitchFamily="34" charset="-122"/>
                <a:cs typeface="Be Vietnam Pro" pitchFamily="34" charset="-120"/>
              </a:rPr>
              <a:t> cứu</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1" kern="0">
                <a:solidFill>
                  <a:srgbClr val="F3EEE3"/>
                </a:solidFill>
                <a:latin typeface="Be Vietnam Pro" pitchFamily="34" charset="0"/>
                <a:ea typeface="Be Vietnam Pro" pitchFamily="34" charset="-122"/>
                <a:cs typeface="Be Vietnam Pro" pitchFamily="34" charset="-120"/>
              </a:rPr>
              <a:t> chủ</a:t>
            </a:r>
            <a:r>
              <a:rPr lang="en-US" sz="2700" dirty="0" spc="14" kern="0">
                <a:solidFill>
                  <a:srgbClr val="F3EEE3"/>
                </a:solidFill>
                <a:latin typeface="Be Vietnam Pro" pitchFamily="34" charset="0"/>
                <a:ea typeface="Be Vietnam Pro" pitchFamily="34" charset="-122"/>
                <a:cs typeface="Be Vietnam Pro" pitchFamily="34" charset="-120"/>
              </a:rPr>
              <a:t> đề</a:t>
            </a:r>
            <a:r>
              <a:rPr lang="en-US" sz="2700" dirty="0" spc="-1" kern="0">
                <a:solidFill>
                  <a:srgbClr val="F3EEE3"/>
                </a:solidFill>
                <a:latin typeface="Be Vietnam Pro" pitchFamily="34" charset="0"/>
                <a:ea typeface="Be Vietnam Pro" pitchFamily="34" charset="-122"/>
                <a:cs typeface="Be Vietnam Pro" pitchFamily="34" charset="-120"/>
              </a:rPr>
              <a:t> từ</a:t>
            </a:r>
            <a:r>
              <a:rPr lang="en-US" sz="2700" dirty="0" spc="-2" kern="0">
                <a:solidFill>
                  <a:srgbClr val="F3EEE3"/>
                </a:solidFill>
                <a:latin typeface="Be Vietnam Pro" pitchFamily="34" charset="0"/>
                <a:ea typeface="Be Vietnam Pro" pitchFamily="34" charset="-122"/>
                <a:cs typeface="Be Vietnam Pro" pitchFamily="34" charset="-120"/>
              </a:rPr>
              <a:t> nhiều</a:t>
            </a:r>
            <a:r>
              <a:rPr lang="en-US" sz="2700" dirty="0" spc="-3" kern="0">
                <a:solidFill>
                  <a:srgbClr val="F3EEE3"/>
                </a:solidFill>
                <a:latin typeface="Be Vietnam Pro" pitchFamily="34" charset="0"/>
                <a:ea typeface="Be Vietnam Pro" pitchFamily="34" charset="-122"/>
                <a:cs typeface="Be Vietnam Pro" pitchFamily="34" charset="-120"/>
              </a:rPr>
              <a:t> nền</a:t>
            </a:r>
            <a:r>
              <a:rPr lang="en-US" sz="2700" dirty="0" spc="-11" kern="0">
                <a:solidFill>
                  <a:srgbClr val="F3EEE3"/>
                </a:solidFill>
                <a:latin typeface="Be Vietnam Pro" pitchFamily="34" charset="0"/>
                <a:ea typeface="Be Vietnam Pro" pitchFamily="34" charset="-122"/>
                <a:cs typeface="Be Vietnam Pro" pitchFamily="34" charset="-120"/>
              </a:rPr>
              <a:t> tảng</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[S8]</a:t>
            </a:r>
            <a:r>
              <a:rPr lang="en-US" sz="1800" dirty="0" spc="1" kern="0">
                <a:solidFill>
                  <a:srgbClr val="9AA0B5"/>
                </a:solidFill>
                <a:latin typeface="Be Vietnam Pro" pitchFamily="34" charset="0"/>
                <a:ea typeface="Be Vietnam Pro" pitchFamily="34" charset="-122"/>
                <a:cs typeface="Be Vietnam Pro" pitchFamily="34" charset="-120"/>
              </a:rPr>
              <a:t> [S9]</a:t>
            </a:r>
            <a:r>
              <a:rPr lang="en-US" sz="1800" dirty="0" spc="4" kern="0">
                <a:solidFill>
                  <a:srgbClr val="9AA0B5"/>
                </a:solidFill>
                <a:latin typeface="Be Vietnam Pro" pitchFamily="34" charset="0"/>
                <a:ea typeface="Be Vietnam Pro" pitchFamily="34" charset="-122"/>
                <a:cs typeface="Be Vietnam Pro" pitchFamily="34" charset="-120"/>
              </a:rPr>
              <a:t> [S10]</a:t>
            </a:r>
            <a:r>
              <a:rPr lang="en-US" sz="1800" dirty="0" spc="3" kern="0">
                <a:solidFill>
                  <a:srgbClr val="9AA0B5"/>
                </a:solidFill>
                <a:latin typeface="Be Vietnam Pro" pitchFamily="34" charset="0"/>
                <a:ea typeface="Be Vietnam Pro" pitchFamily="34" charset="-122"/>
                <a:cs typeface="Be Vietnam Pro" pitchFamily="34" charset="-120"/>
              </a:rPr>
              <a:t> [S11]</a:t>
            </a:r>
            <a:r>
              <a:rPr lang="en-US" sz="1800" dirty="0" spc="2" kern="0">
                <a:solidFill>
                  <a:srgbClr val="9AA0B5"/>
                </a:solidFill>
                <a:latin typeface="Be Vietnam Pro" pitchFamily="34" charset="0"/>
                <a:ea typeface="Be Vietnam Pro" pitchFamily="34" charset="-122"/>
                <a:cs typeface="Be Vietnam Pro" pitchFamily="34" charset="-120"/>
              </a:rPr>
              <a:t> [S12] [S13]</a:t>
            </a:r>
            <a:endParaRPr lang="en-US" sz="1800" dirty="0"/>
          </a:p>
        </p:txBody>
      </p:sp>
      <p:sp>
        <p:nvSpPr>
          <p:cNvPr id="28" name="Shape 26"/>
          <p:cNvSpPr/>
          <p:nvPr/>
        </p:nvSpPr>
        <p:spPr>
          <a:xfrm>
            <a:off x="958561" y="9578686"/>
            <a:ext cx="83127" cy="83127"/>
          </a:xfrm>
          <a:prstGeom prst="ellipse">
            <a:avLst/>
          </a:prstGeom>
          <a:solidFill>
            <a:srgbClr val="F3EEE3">
              <a:alpha val="28000"/>
            </a:srgbClr>
          </a:solidFill>
          <a:ln/>
        </p:spPr>
      </p:sp>
      <p:sp>
        <p:nvSpPr>
          <p:cNvPr id="29" name="Shape 27"/>
          <p:cNvSpPr/>
          <p:nvPr/>
        </p:nvSpPr>
        <p:spPr>
          <a:xfrm>
            <a:off x="1124815" y="9578686"/>
            <a:ext cx="83127" cy="83127"/>
          </a:xfrm>
          <a:prstGeom prst="ellipse">
            <a:avLst/>
          </a:prstGeom>
          <a:solidFill>
            <a:srgbClr val="F3EEE3">
              <a:alpha val="28000"/>
            </a:srgbClr>
          </a:solidFill>
          <a:ln/>
        </p:spPr>
      </p:sp>
      <p:sp>
        <p:nvSpPr>
          <p:cNvPr id="30" name="Shape 28"/>
          <p:cNvSpPr/>
          <p:nvPr/>
        </p:nvSpPr>
        <p:spPr>
          <a:xfrm>
            <a:off x="1291070" y="9578686"/>
            <a:ext cx="83127" cy="83127"/>
          </a:xfrm>
          <a:prstGeom prst="ellipse">
            <a:avLst/>
          </a:prstGeom>
          <a:solidFill>
            <a:srgbClr val="F3EEE3">
              <a:alpha val="28000"/>
            </a:srgbClr>
          </a:solidFill>
          <a:ln/>
        </p:spPr>
      </p:sp>
      <p:sp>
        <p:nvSpPr>
          <p:cNvPr id="31" name="Shape 29"/>
          <p:cNvSpPr/>
          <p:nvPr/>
        </p:nvSpPr>
        <p:spPr>
          <a:xfrm>
            <a:off x="1457324" y="9578686"/>
            <a:ext cx="83127" cy="83127"/>
          </a:xfrm>
          <a:prstGeom prst="ellipse">
            <a:avLst/>
          </a:prstGeom>
          <a:solidFill>
            <a:srgbClr val="F3EEE3">
              <a:alpha val="28000"/>
            </a:srgbClr>
          </a:solidFill>
          <a:ln/>
        </p:spPr>
      </p:sp>
      <p:sp>
        <p:nvSpPr>
          <p:cNvPr id="32" name="Shape 30"/>
          <p:cNvSpPr/>
          <p:nvPr/>
        </p:nvSpPr>
        <p:spPr>
          <a:xfrm>
            <a:off x="1623578" y="9578686"/>
            <a:ext cx="83127" cy="83127"/>
          </a:xfrm>
          <a:prstGeom prst="ellipse">
            <a:avLst/>
          </a:prstGeom>
          <a:solidFill>
            <a:srgbClr val="F3EEE3">
              <a:alpha val="28000"/>
            </a:srgbClr>
          </a:solidFill>
          <a:ln/>
        </p:spPr>
      </p:sp>
      <p:sp>
        <p:nvSpPr>
          <p:cNvPr id="33" name="Shape 31"/>
          <p:cNvSpPr/>
          <p:nvPr/>
        </p:nvSpPr>
        <p:spPr>
          <a:xfrm>
            <a:off x="1789832" y="9578686"/>
            <a:ext cx="83127" cy="83127"/>
          </a:xfrm>
          <a:prstGeom prst="ellipse">
            <a:avLst/>
          </a:prstGeom>
          <a:solidFill>
            <a:srgbClr val="F3EEE3">
              <a:alpha val="28000"/>
            </a:srgbClr>
          </a:solidFill>
          <a:ln/>
        </p:spPr>
      </p:sp>
      <p:sp>
        <p:nvSpPr>
          <p:cNvPr id="34" name="Shape 32"/>
          <p:cNvSpPr/>
          <p:nvPr/>
        </p:nvSpPr>
        <p:spPr>
          <a:xfrm>
            <a:off x="1956086" y="9578686"/>
            <a:ext cx="83127" cy="83127"/>
          </a:xfrm>
          <a:prstGeom prst="ellipse">
            <a:avLst/>
          </a:prstGeom>
          <a:solidFill>
            <a:srgbClr val="F3EEE3">
              <a:alpha val="28000"/>
            </a:srgbClr>
          </a:solidFill>
          <a:ln/>
        </p:spPr>
      </p:sp>
      <p:sp>
        <p:nvSpPr>
          <p:cNvPr id="35" name="Shape 33"/>
          <p:cNvSpPr/>
          <p:nvPr/>
        </p:nvSpPr>
        <p:spPr>
          <a:xfrm>
            <a:off x="2122340" y="9578686"/>
            <a:ext cx="83127" cy="83127"/>
          </a:xfrm>
          <a:prstGeom prst="ellipse">
            <a:avLst/>
          </a:prstGeom>
          <a:solidFill>
            <a:srgbClr val="F3EEE3">
              <a:alpha val="28000"/>
            </a:srgbClr>
          </a:solidFill>
          <a:ln/>
        </p:spPr>
      </p:sp>
      <p:sp>
        <p:nvSpPr>
          <p:cNvPr id="36" name="Shape 34"/>
          <p:cNvSpPr/>
          <p:nvPr/>
        </p:nvSpPr>
        <p:spPr>
          <a:xfrm>
            <a:off x="2288594" y="9578686"/>
            <a:ext cx="83127" cy="83127"/>
          </a:xfrm>
          <a:prstGeom prst="ellipse">
            <a:avLst/>
          </a:prstGeom>
          <a:solidFill>
            <a:srgbClr val="F3EEE3">
              <a:alpha val="28000"/>
            </a:srgbClr>
          </a:solidFill>
          <a:ln/>
        </p:spPr>
      </p:sp>
      <p:sp>
        <p:nvSpPr>
          <p:cNvPr id="37" name="Shape 35"/>
          <p:cNvSpPr/>
          <p:nvPr/>
        </p:nvSpPr>
        <p:spPr>
          <a:xfrm>
            <a:off x="2454848" y="9578686"/>
            <a:ext cx="83127" cy="83127"/>
          </a:xfrm>
          <a:prstGeom prst="ellipse">
            <a:avLst/>
          </a:prstGeom>
          <a:solidFill>
            <a:srgbClr val="F3EEE3">
              <a:alpha val="28000"/>
            </a:srgbClr>
          </a:solidFill>
          <a:ln/>
        </p:spPr>
      </p:sp>
      <p:sp>
        <p:nvSpPr>
          <p:cNvPr id="38" name="Shape 36"/>
          <p:cNvSpPr/>
          <p:nvPr/>
        </p:nvSpPr>
        <p:spPr>
          <a:xfrm>
            <a:off x="2621102" y="9578686"/>
            <a:ext cx="83127" cy="83127"/>
          </a:xfrm>
          <a:prstGeom prst="ellipse">
            <a:avLst/>
          </a:prstGeom>
          <a:solidFill>
            <a:srgbClr val="F3EEE3">
              <a:alpha val="28000"/>
            </a:srgbClr>
          </a:solidFill>
          <a:ln/>
        </p:spPr>
      </p:sp>
      <p:sp>
        <p:nvSpPr>
          <p:cNvPr id="39" name="Shape 37"/>
          <p:cNvSpPr/>
          <p:nvPr/>
        </p:nvSpPr>
        <p:spPr>
          <a:xfrm>
            <a:off x="2787357" y="9578686"/>
            <a:ext cx="83127" cy="83127"/>
          </a:xfrm>
          <a:prstGeom prst="ellipse">
            <a:avLst/>
          </a:prstGeom>
          <a:solidFill>
            <a:srgbClr val="F3EEE3">
              <a:alpha val="28000"/>
            </a:srgbClr>
          </a:solidFill>
          <a:ln/>
        </p:spPr>
      </p:sp>
      <p:sp>
        <p:nvSpPr>
          <p:cNvPr id="40" name="Shape 38"/>
          <p:cNvSpPr/>
          <p:nvPr/>
        </p:nvSpPr>
        <p:spPr>
          <a:xfrm>
            <a:off x="2953611" y="9578686"/>
            <a:ext cx="83127" cy="83127"/>
          </a:xfrm>
          <a:prstGeom prst="ellipse">
            <a:avLst/>
          </a:prstGeom>
          <a:solidFill>
            <a:srgbClr val="F3EEE3">
              <a:alpha val="28000"/>
            </a:srgbClr>
          </a:solidFill>
          <a:ln/>
        </p:spPr>
      </p:sp>
      <p:sp>
        <p:nvSpPr>
          <p:cNvPr id="41" name="Shape 39"/>
          <p:cNvSpPr/>
          <p:nvPr/>
        </p:nvSpPr>
        <p:spPr>
          <a:xfrm>
            <a:off x="3106010" y="9564832"/>
            <a:ext cx="110836" cy="110836"/>
          </a:xfrm>
          <a:prstGeom prst="ellipse">
            <a:avLst/>
          </a:prstGeom>
          <a:solidFill>
            <a:srgbClr val="FF6A4D"/>
          </a:solidFill>
          <a:ln/>
        </p:spPr>
      </p:sp>
      <p:sp>
        <p:nvSpPr>
          <p:cNvPr id="42" name="Shape 40"/>
          <p:cNvSpPr/>
          <p:nvPr/>
        </p:nvSpPr>
        <p:spPr>
          <a:xfrm>
            <a:off x="3286119" y="9578686"/>
            <a:ext cx="83127" cy="83127"/>
          </a:xfrm>
          <a:prstGeom prst="ellipse">
            <a:avLst/>
          </a:prstGeom>
          <a:solidFill>
            <a:srgbClr val="F3EEE3">
              <a:alpha val="28000"/>
            </a:srgbClr>
          </a:solidFill>
          <a:ln/>
        </p:spPr>
      </p:sp>
      <p:sp>
        <p:nvSpPr>
          <p:cNvPr id="43" name="Shape 41"/>
          <p:cNvSpPr/>
          <p:nvPr/>
        </p:nvSpPr>
        <p:spPr>
          <a:xfrm>
            <a:off x="3452373" y="9578686"/>
            <a:ext cx="83127" cy="83127"/>
          </a:xfrm>
          <a:prstGeom prst="ellipse">
            <a:avLst/>
          </a:prstGeom>
          <a:solidFill>
            <a:srgbClr val="F3EEE3">
              <a:alpha val="28000"/>
            </a:srgbClr>
          </a:solidFill>
          <a:ln/>
        </p:spPr>
      </p:sp>
      <p:sp>
        <p:nvSpPr>
          <p:cNvPr id="44" name="Shape 42"/>
          <p:cNvSpPr/>
          <p:nvPr/>
        </p:nvSpPr>
        <p:spPr>
          <a:xfrm>
            <a:off x="3618627" y="9578686"/>
            <a:ext cx="83127" cy="83127"/>
          </a:xfrm>
          <a:prstGeom prst="ellipse">
            <a:avLst/>
          </a:prstGeom>
          <a:solidFill>
            <a:srgbClr val="F3EEE3">
              <a:alpha val="28000"/>
            </a:srgbClr>
          </a:solidFill>
          <a:ln/>
        </p:spPr>
      </p:sp>
      <p:sp>
        <p:nvSpPr>
          <p:cNvPr id="45" name="Shape 43"/>
          <p:cNvSpPr/>
          <p:nvPr/>
        </p:nvSpPr>
        <p:spPr>
          <a:xfrm>
            <a:off x="3784881" y="9578686"/>
            <a:ext cx="83127" cy="83127"/>
          </a:xfrm>
          <a:prstGeom prst="ellipse">
            <a:avLst/>
          </a:prstGeom>
          <a:solidFill>
            <a:srgbClr val="F3EEE3">
              <a:alpha val="28000"/>
            </a:srgbClr>
          </a:solidFill>
          <a:ln/>
        </p:spPr>
      </p:sp>
      <p:sp>
        <p:nvSpPr>
          <p:cNvPr id="46" name="Shape 44"/>
          <p:cNvSpPr/>
          <p:nvPr/>
        </p:nvSpPr>
        <p:spPr>
          <a:xfrm>
            <a:off x="3951135" y="9578686"/>
            <a:ext cx="83127" cy="83127"/>
          </a:xfrm>
          <a:prstGeom prst="ellipse">
            <a:avLst/>
          </a:prstGeom>
          <a:solidFill>
            <a:srgbClr val="F3EEE3">
              <a:alpha val="28000"/>
            </a:srgbClr>
          </a:solidFill>
          <a:ln/>
        </p:spPr>
      </p:sp>
      <p:sp>
        <p:nvSpPr>
          <p:cNvPr id="47" name="Shape 45"/>
          <p:cNvSpPr/>
          <p:nvPr/>
        </p:nvSpPr>
        <p:spPr>
          <a:xfrm>
            <a:off x="4117389" y="9578686"/>
            <a:ext cx="83127" cy="83127"/>
          </a:xfrm>
          <a:prstGeom prst="ellipse">
            <a:avLst/>
          </a:prstGeom>
          <a:solidFill>
            <a:srgbClr val="F3EEE3">
              <a:alpha val="28000"/>
            </a:srgbClr>
          </a:solidFill>
          <a:ln/>
        </p:spPr>
      </p:sp>
      <p:sp>
        <p:nvSpPr>
          <p:cNvPr id="48" name="Shape 46"/>
          <p:cNvSpPr/>
          <p:nvPr/>
        </p:nvSpPr>
        <p:spPr>
          <a:xfrm>
            <a:off x="4283644" y="9578686"/>
            <a:ext cx="83127" cy="83127"/>
          </a:xfrm>
          <a:prstGeom prst="ellipse">
            <a:avLst/>
          </a:prstGeom>
          <a:solidFill>
            <a:srgbClr val="F3EEE3">
              <a:alpha val="28000"/>
            </a:srgbClr>
          </a:solidFill>
          <a:ln/>
        </p:spPr>
      </p:sp>
      <p:sp>
        <p:nvSpPr>
          <p:cNvPr id="49" name="Shape 47"/>
          <p:cNvSpPr/>
          <p:nvPr/>
        </p:nvSpPr>
        <p:spPr>
          <a:xfrm>
            <a:off x="4449898" y="9578686"/>
            <a:ext cx="83127" cy="83127"/>
          </a:xfrm>
          <a:prstGeom prst="ellipse">
            <a:avLst/>
          </a:prstGeom>
          <a:solidFill>
            <a:srgbClr val="F3EEE3">
              <a:alpha val="28000"/>
            </a:srgbClr>
          </a:solidFill>
          <a:ln/>
        </p:spPr>
      </p:sp>
      <p:sp>
        <p:nvSpPr>
          <p:cNvPr id="50" name="Shape 48"/>
          <p:cNvSpPr/>
          <p:nvPr/>
        </p:nvSpPr>
        <p:spPr>
          <a:xfrm>
            <a:off x="4616152" y="9578686"/>
            <a:ext cx="83127" cy="83127"/>
          </a:xfrm>
          <a:prstGeom prst="ellipse">
            <a:avLst/>
          </a:prstGeom>
          <a:solidFill>
            <a:srgbClr val="F3EEE3">
              <a:alpha val="28000"/>
            </a:srgbClr>
          </a:solidFill>
          <a:ln/>
        </p:spPr>
      </p:sp>
      <p:sp>
        <p:nvSpPr>
          <p:cNvPr id="51" name="Shape 49"/>
          <p:cNvSpPr/>
          <p:nvPr/>
        </p:nvSpPr>
        <p:spPr>
          <a:xfrm>
            <a:off x="4782406" y="9578686"/>
            <a:ext cx="83127" cy="83127"/>
          </a:xfrm>
          <a:prstGeom prst="ellipse">
            <a:avLst/>
          </a:prstGeom>
          <a:solidFill>
            <a:srgbClr val="F3EEE3">
              <a:alpha val="28000"/>
            </a:srgbClr>
          </a:solidFill>
          <a:ln/>
        </p:spPr>
      </p:sp>
      <p:sp>
        <p:nvSpPr>
          <p:cNvPr id="52" name="Shape 50"/>
          <p:cNvSpPr/>
          <p:nvPr/>
        </p:nvSpPr>
        <p:spPr>
          <a:xfrm>
            <a:off x="4948660" y="9578686"/>
            <a:ext cx="83127" cy="83127"/>
          </a:xfrm>
          <a:prstGeom prst="ellipse">
            <a:avLst/>
          </a:prstGeom>
          <a:solidFill>
            <a:srgbClr val="F3EEE3">
              <a:alpha val="28000"/>
            </a:srgbClr>
          </a:solidFill>
          <a:ln/>
        </p:spPr>
      </p:sp>
      <p:sp>
        <p:nvSpPr>
          <p:cNvPr id="53" name="Shape 51"/>
          <p:cNvSpPr/>
          <p:nvPr/>
        </p:nvSpPr>
        <p:spPr>
          <a:xfrm>
            <a:off x="5114914" y="9578686"/>
            <a:ext cx="83127" cy="83127"/>
          </a:xfrm>
          <a:prstGeom prst="ellipse">
            <a:avLst/>
          </a:prstGeom>
          <a:solidFill>
            <a:srgbClr val="F3EEE3">
              <a:alpha val="28000"/>
            </a:srgbClr>
          </a:solidFill>
          <a:ln/>
        </p:spPr>
      </p:sp>
      <p:sp>
        <p:nvSpPr>
          <p:cNvPr id="54" name="Shape 52"/>
          <p:cNvSpPr/>
          <p:nvPr/>
        </p:nvSpPr>
        <p:spPr>
          <a:xfrm>
            <a:off x="5281168" y="9578686"/>
            <a:ext cx="83127" cy="83127"/>
          </a:xfrm>
          <a:prstGeom prst="ellipse">
            <a:avLst/>
          </a:prstGeom>
          <a:solidFill>
            <a:srgbClr val="F3EEE3">
              <a:alpha val="28000"/>
            </a:srgbClr>
          </a:solidFill>
          <a:ln/>
        </p:spPr>
      </p:sp>
      <p:sp>
        <p:nvSpPr>
          <p:cNvPr id="55" name="Shape 53"/>
          <p:cNvSpPr/>
          <p:nvPr/>
        </p:nvSpPr>
        <p:spPr>
          <a:xfrm>
            <a:off x="5447422" y="9578686"/>
            <a:ext cx="83127" cy="83127"/>
          </a:xfrm>
          <a:prstGeom prst="ellipse">
            <a:avLst/>
          </a:prstGeom>
          <a:solidFill>
            <a:srgbClr val="F3EEE3">
              <a:alpha val="28000"/>
            </a:srgbClr>
          </a:solidFill>
          <a:ln/>
        </p:spPr>
      </p:sp>
      <p:sp>
        <p:nvSpPr>
          <p:cNvPr id="56" name="Shape 54"/>
          <p:cNvSpPr/>
          <p:nvPr/>
        </p:nvSpPr>
        <p:spPr>
          <a:xfrm>
            <a:off x="5613676" y="9578686"/>
            <a:ext cx="83127" cy="83127"/>
          </a:xfrm>
          <a:prstGeom prst="ellipse">
            <a:avLst/>
          </a:prstGeom>
          <a:solidFill>
            <a:srgbClr val="F3EEE3">
              <a:alpha val="28000"/>
            </a:srgbClr>
          </a:solidFill>
          <a:ln/>
        </p:spPr>
      </p:sp>
      <p:sp>
        <p:nvSpPr>
          <p:cNvPr id="57" name="Shape 55"/>
          <p:cNvSpPr/>
          <p:nvPr/>
        </p:nvSpPr>
        <p:spPr>
          <a:xfrm>
            <a:off x="5779931" y="9578686"/>
            <a:ext cx="83127" cy="83127"/>
          </a:xfrm>
          <a:prstGeom prst="ellipse">
            <a:avLst/>
          </a:prstGeom>
          <a:solidFill>
            <a:srgbClr val="F3EEE3">
              <a:alpha val="28000"/>
            </a:srgbClr>
          </a:solidFill>
          <a:ln/>
        </p:spPr>
      </p:sp>
      <p:sp>
        <p:nvSpPr>
          <p:cNvPr id="58" name="Shape 56"/>
          <p:cNvSpPr/>
          <p:nvPr/>
        </p:nvSpPr>
        <p:spPr>
          <a:xfrm>
            <a:off x="5946185" y="9578686"/>
            <a:ext cx="83127" cy="83127"/>
          </a:xfrm>
          <a:prstGeom prst="ellipse">
            <a:avLst/>
          </a:prstGeom>
          <a:solidFill>
            <a:srgbClr val="F3EEE3">
              <a:alpha val="28000"/>
            </a:srgbClr>
          </a:solidFill>
          <a:ln/>
        </p:spPr>
      </p:sp>
      <p:sp>
        <p:nvSpPr>
          <p:cNvPr id="59" name="Shape 57"/>
          <p:cNvSpPr/>
          <p:nvPr/>
        </p:nvSpPr>
        <p:spPr>
          <a:xfrm>
            <a:off x="6112439" y="9578686"/>
            <a:ext cx="83127" cy="83127"/>
          </a:xfrm>
          <a:prstGeom prst="ellipse">
            <a:avLst/>
          </a:prstGeom>
          <a:solidFill>
            <a:srgbClr val="F3EEE3">
              <a:alpha val="28000"/>
            </a:srgbClr>
          </a:solidFill>
          <a:ln/>
        </p:spPr>
      </p:sp>
      <p:sp>
        <p:nvSpPr>
          <p:cNvPr id="60" name="Shape 58"/>
          <p:cNvSpPr/>
          <p:nvPr/>
        </p:nvSpPr>
        <p:spPr>
          <a:xfrm>
            <a:off x="6278693" y="9578686"/>
            <a:ext cx="83127" cy="83127"/>
          </a:xfrm>
          <a:prstGeom prst="ellipse">
            <a:avLst/>
          </a:prstGeom>
          <a:solidFill>
            <a:srgbClr val="F3EEE3">
              <a:alpha val="28000"/>
            </a:srgbClr>
          </a:solidFill>
          <a:ln/>
        </p:spPr>
      </p:sp>
      <p:sp>
        <p:nvSpPr>
          <p:cNvPr id="61" name="Shape 59"/>
          <p:cNvSpPr/>
          <p:nvPr/>
        </p:nvSpPr>
        <p:spPr>
          <a:xfrm>
            <a:off x="6444947" y="9578686"/>
            <a:ext cx="83127" cy="83127"/>
          </a:xfrm>
          <a:prstGeom prst="ellipse">
            <a:avLst/>
          </a:prstGeom>
          <a:solidFill>
            <a:srgbClr val="F3EEE3">
              <a:alpha val="28000"/>
            </a:srgbClr>
          </a:solidFill>
          <a:ln/>
        </p:spPr>
      </p:sp>
      <p:sp>
        <p:nvSpPr>
          <p:cNvPr id="62" name="Shape 60"/>
          <p:cNvSpPr/>
          <p:nvPr/>
        </p:nvSpPr>
        <p:spPr>
          <a:xfrm>
            <a:off x="6611201" y="9578686"/>
            <a:ext cx="83127" cy="83127"/>
          </a:xfrm>
          <a:prstGeom prst="ellipse">
            <a:avLst/>
          </a:prstGeom>
          <a:solidFill>
            <a:srgbClr val="F3EEE3">
              <a:alpha val="28000"/>
            </a:srgbClr>
          </a:solidFill>
          <a:ln/>
        </p:spPr>
      </p:sp>
      <p:sp>
        <p:nvSpPr>
          <p:cNvPr id="63" name="Shape 61"/>
          <p:cNvSpPr/>
          <p:nvPr/>
        </p:nvSpPr>
        <p:spPr>
          <a:xfrm>
            <a:off x="6777455" y="9578686"/>
            <a:ext cx="83127" cy="83127"/>
          </a:xfrm>
          <a:prstGeom prst="ellipse">
            <a:avLst/>
          </a:prstGeom>
          <a:solidFill>
            <a:srgbClr val="F3EEE3">
              <a:alpha val="28000"/>
            </a:srgbClr>
          </a:solidFill>
          <a:ln/>
        </p:spPr>
      </p:sp>
      <p:sp>
        <p:nvSpPr>
          <p:cNvPr id="64" name="Shape 62"/>
          <p:cNvSpPr/>
          <p:nvPr/>
        </p:nvSpPr>
        <p:spPr>
          <a:xfrm>
            <a:off x="6943709" y="9578686"/>
            <a:ext cx="83127" cy="83127"/>
          </a:xfrm>
          <a:prstGeom prst="ellipse">
            <a:avLst/>
          </a:prstGeom>
          <a:solidFill>
            <a:srgbClr val="F3EEE3">
              <a:alpha val="28000"/>
            </a:srgbClr>
          </a:solidFill>
          <a:ln/>
        </p:spPr>
      </p:sp>
      <p:sp>
        <p:nvSpPr>
          <p:cNvPr id="65" name="Shape 63"/>
          <p:cNvSpPr/>
          <p:nvPr/>
        </p:nvSpPr>
        <p:spPr>
          <a:xfrm>
            <a:off x="7109963" y="9578686"/>
            <a:ext cx="83127" cy="83127"/>
          </a:xfrm>
          <a:prstGeom prst="ellipse">
            <a:avLst/>
          </a:prstGeom>
          <a:solidFill>
            <a:srgbClr val="F3EEE3">
              <a:alpha val="28000"/>
            </a:srgbClr>
          </a:solidFill>
          <a:ln/>
        </p:spPr>
      </p:sp>
      <p:sp>
        <p:nvSpPr>
          <p:cNvPr id="66" name="Shape 64"/>
          <p:cNvSpPr/>
          <p:nvPr/>
        </p:nvSpPr>
        <p:spPr>
          <a:xfrm>
            <a:off x="7276218" y="9578686"/>
            <a:ext cx="83127" cy="83127"/>
          </a:xfrm>
          <a:prstGeom prst="ellipse">
            <a:avLst/>
          </a:prstGeom>
          <a:solidFill>
            <a:srgbClr val="F3EEE3">
              <a:alpha val="28000"/>
            </a:srgbClr>
          </a:solidFill>
          <a:ln/>
        </p:spPr>
      </p:sp>
      <p:sp>
        <p:nvSpPr>
          <p:cNvPr id="67" name="Shape 65"/>
          <p:cNvSpPr/>
          <p:nvPr/>
        </p:nvSpPr>
        <p:spPr>
          <a:xfrm>
            <a:off x="7442472" y="9578686"/>
            <a:ext cx="83127" cy="83127"/>
          </a:xfrm>
          <a:prstGeom prst="ellipse">
            <a:avLst/>
          </a:prstGeom>
          <a:solidFill>
            <a:srgbClr val="F3EEE3">
              <a:alpha val="28000"/>
            </a:srgbClr>
          </a:solidFill>
          <a:ln/>
        </p:spPr>
      </p:sp>
      <p:sp>
        <p:nvSpPr>
          <p:cNvPr id="68" name="Shape 66"/>
          <p:cNvSpPr/>
          <p:nvPr/>
        </p:nvSpPr>
        <p:spPr>
          <a:xfrm>
            <a:off x="7608726" y="9578686"/>
            <a:ext cx="83127" cy="83127"/>
          </a:xfrm>
          <a:prstGeom prst="ellipse">
            <a:avLst/>
          </a:prstGeom>
          <a:solidFill>
            <a:srgbClr val="F3EEE3">
              <a:alpha val="28000"/>
            </a:srgbClr>
          </a:solidFill>
          <a:ln/>
        </p:spPr>
      </p:sp>
      <p:sp>
        <p:nvSpPr>
          <p:cNvPr id="69" name="Shape 67"/>
          <p:cNvSpPr/>
          <p:nvPr/>
        </p:nvSpPr>
        <p:spPr>
          <a:xfrm>
            <a:off x="7774980" y="9578686"/>
            <a:ext cx="83127" cy="83127"/>
          </a:xfrm>
          <a:prstGeom prst="ellipse">
            <a:avLst/>
          </a:prstGeom>
          <a:solidFill>
            <a:srgbClr val="F3EEE3">
              <a:alpha val="28000"/>
            </a:srgbClr>
          </a:solidFill>
          <a:ln/>
        </p:spPr>
      </p:sp>
      <p:sp>
        <p:nvSpPr>
          <p:cNvPr id="70" name="Shape 68"/>
          <p:cNvSpPr/>
          <p:nvPr/>
        </p:nvSpPr>
        <p:spPr>
          <a:xfrm>
            <a:off x="7941234" y="9578686"/>
            <a:ext cx="83127" cy="83127"/>
          </a:xfrm>
          <a:prstGeom prst="ellipse">
            <a:avLst/>
          </a:prstGeom>
          <a:solidFill>
            <a:srgbClr val="F3EEE3">
              <a:alpha val="28000"/>
            </a:srgbClr>
          </a:solidFill>
          <a:ln/>
        </p:spPr>
      </p:sp>
      <p:sp>
        <p:nvSpPr>
          <p:cNvPr id="71" name="Shape 69"/>
          <p:cNvSpPr/>
          <p:nvPr/>
        </p:nvSpPr>
        <p:spPr>
          <a:xfrm>
            <a:off x="8107488" y="9578686"/>
            <a:ext cx="83127" cy="83127"/>
          </a:xfrm>
          <a:prstGeom prst="ellipse">
            <a:avLst/>
          </a:prstGeom>
          <a:solidFill>
            <a:srgbClr val="F3EEE3">
              <a:alpha val="28000"/>
            </a:srgbClr>
          </a:solidFill>
          <a:ln/>
        </p:spPr>
      </p:sp>
      <p:sp>
        <p:nvSpPr>
          <p:cNvPr id="72" name="Shape 70"/>
          <p:cNvSpPr/>
          <p:nvPr/>
        </p:nvSpPr>
        <p:spPr>
          <a:xfrm>
            <a:off x="8273742" y="9578686"/>
            <a:ext cx="83127" cy="83127"/>
          </a:xfrm>
          <a:prstGeom prst="ellipse">
            <a:avLst/>
          </a:prstGeom>
          <a:solidFill>
            <a:srgbClr val="F3EEE3">
              <a:alpha val="28000"/>
            </a:srgbClr>
          </a:solidFill>
          <a:ln/>
        </p:spPr>
      </p:sp>
      <p:sp>
        <p:nvSpPr>
          <p:cNvPr id="73" name="Shape 71"/>
          <p:cNvSpPr/>
          <p:nvPr/>
        </p:nvSpPr>
        <p:spPr>
          <a:xfrm>
            <a:off x="8439996" y="9578686"/>
            <a:ext cx="83127" cy="83127"/>
          </a:xfrm>
          <a:prstGeom prst="ellipse">
            <a:avLst/>
          </a:prstGeom>
          <a:solidFill>
            <a:srgbClr val="F3EEE3">
              <a:alpha val="28000"/>
            </a:srgbClr>
          </a:solidFill>
          <a:ln/>
        </p:spPr>
      </p:sp>
      <p:sp>
        <p:nvSpPr>
          <p:cNvPr id="74" name="Shape 72"/>
          <p:cNvSpPr/>
          <p:nvPr/>
        </p:nvSpPr>
        <p:spPr>
          <a:xfrm>
            <a:off x="8606251" y="9578686"/>
            <a:ext cx="83127" cy="83127"/>
          </a:xfrm>
          <a:prstGeom prst="ellipse">
            <a:avLst/>
          </a:prstGeom>
          <a:solidFill>
            <a:srgbClr val="F3EEE3">
              <a:alpha val="28000"/>
            </a:srgbClr>
          </a:solidFill>
          <a:ln/>
        </p:spPr>
      </p:sp>
      <p:sp>
        <p:nvSpPr>
          <p:cNvPr id="75" name="Shape 73"/>
          <p:cNvSpPr/>
          <p:nvPr/>
        </p:nvSpPr>
        <p:spPr>
          <a:xfrm>
            <a:off x="8772505" y="9578686"/>
            <a:ext cx="83127" cy="83127"/>
          </a:xfrm>
          <a:prstGeom prst="ellipse">
            <a:avLst/>
          </a:prstGeom>
          <a:solidFill>
            <a:srgbClr val="F3EEE3">
              <a:alpha val="28000"/>
            </a:srgbClr>
          </a:solidFill>
          <a:ln/>
        </p:spPr>
      </p:sp>
      <p:sp>
        <p:nvSpPr>
          <p:cNvPr id="76" name="Shape 74"/>
          <p:cNvSpPr/>
          <p:nvPr/>
        </p:nvSpPr>
        <p:spPr>
          <a:xfrm>
            <a:off x="8938759" y="9578686"/>
            <a:ext cx="83127" cy="83127"/>
          </a:xfrm>
          <a:prstGeom prst="ellipse">
            <a:avLst/>
          </a:prstGeom>
          <a:solidFill>
            <a:srgbClr val="F3EEE3">
              <a:alpha val="28000"/>
            </a:srgbClr>
          </a:solidFill>
          <a:ln/>
        </p:spPr>
      </p:sp>
      <p:sp>
        <p:nvSpPr>
          <p:cNvPr id="77" name="Shape 75"/>
          <p:cNvSpPr/>
          <p:nvPr/>
        </p:nvSpPr>
        <p:spPr>
          <a:xfrm>
            <a:off x="9105013" y="9578686"/>
            <a:ext cx="83127" cy="83127"/>
          </a:xfrm>
          <a:prstGeom prst="ellipse">
            <a:avLst/>
          </a:prstGeom>
          <a:solidFill>
            <a:srgbClr val="F3EEE3">
              <a:alpha val="28000"/>
            </a:srgbClr>
          </a:solidFill>
          <a:ln/>
        </p:spPr>
      </p:sp>
      <p:sp>
        <p:nvSpPr>
          <p:cNvPr id="78" name="Shape 76"/>
          <p:cNvSpPr/>
          <p:nvPr/>
        </p:nvSpPr>
        <p:spPr>
          <a:xfrm>
            <a:off x="9271267" y="9578686"/>
            <a:ext cx="83127" cy="83127"/>
          </a:xfrm>
          <a:prstGeom prst="ellipse">
            <a:avLst/>
          </a:prstGeom>
          <a:solidFill>
            <a:srgbClr val="F3EEE3">
              <a:alpha val="28000"/>
            </a:srgbClr>
          </a:solidFill>
          <a:ln/>
        </p:spPr>
      </p:sp>
      <p:sp>
        <p:nvSpPr>
          <p:cNvPr id="79" name="Shape 77"/>
          <p:cNvSpPr/>
          <p:nvPr/>
        </p:nvSpPr>
        <p:spPr>
          <a:xfrm>
            <a:off x="9437521" y="9578686"/>
            <a:ext cx="83127" cy="83127"/>
          </a:xfrm>
          <a:prstGeom prst="ellipse">
            <a:avLst/>
          </a:prstGeom>
          <a:solidFill>
            <a:srgbClr val="F3EEE3">
              <a:alpha val="28000"/>
            </a:srgbClr>
          </a:solidFill>
          <a:ln/>
        </p:spPr>
      </p:sp>
      <p:sp>
        <p:nvSpPr>
          <p:cNvPr id="80" name="Shape 78"/>
          <p:cNvSpPr/>
          <p:nvPr/>
        </p:nvSpPr>
        <p:spPr>
          <a:xfrm>
            <a:off x="9603775" y="9578686"/>
            <a:ext cx="83127" cy="83127"/>
          </a:xfrm>
          <a:prstGeom prst="ellipse">
            <a:avLst/>
          </a:prstGeom>
          <a:solidFill>
            <a:srgbClr val="F3EEE3">
              <a:alpha val="28000"/>
            </a:srgbClr>
          </a:solidFill>
          <a:ln/>
        </p:spPr>
      </p:sp>
      <p:sp>
        <p:nvSpPr>
          <p:cNvPr id="81" name="Shape 79"/>
          <p:cNvSpPr/>
          <p:nvPr/>
        </p:nvSpPr>
        <p:spPr>
          <a:xfrm>
            <a:off x="9770029" y="9578686"/>
            <a:ext cx="83127" cy="83127"/>
          </a:xfrm>
          <a:prstGeom prst="ellipse">
            <a:avLst/>
          </a:prstGeom>
          <a:solidFill>
            <a:srgbClr val="F3EEE3">
              <a:alpha val="28000"/>
            </a:srgbClr>
          </a:solidFill>
          <a:ln/>
        </p:spPr>
      </p:sp>
      <p:sp>
        <p:nvSpPr>
          <p:cNvPr id="82" name="Shape 80"/>
          <p:cNvSpPr/>
          <p:nvPr/>
        </p:nvSpPr>
        <p:spPr>
          <a:xfrm>
            <a:off x="9936283" y="9578686"/>
            <a:ext cx="83127" cy="83127"/>
          </a:xfrm>
          <a:prstGeom prst="ellipse">
            <a:avLst/>
          </a:prstGeom>
          <a:solidFill>
            <a:srgbClr val="F3EEE3">
              <a:alpha val="28000"/>
            </a:srgbClr>
          </a:solidFill>
          <a:ln/>
        </p:spPr>
      </p:sp>
      <p:sp>
        <p:nvSpPr>
          <p:cNvPr id="83" name="Text 8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3" kern="0">
                <a:solidFill>
                  <a:srgbClr val="9AA0B5"/>
                </a:solidFill>
                <a:latin typeface="Be Vietnam Pro" pitchFamily="34" charset="0"/>
                <a:ea typeface="Be Vietnam Pro" pitchFamily="34" charset="-122"/>
                <a:cs typeface="Be Vietnam Pro" pitchFamily="34" charset="-120"/>
              </a:rPr>
              <a:t> 14/55</a:t>
            </a:r>
            <a:endParaRPr lang="en-US" sz="1800" dirty="0"/>
          </a:p>
        </p:txBody>
      </p:sp>
      <p:sp>
        <p:nvSpPr>
          <p:cNvPr id="84" name="Shape 82"/>
          <p:cNvSpPr/>
          <p:nvPr/>
        </p:nvSpPr>
        <p:spPr>
          <a:xfrm>
            <a:off x="15983712" y="9076331"/>
            <a:ext cx="1645920" cy="552301"/>
          </a:xfrm>
          <a:prstGeom prst="roundRect">
            <a:avLst>
              <a:gd name="adj" fmla="val 28000"/>
            </a:avLst>
          </a:prstGeom>
          <a:solidFill>
            <a:srgbClr val="FFFFFF">
              <a:alpha val="82000"/>
            </a:srgbClr>
          </a:solidFill>
          <a:ln/>
        </p:spPr>
      </p:sp>
      <p:pic>
        <p:nvPicPr>
          <p:cNvPr id="85" name="Moda image moda-export-watermark-b326226d-f133-4153-b22e-647dd53b904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REA:</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cho</a:t>
            </a:r>
            <a:r>
              <a:rPr lang="en-US" sz="5700" dirty="0" spc="-22" kern="0">
                <a:solidFill>
                  <a:srgbClr val="14161C"/>
                </a:solidFill>
                <a:latin typeface="Bricolage Grotesque ExtraBold" pitchFamily="34" charset="0"/>
                <a:ea typeface="Bricolage Grotesque ExtraBold" pitchFamily="34" charset="-122"/>
                <a:cs typeface="Bricolage Grotesque ExtraBold" pitchFamily="34" charset="-120"/>
              </a:rPr>
              <a:t> agent</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công</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cụ dịch</a:t>
            </a:r>
            <a:r>
              <a:rPr lang="en-US" sz="5700" dirty="0" spc="-68" kern="0">
                <a:solidFill>
                  <a:srgbClr val="14161C"/>
                </a:solidFill>
                <a:latin typeface="Bricolage Grotesque ExtraBold" pitchFamily="34" charset="0"/>
                <a:ea typeface="Bricolage Grotesque ExtraBold" pitchFamily="34" charset="-122"/>
                <a:cs typeface="Bricolage Grotesque ExtraBold" pitchFamily="34" charset="-120"/>
              </a:rPr>
              <a:t> ngược</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phần</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mềm</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0" kern="0">
                <a:solidFill>
                  <a:srgbClr val="14161C"/>
                </a:solidFill>
                <a:latin typeface="Be Vietnam Pro Medium" pitchFamily="34" charset="0"/>
                <a:ea typeface="Be Vietnam Pro Medium" pitchFamily="34" charset="-122"/>
                <a:cs typeface="Be Vietnam Pro Medium" pitchFamily="34" charset="-120"/>
              </a:rPr>
              <a:t>"Shows</a:t>
            </a:r>
            <a:r>
              <a:rPr lang="en-US" sz="2550" dirty="0" spc="-19" kern="0">
                <a:solidFill>
                  <a:srgbClr val="14161C"/>
                </a:solidFill>
                <a:latin typeface="Be Vietnam Pro Medium" pitchFamily="34" charset="0"/>
                <a:ea typeface="Be Vietnam Pro Medium" pitchFamily="34" charset="-122"/>
                <a:cs typeface="Be Vietnam Pro Medium" pitchFamily="34" charset="-120"/>
              </a:rPr>
              <a:t> how</a:t>
            </a:r>
            <a:r>
              <a:rPr lang="en-US" sz="2550" dirty="0" spc="-18" kern="0">
                <a:solidFill>
                  <a:srgbClr val="14161C"/>
                </a:solidFill>
                <a:latin typeface="Be Vietnam Pro Medium" pitchFamily="34" charset="0"/>
                <a:ea typeface="Be Vietnam Pro Medium" pitchFamily="34" charset="-122"/>
                <a:cs typeface="Be Vietnam Pro Medium" pitchFamily="34" charset="-120"/>
              </a:rPr>
              <a:t> any</a:t>
            </a:r>
            <a:r>
              <a:rPr lang="en-US" sz="2550" dirty="0" spc="-1" kern="0">
                <a:solidFill>
                  <a:srgbClr val="14161C"/>
                </a:solidFill>
                <a:latin typeface="Be Vietnam Pro Medium" pitchFamily="34" charset="0"/>
                <a:ea typeface="Be Vietnam Pro Medium" pitchFamily="34" charset="-122"/>
                <a:cs typeface="Be Vietnam Pro Medium" pitchFamily="34" charset="-120"/>
              </a:rPr>
              <a:t> app</a:t>
            </a:r>
            <a:r>
              <a:rPr lang="en-US" sz="2550" dirty="0" spc="-12" kern="0">
                <a:solidFill>
                  <a:srgbClr val="14161C"/>
                </a:solidFill>
                <a:latin typeface="Be Vietnam Pro Medium" pitchFamily="34" charset="0"/>
                <a:ea typeface="Be Vietnam Pro Medium" pitchFamily="34" charset="-122"/>
                <a:cs typeface="Be Vietnam Pro Medium" pitchFamily="34" charset="-120"/>
              </a:rPr>
              <a:t> really</a:t>
            </a:r>
            <a:r>
              <a:rPr lang="en-US" sz="2550" dirty="0" spc="-17" kern="0">
                <a:solidFill>
                  <a:srgbClr val="14161C"/>
                </a:solidFill>
                <a:latin typeface="Be Vietnam Pro Medium" pitchFamily="34" charset="0"/>
                <a:ea typeface="Be Vietnam Pro Medium" pitchFamily="34" charset="-122"/>
                <a:cs typeface="Be Vietnam Pro Medium" pitchFamily="34" charset="-120"/>
              </a:rPr>
              <a:t> works"</a:t>
            </a:r>
            <a:r>
              <a:rPr lang="en-US" sz="2550" dirty="0" spc="2" kern="0">
                <a:solidFill>
                  <a:srgbClr val="14161C"/>
                </a:solidFill>
                <a:latin typeface="Be Vietnam Pro Medium" pitchFamily="34" charset="0"/>
                <a:ea typeface="Be Vietnam Pro Medium" pitchFamily="34" charset="-122"/>
                <a:cs typeface="Be Vietnam Pro Medium" pitchFamily="34" charset="-120"/>
              </a:rPr>
              <a:t> ·</a:t>
            </a:r>
            <a:r>
              <a:rPr lang="en-US" sz="2550" dirty="0" spc="9" kern="0">
                <a:solidFill>
                  <a:srgbClr val="14161C"/>
                </a:solidFill>
                <a:latin typeface="Be Vietnam Pro Medium" pitchFamily="34" charset="0"/>
                <a:ea typeface="Be Vietnam Pro Medium" pitchFamily="34" charset="-122"/>
                <a:cs typeface="Be Vietnam Pro Medium" pitchFamily="34" charset="-120"/>
              </a:rPr>
              <a:t> 371k</a:t>
            </a:r>
            <a:r>
              <a:rPr lang="en-US" sz="2550" dirty="0" spc="-6"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7" kern="0">
                <a:solidFill>
                  <a:srgbClr val="14161C"/>
                </a:solidFill>
                <a:latin typeface="Be Vietnam Pro Medium" pitchFamily="34" charset="0"/>
                <a:ea typeface="Be Vietnam Pro Medium" pitchFamily="34" charset="-122"/>
                <a:cs typeface="Be Vietnam Pro Medium" pitchFamily="34" charset="-120"/>
              </a:rPr>
              <a:t>Một</a:t>
            </a:r>
            <a:r>
              <a:rPr lang="en-US" sz="2550" dirty="0" spc="-1" kern="0">
                <a:solidFill>
                  <a:srgbClr val="14161C"/>
                </a:solidFill>
                <a:latin typeface="Be Vietnam Pro Medium" pitchFamily="34" charset="0"/>
                <a:ea typeface="Be Vietnam Pro Medium" pitchFamily="34" charset="-122"/>
                <a:cs typeface="Be Vietnam Pro Medium" pitchFamily="34" charset="-120"/>
              </a:rPr>
              <a:t> MCP dịch</a:t>
            </a:r>
            <a:r>
              <a:rPr lang="en-US" sz="2550" dirty="0" spc="4" kern="0">
                <a:solidFill>
                  <a:srgbClr val="14161C"/>
                </a:solidFill>
                <a:latin typeface="Be Vietnam Pro Medium" pitchFamily="34" charset="0"/>
                <a:ea typeface="Be Vietnam Pro Medium" pitchFamily="34" charset="-122"/>
                <a:cs typeface="Be Vietnam Pro Medium" pitchFamily="34" charset="-120"/>
              </a:rPr>
              <a:t> ngược: file</a:t>
            </a:r>
            <a:r>
              <a:rPr lang="en-US" sz="2550" dirty="0" spc="-2" kern="0">
                <a:solidFill>
                  <a:srgbClr val="14161C"/>
                </a:solidFill>
                <a:latin typeface="Be Vietnam Pro Medium" pitchFamily="34" charset="0"/>
                <a:ea typeface="Be Vietnam Pro Medium" pitchFamily="34" charset="-122"/>
                <a:cs typeface="Be Vietnam Pro Medium" pitchFamily="34" charset="-120"/>
              </a:rPr>
              <a:t> nhị</a:t>
            </a:r>
            <a:r>
              <a:rPr lang="en-US" sz="2550" dirty="0" spc="-4" kern="0">
                <a:solidFill>
                  <a:srgbClr val="14161C"/>
                </a:solidFill>
                <a:latin typeface="Be Vietnam Pro Medium" pitchFamily="34" charset="0"/>
                <a:ea typeface="Be Vietnam Pro Medium" pitchFamily="34" charset="-122"/>
                <a:cs typeface="Be Vietnam Pro Medium" pitchFamily="34" charset="-120"/>
              </a:rPr>
              <a:t> phân,</a:t>
            </a:r>
            <a:r>
              <a:rPr lang="en-US" sz="2550" dirty="0" spc="25" kern="0">
                <a:solidFill>
                  <a:srgbClr val="14161C"/>
                </a:solidFill>
                <a:latin typeface="Be Vietnam Pro Medium" pitchFamily="34" charset="0"/>
                <a:ea typeface="Be Vietnam Pro Medium" pitchFamily="34" charset="-122"/>
                <a:cs typeface="Be Vietnam Pro Medium" pitchFamily="34" charset="-120"/>
              </a:rPr>
              <a:t> ứng</a:t>
            </a:r>
            <a:r>
              <a:rPr lang="en-US" sz="2550" dirty="0" spc="-1" kern="0">
                <a:solidFill>
                  <a:srgbClr val="14161C"/>
                </a:solidFill>
                <a:latin typeface="Be Vietnam Pro Medium" pitchFamily="34" charset="0"/>
                <a:ea typeface="Be Vietnam Pro Medium" pitchFamily="34" charset="-122"/>
                <a:cs typeface="Be Vietnam Pro Medium" pitchFamily="34" charset="-120"/>
              </a:rPr>
              <a:t> dụng</a:t>
            </a:r>
            <a:r>
              <a:rPr lang="en-US" sz="2550" dirty="0" spc="-11" kern="0">
                <a:solidFill>
                  <a:srgbClr val="14161C"/>
                </a:solidFill>
                <a:latin typeface="Be Vietnam Pro Medium" pitchFamily="34" charset="0"/>
                <a:ea typeface="Be Vietnam Pro Medium" pitchFamily="34" charset="-122"/>
                <a:cs typeface="Be Vietnam Pro Medium" pitchFamily="34" charset="-120"/>
              </a:rPr>
              <a:t> Electron,</a:t>
            </a:r>
            <a:r>
              <a:rPr lang="en-US" sz="2550" dirty="0" spc="-43" kern="0">
                <a:solidFill>
                  <a:srgbClr val="14161C"/>
                </a:solidFill>
                <a:latin typeface="Be Vietnam Pro Medium" pitchFamily="34" charset="0"/>
                <a:ea typeface="Be Vietnam Pro Medium" pitchFamily="34" charset="-122"/>
                <a:cs typeface="Be Vietnam Pro Medium" pitchFamily="34" charset="-120"/>
              </a:rPr>
              <a:t> .NET,</a:t>
            </a:r>
            <a:r>
              <a:rPr lang="en-US" sz="2550" dirty="0" spc="-12" kern="0">
                <a:solidFill>
                  <a:srgbClr val="14161C"/>
                </a:solidFill>
                <a:latin typeface="Be Vietnam Pro Medium" pitchFamily="34" charset="0"/>
                <a:ea typeface="Be Vietnam Pro Medium" pitchFamily="34" charset="-122"/>
                <a:cs typeface="Be Vietnam Pro Medium" pitchFamily="34" charset="-120"/>
              </a:rPr>
              <a:t> website;</a:t>
            </a:r>
            <a:r>
              <a:rPr lang="en-US" sz="2550" dirty="0" spc="-4" kern="0">
                <a:solidFill>
                  <a:srgbClr val="14161C"/>
                </a:solidFill>
                <a:latin typeface="Be Vietnam Pro Medium" pitchFamily="34" charset="0"/>
                <a:ea typeface="Be Vietnam Pro Medium" pitchFamily="34" charset="-122"/>
                <a:cs typeface="Be Vietnam Pro Medium" pitchFamily="34" charset="-120"/>
              </a:rPr>
              <a:t> phân</a:t>
            </a:r>
            <a:r>
              <a:rPr lang="en-US" sz="2550" dirty="0" spc="-1" kern="0">
                <a:solidFill>
                  <a:srgbClr val="14161C"/>
                </a:solidFill>
                <a:latin typeface="Be Vietnam Pro Medium" pitchFamily="34" charset="0"/>
                <a:ea typeface="Be Vietnam Pro Medium" pitchFamily="34" charset="-122"/>
                <a:cs typeface="Be Vietnam Pro Medium" pitchFamily="34" charset="-120"/>
              </a:rPr>
              <a:t> tích</a:t>
            </a:r>
            <a:r>
              <a:rPr lang="en-US" sz="2550" dirty="0" spc="-10" kern="0">
                <a:solidFill>
                  <a:srgbClr val="14161C"/>
                </a:solidFill>
                <a:latin typeface="Be Vietnam Pro Medium" pitchFamily="34" charset="0"/>
                <a:ea typeface="Be Vietnam Pro Medium" pitchFamily="34" charset="-122"/>
                <a:cs typeface="Be Vietnam Pro Medium" pitchFamily="34" charset="-120"/>
              </a:rPr>
              <a:t> chạy</a:t>
            </a:r>
            <a:r>
              <a:rPr lang="en-US" sz="2550" dirty="0" spc="-19" kern="0">
                <a:solidFill>
                  <a:srgbClr val="14161C"/>
                </a:solidFill>
                <a:latin typeface="Be Vietnam Pro Medium" pitchFamily="34" charset="0"/>
                <a:ea typeface="Be Vietnam Pro Medium" pitchFamily="34" charset="-122"/>
                <a:cs typeface="Be Vietnam Pro Medium" pitchFamily="34" charset="-120"/>
              </a:rPr>
              <a:t> trên</a:t>
            </a:r>
            <a:r>
              <a:rPr lang="en-US" sz="2550" dirty="0" spc="-10" kern="0">
                <a:solidFill>
                  <a:srgbClr val="14161C"/>
                </a:solidFill>
                <a:latin typeface="Be Vietnam Pro Medium" pitchFamily="34" charset="0"/>
                <a:ea typeface="Be Vietnam Pro Medium" pitchFamily="34" charset="-122"/>
                <a:cs typeface="Be Vietnam Pro Medium" pitchFamily="34" charset="-120"/>
              </a:rPr>
              <a:t> máy</a:t>
            </a:r>
            <a:r>
              <a:rPr lang="en-US" sz="2550" dirty="0" spc="-5" kern="0">
                <a:solidFill>
                  <a:srgbClr val="14161C"/>
                </a:solidFill>
                <a:latin typeface="Be Vietnam Pro Medium" pitchFamily="34" charset="0"/>
                <a:ea typeface="Be Vietnam Pro Medium" pitchFamily="34" charset="-122"/>
                <a:cs typeface="Be Vietnam Pro Medium" pitchFamily="34" charset="-120"/>
              </a:rPr>
              <a:t> bạn.</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6" kern="0">
                <a:solidFill>
                  <a:srgbClr val="14161C"/>
                </a:solidFill>
                <a:latin typeface="Be Vietnam Pro Medium" pitchFamily="34" charset="0"/>
                <a:ea typeface="Be Vietnam Pro Medium" pitchFamily="34" charset="-122"/>
                <a:cs typeface="Be Vietnam Pro Medium" pitchFamily="34" charset="-120"/>
              </a:rPr>
              <a:t>npx</a:t>
            </a:r>
            <a:r>
              <a:rPr lang="en-US" sz="2550" dirty="0" spc="-16" kern="0">
                <a:solidFill>
                  <a:srgbClr val="14161C"/>
                </a:solidFill>
                <a:latin typeface="Be Vietnam Pro Medium" pitchFamily="34" charset="0"/>
                <a:ea typeface="Be Vietnam Pro Medium" pitchFamily="34" charset="-122"/>
                <a:cs typeface="Be Vietnam Pro Medium" pitchFamily="34" charset="-120"/>
              </a:rPr>
              <a:t> rea-agents</a:t>
            </a:r>
            <a:r>
              <a:rPr lang="en-US" sz="2550" dirty="0" spc="-8" kern="0">
                <a:solidFill>
                  <a:srgbClr val="14161C"/>
                </a:solidFill>
                <a:latin typeface="Be Vietnam Pro Medium" pitchFamily="34" charset="0"/>
                <a:ea typeface="Be Vietnam Pro Medium" pitchFamily="34" charset="-122"/>
                <a:cs typeface="Be Vietnam Pro Medium" pitchFamily="34" charset="-120"/>
              </a:rPr>
              <a:t> setup</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Dành</a:t>
            </a:r>
            <a:r>
              <a:rPr lang="en-US" sz="2550" dirty="0" spc="-3" kern="0">
                <a:solidFill>
                  <a:srgbClr val="14161C"/>
                </a:solidFill>
                <a:latin typeface="Be Vietnam Pro Medium" pitchFamily="34" charset="0"/>
                <a:ea typeface="Be Vietnam Pro Medium" pitchFamily="34" charset="-122"/>
                <a:cs typeface="Be Vietnam Pro Medium" pitchFamily="34" charset="-120"/>
              </a:rPr>
              <a:t> cho</a:t>
            </a:r>
            <a:r>
              <a:rPr lang="en-US" sz="2550" dirty="0" spc="-4" kern="0">
                <a:solidFill>
                  <a:srgbClr val="14161C"/>
                </a:solidFill>
                <a:latin typeface="Be Vietnam Pro Medium" pitchFamily="34" charset="0"/>
                <a:ea typeface="Be Vietnam Pro Medium" pitchFamily="34" charset="-122"/>
                <a:cs typeface="Be Vietnam Pro Medium" pitchFamily="34" charset="-120"/>
              </a:rPr>
              <a:t> phần</a:t>
            </a:r>
            <a:r>
              <a:rPr lang="en-US" sz="2550" dirty="0" spc="-1" kern="0">
                <a:solidFill>
                  <a:srgbClr val="14161C"/>
                </a:solidFill>
                <a:latin typeface="Be Vietnam Pro Medium" pitchFamily="34" charset="0"/>
                <a:ea typeface="Be Vietnam Pro Medium" pitchFamily="34" charset="-122"/>
                <a:cs typeface="Be Vietnam Pro Medium" pitchFamily="34" charset="-120"/>
              </a:rPr>
              <a:t> mềm</a:t>
            </a:r>
            <a:r>
              <a:rPr lang="en-US" sz="2550" dirty="0" spc="-5" kern="0">
                <a:solidFill>
                  <a:srgbClr val="14161C"/>
                </a:solidFill>
                <a:latin typeface="Be Vietnam Pro Medium" pitchFamily="34" charset="0"/>
                <a:ea typeface="Be Vietnam Pro Medium" pitchFamily="34" charset="-122"/>
                <a:cs typeface="Be Vietnam Pro Medium" pitchFamily="34" charset="-120"/>
              </a:rPr>
              <a:t> bạn</a:t>
            </a:r>
            <a:r>
              <a:rPr lang="en-US" sz="2550" dirty="0" spc="-7" kern="0">
                <a:solidFill>
                  <a:srgbClr val="14161C"/>
                </a:solidFill>
                <a:latin typeface="Be Vietnam Pro Medium" pitchFamily="34" charset="0"/>
                <a:ea typeface="Be Vietnam Pro Medium" pitchFamily="34" charset="-122"/>
                <a:cs typeface="Be Vietnam Pro Medium" pitchFamily="34" charset="-120"/>
              </a:rPr>
              <a:t> sở</a:t>
            </a:r>
            <a:r>
              <a:rPr lang="en-US" sz="2550" dirty="0" spc="23" kern="0">
                <a:solidFill>
                  <a:srgbClr val="14161C"/>
                </a:solidFill>
                <a:latin typeface="Be Vietnam Pro Medium" pitchFamily="34" charset="0"/>
                <a:ea typeface="Be Vietnam Pro Medium" pitchFamily="34" charset="-122"/>
                <a:cs typeface="Be Vietnam Pro Medium" pitchFamily="34" charset="-120"/>
              </a:rPr>
              <a:t> hữu</a:t>
            </a:r>
            <a:r>
              <a:rPr lang="en-US" sz="2550" dirty="0" spc="-4" kern="0">
                <a:solidFill>
                  <a:srgbClr val="14161C"/>
                </a:solidFill>
                <a:latin typeface="Be Vietnam Pro Medium" pitchFamily="34" charset="0"/>
                <a:ea typeface="Be Vietnam Pro Medium" pitchFamily="34" charset="-122"/>
                <a:cs typeface="Be Vietnam Pro Medium" pitchFamily="34" charset="-120"/>
              </a:rPr>
              <a:t> hoặc</a:t>
            </a:r>
            <a:r>
              <a:rPr lang="en-US" sz="2550" dirty="0" spc="9" kern="0">
                <a:solidFill>
                  <a:srgbClr val="14161C"/>
                </a:solidFill>
                <a:latin typeface="Be Vietnam Pro Medium" pitchFamily="34" charset="0"/>
                <a:ea typeface="Be Vietnam Pro Medium" pitchFamily="34" charset="-122"/>
                <a:cs typeface="Be Vietnam Pro Medium" pitchFamily="34" charset="-120"/>
              </a:rPr>
              <a:t> được</a:t>
            </a:r>
            <a:r>
              <a:rPr lang="en-US" sz="2550" dirty="0" spc="-4" kern="0">
                <a:solidFill>
                  <a:srgbClr val="14161C"/>
                </a:solidFill>
                <a:latin typeface="Be Vietnam Pro Medium" pitchFamily="34" charset="0"/>
                <a:ea typeface="Be Vietnam Pro Medium" pitchFamily="34" charset="-122"/>
                <a:cs typeface="Be Vietnam Pro Medium" pitchFamily="34" charset="-120"/>
              </a:rPr>
              <a:t> phép</a:t>
            </a:r>
            <a:r>
              <a:rPr lang="en-US" sz="2550" dirty="0" spc="-19" kern="0">
                <a:solidFill>
                  <a:srgbClr val="14161C"/>
                </a:solidFill>
                <a:latin typeface="Be Vietnam Pro Medium" pitchFamily="34" charset="0"/>
                <a:ea typeface="Be Vietnam Pro Medium" pitchFamily="34" charset="-122"/>
                <a:cs typeface="Be Vietnam Pro Medium" pitchFamily="34" charset="-120"/>
              </a:rPr>
              <a:t> xem</a:t>
            </a:r>
            <a:r>
              <a:rPr lang="en-US" sz="2550" dirty="0" spc="-22" kern="0">
                <a:solidFill>
                  <a:srgbClr val="14161C"/>
                </a:solidFill>
                <a:latin typeface="Be Vietnam Pro Medium" pitchFamily="34" charset="0"/>
                <a:ea typeface="Be Vietnam Pro Medium" pitchFamily="34" charset="-122"/>
                <a:cs typeface="Be Vietnam Pro Medium" pitchFamily="34" charset="-120"/>
              </a:rPr>
              <a:t> xét;</a:t>
            </a:r>
            <a:r>
              <a:rPr lang="en-US" sz="2550" dirty="0" spc="-7" kern="0">
                <a:solidFill>
                  <a:srgbClr val="14161C"/>
                </a:solidFill>
                <a:latin typeface="Be Vietnam Pro Medium" pitchFamily="34" charset="0"/>
                <a:ea typeface="Be Vietnam Pro Medium" pitchFamily="34" charset="-122"/>
                <a:cs typeface="Be Vietnam Pro Medium" pitchFamily="34" charset="-120"/>
              </a:rPr>
              <a:t> số</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r>
              <a:rPr lang="en-US" sz="2550" dirty="0" spc="9" kern="0">
                <a:solidFill>
                  <a:srgbClr val="14161C"/>
                </a:solidFill>
                <a:latin typeface="Be Vietnam Pro Medium" pitchFamily="34" charset="0"/>
                <a:ea typeface="Be Vietnam Pro Medium" pitchFamily="34" charset="-122"/>
                <a:cs typeface="Be Vietnam Pro Medium" pitchFamily="34" charset="-120"/>
              </a:rPr>
              <a:t> 371k</a:t>
            </a:r>
            <a:r>
              <a:rPr lang="en-US" sz="2550" dirty="0" spc="-5" kern="0">
                <a:solidFill>
                  <a:srgbClr val="14161C"/>
                </a:solidFill>
                <a:latin typeface="Be Vietnam Pro Medium" pitchFamily="34" charset="0"/>
                <a:ea typeface="Be Vietnam Pro Medium" pitchFamily="34" charset="-122"/>
                <a:cs typeface="Be Vietnam Pro Medium" pitchFamily="34" charset="-120"/>
              </a:rPr>
              <a:t> lệch</a:t>
            </a:r>
            <a:r>
              <a:rPr lang="en-US" sz="2550" dirty="0" spc="-6" kern="0">
                <a:solidFill>
                  <a:srgbClr val="14161C"/>
                </a:solidFill>
                <a:latin typeface="Be Vietnam Pro Medium" pitchFamily="34" charset="0"/>
                <a:ea typeface="Be Vietnam Pro Medium" pitchFamily="34" charset="-122"/>
                <a:cs typeface="Be Vietnam Pro Medium" pitchFamily="34" charset="-120"/>
              </a:rPr>
              <a:t> số</a:t>
            </a:r>
            <a:r>
              <a:rPr lang="en-US" sz="2550" dirty="0" spc="-13" kern="0">
                <a:solidFill>
                  <a:srgbClr val="14161C"/>
                </a:solidFill>
                <a:latin typeface="Be Vietnam Pro Medium" pitchFamily="34" charset="0"/>
                <a:ea typeface="Be Vietnam Pro Medium" pitchFamily="34" charset="-122"/>
                <a:cs typeface="Be Vietnam Pro Medium" pitchFamily="34" charset="-120"/>
              </a:rPr>
              <a:t> radar</a:t>
            </a:r>
            <a:r>
              <a:rPr lang="en-US" sz="2550" dirty="0" spc="10" kern="0">
                <a:solidFill>
                  <a:srgbClr val="14161C"/>
                </a:solidFill>
                <a:latin typeface="Be Vietnam Pro Medium" pitchFamily="34" charset="0"/>
                <a:ea typeface="Be Vietnam Pro Medium" pitchFamily="34" charset="-122"/>
                <a:cs typeface="Be Vietnam Pro Medium" pitchFamily="34" charset="-120"/>
              </a:rPr>
              <a:t> đo.</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[S8]</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72264" y="9564832"/>
            <a:ext cx="110836" cy="110836"/>
          </a:xfrm>
          <a:prstGeom prst="ellipse">
            <a:avLst/>
          </a:prstGeom>
          <a:solidFill>
            <a:srgbClr val="E8472B"/>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15/55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184b7aee-bc50-47e4-96c1-69f78ef42dd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Graphify:</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biến</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code</a:t>
            </a:r>
            <a:r>
              <a:rPr lang="en-US" sz="5700" dirty="0" spc="-65"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tài</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liệu</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thành</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đồ</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thị</a:t>
            </a:r>
            <a:r>
              <a:rPr lang="en-US" sz="5700" dirty="0" spc="13" kern="0">
                <a:solidFill>
                  <a:srgbClr val="14161C"/>
                </a:solidFill>
                <a:latin typeface="Bricolage Grotesque ExtraBold" pitchFamily="34" charset="0"/>
                <a:ea typeface="Bricolage Grotesque ExtraBold" pitchFamily="34" charset="-122"/>
                <a:cs typeface="Bricolage Grotesque ExtraBold" pitchFamily="34" charset="-120"/>
              </a:rPr>
              <a:t> để</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truy</a:t>
            </a:r>
            <a:r>
              <a:rPr lang="en-US" sz="5700" dirty="0" spc="-49" kern="0">
                <a:solidFill>
                  <a:srgbClr val="14161C"/>
                </a:solidFill>
                <a:latin typeface="Bricolage Grotesque ExtraBold" pitchFamily="34" charset="0"/>
                <a:ea typeface="Bricolage Grotesque ExtraBold" pitchFamily="34" charset="-122"/>
                <a:cs typeface="Bricolage Grotesque ExtraBold" pitchFamily="34" charset="-120"/>
              </a:rPr>
              <a:t> vấn</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46" kern="0">
                <a:solidFill>
                  <a:srgbClr val="14161C"/>
                </a:solidFill>
                <a:latin typeface="Be Vietnam Pro" pitchFamily="34" charset="0"/>
                <a:ea typeface="Be Vietnam Pro" pitchFamily="34" charset="-122"/>
                <a:cs typeface="Be Vietnam Pro" pitchFamily="34" charset="-120"/>
              </a:rPr>
              <a:t>"Turns</a:t>
            </a:r>
            <a:r>
              <a:rPr lang="en-US" sz="2700" dirty="0" spc="-4" kern="0">
                <a:solidFill>
                  <a:srgbClr val="14161C"/>
                </a:solidFill>
                <a:latin typeface="Be Vietnam Pro" pitchFamily="34" charset="0"/>
                <a:ea typeface="Be Vietnam Pro" pitchFamily="34" charset="-122"/>
                <a:cs typeface="Be Vietnam Pro" pitchFamily="34" charset="-120"/>
              </a:rPr>
              <a:t> docs and</a:t>
            </a:r>
            <a:r>
              <a:rPr lang="en-US" sz="2700" dirty="0" spc="-3" kern="0">
                <a:solidFill>
                  <a:srgbClr val="14161C"/>
                </a:solidFill>
                <a:latin typeface="Be Vietnam Pro" pitchFamily="34" charset="0"/>
                <a:ea typeface="Be Vietnam Pro" pitchFamily="34" charset="-122"/>
                <a:cs typeface="Be Vietnam Pro" pitchFamily="34" charset="-120"/>
              </a:rPr>
              <a:t> code</a:t>
            </a:r>
            <a:r>
              <a:rPr lang="en-US" sz="2700" dirty="0" spc="-22" kern="0">
                <a:solidFill>
                  <a:srgbClr val="14161C"/>
                </a:solidFill>
                <a:latin typeface="Be Vietnam Pro" pitchFamily="34" charset="0"/>
                <a:ea typeface="Be Vietnam Pro" pitchFamily="34" charset="-122"/>
                <a:cs typeface="Be Vietnam Pro" pitchFamily="34" charset="-120"/>
              </a:rPr>
              <a:t> into</a:t>
            </a:r>
            <a:r>
              <a:rPr lang="en-US" sz="2700" dirty="0" spc="-5" kern="0">
                <a:solidFill>
                  <a:srgbClr val="14161C"/>
                </a:solidFill>
                <a:latin typeface="Be Vietnam Pro" pitchFamily="34" charset="0"/>
                <a:ea typeface="Be Vietnam Pro" pitchFamily="34" charset="-122"/>
                <a:cs typeface="Be Vietnam Pro" pitchFamily="34" charset="-120"/>
              </a:rPr>
              <a:t> a</a:t>
            </a:r>
            <a:r>
              <a:rPr lang="en-US" sz="2700" dirty="0" spc="-3" kern="0">
                <a:solidFill>
                  <a:srgbClr val="14161C"/>
                </a:solidFill>
                <a:latin typeface="Be Vietnam Pro" pitchFamily="34" charset="0"/>
                <a:ea typeface="Be Vietnam Pro" pitchFamily="34" charset="-122"/>
                <a:cs typeface="Be Vietnam Pro" pitchFamily="34" charset="-120"/>
              </a:rPr>
              <a:t> map"</a:t>
            </a:r>
            <a:r>
              <a:rPr lang="en-US" sz="2700" dirty="0" spc="-1" kern="0">
                <a:solidFill>
                  <a:srgbClr val="14161C"/>
                </a:solidFill>
                <a:latin typeface="Be Vietnam Pro" pitchFamily="34" charset="0"/>
                <a:ea typeface="Be Vietnam Pro" pitchFamily="34" charset="-122"/>
                <a:cs typeface="Be Vietnam Pro" pitchFamily="34" charset="-120"/>
              </a:rPr>
              <a:t> ·</a:t>
            </a:r>
            <a:r>
              <a:rPr lang="en-US" sz="2700" dirty="0" spc="-3" kern="0">
                <a:solidFill>
                  <a:srgbClr val="14161C"/>
                </a:solidFill>
                <a:latin typeface="Be Vietnam Pro" pitchFamily="34" charset="0"/>
                <a:ea typeface="Be Vietnam Pro" pitchFamily="34" charset="-122"/>
                <a:cs typeface="Be Vietnam Pro" pitchFamily="34" charset="-120"/>
              </a:rPr>
              <a:t> 133k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31" kern="0">
                <a:solidFill>
                  <a:srgbClr val="14161C"/>
                </a:solidFill>
                <a:latin typeface="Be Vietnam Pro" pitchFamily="34" charset="0"/>
                <a:ea typeface="Be Vietnam Pro" pitchFamily="34" charset="-122"/>
                <a:cs typeface="Be Vietnam Pro" pitchFamily="34" charset="-120"/>
              </a:rPr>
              <a:t>/graphify</a:t>
            </a:r>
            <a:r>
              <a:rPr lang="en-US" sz="2700" dirty="0" spc="-2" kern="0">
                <a:solidFill>
                  <a:srgbClr val="14161C"/>
                </a:solidFill>
                <a:latin typeface="Be Vietnam Pro" pitchFamily="34" charset="0"/>
                <a:ea typeface="Be Vietnam Pro" pitchFamily="34" charset="-122"/>
                <a:cs typeface="Be Vietnam Pro" pitchFamily="34" charset="-120"/>
              </a:rPr>
              <a:t> lập</a:t>
            </a:r>
            <a:r>
              <a:rPr lang="en-US" sz="2700" dirty="0" spc="16" kern="0">
                <a:solidFill>
                  <a:srgbClr val="14161C"/>
                </a:solidFill>
                <a:latin typeface="Be Vietnam Pro" pitchFamily="34" charset="0"/>
                <a:ea typeface="Be Vietnam Pro" pitchFamily="34" charset="-122"/>
                <a:cs typeface="Be Vietnam Pro" pitchFamily="34" charset="-120"/>
              </a:rPr>
              <a:t> đồ</a:t>
            </a:r>
            <a:r>
              <a:rPr lang="en-US" sz="2700" dirty="0" spc="-1" kern="0">
                <a:solidFill>
                  <a:srgbClr val="14161C"/>
                </a:solidFill>
                <a:latin typeface="Be Vietnam Pro" pitchFamily="34" charset="0"/>
                <a:ea typeface="Be Vietnam Pro" pitchFamily="34" charset="-122"/>
                <a:cs typeface="Be Vietnam Pro" pitchFamily="34" charset="-120"/>
              </a:rPr>
              <a:t> thị</a:t>
            </a:r>
            <a:r>
              <a:rPr lang="en-US" sz="2700" dirty="0" spc="13" kern="0">
                <a:solidFill>
                  <a:srgbClr val="14161C"/>
                </a:solidFill>
                <a:latin typeface="Be Vietnam Pro" pitchFamily="34" charset="0"/>
                <a:ea typeface="Be Vietnam Pro" pitchFamily="34" charset="-122"/>
                <a:cs typeface="Be Vietnam Pro" pitchFamily="34" charset="-120"/>
              </a:rPr>
              <a:t> tri</a:t>
            </a:r>
            <a:r>
              <a:rPr lang="en-US" sz="2700" dirty="0" spc="8" kern="0">
                <a:solidFill>
                  <a:srgbClr val="14161C"/>
                </a:solidFill>
                <a:latin typeface="Be Vietnam Pro" pitchFamily="34" charset="0"/>
                <a:ea typeface="Be Vietnam Pro" pitchFamily="34" charset="-122"/>
                <a:cs typeface="Be Vietnam Pro" pitchFamily="34" charset="-120"/>
              </a:rPr>
              <a:t> thức;</a:t>
            </a:r>
            <a:r>
              <a:rPr lang="en-US" sz="2700" dirty="0" spc="-1" kern="0">
                <a:solidFill>
                  <a:srgbClr val="14161C"/>
                </a:solidFill>
                <a:latin typeface="Be Vietnam Pro" pitchFamily="34" charset="0"/>
                <a:ea typeface="Be Vietnam Pro" pitchFamily="34" charset="-122"/>
                <a:cs typeface="Be Vietnam Pro" pitchFamily="34" charset="-120"/>
              </a:rPr>
              <a:t> cạnh</a:t>
            </a:r>
            <a:r>
              <a:rPr lang="en-US" sz="2700" dirty="0" spc="-15" kern="0">
                <a:solidFill>
                  <a:srgbClr val="14161C"/>
                </a:solidFill>
                <a:latin typeface="Be Vietnam Pro" pitchFamily="34" charset="0"/>
                <a:ea typeface="Be Vietnam Pro" pitchFamily="34" charset="-122"/>
                <a:cs typeface="Be Vietnam Pro" pitchFamily="34" charset="-120"/>
              </a:rPr>
              <a:t> gắn</a:t>
            </a:r>
            <a:r>
              <a:rPr lang="en-US" sz="2700" dirty="0" spc="-2" kern="0">
                <a:solidFill>
                  <a:srgbClr val="14161C"/>
                </a:solidFill>
                <a:latin typeface="Be Vietnam Pro" pitchFamily="34" charset="0"/>
                <a:ea typeface="Be Vietnam Pro" pitchFamily="34" charset="-122"/>
                <a:cs typeface="Be Vietnam Pro" pitchFamily="34" charset="-120"/>
              </a:rPr>
              <a:t> nhãn</a:t>
            </a:r>
            <a:r>
              <a:rPr lang="en-US" sz="2700" dirty="0" spc="-29" kern="0">
                <a:solidFill>
                  <a:srgbClr val="14161C"/>
                </a:solidFill>
                <a:latin typeface="Be Vietnam Pro" pitchFamily="34" charset="0"/>
                <a:ea typeface="Be Vietnam Pro" pitchFamily="34" charset="-122"/>
                <a:cs typeface="Be Vietnam Pro" pitchFamily="34" charset="-120"/>
              </a:rPr>
              <a:t> EXTRACTED</a:t>
            </a:r>
            <a:r>
              <a:rPr lang="en-US" sz="2700" dirty="0" spc="-3" kern="0">
                <a:solidFill>
                  <a:srgbClr val="14161C"/>
                </a:solidFill>
                <a:latin typeface="Be Vietnam Pro" pitchFamily="34" charset="0"/>
                <a:ea typeface="Be Vietnam Pro" pitchFamily="34" charset="-122"/>
                <a:cs typeface="Be Vietnam Pro" pitchFamily="34" charset="-120"/>
              </a:rPr>
              <a:t> hoặc</a:t>
            </a:r>
            <a:r>
              <a:rPr lang="en-US" sz="2700" dirty="0" spc="0" kern="0">
                <a:solidFill>
                  <a:srgbClr val="14161C"/>
                </a:solidFill>
                <a:latin typeface="Be Vietnam Pro" pitchFamily="34" charset="0"/>
                <a:ea typeface="Be Vietnam Pro" pitchFamily="34" charset="-122"/>
                <a:cs typeface="Be Vietnam Pro" pitchFamily="34" charset="-120"/>
              </a:rPr>
              <a:t> INFERRED.</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18" kern="0">
                <a:solidFill>
                  <a:srgbClr val="14161C"/>
                </a:solidFill>
                <a:latin typeface="Be Vietnam Pro" pitchFamily="34" charset="0"/>
                <a:ea typeface="Be Vietnam Pro" pitchFamily="34" charset="-122"/>
                <a:cs typeface="Be Vietnam Pro" pitchFamily="34" charset="-120"/>
              </a:rPr>
              <a:t>uv</a:t>
            </a:r>
            <a:r>
              <a:rPr lang="en-US" sz="2700" dirty="0" spc="-15" kern="0">
                <a:solidFill>
                  <a:srgbClr val="14161C"/>
                </a:solidFill>
                <a:latin typeface="Be Vietnam Pro" pitchFamily="34" charset="0"/>
                <a:ea typeface="Be Vietnam Pro" pitchFamily="34" charset="-122"/>
                <a:cs typeface="Be Vietnam Pro" pitchFamily="34" charset="-120"/>
              </a:rPr>
              <a:t> tool</a:t>
            </a:r>
            <a:r>
              <a:rPr lang="en-US" sz="2700" dirty="0" spc="-11" kern="0">
                <a:solidFill>
                  <a:srgbClr val="14161C"/>
                </a:solidFill>
                <a:latin typeface="Be Vietnam Pro" pitchFamily="34" charset="0"/>
                <a:ea typeface="Be Vietnam Pro" pitchFamily="34" charset="-122"/>
                <a:cs typeface="Be Vietnam Pro" pitchFamily="34" charset="-120"/>
              </a:rPr>
              <a:t> install</a:t>
            </a:r>
            <a:r>
              <a:rPr lang="en-US" sz="2700" dirty="0" spc="-10" kern="0">
                <a:solidFill>
                  <a:srgbClr val="14161C"/>
                </a:solidFill>
                <a:latin typeface="Be Vietnam Pro" pitchFamily="34" charset="0"/>
                <a:ea typeface="Be Vietnam Pro" pitchFamily="34" charset="-122"/>
                <a:cs typeface="Be Vietnam Pro" pitchFamily="34" charset="-120"/>
              </a:rPr>
              <a:t> graphifyy,</a:t>
            </a:r>
            <a:r>
              <a:rPr lang="en-US" sz="2700" dirty="0" spc="-14" kern="0">
                <a:solidFill>
                  <a:srgbClr val="14161C"/>
                </a:solidFill>
                <a:latin typeface="Be Vietnam Pro" pitchFamily="34" charset="0"/>
                <a:ea typeface="Be Vietnam Pro" pitchFamily="34" charset="-122"/>
                <a:cs typeface="Be Vietnam Pro" pitchFamily="34" charset="-120"/>
              </a:rPr>
              <a:t> graphify</a:t>
            </a:r>
            <a:r>
              <a:rPr lang="en-US" sz="2700" dirty="0" spc="-9" kern="0">
                <a:solidFill>
                  <a:srgbClr val="14161C"/>
                </a:solidFill>
                <a:latin typeface="Be Vietnam Pro" pitchFamily="34" charset="0"/>
                <a:ea typeface="Be Vietnam Pro" pitchFamily="34" charset="-122"/>
                <a:cs typeface="Be Vietnam Pro" pitchFamily="34" charset="-120"/>
              </a:rPr>
              <a:t> install,</a:t>
            </a:r>
            <a:r>
              <a:rPr lang="en-US" sz="2700" dirty="0" spc="-29" kern="0">
                <a:solidFill>
                  <a:srgbClr val="14161C"/>
                </a:solidFill>
                <a:latin typeface="Be Vietnam Pro" pitchFamily="34" charset="0"/>
                <a:ea typeface="Be Vietnam Pro" pitchFamily="34" charset="-122"/>
                <a:cs typeface="Be Vietnam Pro" pitchFamily="34" charset="-120"/>
              </a:rPr>
              <a:t> rồi /graphify</a:t>
            </a:r>
            <a:r>
              <a:rPr lang="en-US" sz="2700" dirty="0" spc="-3" kern="0">
                <a:solidFill>
                  <a:srgbClr val="14161C"/>
                </a:solidFill>
                <a:latin typeface="Be Vietnam Pro" pitchFamily="34" charset="0"/>
                <a:ea typeface="Be Vietnam Pro" pitchFamily="34" charset="-122"/>
                <a:cs typeface="Be Vietnam Pro" pitchFamily="34" charset="-120"/>
              </a:rPr>
              <a:t> .</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82" kern="0">
                <a:solidFill>
                  <a:srgbClr val="14161C"/>
                </a:solidFill>
                <a:latin typeface="Be Vietnam Pro" pitchFamily="34" charset="0"/>
                <a:ea typeface="Be Vietnam Pro" pitchFamily="34" charset="-122"/>
                <a:cs typeface="Be Vietnam Pro" pitchFamily="34" charset="-120"/>
              </a:rPr>
              <a:t>Tên</a:t>
            </a:r>
            <a:r>
              <a:rPr lang="en-US" sz="2700" dirty="0" spc="-15" kern="0">
                <a:solidFill>
                  <a:srgbClr val="14161C"/>
                </a:solidFill>
                <a:latin typeface="Be Vietnam Pro" pitchFamily="34" charset="0"/>
                <a:ea typeface="Be Vietnam Pro" pitchFamily="34" charset="-122"/>
                <a:cs typeface="Be Vietnam Pro" pitchFamily="34" charset="-120"/>
              </a:rPr>
              <a:t> gói</a:t>
            </a:r>
            <a:r>
              <a:rPr lang="en-US" sz="2700" dirty="0" spc="-1" kern="0">
                <a:solidFill>
                  <a:srgbClr val="14161C"/>
                </a:solidFill>
                <a:latin typeface="Be Vietnam Pro" pitchFamily="34" charset="0"/>
                <a:ea typeface="Be Vietnam Pro" pitchFamily="34" charset="-122"/>
                <a:cs typeface="Be Vietnam Pro" pitchFamily="34" charset="-120"/>
              </a:rPr>
              <a:t> có</a:t>
            </a:r>
            <a:r>
              <a:rPr lang="en-US" sz="2700" dirty="0" spc="-2" kern="0">
                <a:solidFill>
                  <a:srgbClr val="14161C"/>
                </a:solidFill>
                <a:latin typeface="Be Vietnam Pro" pitchFamily="34" charset="0"/>
                <a:ea typeface="Be Vietnam Pro" pitchFamily="34" charset="-122"/>
                <a:cs typeface="Be Vietnam Pro" pitchFamily="34" charset="-120"/>
              </a:rPr>
              <a:t> hai</a:t>
            </a:r>
            <a:r>
              <a:rPr lang="en-US" sz="2700" dirty="0" spc="-1" kern="0">
                <a:solidFill>
                  <a:srgbClr val="14161C"/>
                </a:solidFill>
                <a:latin typeface="Be Vietnam Pro" pitchFamily="34" charset="0"/>
                <a:ea typeface="Be Vietnam Pro" pitchFamily="34" charset="-122"/>
                <a:cs typeface="Be Vietnam Pro" pitchFamily="34" charset="-120"/>
              </a:rPr>
              <a:t> chữ</a:t>
            </a:r>
            <a:r>
              <a:rPr lang="en-US" sz="2700" dirty="0" spc="0" kern="0">
                <a:solidFill>
                  <a:srgbClr val="14161C"/>
                </a:solidFill>
                <a:latin typeface="Be Vietnam Pro" pitchFamily="34" charset="0"/>
                <a:ea typeface="Be Vietnam Pro" pitchFamily="34" charset="-122"/>
                <a:cs typeface="Be Vietnam Pro" pitchFamily="34" charset="-120"/>
              </a:rPr>
              <a:t> y; có</a:t>
            </a:r>
            <a:r>
              <a:rPr lang="en-US" sz="2700" dirty="0" spc="-13" kern="0">
                <a:solidFill>
                  <a:srgbClr val="14161C"/>
                </a:solidFill>
                <a:latin typeface="Be Vietnam Pro" pitchFamily="34" charset="0"/>
                <a:ea typeface="Be Vietnam Pro" pitchFamily="34" charset="-122"/>
                <a:cs typeface="Be Vietnam Pro" pitchFamily="34" charset="-120"/>
              </a:rPr>
              <a:t> Graphify</a:t>
            </a:r>
            <a:r>
              <a:rPr lang="en-US" sz="2700" dirty="0" spc="0" kern="0">
                <a:solidFill>
                  <a:srgbClr val="14161C"/>
                </a:solidFill>
                <a:latin typeface="Be Vietnam Pro" pitchFamily="34" charset="0"/>
                <a:ea typeface="Be Vietnam Pro" pitchFamily="34" charset="-122"/>
                <a:cs typeface="Be Vietnam Pro" pitchFamily="34" charset="-120"/>
              </a:rPr>
              <a:t> Cloud,</a:t>
            </a:r>
            <a:r>
              <a:rPr lang="en-US" sz="2700" dirty="0" spc="-2" kern="0">
                <a:solidFill>
                  <a:srgbClr val="14161C"/>
                </a:solidFill>
                <a:latin typeface="Be Vietnam Pro" pitchFamily="34" charset="0"/>
                <a:ea typeface="Be Vietnam Pro" pitchFamily="34" charset="-122"/>
                <a:cs typeface="Be Vietnam Pro" pitchFamily="34" charset="-120"/>
              </a:rPr>
              <a:t> dùng</a:t>
            </a:r>
            <a:r>
              <a:rPr lang="en-US" sz="2700" dirty="0" spc="-1" kern="0">
                <a:solidFill>
                  <a:srgbClr val="14161C"/>
                </a:solidFill>
                <a:latin typeface="Be Vietnam Pro" pitchFamily="34" charset="0"/>
                <a:ea typeface="Be Vietnam Pro" pitchFamily="34" charset="-122"/>
                <a:cs typeface="Be Vietnam Pro" pitchFamily="34" charset="-120"/>
              </a:rPr>
              <a:t> thử</a:t>
            </a:r>
            <a:r>
              <a:rPr lang="en-US" sz="2700" dirty="0" spc="0" kern="0">
                <a:solidFill>
                  <a:srgbClr val="14161C"/>
                </a:solidFill>
                <a:latin typeface="Be Vietnam Pro" pitchFamily="34" charset="0"/>
                <a:ea typeface="Be Vietnam Pro" pitchFamily="34" charset="-122"/>
                <a:cs typeface="Be Vietnam Pro" pitchFamily="34" charset="-120"/>
              </a:rPr>
              <a:t> 14</a:t>
            </a:r>
            <a:r>
              <a:rPr lang="en-US" sz="2700" dirty="0" spc="-17" kern="0">
                <a:solidFill>
                  <a:srgbClr val="14161C"/>
                </a:solidFill>
                <a:latin typeface="Be Vietnam Pro" pitchFamily="34" charset="0"/>
                <a:ea typeface="Be Vietnam Pro" pitchFamily="34" charset="-122"/>
                <a:cs typeface="Be Vietnam Pro" pitchFamily="34" charset="-120"/>
              </a:rPr>
              <a:t> ngày.</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[S9]</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38519" y="9564832"/>
            <a:ext cx="110836" cy="110836"/>
          </a:xfrm>
          <a:prstGeom prst="ellipse">
            <a:avLst/>
          </a:prstGeom>
          <a:solidFill>
            <a:srgbClr val="E8472B"/>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16/55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1e19d633-44a0-4272-8097-190eb8f1743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6" kern="0">
                <a:solidFill>
                  <a:srgbClr val="F3EEE3"/>
                </a:solidFill>
                <a:latin typeface="Bricolage Grotesque ExtraBold" pitchFamily="34" charset="0"/>
                <a:ea typeface="Bricolage Grotesque ExtraBold" pitchFamily="34" charset="-122"/>
                <a:cs typeface="Bricolage Grotesque ExtraBold" pitchFamily="34" charset="-120"/>
              </a:rPr>
              <a:t>Agent</a:t>
            </a:r>
            <a:r>
              <a:rPr lang="en-US" sz="5700" dirty="0" spc="-18" kern="0">
                <a:solidFill>
                  <a:srgbClr val="F3EEE3"/>
                </a:solidFill>
                <a:latin typeface="Bricolage Grotesque ExtraBold" pitchFamily="34" charset="0"/>
                <a:ea typeface="Bricolage Grotesque ExtraBold" pitchFamily="34" charset="-122"/>
                <a:cs typeface="Bricolage Grotesque ExtraBold" pitchFamily="34" charset="-120"/>
              </a:rPr>
              <a:t> Reach:</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cho</a:t>
            </a:r>
            <a:r>
              <a:rPr lang="en-US" sz="5700" dirty="0" spc="-22" kern="0">
                <a:solidFill>
                  <a:srgbClr val="F3EEE3"/>
                </a:solidFill>
                <a:latin typeface="Bricolage Grotesque ExtraBold" pitchFamily="34" charset="0"/>
                <a:ea typeface="Bricolage Grotesque ExtraBold" pitchFamily="34" charset="-122"/>
                <a:cs typeface="Bricolage Grotesque ExtraBold" pitchFamily="34" charset="-120"/>
              </a:rPr>
              <a:t> agent</a:t>
            </a:r>
            <a:r>
              <a:rPr lang="en-US" sz="5700" dirty="0" spc="-51" kern="0">
                <a:solidFill>
                  <a:srgbClr val="F3EEE3"/>
                </a:solidFill>
                <a:latin typeface="Bricolage Grotesque ExtraBold" pitchFamily="34" charset="0"/>
                <a:ea typeface="Bricolage Grotesque ExtraBold" pitchFamily="34" charset="-122"/>
                <a:cs typeface="Bricolage Grotesque ExtraBold" pitchFamily="34" charset="-120"/>
              </a:rPr>
              <a:t> vào</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những</a:t>
            </a:r>
            <a:r>
              <a:rPr lang="en-US" sz="5700" dirty="0" spc="-29" kern="0">
                <a:solidFill>
                  <a:srgbClr val="F3EEE3"/>
                </a:solidFill>
                <a:latin typeface="Bricolage Grotesque ExtraBold" pitchFamily="34" charset="0"/>
                <a:ea typeface="Bricolage Grotesque ExtraBold" pitchFamily="34" charset="-122"/>
                <a:cs typeface="Bricolage Grotesque ExtraBold" pitchFamily="34" charset="-120"/>
              </a:rPr>
              <a:t> nơi</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nó</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không tự</a:t>
            </a:r>
            <a:r>
              <a:rPr lang="en-US" sz="5700" dirty="0" spc="-51" kern="0">
                <a:solidFill>
                  <a:srgbClr val="F3EEE3"/>
                </a:solidFill>
                <a:latin typeface="Bricolage Grotesque ExtraBold" pitchFamily="34" charset="0"/>
                <a:ea typeface="Bricolage Grotesque ExtraBold" pitchFamily="34" charset="-122"/>
                <a:cs typeface="Bricolage Grotesque ExtraBold" pitchFamily="34" charset="-120"/>
              </a:rPr>
              <a:t> vào</a:t>
            </a:r>
            <a:r>
              <a:rPr lang="en-US" sz="5700" dirty="0" spc="-74" kern="0">
                <a:solidFill>
                  <a:srgbClr val="F3EEE3"/>
                </a:solidFill>
                <a:latin typeface="Bricolage Grotesque ExtraBold" pitchFamily="34" charset="0"/>
                <a:ea typeface="Bricolage Grotesque ExtraBold" pitchFamily="34" charset="-122"/>
                <a:cs typeface="Bricolage Grotesque ExtraBold" pitchFamily="34" charset="-120"/>
              </a:rPr>
              <a:t> được</a:t>
            </a:r>
            <a:endParaRPr lang="en-US" sz="5700" dirty="0"/>
          </a:p>
        </p:txBody>
      </p:sp>
      <p:sp>
        <p:nvSpPr>
          <p:cNvPr id="3" name="Shape 1"/>
          <p:cNvSpPr/>
          <p:nvPr/>
        </p:nvSpPr>
        <p:spPr>
          <a:xfrm>
            <a:off x="914400" y="2724150"/>
            <a:ext cx="8096250" cy="2838450"/>
          </a:xfrm>
          <a:prstGeom prst="roundRect">
            <a:avLst>
              <a:gd name="adj" fmla="val 8054"/>
            </a:avLst>
          </a:prstGeom>
          <a:solidFill>
            <a:srgbClr val="1E212B"/>
          </a:solidFill>
          <a:ln/>
        </p:spPr>
      </p:sp>
      <p:sp>
        <p:nvSpPr>
          <p:cNvPr id="4" name="Shape 2"/>
          <p:cNvSpPr/>
          <p:nvPr/>
        </p:nvSpPr>
        <p:spPr>
          <a:xfrm>
            <a:off x="914400" y="2724150"/>
            <a:ext cx="114300" cy="2838450"/>
          </a:xfrm>
          <a:prstGeom prst="roundRect">
            <a:avLst>
              <a:gd name="adj" fmla="val 50000"/>
            </a:avLst>
          </a:prstGeom>
          <a:solidFill>
            <a:srgbClr val="FFB454"/>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FFB454"/>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FFB454"/>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2" kern="0">
                <a:solidFill>
                  <a:srgbClr val="F3EEE3"/>
                </a:solidFill>
                <a:latin typeface="Be Vietnam Pro Medium" pitchFamily="34" charset="0"/>
                <a:ea typeface="Be Vietnam Pro Medium" pitchFamily="34" charset="-122"/>
                <a:cs typeface="Be Vietnam Pro Medium" pitchFamily="34" charset="-120"/>
              </a:rPr>
              <a:t>"Reads</a:t>
            </a:r>
            <a:r>
              <a:rPr lang="en-US" sz="2550" dirty="0" spc="-1" kern="0">
                <a:solidFill>
                  <a:srgbClr val="F3EEE3"/>
                </a:solidFill>
                <a:latin typeface="Be Vietnam Pro Medium" pitchFamily="34" charset="0"/>
                <a:ea typeface="Be Vietnam Pro Medium" pitchFamily="34" charset="-122"/>
                <a:cs typeface="Be Vietnam Pro Medium" pitchFamily="34" charset="-120"/>
              </a:rPr>
              <a:t> X,</a:t>
            </a:r>
            <a:r>
              <a:rPr lang="en-US" sz="2550" dirty="0" spc="-20" kern="0">
                <a:solidFill>
                  <a:srgbClr val="F3EEE3"/>
                </a:solidFill>
                <a:latin typeface="Be Vietnam Pro Medium" pitchFamily="34" charset="0"/>
                <a:ea typeface="Be Vietnam Pro Medium" pitchFamily="34" charset="-122"/>
                <a:cs typeface="Be Vietnam Pro Medium" pitchFamily="34" charset="-120"/>
              </a:rPr>
              <a:t> Reddit</a:t>
            </a:r>
            <a:r>
              <a:rPr lang="en-US" sz="2550" dirty="0" spc="-2" kern="0">
                <a:solidFill>
                  <a:srgbClr val="F3EEE3"/>
                </a:solidFill>
                <a:latin typeface="Be Vietnam Pro Medium" pitchFamily="34" charset="0"/>
                <a:ea typeface="Be Vietnam Pro Medium" pitchFamily="34" charset="-122"/>
                <a:cs typeface="Be Vietnam Pro Medium" pitchFamily="34" charset="-120"/>
              </a:rPr>
              <a:t> and</a:t>
            </a:r>
            <a:r>
              <a:rPr lang="en-US" sz="2550" dirty="0" spc="-62" kern="0">
                <a:solidFill>
                  <a:srgbClr val="F3EEE3"/>
                </a:solidFill>
                <a:latin typeface="Be Vietnam Pro Medium" pitchFamily="34" charset="0"/>
                <a:ea typeface="Be Vietnam Pro Medium" pitchFamily="34" charset="-122"/>
                <a:cs typeface="Be Vietnam Pro Medium" pitchFamily="34" charset="-120"/>
              </a:rPr>
              <a:t> YouTube</a:t>
            </a:r>
            <a:r>
              <a:rPr lang="en-US" sz="2550" dirty="0" spc="-13" kern="0">
                <a:solidFill>
                  <a:srgbClr val="F3EEE3"/>
                </a:solidFill>
                <a:latin typeface="Be Vietnam Pro Medium" pitchFamily="34" charset="0"/>
                <a:ea typeface="Be Vietnam Pro Medium" pitchFamily="34" charset="-122"/>
                <a:cs typeface="Be Vietnam Pro Medium" pitchFamily="34" charset="-120"/>
              </a:rPr>
              <a:t> free"</a:t>
            </a:r>
            <a:r>
              <a:rPr lang="en-US" sz="2550" dirty="0" spc="1" kern="0">
                <a:solidFill>
                  <a:srgbClr val="F3EEE3"/>
                </a:solidFill>
                <a:latin typeface="Be Vietnam Pro Medium" pitchFamily="34" charset="0"/>
                <a:ea typeface="Be Vietnam Pro Medium" pitchFamily="34" charset="-122"/>
                <a:cs typeface="Be Vietnam Pro Medium" pitchFamily="34" charset="-120"/>
              </a:rPr>
              <a:t> ·</a:t>
            </a:r>
            <a:r>
              <a:rPr lang="en-US" sz="2550" dirty="0" spc="-3" kern="0">
                <a:solidFill>
                  <a:srgbClr val="F3EEE3"/>
                </a:solidFill>
                <a:latin typeface="Be Vietnam Pro Medium" pitchFamily="34" charset="0"/>
                <a:ea typeface="Be Vietnam Pro Medium" pitchFamily="34" charset="-122"/>
                <a:cs typeface="Be Vietnam Pro Medium" pitchFamily="34" charset="-120"/>
              </a:rPr>
              <a:t> 101k</a:t>
            </a:r>
            <a:r>
              <a:rPr lang="en-US" sz="2550" dirty="0" spc="-5" kern="0">
                <a:solidFill>
                  <a:srgbClr val="F3EEE3"/>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1E212B"/>
          </a:solidFill>
          <a:ln/>
        </p:spPr>
      </p:sp>
      <p:sp>
        <p:nvSpPr>
          <p:cNvPr id="8" name="Shape 6"/>
          <p:cNvSpPr/>
          <p:nvPr/>
        </p:nvSpPr>
        <p:spPr>
          <a:xfrm>
            <a:off x="9277350" y="2724150"/>
            <a:ext cx="114300" cy="2838450"/>
          </a:xfrm>
          <a:prstGeom prst="roundRect">
            <a:avLst>
              <a:gd name="adj" fmla="val 50000"/>
            </a:avLst>
          </a:prstGeom>
          <a:solidFill>
            <a:srgbClr val="3DD6A0"/>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3DD6A0"/>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3DD6A0"/>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F3EEE3"/>
                </a:solidFill>
                <a:latin typeface="Be Vietnam Pro Medium" pitchFamily="34" charset="0"/>
                <a:ea typeface="Be Vietnam Pro Medium" pitchFamily="34" charset="-122"/>
                <a:cs typeface="Be Vietnam Pro Medium" pitchFamily="34" charset="-120"/>
              </a:rPr>
              <a:t>14</a:t>
            </a:r>
            <a:r>
              <a:rPr lang="en-US" sz="2550" dirty="0" spc="-22" kern="0">
                <a:solidFill>
                  <a:srgbClr val="F3EEE3"/>
                </a:solidFill>
                <a:latin typeface="Be Vietnam Pro Medium" pitchFamily="34" charset="0"/>
                <a:ea typeface="Be Vietnam Pro Medium" pitchFamily="34" charset="-122"/>
                <a:cs typeface="Be Vietnam Pro Medium" pitchFamily="34" charset="-120"/>
              </a:rPr>
              <a:t> kênh:</a:t>
            </a:r>
            <a:r>
              <a:rPr lang="en-US" sz="2550" dirty="0" spc="1" kern="0">
                <a:solidFill>
                  <a:srgbClr val="F3EEE3"/>
                </a:solidFill>
                <a:latin typeface="Be Vietnam Pro Medium" pitchFamily="34" charset="0"/>
                <a:ea typeface="Be Vietnam Pro Medium" pitchFamily="34" charset="-122"/>
                <a:cs typeface="Be Vietnam Pro Medium" pitchFamily="34" charset="-120"/>
              </a:rPr>
              <a:t> 5 mặc</a:t>
            </a:r>
            <a:r>
              <a:rPr lang="en-US" sz="2550" dirty="0" spc="14" kern="0">
                <a:solidFill>
                  <a:srgbClr val="F3EEE3"/>
                </a:solidFill>
                <a:latin typeface="Be Vietnam Pro Medium" pitchFamily="34" charset="0"/>
                <a:ea typeface="Be Vietnam Pro Medium" pitchFamily="34" charset="-122"/>
                <a:cs typeface="Be Vietnam Pro Medium" pitchFamily="34" charset="-120"/>
              </a:rPr>
              <a:t> định,</a:t>
            </a:r>
            <a:r>
              <a:rPr lang="en-US" sz="2550" dirty="0" spc="-1" kern="0">
                <a:solidFill>
                  <a:srgbClr val="F3EEE3"/>
                </a:solidFill>
                <a:latin typeface="Be Vietnam Pro Medium" pitchFamily="34" charset="0"/>
                <a:ea typeface="Be Vietnam Pro Medium" pitchFamily="34" charset="-122"/>
                <a:cs typeface="Be Vietnam Pro Medium" pitchFamily="34" charset="-120"/>
              </a:rPr>
              <a:t> 6</a:t>
            </a:r>
            <a:r>
              <a:rPr lang="en-US" sz="2550" dirty="0" spc="0" kern="0">
                <a:solidFill>
                  <a:srgbClr val="F3EEE3"/>
                </a:solidFill>
                <a:latin typeface="Be Vietnam Pro Medium" pitchFamily="34" charset="0"/>
                <a:ea typeface="Be Vietnam Pro Medium" pitchFamily="34" charset="-122"/>
                <a:cs typeface="Be Vietnam Pro Medium" pitchFamily="34" charset="-120"/>
              </a:rPr>
              <a:t> tùy</a:t>
            </a:r>
            <a:r>
              <a:rPr lang="en-US" sz="2550" dirty="0" spc="-3" kern="0">
                <a:solidFill>
                  <a:srgbClr val="F3EEE3"/>
                </a:solidFill>
                <a:latin typeface="Be Vietnam Pro Medium" pitchFamily="34" charset="0"/>
                <a:ea typeface="Be Vietnam Pro Medium" pitchFamily="34" charset="-122"/>
                <a:cs typeface="Be Vietnam Pro Medium" pitchFamily="34" charset="-120"/>
              </a:rPr>
              <a:t> chọn,</a:t>
            </a:r>
            <a:r>
              <a:rPr lang="en-US" sz="2550" dirty="0" spc="-1" kern="0">
                <a:solidFill>
                  <a:srgbClr val="F3EEE3"/>
                </a:solidFill>
                <a:latin typeface="Be Vietnam Pro Medium" pitchFamily="34" charset="0"/>
                <a:ea typeface="Be Vietnam Pro Medium" pitchFamily="34" charset="-122"/>
                <a:cs typeface="Be Vietnam Pro Medium" pitchFamily="34" charset="-120"/>
              </a:rPr>
              <a:t> 3</a:t>
            </a:r>
            <a:r>
              <a:rPr lang="en-US" sz="2550" dirty="0" spc="-2" kern="0">
                <a:solidFill>
                  <a:srgbClr val="F3EEE3"/>
                </a:solidFill>
                <a:latin typeface="Be Vietnam Pro Medium" pitchFamily="34" charset="0"/>
                <a:ea typeface="Be Vietnam Pro Medium" pitchFamily="34" charset="-122"/>
                <a:cs typeface="Be Vietnam Pro Medium" pitchFamily="34" charset="-120"/>
              </a:rPr>
              <a:t> thử nghiệm;</a:t>
            </a:r>
            <a:r>
              <a:rPr lang="en-US" sz="2550" dirty="0" spc="2" kern="0">
                <a:solidFill>
                  <a:srgbClr val="F3EEE3"/>
                </a:solidFill>
                <a:latin typeface="Be Vietnam Pro Medium" pitchFamily="34" charset="0"/>
                <a:ea typeface="Be Vietnam Pro Medium" pitchFamily="34" charset="-122"/>
                <a:cs typeface="Be Vietnam Pro Medium" pitchFamily="34" charset="-120"/>
              </a:rPr>
              <a:t> README</a:t>
            </a:r>
            <a:r>
              <a:rPr lang="en-US" sz="2550" dirty="0" spc="-7" kern="0">
                <a:solidFill>
                  <a:srgbClr val="F3EEE3"/>
                </a:solidFill>
                <a:latin typeface="Be Vietnam Pro Medium" pitchFamily="34" charset="0"/>
                <a:ea typeface="Be Vietnam Pro Medium" pitchFamily="34" charset="-122"/>
                <a:cs typeface="Be Vietnam Pro Medium" pitchFamily="34" charset="-120"/>
              </a:rPr>
              <a:t> viết</a:t>
            </a:r>
            <a:r>
              <a:rPr lang="en-US" sz="2550" dirty="0" spc="-4" kern="0">
                <a:solidFill>
                  <a:srgbClr val="F3EEE3"/>
                </a:solidFill>
                <a:latin typeface="Be Vietnam Pro Medium" pitchFamily="34" charset="0"/>
                <a:ea typeface="Be Vietnam Pro Medium" pitchFamily="34" charset="-122"/>
                <a:cs typeface="Be Vietnam Pro Medium" pitchFamily="34" charset="-120"/>
              </a:rPr>
              <a:t> bằng</a:t>
            </a:r>
            <a:r>
              <a:rPr lang="en-US" sz="2550" dirty="0" spc="-3" kern="0">
                <a:solidFill>
                  <a:srgbClr val="F3EEE3"/>
                </a:solidFill>
                <a:latin typeface="Be Vietnam Pro Medium" pitchFamily="34" charset="0"/>
                <a:ea typeface="Be Vietnam Pro Medium" pitchFamily="34" charset="-122"/>
                <a:cs typeface="Be Vietnam Pro Medium" pitchFamily="34" charset="-120"/>
              </a:rPr>
              <a:t> tiếng</a:t>
            </a:r>
            <a:r>
              <a:rPr lang="en-US" sz="2550" dirty="0" spc="-25" kern="0">
                <a:solidFill>
                  <a:srgbClr val="F3EEE3"/>
                </a:solidFill>
                <a:latin typeface="Be Vietnam Pro Medium" pitchFamily="34" charset="0"/>
                <a:ea typeface="Be Vietnam Pro Medium" pitchFamily="34" charset="-122"/>
                <a:cs typeface="Be Vietnam Pro Medium" pitchFamily="34" charset="-120"/>
              </a:rPr>
              <a:t> Trung.</a:t>
            </a:r>
            <a:endParaRPr lang="en-US" sz="2550" dirty="0"/>
          </a:p>
        </p:txBody>
      </p:sp>
      <p:sp>
        <p:nvSpPr>
          <p:cNvPr id="11" name="Shape 9"/>
          <p:cNvSpPr/>
          <p:nvPr/>
        </p:nvSpPr>
        <p:spPr>
          <a:xfrm>
            <a:off x="914400" y="5829300"/>
            <a:ext cx="8096250" cy="2838450"/>
          </a:xfrm>
          <a:prstGeom prst="roundRect">
            <a:avLst>
              <a:gd name="adj" fmla="val 8054"/>
            </a:avLst>
          </a:prstGeom>
          <a:solidFill>
            <a:srgbClr val="1E212B"/>
          </a:solidFill>
          <a:ln/>
        </p:spPr>
      </p:sp>
      <p:sp>
        <p:nvSpPr>
          <p:cNvPr id="12" name="Shape 10"/>
          <p:cNvSpPr/>
          <p:nvPr/>
        </p:nvSpPr>
        <p:spPr>
          <a:xfrm>
            <a:off x="914400" y="5829300"/>
            <a:ext cx="114300" cy="2838450"/>
          </a:xfrm>
          <a:prstGeom prst="roundRect">
            <a:avLst>
              <a:gd name="adj" fmla="val 50000"/>
            </a:avLst>
          </a:prstGeom>
          <a:solidFill>
            <a:srgbClr val="FF6A4D"/>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FF6A4D"/>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FF6A4D"/>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11" kern="0">
                <a:solidFill>
                  <a:srgbClr val="F3EEE3"/>
                </a:solidFill>
                <a:latin typeface="Be Vietnam Pro Medium" pitchFamily="34" charset="0"/>
                <a:ea typeface="Be Vietnam Pro Medium" pitchFamily="34" charset="-122"/>
                <a:cs typeface="Be Vietnam Pro Medium" pitchFamily="34" charset="-120"/>
              </a:rPr>
              <a:t>Đưa</a:t>
            </a:r>
            <a:r>
              <a:rPr lang="en-US" sz="2550" dirty="0" spc="-14" kern="0">
                <a:solidFill>
                  <a:srgbClr val="F3EEE3"/>
                </a:solidFill>
                <a:latin typeface="Be Vietnam Pro Medium" pitchFamily="34" charset="0"/>
                <a:ea typeface="Be Vietnam Pro Medium" pitchFamily="34" charset="-122"/>
                <a:cs typeface="Be Vietnam Pro Medium" pitchFamily="34" charset="-120"/>
              </a:rPr>
              <a:t> agent</a:t>
            </a:r>
            <a:r>
              <a:rPr lang="en-US" sz="2550" dirty="0" spc="-1" kern="0">
                <a:solidFill>
                  <a:srgbClr val="F3EEE3"/>
                </a:solidFill>
                <a:latin typeface="Be Vietnam Pro Medium" pitchFamily="34" charset="0"/>
                <a:ea typeface="Be Vietnam Pro Medium" pitchFamily="34" charset="-122"/>
                <a:cs typeface="Be Vietnam Pro Medium" pitchFamily="34" charset="-120"/>
              </a:rPr>
              <a:t> câu</a:t>
            </a:r>
            <a:r>
              <a:rPr lang="en-US" sz="2550" dirty="0" spc="-23" kern="0">
                <a:solidFill>
                  <a:srgbClr val="F3EEE3"/>
                </a:solidFill>
                <a:latin typeface="Be Vietnam Pro Medium" pitchFamily="34" charset="0"/>
                <a:ea typeface="Be Vietnam Pro Medium" pitchFamily="34" charset="-122"/>
                <a:cs typeface="Be Vietnam Pro Medium" pitchFamily="34" charset="-120"/>
              </a:rPr>
              <a:t> yêu</a:t>
            </a:r>
            <a:r>
              <a:rPr lang="en-US" sz="2550" dirty="0" spc="-1" kern="0">
                <a:solidFill>
                  <a:srgbClr val="F3EEE3"/>
                </a:solidFill>
                <a:latin typeface="Be Vietnam Pro Medium" pitchFamily="34" charset="0"/>
                <a:ea typeface="Be Vietnam Pro Medium" pitchFamily="34" charset="-122"/>
                <a:cs typeface="Be Vietnam Pro Medium" pitchFamily="34" charset="-120"/>
              </a:rPr>
              <a:t> cầu</a:t>
            </a:r>
            <a:r>
              <a:rPr lang="en-US" sz="2550" dirty="0" spc="0" kern="0">
                <a:solidFill>
                  <a:srgbClr val="F3EEE3"/>
                </a:solidFill>
                <a:latin typeface="Be Vietnam Pro Medium" pitchFamily="34" charset="0"/>
                <a:ea typeface="Be Vietnam Pro Medium" pitchFamily="34" charset="-122"/>
                <a:cs typeface="Be Vietnam Pro Medium" pitchFamily="34" charset="-120"/>
              </a:rPr>
              <a:t> cài</a:t>
            </a:r>
            <a:r>
              <a:rPr lang="en-US" sz="2550" dirty="0" spc="-1" kern="0">
                <a:solidFill>
                  <a:srgbClr val="F3EEE3"/>
                </a:solidFill>
                <a:latin typeface="Be Vietnam Pro Medium" pitchFamily="34" charset="0"/>
                <a:ea typeface="Be Vietnam Pro Medium" pitchFamily="34" charset="-122"/>
                <a:cs typeface="Be Vietnam Pro Medium" pitchFamily="34" charset="-120"/>
              </a:rPr>
              <a:t> từ</a:t>
            </a:r>
            <a:r>
              <a:rPr lang="en-US" sz="2550" dirty="0" spc="-6" kern="0">
                <a:solidFill>
                  <a:srgbClr val="F3EEE3"/>
                </a:solidFill>
                <a:latin typeface="Be Vietnam Pro Medium" pitchFamily="34" charset="0"/>
                <a:ea typeface="Be Vietnam Pro Medium" pitchFamily="34" charset="-122"/>
                <a:cs typeface="Be Vietnam Pro Medium" pitchFamily="34" charset="-120"/>
              </a:rPr>
              <a:t> docs/install.md</a:t>
            </a:r>
            <a:r>
              <a:rPr lang="en-US" sz="2550" dirty="0" spc="-18" kern="0">
                <a:solidFill>
                  <a:srgbClr val="F3EEE3"/>
                </a:solidFill>
                <a:latin typeface="Be Vietnam Pro Medium" pitchFamily="34" charset="0"/>
                <a:ea typeface="Be Vietnam Pro Medium" pitchFamily="34" charset="-122"/>
                <a:cs typeface="Be Vietnam Pro Medium" pitchFamily="34" charset="-120"/>
              </a:rPr>
              <a:t> trên</a:t>
            </a:r>
            <a:r>
              <a:rPr lang="en-US" sz="2550" dirty="0" spc="0" kern="0">
                <a:solidFill>
                  <a:srgbClr val="F3EEE3"/>
                </a:solidFill>
                <a:latin typeface="Be Vietnam Pro Medium" pitchFamily="34" charset="0"/>
                <a:ea typeface="Be Vietnam Pro Medium" pitchFamily="34" charset="-122"/>
                <a:cs typeface="Be Vietnam Pro Medium" pitchFamily="34" charset="-120"/>
              </a:rPr>
              <a:t> GitHub.</a:t>
            </a:r>
            <a:endParaRPr lang="en-US" sz="2550" dirty="0"/>
          </a:p>
        </p:txBody>
      </p:sp>
      <p:sp>
        <p:nvSpPr>
          <p:cNvPr id="15" name="Shape 13"/>
          <p:cNvSpPr/>
          <p:nvPr/>
        </p:nvSpPr>
        <p:spPr>
          <a:xfrm>
            <a:off x="9277350" y="5829300"/>
            <a:ext cx="8096250" cy="2838450"/>
          </a:xfrm>
          <a:prstGeom prst="roundRect">
            <a:avLst>
              <a:gd name="adj" fmla="val 8054"/>
            </a:avLst>
          </a:prstGeom>
          <a:solidFill>
            <a:srgbClr val="1E212B"/>
          </a:solidFill>
          <a:ln/>
        </p:spPr>
      </p:sp>
      <p:sp>
        <p:nvSpPr>
          <p:cNvPr id="16" name="Shape 14"/>
          <p:cNvSpPr/>
          <p:nvPr/>
        </p:nvSpPr>
        <p:spPr>
          <a:xfrm>
            <a:off x="9277350" y="5829300"/>
            <a:ext cx="114300" cy="2838450"/>
          </a:xfrm>
          <a:prstGeom prst="roundRect">
            <a:avLst>
              <a:gd name="adj" fmla="val 50000"/>
            </a:avLst>
          </a:prstGeom>
          <a:solidFill>
            <a:srgbClr val="7C93FF"/>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7C93FF"/>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F3EEE3"/>
                </a:solidFill>
                <a:latin typeface="Be Vietnam Pro Medium" pitchFamily="34" charset="0"/>
                <a:ea typeface="Be Vietnam Pro Medium" pitchFamily="34" charset="-122"/>
                <a:cs typeface="Be Vietnam Pro Medium" pitchFamily="34" charset="-120"/>
              </a:rPr>
              <a:t>Sao</a:t>
            </a:r>
            <a:r>
              <a:rPr lang="en-US" sz="2550" dirty="0" spc="-4" kern="0">
                <a:solidFill>
                  <a:srgbClr val="F3EEE3"/>
                </a:solidFill>
                <a:latin typeface="Be Vietnam Pro Medium" pitchFamily="34" charset="0"/>
                <a:ea typeface="Be Vietnam Pro Medium" pitchFamily="34" charset="-122"/>
                <a:cs typeface="Be Vietnam Pro Medium" pitchFamily="34" charset="-120"/>
              </a:rPr>
              <a:t> chép</a:t>
            </a:r>
            <a:r>
              <a:rPr lang="en-US" sz="2550" dirty="0" spc="-3" kern="0">
                <a:solidFill>
                  <a:srgbClr val="F3EEE3"/>
                </a:solidFill>
                <a:latin typeface="Be Vietnam Pro Medium" pitchFamily="34" charset="0"/>
                <a:ea typeface="Be Vietnam Pro Medium" pitchFamily="34" charset="-122"/>
                <a:cs typeface="Be Vietnam Pro Medium" pitchFamily="34" charset="-120"/>
              </a:rPr>
              <a:t> phiên</a:t>
            </a:r>
            <a:r>
              <a:rPr lang="en-US" sz="2550" dirty="0" spc="7" kern="0">
                <a:solidFill>
                  <a:srgbClr val="F3EEE3"/>
                </a:solidFill>
                <a:latin typeface="Be Vietnam Pro Medium" pitchFamily="34" charset="0"/>
                <a:ea typeface="Be Vietnam Pro Medium" pitchFamily="34" charset="-122"/>
                <a:cs typeface="Be Vietnam Pro Medium" pitchFamily="34" charset="-120"/>
              </a:rPr>
              <a:t> đăng</a:t>
            </a:r>
            <a:r>
              <a:rPr lang="en-US" sz="2550" dirty="0" spc="-3" kern="0">
                <a:solidFill>
                  <a:srgbClr val="F3EEE3"/>
                </a:solidFill>
                <a:latin typeface="Be Vietnam Pro Medium" pitchFamily="34" charset="0"/>
                <a:ea typeface="Be Vietnam Pro Medium" pitchFamily="34" charset="-122"/>
                <a:cs typeface="Be Vietnam Pro Medium" pitchFamily="34" charset="-120"/>
              </a:rPr>
              <a:t> nhập</a:t>
            </a:r>
            <a:r>
              <a:rPr lang="en-US" sz="2550" dirty="0" spc="-1" kern="0">
                <a:solidFill>
                  <a:srgbClr val="F3EEE3"/>
                </a:solidFill>
                <a:latin typeface="Be Vietnam Pro Medium" pitchFamily="34" charset="0"/>
                <a:ea typeface="Be Vietnam Pro Medium" pitchFamily="34" charset="-122"/>
                <a:cs typeface="Be Vietnam Pro Medium" pitchFamily="34" charset="-120"/>
              </a:rPr>
              <a:t> từ</a:t>
            </a:r>
            <a:r>
              <a:rPr lang="en-US" sz="2550" dirty="0" spc="-13" kern="0">
                <a:solidFill>
                  <a:srgbClr val="F3EEE3"/>
                </a:solidFill>
                <a:latin typeface="Be Vietnam Pro Medium" pitchFamily="34" charset="0"/>
                <a:ea typeface="Be Vietnam Pro Medium" pitchFamily="34" charset="-122"/>
                <a:cs typeface="Be Vietnam Pro Medium" pitchFamily="34" charset="-120"/>
              </a:rPr>
              <a:t> Chrome</a:t>
            </a:r>
            <a:r>
              <a:rPr lang="en-US" sz="2550" dirty="0" spc="-7" kern="0">
                <a:solidFill>
                  <a:srgbClr val="F3EEE3"/>
                </a:solidFill>
                <a:latin typeface="Be Vietnam Pro Medium" pitchFamily="34" charset="0"/>
                <a:ea typeface="Be Vietnam Pro Medium" pitchFamily="34" charset="-122"/>
                <a:cs typeface="Be Vietnam Pro Medium" pitchFamily="34" charset="-120"/>
              </a:rPr>
              <a:t> sang</a:t>
            </a:r>
            <a:r>
              <a:rPr lang="en-US" sz="2550" dirty="0" spc="7" kern="0">
                <a:solidFill>
                  <a:srgbClr val="F3EEE3"/>
                </a:solidFill>
                <a:latin typeface="Be Vietnam Pro Medium" pitchFamily="34" charset="0"/>
                <a:ea typeface="Be Vietnam Pro Medium" pitchFamily="34" charset="-122"/>
                <a:cs typeface="Be Vietnam Pro Medium" pitchFamily="34" charset="-120"/>
              </a:rPr>
              <a:t> trình</a:t>
            </a:r>
            <a:r>
              <a:rPr lang="en-US" sz="2550" dirty="0" spc="-20" kern="0">
                <a:solidFill>
                  <a:srgbClr val="F3EEE3"/>
                </a:solidFill>
                <a:latin typeface="Be Vietnam Pro Medium" pitchFamily="34" charset="0"/>
                <a:ea typeface="Be Vietnam Pro Medium" pitchFamily="34" charset="-122"/>
                <a:cs typeface="Be Vietnam Pro Medium" pitchFamily="34" charset="-120"/>
              </a:rPr>
              <a:t> duyệt</a:t>
            </a:r>
            <a:r>
              <a:rPr lang="en-US" sz="2550" dirty="0" spc="5" kern="0">
                <a:solidFill>
                  <a:srgbClr val="F3EEE3"/>
                </a:solidFill>
                <a:latin typeface="Be Vietnam Pro Medium" pitchFamily="34" charset="0"/>
                <a:ea typeface="Be Vietnam Pro Medium" pitchFamily="34" charset="-122"/>
                <a:cs typeface="Be Vietnam Pro Medium" pitchFamily="34" charset="-120"/>
              </a:rPr>
              <a:t> riêng;</a:t>
            </a:r>
            <a:r>
              <a:rPr lang="en-US" sz="2550" dirty="0" spc="2" kern="0">
                <a:solidFill>
                  <a:srgbClr val="F3EEE3"/>
                </a:solidFill>
                <a:latin typeface="Be Vietnam Pro Medium" pitchFamily="34" charset="0"/>
                <a:ea typeface="Be Vietnam Pro Medium" pitchFamily="34" charset="-122"/>
                <a:cs typeface="Be Vietnam Pro Medium" pitchFamily="34" charset="-120"/>
              </a:rPr>
              <a:t> README</a:t>
            </a:r>
            <a:r>
              <a:rPr lang="en-US" sz="2550" dirty="0" spc="-15" kern="0">
                <a:solidFill>
                  <a:srgbClr val="F3EEE3"/>
                </a:solidFill>
                <a:latin typeface="Be Vietnam Pro Medium" pitchFamily="34" charset="0"/>
                <a:ea typeface="Be Vietnam Pro Medium" pitchFamily="34" charset="-122"/>
                <a:cs typeface="Be Vietnam Pro Medium" pitchFamily="34" charset="-120"/>
              </a:rPr>
              <a:t> khuyên</a:t>
            </a:r>
            <a:r>
              <a:rPr lang="en-US" sz="2550" dirty="0" spc="-2" kern="0">
                <a:solidFill>
                  <a:srgbClr val="F3EEE3"/>
                </a:solidFill>
                <a:latin typeface="Be Vietnam Pro Medium" pitchFamily="34" charset="0"/>
                <a:ea typeface="Be Vietnam Pro Medium" pitchFamily="34" charset="-122"/>
                <a:cs typeface="Be Vietnam Pro Medium" pitchFamily="34" charset="-120"/>
              </a:rPr>
              <a:t> dùng</a:t>
            </a:r>
            <a:r>
              <a:rPr lang="en-US" sz="2550" dirty="0" spc="-10" kern="0">
                <a:solidFill>
                  <a:srgbClr val="F3EEE3"/>
                </a:solidFill>
                <a:latin typeface="Be Vietnam Pro Medium" pitchFamily="34" charset="0"/>
                <a:ea typeface="Be Vietnam Pro Medium" pitchFamily="34" charset="-122"/>
                <a:cs typeface="Be Vietnam Pro Medium" pitchFamily="34" charset="-120"/>
              </a:rPr>
              <a:t> tài</a:t>
            </a:r>
            <a:r>
              <a:rPr lang="en-US" sz="2550" dirty="0" spc="-5" kern="0">
                <a:solidFill>
                  <a:srgbClr val="F3EEE3"/>
                </a:solidFill>
                <a:latin typeface="Be Vietnam Pro Medium" pitchFamily="34" charset="0"/>
                <a:ea typeface="Be Vietnam Pro Medium" pitchFamily="34" charset="-122"/>
                <a:cs typeface="Be Vietnam Pro Medium" pitchFamily="34" charset="-120"/>
              </a:rPr>
              <a:t> khoản</a:t>
            </a:r>
            <a:r>
              <a:rPr lang="en-US" sz="2550" dirty="0" spc="-2" kern="0">
                <a:solidFill>
                  <a:srgbClr val="F3EEE3"/>
                </a:solidFill>
                <a:latin typeface="Be Vietnam Pro Medium" pitchFamily="34" charset="0"/>
                <a:ea typeface="Be Vietnam Pro Medium" pitchFamily="34" charset="-122"/>
                <a:cs typeface="Be Vietnam Pro Medium" pitchFamily="34" charset="-120"/>
              </a:rPr>
              <a:t> phụ.</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[S10]</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04773" y="9564832"/>
            <a:ext cx="110836" cy="110836"/>
          </a:xfrm>
          <a:prstGeom prst="ellipse">
            <a:avLst/>
          </a:prstGeom>
          <a:solidFill>
            <a:srgbClr val="FF6A4D"/>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11" kern="0">
                <a:solidFill>
                  <a:srgbClr val="9AA0B5"/>
                </a:solidFill>
                <a:latin typeface="Be Vietnam Pro" pitchFamily="34" charset="0"/>
                <a:ea typeface="Be Vietnam Pro" pitchFamily="34" charset="-122"/>
                <a:cs typeface="Be Vietnam Pro" pitchFamily="34" charset="-120"/>
              </a:rPr>
              <a:t> 17/55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9c8dac0f-06d2-4a93-8d91-2f81c71828bc"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Understand</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Anything:</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đồ</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thị</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tri</a:t>
            </a:r>
            <a:r>
              <a:rPr lang="en-US" sz="5700" dirty="0" spc="-47" kern="0">
                <a:solidFill>
                  <a:srgbClr val="F3EEE3"/>
                </a:solidFill>
                <a:latin typeface="Bricolage Grotesque ExtraBold" pitchFamily="34" charset="0"/>
                <a:ea typeface="Bricolage Grotesque ExtraBold" pitchFamily="34" charset="-122"/>
                <a:cs typeface="Bricolage Grotesque ExtraBold" pitchFamily="34" charset="-120"/>
              </a:rPr>
              <a:t> thức</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cho dự</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án</a:t>
            </a:r>
            <a:r>
              <a:rPr lang="en-US" sz="5700" dirty="0" spc="-29" kern="0">
                <a:solidFill>
                  <a:srgbClr val="F3EEE3"/>
                </a:solidFill>
                <a:latin typeface="Bricolage Grotesque ExtraBold" pitchFamily="34" charset="0"/>
                <a:ea typeface="Bricolage Grotesque ExtraBold" pitchFamily="34" charset="-122"/>
                <a:cs typeface="Bricolage Grotesque ExtraBold" pitchFamily="34" charset="-120"/>
              </a:rPr>
              <a:t> mới</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FFB454"/>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FFB454"/>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"Explains</a:t>
            </a:r>
            <a:r>
              <a:rPr lang="en-US" sz="2700" dirty="0" spc="-24" kern="0">
                <a:solidFill>
                  <a:srgbClr val="F3EEE3"/>
                </a:solidFill>
                <a:latin typeface="Be Vietnam Pro" pitchFamily="34" charset="0"/>
                <a:ea typeface="Be Vietnam Pro" pitchFamily="34" charset="-122"/>
                <a:cs typeface="Be Vietnam Pro" pitchFamily="34" charset="-120"/>
              </a:rPr>
              <a:t> any</a:t>
            </a:r>
            <a:r>
              <a:rPr lang="en-US" sz="2700" dirty="0" spc="-6" kern="0">
                <a:solidFill>
                  <a:srgbClr val="F3EEE3"/>
                </a:solidFill>
                <a:latin typeface="Be Vietnam Pro" pitchFamily="34" charset="0"/>
                <a:ea typeface="Be Vietnam Pro" pitchFamily="34" charset="-122"/>
                <a:cs typeface="Be Vietnam Pro" pitchFamily="34" charset="-120"/>
              </a:rPr>
              <a:t> codebase</a:t>
            </a:r>
            <a:r>
              <a:rPr lang="en-US" sz="2700" dirty="0" spc="-1" kern="0">
                <a:solidFill>
                  <a:srgbClr val="F3EEE3"/>
                </a:solidFill>
                <a:latin typeface="Be Vietnam Pro" pitchFamily="34" charset="0"/>
                <a:ea typeface="Be Vietnam Pro" pitchFamily="34" charset="-122"/>
                <a:cs typeface="Be Vietnam Pro" pitchFamily="34" charset="-120"/>
              </a:rPr>
              <a:t> visually" ·</a:t>
            </a:r>
            <a:r>
              <a:rPr lang="en-US" sz="2700" dirty="0" spc="-7" kern="0">
                <a:solidFill>
                  <a:srgbClr val="F3EEE3"/>
                </a:solidFill>
                <a:latin typeface="Be Vietnam Pro" pitchFamily="34" charset="0"/>
                <a:ea typeface="Be Vietnam Pro" pitchFamily="34" charset="-122"/>
                <a:cs typeface="Be Vietnam Pro" pitchFamily="34" charset="-120"/>
              </a:rPr>
              <a:t> 87k</a:t>
            </a:r>
            <a:r>
              <a:rPr lang="en-US" sz="2700" dirty="0" spc="-11" kern="0">
                <a:solidFill>
                  <a:srgbClr val="F3EEE3"/>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3DD6A0"/>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3DD6A0"/>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3DD6A0"/>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0" kern="0">
                <a:solidFill>
                  <a:srgbClr val="F3EEE3"/>
                </a:solidFill>
                <a:latin typeface="Be Vietnam Pro" pitchFamily="34" charset="0"/>
                <a:ea typeface="Be Vietnam Pro" pitchFamily="34" charset="-122"/>
                <a:cs typeface="Be Vietnam Pro" pitchFamily="34" charset="-120"/>
              </a:rPr>
              <a:t>Plugin</a:t>
            </a:r>
            <a:r>
              <a:rPr lang="en-US" sz="2700" dirty="0" spc="1" kern="0">
                <a:solidFill>
                  <a:srgbClr val="F3EEE3"/>
                </a:solidFill>
                <a:latin typeface="Be Vietnam Pro" pitchFamily="34" charset="0"/>
                <a:ea typeface="Be Vietnam Pro" pitchFamily="34" charset="-122"/>
                <a:cs typeface="Be Vietnam Pro" pitchFamily="34" charset="-120"/>
              </a:rPr>
              <a:t> Claude</a:t>
            </a:r>
            <a:r>
              <a:rPr lang="en-US" sz="2700" dirty="0" spc="-3" kern="0">
                <a:solidFill>
                  <a:srgbClr val="F3EEE3"/>
                </a:solidFill>
                <a:latin typeface="Be Vietnam Pro" pitchFamily="34" charset="0"/>
                <a:ea typeface="Be Vietnam Pro" pitchFamily="34" charset="-122"/>
                <a:cs typeface="Be Vietnam Pro" pitchFamily="34" charset="-120"/>
              </a:rPr>
              <a:t> Code</a:t>
            </a:r>
            <a:r>
              <a:rPr lang="en-US" sz="2700" dirty="0" spc="19" kern="0">
                <a:solidFill>
                  <a:srgbClr val="F3EEE3"/>
                </a:solidFill>
                <a:latin typeface="Be Vietnam Pro" pitchFamily="34" charset="0"/>
                <a:ea typeface="Be Vietnam Pro" pitchFamily="34" charset="-122"/>
                <a:cs typeface="Be Vietnam Pro" pitchFamily="34" charset="-120"/>
              </a:rPr>
              <a:t> dựng</a:t>
            </a:r>
            <a:r>
              <a:rPr lang="en-US" sz="2700" dirty="0" spc="15" kern="0">
                <a:solidFill>
                  <a:srgbClr val="F3EEE3"/>
                </a:solidFill>
                <a:latin typeface="Be Vietnam Pro" pitchFamily="34" charset="0"/>
                <a:ea typeface="Be Vietnam Pro" pitchFamily="34" charset="-122"/>
                <a:cs typeface="Be Vietnam Pro" pitchFamily="34" charset="-120"/>
              </a:rPr>
              <a:t> đồ</a:t>
            </a:r>
            <a:r>
              <a:rPr lang="en-US" sz="2700" dirty="0" spc="-1" kern="0">
                <a:solidFill>
                  <a:srgbClr val="F3EEE3"/>
                </a:solidFill>
                <a:latin typeface="Be Vietnam Pro" pitchFamily="34" charset="0"/>
                <a:ea typeface="Be Vietnam Pro" pitchFamily="34" charset="-122"/>
                <a:cs typeface="Be Vietnam Pro" pitchFamily="34" charset="-120"/>
              </a:rPr>
              <a:t> thị</a:t>
            </a:r>
            <a:r>
              <a:rPr lang="en-US" sz="2700" dirty="0" spc="-2" kern="0">
                <a:solidFill>
                  <a:srgbClr val="F3EEE3"/>
                </a:solidFill>
                <a:latin typeface="Be Vietnam Pro" pitchFamily="34" charset="0"/>
                <a:ea typeface="Be Vietnam Pro" pitchFamily="34" charset="-122"/>
                <a:cs typeface="Be Vietnam Pro" pitchFamily="34" charset="-120"/>
              </a:rPr>
              <a:t> mọi</a:t>
            </a:r>
            <a:r>
              <a:rPr lang="en-US" sz="2700" dirty="0" spc="5" kern="0">
                <a:solidFill>
                  <a:srgbClr val="F3EEE3"/>
                </a:solidFill>
                <a:latin typeface="Be Vietnam Pro" pitchFamily="34" charset="0"/>
                <a:ea typeface="Be Vietnam Pro" pitchFamily="34" charset="-122"/>
                <a:cs typeface="Be Vietnam Pro" pitchFamily="34" charset="-120"/>
              </a:rPr>
              <a:t> file,</a:t>
            </a:r>
            <a:r>
              <a:rPr lang="en-US" sz="2700" dirty="0" spc="0" kern="0">
                <a:solidFill>
                  <a:srgbClr val="F3EEE3"/>
                </a:solidFill>
                <a:latin typeface="Be Vietnam Pro" pitchFamily="34" charset="0"/>
                <a:ea typeface="Be Vietnam Pro" pitchFamily="34" charset="-122"/>
                <a:cs typeface="Be Vietnam Pro" pitchFamily="34" charset="-120"/>
              </a:rPr>
              <a:t> hàm, lớp,</a:t>
            </a:r>
            <a:r>
              <a:rPr lang="en-US" sz="2700" dirty="0" spc="-3" kern="0">
                <a:solidFill>
                  <a:srgbClr val="F3EEE3"/>
                </a:solidFill>
                <a:latin typeface="Be Vietnam Pro" pitchFamily="34" charset="0"/>
                <a:ea typeface="Be Vietnam Pro" pitchFamily="34" charset="-122"/>
                <a:cs typeface="Be Vietnam Pro" pitchFamily="34" charset="-120"/>
              </a:rPr>
              <a:t> phụ</a:t>
            </a:r>
            <a:r>
              <a:rPr lang="en-US" sz="2700" dirty="0" spc="-1" kern="0">
                <a:solidFill>
                  <a:srgbClr val="F3EEE3"/>
                </a:solidFill>
                <a:latin typeface="Be Vietnam Pro" pitchFamily="34" charset="0"/>
                <a:ea typeface="Be Vietnam Pro" pitchFamily="34" charset="-122"/>
                <a:cs typeface="Be Vietnam Pro" pitchFamily="34" charset="-120"/>
              </a:rPr>
              <a:t> thuộc</a:t>
            </a:r>
            <a:r>
              <a:rPr lang="en-US" sz="2700" dirty="0" spc="-34" kern="0">
                <a:solidFill>
                  <a:srgbClr val="F3EEE3"/>
                </a:solidFill>
                <a:latin typeface="Be Vietnam Pro" pitchFamily="34" charset="0"/>
                <a:ea typeface="Be Vietnam Pro" pitchFamily="34" charset="-122"/>
                <a:cs typeface="Be Vietnam Pro" pitchFamily="34" charset="-120"/>
              </a:rPr>
              <a:t> kèm</a:t>
            </a:r>
            <a:r>
              <a:rPr lang="en-US" sz="2700" dirty="0" spc="-5" kern="0">
                <a:solidFill>
                  <a:srgbClr val="F3EEE3"/>
                </a:solidFill>
                <a:latin typeface="Be Vietnam Pro" pitchFamily="34" charset="0"/>
                <a:ea typeface="Be Vietnam Pro" pitchFamily="34" charset="-122"/>
                <a:cs typeface="Be Vietnam Pro" pitchFamily="34" charset="-120"/>
              </a:rPr>
              <a:t> bảng</a:t>
            </a:r>
            <a:r>
              <a:rPr lang="en-US" sz="2700" dirty="0" spc="21" kern="0">
                <a:solidFill>
                  <a:srgbClr val="F3EEE3"/>
                </a:solidFill>
                <a:latin typeface="Be Vietnam Pro" pitchFamily="34" charset="0"/>
                <a:ea typeface="Be Vietnam Pro" pitchFamily="34" charset="-122"/>
                <a:cs typeface="Be Vietnam Pro" pitchFamily="34" charset="-120"/>
              </a:rPr>
              <a:t> điều</a:t>
            </a:r>
            <a:r>
              <a:rPr lang="en-US" sz="2700" dirty="0" spc="-3" kern="0">
                <a:solidFill>
                  <a:srgbClr val="F3EEE3"/>
                </a:solidFill>
                <a:latin typeface="Be Vietnam Pro" pitchFamily="34" charset="0"/>
                <a:ea typeface="Be Vietnam Pro" pitchFamily="34" charset="-122"/>
                <a:cs typeface="Be Vietnam Pro" pitchFamily="34" charset="-120"/>
              </a:rPr>
              <a:t> khiển.</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FF6A4D"/>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FF6A4D"/>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FF6A4D"/>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/plugin</a:t>
            </a:r>
            <a:r>
              <a:rPr lang="en-US" sz="2700" dirty="0" spc="-12" kern="0">
                <a:solidFill>
                  <a:srgbClr val="F3EEE3"/>
                </a:solidFill>
                <a:latin typeface="Be Vietnam Pro" pitchFamily="34" charset="0"/>
                <a:ea typeface="Be Vietnam Pro" pitchFamily="34" charset="-122"/>
                <a:cs typeface="Be Vietnam Pro" pitchFamily="34" charset="-120"/>
              </a:rPr>
              <a:t> marketplace</a:t>
            </a:r>
            <a:r>
              <a:rPr lang="en-US" sz="2700" dirty="0" spc="-4" kern="0">
                <a:solidFill>
                  <a:srgbClr val="F3EEE3"/>
                </a:solidFill>
                <a:latin typeface="Be Vietnam Pro" pitchFamily="34" charset="0"/>
                <a:ea typeface="Be Vietnam Pro" pitchFamily="34" charset="-122"/>
                <a:cs typeface="Be Vietnam Pro" pitchFamily="34" charset="-120"/>
              </a:rPr>
              <a:t> add</a:t>
            </a:r>
            <a:r>
              <a:rPr lang="en-US" sz="2700" dirty="0" spc="-10" kern="0">
                <a:solidFill>
                  <a:srgbClr val="F3EEE3"/>
                </a:solidFill>
                <a:latin typeface="Be Vietnam Pro" pitchFamily="34" charset="0"/>
                <a:ea typeface="Be Vietnam Pro" pitchFamily="34" charset="-122"/>
                <a:cs typeface="Be Vietnam Pro" pitchFamily="34" charset="-120"/>
              </a:rPr>
              <a:t> Egonex-AI/Understand-Anything,</a:t>
            </a:r>
            <a:r>
              <a:rPr lang="en-US" sz="2700" dirty="0" spc="-26" kern="0">
                <a:solidFill>
                  <a:srgbClr val="F3EEE3"/>
                </a:solidFill>
                <a:latin typeface="Be Vietnam Pro" pitchFamily="34" charset="0"/>
                <a:ea typeface="Be Vietnam Pro" pitchFamily="34" charset="-122"/>
                <a:cs typeface="Be Vietnam Pro" pitchFamily="34" charset="-120"/>
              </a:rPr>
              <a:t> rồi</a:t>
            </a:r>
            <a:r>
              <a:rPr lang="en-US" sz="2700" dirty="0" spc="-8" kern="0">
                <a:solidFill>
                  <a:srgbClr val="F3EEE3"/>
                </a:solidFill>
                <a:latin typeface="Be Vietnam Pro" pitchFamily="34" charset="0"/>
                <a:ea typeface="Be Vietnam Pro" pitchFamily="34" charset="-122"/>
                <a:cs typeface="Be Vietnam Pro" pitchFamily="34" charset="-120"/>
              </a:rPr>
              <a:t> /understand</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7C93FF"/>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7C93FF"/>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README</a:t>
            </a:r>
            <a:r>
              <a:rPr lang="en-US" sz="2700" dirty="0" spc="-2" kern="0">
                <a:solidFill>
                  <a:srgbClr val="F3EEE3"/>
                </a:solidFill>
                <a:latin typeface="Be Vietnam Pro" pitchFamily="34" charset="0"/>
                <a:ea typeface="Be Vietnam Pro" pitchFamily="34" charset="-122"/>
                <a:cs typeface="Be Vietnam Pro" pitchFamily="34" charset="-120"/>
              </a:rPr>
              <a:t> nêu</a:t>
            </a:r>
            <a:r>
              <a:rPr lang="en-US" sz="2700" dirty="0" spc="-15" kern="0">
                <a:solidFill>
                  <a:srgbClr val="F3EEE3"/>
                </a:solidFill>
                <a:latin typeface="Be Vietnam Pro" pitchFamily="34" charset="0"/>
                <a:ea typeface="Be Vietnam Pro" pitchFamily="34" charset="-122"/>
                <a:cs typeface="Be Vietnam Pro" pitchFamily="34" charset="-120"/>
              </a:rPr>
              <a:t> Egonex-AI,</a:t>
            </a:r>
            <a:r>
              <a:rPr lang="en-US" sz="2700" dirty="0" spc="-27" kern="0">
                <a:solidFill>
                  <a:srgbClr val="F3EEE3"/>
                </a:solidFill>
                <a:latin typeface="Be Vietnam Pro" pitchFamily="34" charset="0"/>
                <a:ea typeface="Be Vietnam Pro" pitchFamily="34" charset="-122"/>
                <a:cs typeface="Be Vietnam Pro" pitchFamily="34" charset="-120"/>
              </a:rPr>
              <a:t> repo</a:t>
            </a:r>
            <a:r>
              <a:rPr lang="en-US" sz="2700" dirty="0" spc="10" kern="0">
                <a:solidFill>
                  <a:srgbClr val="F3EEE3"/>
                </a:solidFill>
                <a:latin typeface="Be Vietnam Pro" pitchFamily="34" charset="0"/>
                <a:ea typeface="Be Vietnam Pro" pitchFamily="34" charset="-122"/>
                <a:cs typeface="Be Vietnam Pro" pitchFamily="34" charset="-120"/>
              </a:rPr>
              <a:t> đọc</a:t>
            </a:r>
            <a:r>
              <a:rPr lang="en-US" sz="2700" dirty="0" spc="-2" kern="0">
                <a:solidFill>
                  <a:srgbClr val="F3EEE3"/>
                </a:solidFill>
                <a:latin typeface="Be Vietnam Pro" pitchFamily="34" charset="0"/>
                <a:ea typeface="Be Vietnam Pro" pitchFamily="34" charset="-122"/>
                <a:cs typeface="Be Vietnam Pro" pitchFamily="34" charset="-120"/>
              </a:rPr>
              <a:t> nằm</a:t>
            </a:r>
            <a:r>
              <a:rPr lang="en-US" sz="2700" dirty="0" spc="-3" kern="0">
                <a:solidFill>
                  <a:srgbClr val="F3EEE3"/>
                </a:solidFill>
                <a:latin typeface="Be Vietnam Pro" pitchFamily="34" charset="0"/>
                <a:ea typeface="Be Vietnam Pro" pitchFamily="34" charset="-122"/>
                <a:cs typeface="Be Vietnam Pro" pitchFamily="34" charset="-120"/>
              </a:rPr>
              <a:t> ở</a:t>
            </a:r>
            <a:r>
              <a:rPr lang="en-US" sz="2700" dirty="0" spc="-7" kern="0">
                <a:solidFill>
                  <a:srgbClr val="F3EEE3"/>
                </a:solidFill>
                <a:latin typeface="Be Vietnam Pro" pitchFamily="34" charset="0"/>
                <a:ea typeface="Be Vietnam Pro" pitchFamily="34" charset="-122"/>
                <a:cs typeface="Be Vietnam Pro" pitchFamily="34" charset="-120"/>
              </a:rPr>
              <a:t> Lum1104/Understand-Anything:</a:t>
            </a:r>
            <a:r>
              <a:rPr lang="en-US" sz="2700" dirty="0" spc="-3" kern="0">
                <a:solidFill>
                  <a:srgbClr val="F3EEE3"/>
                </a:solidFill>
                <a:latin typeface="Be Vietnam Pro" pitchFamily="34" charset="0"/>
                <a:ea typeface="Be Vietnam Pro" pitchFamily="34" charset="-122"/>
                <a:cs typeface="Be Vietnam Pro" pitchFamily="34" charset="-120"/>
              </a:rPr>
              <a:t> kiểm</a:t>
            </a:r>
            <a:r>
              <a:rPr lang="en-US" sz="2700" dirty="0" spc="-16" kern="0">
                <a:solidFill>
                  <a:srgbClr val="F3EEE3"/>
                </a:solidFill>
                <a:latin typeface="Be Vietnam Pro" pitchFamily="34" charset="0"/>
                <a:ea typeface="Be Vietnam Pro" pitchFamily="34" charset="-122"/>
                <a:cs typeface="Be Vietnam Pro" pitchFamily="34" charset="-120"/>
              </a:rPr>
              <a:t> tên</a:t>
            </a:r>
            <a:r>
              <a:rPr lang="en-US" sz="2700" dirty="0" spc="-1" kern="0">
                <a:solidFill>
                  <a:srgbClr val="F3EEE3"/>
                </a:solidFill>
                <a:latin typeface="Be Vietnam Pro" pitchFamily="34" charset="0"/>
                <a:ea typeface="Be Vietnam Pro" pitchFamily="34" charset="-122"/>
                <a:cs typeface="Be Vietnam Pro" pitchFamily="34" charset="-120"/>
              </a:rPr>
              <a:t> chủ.</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[S11]</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71027" y="9564832"/>
            <a:ext cx="110836" cy="110836"/>
          </a:xfrm>
          <a:prstGeom prst="ellipse">
            <a:avLst/>
          </a:prstGeom>
          <a:solidFill>
            <a:srgbClr val="FF6A4D"/>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3" kern="0">
                <a:solidFill>
                  <a:srgbClr val="9AA0B5"/>
                </a:solidFill>
                <a:latin typeface="Be Vietnam Pro" pitchFamily="34" charset="0"/>
                <a:ea typeface="Be Vietnam Pro" pitchFamily="34" charset="-122"/>
                <a:cs typeface="Be Vietnam Pro" pitchFamily="34" charset="-120"/>
              </a:rPr>
              <a:t> 18/55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2fcaa949-3358-4690-8967-00df864c1b6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0" kern="0">
                <a:solidFill>
                  <a:srgbClr val="14161C"/>
                </a:solidFill>
                <a:latin typeface="Bricolage Grotesque ExtraBold" pitchFamily="34" charset="0"/>
                <a:ea typeface="Bricolage Grotesque ExtraBold" pitchFamily="34" charset="-122"/>
                <a:cs typeface="Bricolage Grotesque ExtraBold" pitchFamily="34" charset="-120"/>
              </a:rPr>
              <a:t>Career</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Ops:</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chấm tin</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tuyển</a:t>
            </a:r>
            <a:r>
              <a:rPr lang="en-US" sz="5700" dirty="0" spc="17" kern="0">
                <a:solidFill>
                  <a:srgbClr val="14161C"/>
                </a:solidFill>
                <a:latin typeface="Bricolage Grotesque ExtraBold" pitchFamily="34" charset="0"/>
                <a:ea typeface="Bricolage Grotesque ExtraBold" pitchFamily="34" charset="-122"/>
                <a:cs typeface="Bricolage Grotesque ExtraBold" pitchFamily="34" charset="-120"/>
              </a:rPr>
              <a:t> dụng,</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bạn</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tự</a:t>
            </a:r>
            <a:r>
              <a:rPr lang="en-US" sz="5700" dirty="0" spc="-6" kern="0">
                <a:solidFill>
                  <a:srgbClr val="14161C"/>
                </a:solidFill>
                <a:latin typeface="Bricolage Grotesque ExtraBold" pitchFamily="34" charset="0"/>
                <a:ea typeface="Bricolage Grotesque ExtraBold" pitchFamily="34" charset="-122"/>
                <a:cs typeface="Bricolage Grotesque ExtraBold" pitchFamily="34" charset="-120"/>
              </a:rPr>
              <a:t> bấm</a:t>
            </a:r>
            <a:r>
              <a:rPr lang="en-US" sz="5700" dirty="0" spc="28" kern="0">
                <a:solidFill>
                  <a:srgbClr val="14161C"/>
                </a:solidFill>
                <a:latin typeface="Bricolage Grotesque ExtraBold" pitchFamily="34" charset="0"/>
                <a:ea typeface="Bricolage Grotesque ExtraBold" pitchFamily="34" charset="-122"/>
                <a:cs typeface="Bricolage Grotesque ExtraBold" pitchFamily="34" charset="-120"/>
              </a:rPr>
              <a:t> gửi</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3" kern="0">
                <a:solidFill>
                  <a:srgbClr val="14161C"/>
                </a:solidFill>
                <a:latin typeface="Be Vietnam Pro Medium" pitchFamily="34" charset="0"/>
                <a:ea typeface="Be Vietnam Pro Medium" pitchFamily="34" charset="-122"/>
                <a:cs typeface="Be Vietnam Pro Medium" pitchFamily="34" charset="-120"/>
              </a:rPr>
              <a:t>"Scores job</a:t>
            </a:r>
            <a:r>
              <a:rPr lang="en-US" sz="2550" dirty="0" spc="0" kern="0">
                <a:solidFill>
                  <a:srgbClr val="14161C"/>
                </a:solidFill>
                <a:latin typeface="Be Vietnam Pro Medium" pitchFamily="34" charset="0"/>
                <a:ea typeface="Be Vietnam Pro Medium" pitchFamily="34" charset="-122"/>
                <a:cs typeface="Be Vietnam Pro Medium" pitchFamily="34" charset="-120"/>
              </a:rPr>
              <a:t> ads</a:t>
            </a:r>
            <a:r>
              <a:rPr lang="en-US" sz="2550" dirty="0" spc="-8" kern="0">
                <a:solidFill>
                  <a:srgbClr val="14161C"/>
                </a:solidFill>
                <a:latin typeface="Be Vietnam Pro Medium" pitchFamily="34" charset="0"/>
                <a:ea typeface="Be Vietnam Pro Medium" pitchFamily="34" charset="-122"/>
                <a:cs typeface="Be Vietnam Pro Medium" pitchFamily="34" charset="-120"/>
              </a:rPr>
              <a:t> against</a:t>
            </a:r>
            <a:r>
              <a:rPr lang="en-US" sz="2550" dirty="0" spc="-18" kern="0">
                <a:solidFill>
                  <a:srgbClr val="14161C"/>
                </a:solidFill>
                <a:latin typeface="Be Vietnam Pro Medium" pitchFamily="34" charset="0"/>
                <a:ea typeface="Be Vietnam Pro Medium" pitchFamily="34" charset="-122"/>
                <a:cs typeface="Be Vietnam Pro Medium" pitchFamily="34" charset="-120"/>
              </a:rPr>
              <a:t> your</a:t>
            </a:r>
            <a:r>
              <a:rPr lang="en-US" sz="2550" dirty="0" spc="-2" kern="0">
                <a:solidFill>
                  <a:srgbClr val="14161C"/>
                </a:solidFill>
                <a:latin typeface="Be Vietnam Pro Medium" pitchFamily="34" charset="0"/>
                <a:ea typeface="Be Vietnam Pro Medium" pitchFamily="34" charset="-122"/>
                <a:cs typeface="Be Vietnam Pro Medium" pitchFamily="34" charset="-120"/>
              </a:rPr>
              <a:t> CV"</a:t>
            </a:r>
            <a:r>
              <a:rPr lang="en-US" sz="2550" dirty="0" spc="3" kern="0">
                <a:solidFill>
                  <a:srgbClr val="14161C"/>
                </a:solidFill>
                <a:latin typeface="Be Vietnam Pro Medium" pitchFamily="34" charset="0"/>
                <a:ea typeface="Be Vietnam Pro Medium" pitchFamily="34" charset="-122"/>
                <a:cs typeface="Be Vietnam Pro Medium" pitchFamily="34" charset="-120"/>
              </a:rPr>
              <a:t> ·</a:t>
            </a:r>
            <a:r>
              <a:rPr lang="en-US" sz="2550" dirty="0" spc="13" kern="0">
                <a:solidFill>
                  <a:srgbClr val="14161C"/>
                </a:solidFill>
                <a:latin typeface="Be Vietnam Pro Medium" pitchFamily="34" charset="0"/>
                <a:ea typeface="Be Vietnam Pro Medium" pitchFamily="34" charset="-122"/>
                <a:cs typeface="Be Vietnam Pro Medium" pitchFamily="34" charset="-120"/>
              </a:rPr>
              <a:t> 77k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 kern="0">
                <a:solidFill>
                  <a:srgbClr val="14161C"/>
                </a:solidFill>
                <a:latin typeface="Be Vietnam Pro Medium" pitchFamily="34" charset="0"/>
                <a:ea typeface="Be Vietnam Pro Medium" pitchFamily="34" charset="-122"/>
                <a:cs typeface="Be Vietnam Pro Medium" pitchFamily="34" charset="-120"/>
              </a:rPr>
              <a:t>Dán</a:t>
            </a:r>
            <a:r>
              <a:rPr lang="en-US" sz="2550" dirty="0" spc="-6" kern="0">
                <a:solidFill>
                  <a:srgbClr val="14161C"/>
                </a:solidFill>
                <a:latin typeface="Be Vietnam Pro Medium" pitchFamily="34" charset="0"/>
                <a:ea typeface="Be Vietnam Pro Medium" pitchFamily="34" charset="-122"/>
                <a:cs typeface="Be Vietnam Pro Medium" pitchFamily="34" charset="-120"/>
              </a:rPr>
              <a:t> một</a:t>
            </a:r>
            <a:r>
              <a:rPr lang="en-US" sz="2550" dirty="0" spc="-2" kern="0">
                <a:solidFill>
                  <a:srgbClr val="14161C"/>
                </a:solidFill>
                <a:latin typeface="Be Vietnam Pro Medium" pitchFamily="34" charset="0"/>
                <a:ea typeface="Be Vietnam Pro Medium" pitchFamily="34" charset="-122"/>
                <a:cs typeface="Be Vietnam Pro Medium" pitchFamily="34" charset="-120"/>
              </a:rPr>
              <a:t> tin</a:t>
            </a:r>
            <a:r>
              <a:rPr lang="en-US" sz="2550" dirty="0" spc="-17" kern="0">
                <a:solidFill>
                  <a:srgbClr val="14161C"/>
                </a:solidFill>
                <a:latin typeface="Be Vietnam Pro Medium" pitchFamily="34" charset="0"/>
                <a:ea typeface="Be Vietnam Pro Medium" pitchFamily="34" charset="-122"/>
                <a:cs typeface="Be Vietnam Pro Medium" pitchFamily="34" charset="-120"/>
              </a:rPr>
              <a:t> tuyển</a:t>
            </a:r>
            <a:r>
              <a:rPr lang="en-US" sz="2550" dirty="0" spc="-2" kern="0">
                <a:solidFill>
                  <a:srgbClr val="14161C"/>
                </a:solidFill>
                <a:latin typeface="Be Vietnam Pro Medium" pitchFamily="34" charset="0"/>
                <a:ea typeface="Be Vietnam Pro Medium" pitchFamily="34" charset="-122"/>
                <a:cs typeface="Be Vietnam Pro Medium" pitchFamily="34" charset="-120"/>
              </a:rPr>
              <a:t> dụng:</a:t>
            </a:r>
            <a:r>
              <a:rPr lang="en-US" sz="2550" dirty="0" spc="0" kern="0">
                <a:solidFill>
                  <a:srgbClr val="14161C"/>
                </a:solidFill>
                <a:latin typeface="Be Vietnam Pro Medium" pitchFamily="34" charset="0"/>
                <a:ea typeface="Be Vietnam Pro Medium" pitchFamily="34" charset="-122"/>
                <a:cs typeface="Be Vietnam Pro Medium" pitchFamily="34" charset="-120"/>
              </a:rPr>
              <a:t> kiểm</a:t>
            </a:r>
            <a:r>
              <a:rPr lang="en-US" sz="2550" dirty="0" spc="-2" kern="0">
                <a:solidFill>
                  <a:srgbClr val="14161C"/>
                </a:solidFill>
                <a:latin typeface="Be Vietnam Pro Medium" pitchFamily="34" charset="0"/>
                <a:ea typeface="Be Vietnam Pro Medium" pitchFamily="34" charset="-122"/>
                <a:cs typeface="Be Vietnam Pro Medium" pitchFamily="34" charset="-120"/>
              </a:rPr>
              <a:t> còn</a:t>
            </a:r>
            <a:r>
              <a:rPr lang="en-US" sz="2550" dirty="0" spc="1" kern="0">
                <a:solidFill>
                  <a:srgbClr val="14161C"/>
                </a:solidFill>
                <a:latin typeface="Be Vietnam Pro Medium" pitchFamily="34" charset="0"/>
                <a:ea typeface="Be Vietnam Pro Medium" pitchFamily="34" charset="-122"/>
                <a:cs typeface="Be Vietnam Pro Medium" pitchFamily="34" charset="-120"/>
              </a:rPr>
              <a:t> mở</a:t>
            </a:r>
            <a:r>
              <a:rPr lang="en-US" sz="2550" dirty="0" spc="-3" kern="0">
                <a:solidFill>
                  <a:srgbClr val="14161C"/>
                </a:solidFill>
                <a:latin typeface="Be Vietnam Pro Medium" pitchFamily="34" charset="0"/>
                <a:ea typeface="Be Vietnam Pro Medium" pitchFamily="34" charset="-122"/>
                <a:cs typeface="Be Vietnam Pro Medium" pitchFamily="34" charset="-120"/>
              </a:rPr>
              <a:t> không,</a:t>
            </a:r>
            <a:r>
              <a:rPr lang="en-US" sz="2550" dirty="0" spc="-1" kern="0">
                <a:solidFill>
                  <a:srgbClr val="14161C"/>
                </a:solidFill>
                <a:latin typeface="Be Vietnam Pro Medium" pitchFamily="34" charset="0"/>
                <a:ea typeface="Be Vietnam Pro Medium" pitchFamily="34" charset="-122"/>
                <a:cs typeface="Be Vietnam Pro Medium" pitchFamily="34" charset="-120"/>
              </a:rPr>
              <a:t> chấm</a:t>
            </a:r>
            <a:r>
              <a:rPr lang="en-US" sz="2550" dirty="0" spc="17" kern="0">
                <a:solidFill>
                  <a:srgbClr val="14161C"/>
                </a:solidFill>
                <a:latin typeface="Be Vietnam Pro Medium" pitchFamily="34" charset="0"/>
                <a:ea typeface="Be Vietnam Pro Medium" pitchFamily="34" charset="-122"/>
                <a:cs typeface="Be Vietnam Pro Medium" pitchFamily="34" charset="-120"/>
              </a:rPr>
              <a:t> độ</a:t>
            </a:r>
            <a:r>
              <a:rPr lang="en-US" sz="2550" dirty="0" spc="-2" kern="0">
                <a:solidFill>
                  <a:srgbClr val="14161C"/>
                </a:solidFill>
                <a:latin typeface="Be Vietnam Pro Medium" pitchFamily="34" charset="0"/>
                <a:ea typeface="Be Vietnam Pro Medium" pitchFamily="34" charset="-122"/>
                <a:cs typeface="Be Vietnam Pro Medium" pitchFamily="34" charset="-120"/>
              </a:rPr>
              <a:t> hợp</a:t>
            </a:r>
            <a:r>
              <a:rPr lang="en-US" sz="2550" dirty="0" spc="-11" kern="0">
                <a:solidFill>
                  <a:srgbClr val="14161C"/>
                </a:solidFill>
                <a:latin typeface="Be Vietnam Pro Medium" pitchFamily="34" charset="0"/>
                <a:ea typeface="Be Vietnam Pro Medium" pitchFamily="34" charset="-122"/>
                <a:cs typeface="Be Vietnam Pro Medium" pitchFamily="34" charset="-120"/>
              </a:rPr>
              <a:t> với</a:t>
            </a:r>
            <a:r>
              <a:rPr lang="en-US" sz="2550" dirty="0" spc="-3" kern="0">
                <a:solidFill>
                  <a:srgbClr val="14161C"/>
                </a:solidFill>
                <a:latin typeface="Be Vietnam Pro Medium" pitchFamily="34" charset="0"/>
                <a:ea typeface="Be Vietnam Pro Medium" pitchFamily="34" charset="-122"/>
                <a:cs typeface="Be Vietnam Pro Medium" pitchFamily="34" charset="-120"/>
              </a:rPr>
              <a:t> CV,</a:t>
            </a:r>
            <a:r>
              <a:rPr lang="en-US" sz="2550" dirty="0" spc="-9" kern="0">
                <a:solidFill>
                  <a:srgbClr val="14161C"/>
                </a:solidFill>
                <a:latin typeface="Be Vietnam Pro Medium" pitchFamily="34" charset="0"/>
                <a:ea typeface="Be Vietnam Pro Medium" pitchFamily="34" charset="-122"/>
                <a:cs typeface="Be Vietnam Pro Medium" pitchFamily="34" charset="-120"/>
              </a:rPr>
              <a:t> soạn</a:t>
            </a:r>
            <a:r>
              <a:rPr lang="en-US" sz="2550" dirty="0" spc="-2" kern="0">
                <a:solidFill>
                  <a:srgbClr val="14161C"/>
                </a:solidFill>
                <a:latin typeface="Be Vietnam Pro Medium" pitchFamily="34" charset="0"/>
                <a:ea typeface="Be Vietnam Pro Medium" pitchFamily="34" charset="-122"/>
                <a:cs typeface="Be Vietnam Pro Medium" pitchFamily="34" charset="-120"/>
              </a:rPr>
              <a:t> CV</a:t>
            </a:r>
            <a:r>
              <a:rPr lang="en-US" sz="2550" dirty="0" spc="-20" kern="0">
                <a:solidFill>
                  <a:srgbClr val="14161C"/>
                </a:solidFill>
                <a:latin typeface="Be Vietnam Pro Medium" pitchFamily="34" charset="0"/>
                <a:ea typeface="Be Vietnam Pro Medium" pitchFamily="34" charset="-122"/>
                <a:cs typeface="Be Vietnam Pro Medium" pitchFamily="34" charset="-120"/>
              </a:rPr>
              <a:t> và</a:t>
            </a:r>
            <a:r>
              <a:rPr lang="en-US" sz="2550" dirty="0" spc="-1" kern="0">
                <a:solidFill>
                  <a:srgbClr val="14161C"/>
                </a:solidFill>
                <a:latin typeface="Be Vietnam Pro Medium" pitchFamily="34" charset="0"/>
                <a:ea typeface="Be Vietnam Pro Medium" pitchFamily="34" charset="-122"/>
                <a:cs typeface="Be Vietnam Pro Medium" pitchFamily="34" charset="-120"/>
              </a:rPr>
              <a:t> câu</a:t>
            </a:r>
            <a:r>
              <a:rPr lang="en-US" sz="2550" dirty="0" spc="-22" kern="0">
                <a:solidFill>
                  <a:srgbClr val="14161C"/>
                </a:solidFill>
                <a:latin typeface="Be Vietnam Pro Medium" pitchFamily="34" charset="0"/>
                <a:ea typeface="Be Vietnam Pro Medium" pitchFamily="34" charset="-122"/>
                <a:cs typeface="Be Vietnam Pro Medium" pitchFamily="34" charset="-120"/>
              </a:rPr>
              <a:t> trả</a:t>
            </a:r>
            <a:r>
              <a:rPr lang="en-US" sz="2550" dirty="0" spc="2" kern="0">
                <a:solidFill>
                  <a:srgbClr val="14161C"/>
                </a:solidFill>
                <a:latin typeface="Be Vietnam Pro Medium" pitchFamily="34" charset="0"/>
                <a:ea typeface="Be Vietnam Pro Medium" pitchFamily="34" charset="-122"/>
                <a:cs typeface="Be Vietnam Pro Medium" pitchFamily="34" charset="-120"/>
              </a:rPr>
              <a:t> lời.</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6" kern="0">
                <a:solidFill>
                  <a:srgbClr val="14161C"/>
                </a:solidFill>
                <a:latin typeface="Be Vietnam Pro Medium" pitchFamily="34" charset="0"/>
                <a:ea typeface="Be Vietnam Pro Medium" pitchFamily="34" charset="-122"/>
                <a:cs typeface="Be Vietnam Pro Medium" pitchFamily="34" charset="-120"/>
              </a:rPr>
              <a:t>npx</a:t>
            </a:r>
            <a:r>
              <a:rPr lang="en-US" sz="2550" dirty="0" spc="-16" kern="0">
                <a:solidFill>
                  <a:srgbClr val="14161C"/>
                </a:solidFill>
                <a:latin typeface="Be Vietnam Pro Medium" pitchFamily="34" charset="0"/>
                <a:ea typeface="Be Vietnam Pro Medium" pitchFamily="34" charset="-122"/>
                <a:cs typeface="Be Vietnam Pro Medium" pitchFamily="34" charset="-120"/>
              </a:rPr>
              <a:t> @santifer/career-ops</a:t>
            </a:r>
            <a:r>
              <a:rPr lang="en-US" sz="2550" dirty="0" spc="-1" kern="0">
                <a:solidFill>
                  <a:srgbClr val="14161C"/>
                </a:solidFill>
                <a:latin typeface="Be Vietnam Pro Medium" pitchFamily="34" charset="0"/>
                <a:ea typeface="Be Vietnam Pro Medium" pitchFamily="34" charset="-122"/>
                <a:cs typeface="Be Vietnam Pro Medium" pitchFamily="34" charset="-120"/>
              </a:rPr>
              <a:t> init</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4" kern="0">
                <a:solidFill>
                  <a:srgbClr val="14161C"/>
                </a:solidFill>
                <a:latin typeface="Be Vietnam Pro Medium" pitchFamily="34" charset="0"/>
                <a:ea typeface="Be Vietnam Pro Medium" pitchFamily="34" charset="-122"/>
                <a:cs typeface="Be Vietnam Pro Medium" pitchFamily="34" charset="-120"/>
              </a:rPr>
              <a:t>Không</a:t>
            </a:r>
            <a:r>
              <a:rPr lang="en-US" sz="2550" dirty="0" spc="0" kern="0">
                <a:solidFill>
                  <a:srgbClr val="14161C"/>
                </a:solidFill>
                <a:latin typeface="Be Vietnam Pro Medium" pitchFamily="34" charset="0"/>
                <a:ea typeface="Be Vietnam Pro Medium" pitchFamily="34" charset="-122"/>
                <a:cs typeface="Be Vietnam Pro Medium" pitchFamily="34" charset="-120"/>
              </a:rPr>
              <a:t> tự</a:t>
            </a:r>
            <a:r>
              <a:rPr lang="en-US" sz="2550" dirty="0" spc="-3" kern="0">
                <a:solidFill>
                  <a:srgbClr val="14161C"/>
                </a:solidFill>
                <a:latin typeface="Be Vietnam Pro Medium" pitchFamily="34" charset="0"/>
                <a:ea typeface="Be Vietnam Pro Medium" pitchFamily="34" charset="-122"/>
                <a:cs typeface="Be Vietnam Pro Medium" pitchFamily="34" charset="-120"/>
              </a:rPr>
              <a:t> nộp</a:t>
            </a:r>
            <a:r>
              <a:rPr lang="en-US" sz="2550" dirty="0" spc="10" kern="0">
                <a:solidFill>
                  <a:srgbClr val="14161C"/>
                </a:solidFill>
                <a:latin typeface="Be Vietnam Pro Medium" pitchFamily="34" charset="0"/>
                <a:ea typeface="Be Vietnam Pro Medium" pitchFamily="34" charset="-122"/>
                <a:cs typeface="Be Vietnam Pro Medium" pitchFamily="34" charset="-120"/>
              </a:rPr>
              <a:t> đơn</a:t>
            </a:r>
            <a:r>
              <a:rPr lang="en-US" sz="2550" dirty="0" spc="-12" kern="0">
                <a:solidFill>
                  <a:srgbClr val="14161C"/>
                </a:solidFill>
                <a:latin typeface="Be Vietnam Pro Medium" pitchFamily="34" charset="0"/>
                <a:ea typeface="Be Vietnam Pro Medium" pitchFamily="34" charset="-122"/>
                <a:cs typeface="Be Vietnam Pro Medium" pitchFamily="34" charset="-120"/>
              </a:rPr>
              <a:t> hay</a:t>
            </a:r>
            <a:r>
              <a:rPr lang="en-US" sz="2550" dirty="0" spc="44" kern="0">
                <a:solidFill>
                  <a:srgbClr val="14161C"/>
                </a:solidFill>
                <a:latin typeface="Be Vietnam Pro Medium" pitchFamily="34" charset="0"/>
                <a:ea typeface="Be Vietnam Pro Medium" pitchFamily="34" charset="-122"/>
                <a:cs typeface="Be Vietnam Pro Medium" pitchFamily="34" charset="-120"/>
              </a:rPr>
              <a:t> gửi</a:t>
            </a:r>
            <a:r>
              <a:rPr lang="en-US" sz="2550" dirty="0" spc="0" kern="0">
                <a:solidFill>
                  <a:srgbClr val="14161C"/>
                </a:solidFill>
                <a:latin typeface="Be Vietnam Pro Medium" pitchFamily="34" charset="0"/>
                <a:ea typeface="Be Vietnam Pro Medium" pitchFamily="34" charset="-122"/>
                <a:cs typeface="Be Vietnam Pro Medium" pitchFamily="34" charset="-120"/>
              </a:rPr>
              <a:t> email;</a:t>
            </a:r>
            <a:r>
              <a:rPr lang="en-US" sz="2550" dirty="0" spc="-48" kern="0">
                <a:solidFill>
                  <a:srgbClr val="14161C"/>
                </a:solidFill>
                <a:latin typeface="Be Vietnam Pro Medium" pitchFamily="34" charset="0"/>
                <a:ea typeface="Be Vietnam Pro Medium" pitchFamily="34" charset="-122"/>
                <a:cs typeface="Be Vietnam Pro Medium" pitchFamily="34" charset="-120"/>
              </a:rPr>
              <a:t> 740</a:t>
            </a:r>
            <a:r>
              <a:rPr lang="en-US" sz="2550" dirty="0" spc="-2" kern="0">
                <a:solidFill>
                  <a:srgbClr val="14161C"/>
                </a:solidFill>
                <a:latin typeface="Be Vietnam Pro Medium" pitchFamily="34" charset="0"/>
                <a:ea typeface="Be Vietnam Pro Medium" pitchFamily="34" charset="-122"/>
                <a:cs typeface="Be Vietnam Pro Medium" pitchFamily="34" charset="-120"/>
              </a:rPr>
              <a:t> tin, 68 lần</a:t>
            </a:r>
            <a:r>
              <a:rPr lang="en-US" sz="2550" dirty="0" spc="-3" kern="0">
                <a:solidFill>
                  <a:srgbClr val="14161C"/>
                </a:solidFill>
                <a:latin typeface="Be Vietnam Pro Medium" pitchFamily="34" charset="0"/>
                <a:ea typeface="Be Vietnam Pro Medium" pitchFamily="34" charset="-122"/>
                <a:cs typeface="Be Vietnam Pro Medium" pitchFamily="34" charset="-120"/>
              </a:rPr>
              <a:t> nộp,</a:t>
            </a:r>
            <a:r>
              <a:rPr lang="en-US" sz="2550" dirty="0" spc="-4" kern="0">
                <a:solidFill>
                  <a:srgbClr val="14161C"/>
                </a:solidFill>
                <a:latin typeface="Be Vietnam Pro Medium" pitchFamily="34" charset="0"/>
                <a:ea typeface="Be Vietnam Pro Medium" pitchFamily="34" charset="-122"/>
                <a:cs typeface="Be Vietnam Pro Medium" pitchFamily="34" charset="-120"/>
              </a:rPr>
              <a:t> 12 phỏng</a:t>
            </a:r>
            <a:r>
              <a:rPr lang="en-US" sz="2550" dirty="0" spc="-17" kern="0">
                <a:solidFill>
                  <a:srgbClr val="14161C"/>
                </a:solidFill>
                <a:latin typeface="Be Vietnam Pro Medium" pitchFamily="34" charset="0"/>
                <a:ea typeface="Be Vietnam Pro Medium" pitchFamily="34" charset="-122"/>
                <a:cs typeface="Be Vietnam Pro Medium" pitchFamily="34" charset="-120"/>
              </a:rPr>
              <a:t> vấn</a:t>
            </a:r>
            <a:r>
              <a:rPr lang="en-US" sz="2550" dirty="0" spc="-1" kern="0">
                <a:solidFill>
                  <a:srgbClr val="14161C"/>
                </a:solidFill>
                <a:latin typeface="Be Vietnam Pro Medium" pitchFamily="34" charset="0"/>
                <a:ea typeface="Be Vietnam Pro Medium" pitchFamily="34" charset="-122"/>
                <a:cs typeface="Be Vietnam Pro Medium" pitchFamily="34" charset="-120"/>
              </a:rPr>
              <a:t> là</a:t>
            </a:r>
            <a:r>
              <a:rPr lang="en-US" sz="2550" dirty="0" spc="3" kern="0">
                <a:solidFill>
                  <a:srgbClr val="14161C"/>
                </a:solidFill>
                <a:latin typeface="Be Vietnam Pro Medium" pitchFamily="34" charset="0"/>
                <a:ea typeface="Be Vietnam Pro Medium" pitchFamily="34" charset="-122"/>
                <a:cs typeface="Be Vietnam Pro Medium" pitchFamily="34" charset="-120"/>
              </a:rPr>
              <a:t> lời</a:t>
            </a:r>
            <a:r>
              <a:rPr lang="en-US" sz="2550" dirty="0" spc="-10" kern="0">
                <a:solidFill>
                  <a:srgbClr val="14161C"/>
                </a:solidFill>
                <a:latin typeface="Be Vietnam Pro Medium" pitchFamily="34" charset="0"/>
                <a:ea typeface="Be Vietnam Pro Medium" pitchFamily="34" charset="-122"/>
                <a:cs typeface="Be Vietnam Pro Medium" pitchFamily="34" charset="-120"/>
              </a:rPr>
              <a:t> tác</a:t>
            </a:r>
            <a:r>
              <a:rPr lang="en-US" sz="2550" dirty="0" spc="-1" kern="0">
                <a:solidFill>
                  <a:srgbClr val="14161C"/>
                </a:solidFill>
                <a:latin typeface="Be Vietnam Pro Medium" pitchFamily="34" charset="0"/>
                <a:ea typeface="Be Vietnam Pro Medium" pitchFamily="34" charset="-122"/>
                <a:cs typeface="Be Vietnam Pro Medium" pitchFamily="34" charset="-120"/>
              </a:rPr>
              <a:t> giả.</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[S12]</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37281" y="9564832"/>
            <a:ext cx="110836" cy="110836"/>
          </a:xfrm>
          <a:prstGeom prst="ellipse">
            <a:avLst/>
          </a:prstGeom>
          <a:solidFill>
            <a:srgbClr val="E8472B"/>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19/55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dd86c61e-623c-472d-a0d8-86d4b0f3349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Last</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30</a:t>
            </a:r>
            <a:r>
              <a:rPr lang="en-US" sz="5700" dirty="0" spc="-9" kern="0">
                <a:solidFill>
                  <a:srgbClr val="14161C"/>
                </a:solidFill>
                <a:latin typeface="Bricolage Grotesque ExtraBold" pitchFamily="34" charset="0"/>
                <a:ea typeface="Bricolage Grotesque ExtraBold" pitchFamily="34" charset="-122"/>
                <a:cs typeface="Bricolage Grotesque ExtraBold" pitchFamily="34" charset="-120"/>
              </a:rPr>
              <a:t> Days:</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nghiên</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cứu</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theo</a:t>
            </a:r>
            <a:r>
              <a:rPr lang="en-US" sz="5700" dirty="0" spc="-61" kern="0">
                <a:solidFill>
                  <a:srgbClr val="14161C"/>
                </a:solidFill>
                <a:latin typeface="Bricolage Grotesque ExtraBold" pitchFamily="34" charset="0"/>
                <a:ea typeface="Bricolage Grotesque ExtraBold" pitchFamily="34" charset="-122"/>
                <a:cs typeface="Bricolage Grotesque ExtraBold" pitchFamily="34" charset="-120"/>
              </a:rPr>
              <a:t> lượt</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thích</a:t>
            </a:r>
            <a:r>
              <a:rPr lang="en-US" sz="5700" dirty="0" spc="-66"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tiền</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thật</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25" kern="0">
                <a:solidFill>
                  <a:srgbClr val="14161C"/>
                </a:solidFill>
                <a:latin typeface="Be Vietnam Pro" pitchFamily="34" charset="0"/>
                <a:ea typeface="Be Vietnam Pro" pitchFamily="34" charset="-122"/>
                <a:cs typeface="Be Vietnam Pro" pitchFamily="34" charset="-120"/>
              </a:rPr>
              <a:t>"Researches</a:t>
            </a:r>
            <a:r>
              <a:rPr lang="en-US" sz="2700" dirty="0" spc="-18" kern="0">
                <a:solidFill>
                  <a:srgbClr val="14161C"/>
                </a:solidFill>
                <a:latin typeface="Be Vietnam Pro" pitchFamily="34" charset="0"/>
                <a:ea typeface="Be Vietnam Pro" pitchFamily="34" charset="-122"/>
                <a:cs typeface="Be Vietnam Pro" pitchFamily="34" charset="-120"/>
              </a:rPr>
              <a:t> Reddit,</a:t>
            </a:r>
            <a:r>
              <a:rPr lang="en-US" sz="2700" dirty="0" spc="-1" kern="0">
                <a:solidFill>
                  <a:srgbClr val="14161C"/>
                </a:solidFill>
                <a:latin typeface="Be Vietnam Pro" pitchFamily="34" charset="0"/>
                <a:ea typeface="Be Vietnam Pro" pitchFamily="34" charset="-122"/>
                <a:cs typeface="Be Vietnam Pro" pitchFamily="34" charset="-120"/>
              </a:rPr>
              <a:t> X,</a:t>
            </a:r>
            <a:r>
              <a:rPr lang="en-US" sz="2700" dirty="0" spc="-69" kern="0">
                <a:solidFill>
                  <a:srgbClr val="14161C"/>
                </a:solidFill>
                <a:latin typeface="Be Vietnam Pro" pitchFamily="34" charset="0"/>
                <a:ea typeface="Be Vietnam Pro" pitchFamily="34" charset="-122"/>
                <a:cs typeface="Be Vietnam Pro" pitchFamily="34" charset="-120"/>
              </a:rPr>
              <a:t> YouTube</a:t>
            </a:r>
            <a:r>
              <a:rPr lang="en-US" sz="2700" dirty="0" spc="-3" kern="0">
                <a:solidFill>
                  <a:srgbClr val="14161C"/>
                </a:solidFill>
                <a:latin typeface="Be Vietnam Pro" pitchFamily="34" charset="0"/>
                <a:ea typeface="Be Vietnam Pro" pitchFamily="34" charset="-122"/>
                <a:cs typeface="Be Vietnam Pro" pitchFamily="34" charset="-120"/>
              </a:rPr>
              <a:t> and</a:t>
            </a:r>
            <a:r>
              <a:rPr lang="en-US" sz="2700" dirty="0" spc="-20" kern="0">
                <a:solidFill>
                  <a:srgbClr val="14161C"/>
                </a:solidFill>
                <a:latin typeface="Be Vietnam Pro" pitchFamily="34" charset="0"/>
                <a:ea typeface="Be Vietnam Pro" pitchFamily="34" charset="-122"/>
                <a:cs typeface="Be Vietnam Pro" pitchFamily="34" charset="-120"/>
              </a:rPr>
              <a:t> more"</a:t>
            </a:r>
            <a:r>
              <a:rPr lang="en-US" sz="2700" dirty="0" spc="-2" kern="0">
                <a:solidFill>
                  <a:srgbClr val="14161C"/>
                </a:solidFill>
                <a:latin typeface="Be Vietnam Pro" pitchFamily="34" charset="0"/>
                <a:ea typeface="Be Vietnam Pro" pitchFamily="34" charset="-122"/>
                <a:cs typeface="Be Vietnam Pro" pitchFamily="34" charset="-120"/>
              </a:rPr>
              <a:t> ·</a:t>
            </a:r>
            <a:r>
              <a:rPr lang="en-US" sz="2700" dirty="0" spc="-3" kern="0">
                <a:solidFill>
                  <a:srgbClr val="14161C"/>
                </a:solidFill>
                <a:latin typeface="Be Vietnam Pro" pitchFamily="34" charset="0"/>
                <a:ea typeface="Be Vietnam Pro" pitchFamily="34" charset="-122"/>
                <a:cs typeface="Be Vietnam Pro" pitchFamily="34" charset="-120"/>
              </a:rPr>
              <a:t> 65k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Be Vietnam Pro" pitchFamily="34" charset="0"/>
                <a:ea typeface="Be Vietnam Pro" pitchFamily="34" charset="-122"/>
                <a:cs typeface="Be Vietnam Pro" pitchFamily="34" charset="-120"/>
              </a:rPr>
              <a:t>Tìm</a:t>
            </a:r>
            <a:r>
              <a:rPr lang="en-US" sz="2700" dirty="0" spc="-9" kern="0">
                <a:solidFill>
                  <a:srgbClr val="14161C"/>
                </a:solidFill>
                <a:latin typeface="Be Vietnam Pro" pitchFamily="34" charset="0"/>
                <a:ea typeface="Be Vietnam Pro" pitchFamily="34" charset="-122"/>
                <a:cs typeface="Be Vietnam Pro" pitchFamily="34" charset="-120"/>
              </a:rPr>
              <a:t> song</a:t>
            </a:r>
            <a:r>
              <a:rPr lang="en-US" sz="2700" dirty="0" spc="-8" kern="0">
                <a:solidFill>
                  <a:srgbClr val="14161C"/>
                </a:solidFill>
                <a:latin typeface="Be Vietnam Pro" pitchFamily="34" charset="0"/>
                <a:ea typeface="Be Vietnam Pro" pitchFamily="34" charset="-122"/>
                <a:cs typeface="Be Vietnam Pro" pitchFamily="34" charset="-120"/>
              </a:rPr>
              <a:t> song</a:t>
            </a:r>
            <a:r>
              <a:rPr lang="en-US" sz="2700" dirty="0" spc="-17" kern="0">
                <a:solidFill>
                  <a:srgbClr val="14161C"/>
                </a:solidFill>
                <a:latin typeface="Be Vietnam Pro" pitchFamily="34" charset="0"/>
                <a:ea typeface="Be Vietnam Pro" pitchFamily="34" charset="-122"/>
                <a:cs typeface="Be Vietnam Pro" pitchFamily="34" charset="-120"/>
              </a:rPr>
              <a:t> Reddit,</a:t>
            </a:r>
            <a:r>
              <a:rPr lang="en-US" sz="2700" dirty="0" spc="1" kern="0">
                <a:solidFill>
                  <a:srgbClr val="14161C"/>
                </a:solidFill>
                <a:latin typeface="Be Vietnam Pro" pitchFamily="34" charset="0"/>
                <a:ea typeface="Be Vietnam Pro" pitchFamily="34" charset="-122"/>
                <a:cs typeface="Be Vietnam Pro" pitchFamily="34" charset="-120"/>
              </a:rPr>
              <a:t> HN,</a:t>
            </a:r>
            <a:r>
              <a:rPr lang="en-US" sz="2700" dirty="0" spc="-17" kern="0">
                <a:solidFill>
                  <a:srgbClr val="14161C"/>
                </a:solidFill>
                <a:latin typeface="Be Vietnam Pro" pitchFamily="34" charset="0"/>
                <a:ea typeface="Be Vietnam Pro" pitchFamily="34" charset="-122"/>
                <a:cs typeface="Be Vietnam Pro" pitchFamily="34" charset="-120"/>
              </a:rPr>
              <a:t> Polymarket,</a:t>
            </a:r>
            <a:r>
              <a:rPr lang="en-US" sz="2700" dirty="0" spc="1" kern="0">
                <a:solidFill>
                  <a:srgbClr val="14161C"/>
                </a:solidFill>
                <a:latin typeface="Be Vietnam Pro" pitchFamily="34" charset="0"/>
                <a:ea typeface="Be Vietnam Pro" pitchFamily="34" charset="-122"/>
                <a:cs typeface="Be Vietnam Pro" pitchFamily="34" charset="-120"/>
              </a:rPr>
              <a:t> GitHub</a:t>
            </a:r>
            <a:r>
              <a:rPr lang="en-US" sz="2700" dirty="0" spc="-30" kern="0">
                <a:solidFill>
                  <a:srgbClr val="14161C"/>
                </a:solidFill>
                <a:latin typeface="Be Vietnam Pro" pitchFamily="34" charset="0"/>
                <a:ea typeface="Be Vietnam Pro" pitchFamily="34" charset="-122"/>
                <a:cs typeface="Be Vietnam Pro" pitchFamily="34" charset="-120"/>
              </a:rPr>
              <a:t> rồi</a:t>
            </a:r>
            <a:r>
              <a:rPr lang="en-US" sz="2700" dirty="0" spc="0" kern="0">
                <a:solidFill>
                  <a:srgbClr val="14161C"/>
                </a:solidFill>
                <a:latin typeface="Be Vietnam Pro" pitchFamily="34" charset="0"/>
                <a:ea typeface="Be Vietnam Pro" pitchFamily="34" charset="-122"/>
                <a:cs typeface="Be Vietnam Pro" pitchFamily="34" charset="-120"/>
              </a:rPr>
              <a:t> chấm</a:t>
            </a:r>
            <a:r>
              <a:rPr lang="en-US" sz="2700" dirty="0" spc="-3" kern="0">
                <a:solidFill>
                  <a:srgbClr val="14161C"/>
                </a:solidFill>
                <a:latin typeface="Be Vietnam Pro" pitchFamily="34" charset="0"/>
                <a:ea typeface="Be Vietnam Pro" pitchFamily="34" charset="-122"/>
                <a:cs typeface="Be Vietnam Pro" pitchFamily="34" charset="-120"/>
              </a:rPr>
              <a:t> theo</a:t>
            </a:r>
            <a:r>
              <a:rPr lang="en-US" sz="2700" dirty="0" spc="9" kern="0">
                <a:solidFill>
                  <a:srgbClr val="14161C"/>
                </a:solidFill>
                <a:latin typeface="Be Vietnam Pro" pitchFamily="34" charset="0"/>
                <a:ea typeface="Be Vietnam Pro" pitchFamily="34" charset="-122"/>
                <a:cs typeface="Be Vietnam Pro" pitchFamily="34" charset="-120"/>
              </a:rPr>
              <a:t> mức</a:t>
            </a:r>
            <a:r>
              <a:rPr lang="en-US" sz="2700" dirty="0" spc="7" kern="0">
                <a:solidFill>
                  <a:srgbClr val="14161C"/>
                </a:solidFill>
                <a:latin typeface="Be Vietnam Pro" pitchFamily="34" charset="0"/>
                <a:ea typeface="Be Vietnam Pro" pitchFamily="34" charset="-122"/>
                <a:cs typeface="Be Vietnam Pro" pitchFamily="34" charset="-120"/>
              </a:rPr>
              <a:t> tương</a:t>
            </a:r>
            <a:r>
              <a:rPr lang="en-US" sz="2700" dirty="0" spc="-12" kern="0">
                <a:solidFill>
                  <a:srgbClr val="14161C"/>
                </a:solidFill>
                <a:latin typeface="Be Vietnam Pro" pitchFamily="34" charset="0"/>
                <a:ea typeface="Be Vietnam Pro" pitchFamily="34" charset="-122"/>
                <a:cs typeface="Be Vietnam Pro" pitchFamily="34" charset="-120"/>
              </a:rPr>
              <a:t> tác</a:t>
            </a:r>
            <a:r>
              <a:rPr lang="en-US" sz="2700" dirty="0" spc="-2" kern="0">
                <a:solidFill>
                  <a:srgbClr val="14161C"/>
                </a:solidFill>
                <a:latin typeface="Be Vietnam Pro" pitchFamily="34" charset="0"/>
                <a:ea typeface="Be Vietnam Pro" pitchFamily="34" charset="-122"/>
                <a:cs typeface="Be Vietnam Pro" pitchFamily="34" charset="-120"/>
              </a:rPr>
              <a:t> của</a:t>
            </a:r>
            <a:r>
              <a:rPr lang="en-US" sz="2700" dirty="0" spc="6" kern="0">
                <a:solidFill>
                  <a:srgbClr val="14161C"/>
                </a:solidFill>
                <a:latin typeface="Be Vietnam Pro" pitchFamily="34" charset="0"/>
                <a:ea typeface="Be Vietnam Pro" pitchFamily="34" charset="-122"/>
                <a:cs typeface="Be Vietnam Pro" pitchFamily="34" charset="-120"/>
              </a:rPr>
              <a:t> người</a:t>
            </a:r>
            <a:r>
              <a:rPr lang="en-US" sz="2700" dirty="0" spc="-8" kern="0">
                <a:solidFill>
                  <a:srgbClr val="14161C"/>
                </a:solidFill>
                <a:latin typeface="Be Vietnam Pro" pitchFamily="34" charset="0"/>
                <a:ea typeface="Be Vietnam Pro" pitchFamily="34" charset="-122"/>
                <a:cs typeface="Be Vietnam Pro" pitchFamily="34" charset="-120"/>
              </a:rPr>
              <a:t> thật.</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Be Vietnam Pro" pitchFamily="34" charset="0"/>
                <a:ea typeface="Be Vietnam Pro" pitchFamily="34" charset="-122"/>
                <a:cs typeface="Be Vietnam Pro" pitchFamily="34" charset="-120"/>
              </a:rPr>
              <a:t>/plugin</a:t>
            </a:r>
            <a:r>
              <a:rPr lang="en-US" sz="2700" dirty="0" spc="-12" kern="0">
                <a:solidFill>
                  <a:srgbClr val="14161C"/>
                </a:solidFill>
                <a:latin typeface="Be Vietnam Pro" pitchFamily="34" charset="0"/>
                <a:ea typeface="Be Vietnam Pro" pitchFamily="34" charset="-122"/>
                <a:cs typeface="Be Vietnam Pro" pitchFamily="34" charset="-120"/>
              </a:rPr>
              <a:t> marketplace</a:t>
            </a:r>
            <a:r>
              <a:rPr lang="en-US" sz="2700" dirty="0" spc="-4" kern="0">
                <a:solidFill>
                  <a:srgbClr val="14161C"/>
                </a:solidFill>
                <a:latin typeface="Be Vietnam Pro" pitchFamily="34" charset="0"/>
                <a:ea typeface="Be Vietnam Pro" pitchFamily="34" charset="-122"/>
                <a:cs typeface="Be Vietnam Pro" pitchFamily="34" charset="-120"/>
              </a:rPr>
              <a:t> add</a:t>
            </a:r>
            <a:r>
              <a:rPr lang="en-US" sz="2700" dirty="0" spc="-10" kern="0">
                <a:solidFill>
                  <a:srgbClr val="14161C"/>
                </a:solidFill>
                <a:latin typeface="Be Vietnam Pro" pitchFamily="34" charset="0"/>
                <a:ea typeface="Be Vietnam Pro" pitchFamily="34" charset="-122"/>
                <a:cs typeface="Be Vietnam Pro" pitchFamily="34" charset="-120"/>
              </a:rPr>
              <a:t> mvanhorn/last30days-skill</a:t>
            </a:r>
            <a:r>
              <a:rPr lang="en-US" sz="2700" dirty="0" spc="-32" kern="0">
                <a:solidFill>
                  <a:srgbClr val="14161C"/>
                </a:solidFill>
                <a:latin typeface="Be Vietnam Pro" pitchFamily="34" charset="0"/>
                <a:ea typeface="Be Vietnam Pro" pitchFamily="34" charset="-122"/>
                <a:cs typeface="Be Vietnam Pro" pitchFamily="34" charset="-120"/>
              </a:rPr>
              <a:t> rồi</a:t>
            </a:r>
            <a:r>
              <a:rPr lang="en-US" sz="2700" dirty="0" spc="-1" kern="0">
                <a:solidFill>
                  <a:srgbClr val="14161C"/>
                </a:solidFill>
                <a:latin typeface="Be Vietnam Pro" pitchFamily="34" charset="0"/>
                <a:ea typeface="Be Vietnam Pro" pitchFamily="34" charset="-122"/>
                <a:cs typeface="Be Vietnam Pro" pitchFamily="34" charset="-120"/>
              </a:rPr>
              <a:t> /plugin</a:t>
            </a:r>
            <a:r>
              <a:rPr lang="en-US" sz="2700" dirty="0" spc="-11" kern="0">
                <a:solidFill>
                  <a:srgbClr val="14161C"/>
                </a:solidFill>
                <a:latin typeface="Be Vietnam Pro" pitchFamily="34" charset="0"/>
                <a:ea typeface="Be Vietnam Pro" pitchFamily="34" charset="-122"/>
                <a:cs typeface="Be Vietnam Pro" pitchFamily="34" charset="-120"/>
              </a:rPr>
              <a:t> install</a:t>
            </a:r>
            <a:r>
              <a:rPr lang="en-US" sz="2700" dirty="0" spc="-13" kern="0">
                <a:solidFill>
                  <a:srgbClr val="14161C"/>
                </a:solidFill>
                <a:latin typeface="Be Vietnam Pro" pitchFamily="34" charset="0"/>
                <a:ea typeface="Be Vietnam Pro" pitchFamily="34" charset="-122"/>
                <a:cs typeface="Be Vietnam Pro" pitchFamily="34" charset="-120"/>
              </a:rPr>
              <a:t> last30days</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Be Vietnam Pro" pitchFamily="34" charset="0"/>
                <a:ea typeface="Be Vietnam Pro" pitchFamily="34" charset="-122"/>
                <a:cs typeface="Be Vietnam Pro" pitchFamily="34" charset="-120"/>
              </a:rPr>
              <a:t>X,</a:t>
            </a:r>
            <a:r>
              <a:rPr lang="en-US" sz="2700" dirty="0" spc="-61" kern="0">
                <a:solidFill>
                  <a:srgbClr val="14161C"/>
                </a:solidFill>
                <a:latin typeface="Be Vietnam Pro" pitchFamily="34" charset="0"/>
                <a:ea typeface="Be Vietnam Pro" pitchFamily="34" charset="-122"/>
                <a:cs typeface="Be Vietnam Pro" pitchFamily="34" charset="-120"/>
              </a:rPr>
              <a:t> YouTube,</a:t>
            </a:r>
            <a:r>
              <a:rPr lang="en-US" sz="2700" dirty="0" spc="-46" kern="0">
                <a:solidFill>
                  <a:srgbClr val="14161C"/>
                </a:solidFill>
                <a:latin typeface="Be Vietnam Pro" pitchFamily="34" charset="0"/>
                <a:ea typeface="Be Vietnam Pro" pitchFamily="34" charset="-122"/>
                <a:cs typeface="Be Vietnam Pro" pitchFamily="34" charset="-120"/>
              </a:rPr>
              <a:t> TikTok</a:t>
            </a:r>
            <a:r>
              <a:rPr lang="en-US" sz="2700" dirty="0" spc="0" kern="0">
                <a:solidFill>
                  <a:srgbClr val="14161C"/>
                </a:solidFill>
                <a:latin typeface="Be Vietnam Pro" pitchFamily="34" charset="0"/>
                <a:ea typeface="Be Vietnam Pro" pitchFamily="34" charset="-122"/>
                <a:cs typeface="Be Vietnam Pro" pitchFamily="34" charset="-120"/>
              </a:rPr>
              <a:t> cần</a:t>
            </a:r>
            <a:r>
              <a:rPr lang="en-US" sz="2700" dirty="0" spc="-6" kern="0">
                <a:solidFill>
                  <a:srgbClr val="14161C"/>
                </a:solidFill>
                <a:latin typeface="Be Vietnam Pro" pitchFamily="34" charset="0"/>
                <a:ea typeface="Be Vietnam Pro" pitchFamily="34" charset="-122"/>
                <a:cs typeface="Be Vietnam Pro" pitchFamily="34" charset="-120"/>
              </a:rPr>
              <a:t> khóa</a:t>
            </a:r>
            <a:r>
              <a:rPr lang="en-US" sz="2700" dirty="0" spc="-3" kern="0">
                <a:solidFill>
                  <a:srgbClr val="14161C"/>
                </a:solidFill>
                <a:latin typeface="Be Vietnam Pro" pitchFamily="34" charset="0"/>
                <a:ea typeface="Be Vietnam Pro" pitchFamily="34" charset="-122"/>
                <a:cs typeface="Be Vietnam Pro" pitchFamily="34" charset="-120"/>
              </a:rPr>
              <a:t> hoặc</a:t>
            </a:r>
            <a:r>
              <a:rPr lang="en-US" sz="2700" dirty="0" spc="9" kern="0">
                <a:solidFill>
                  <a:srgbClr val="14161C"/>
                </a:solidFill>
                <a:latin typeface="Be Vietnam Pro" pitchFamily="34" charset="0"/>
                <a:ea typeface="Be Vietnam Pro" pitchFamily="34" charset="-122"/>
                <a:cs typeface="Be Vietnam Pro" pitchFamily="34" charset="-120"/>
              </a:rPr>
              <a:t> đăng</a:t>
            </a:r>
            <a:r>
              <a:rPr lang="en-US" sz="2700" dirty="0" spc="0" kern="0">
                <a:solidFill>
                  <a:srgbClr val="14161C"/>
                </a:solidFill>
                <a:latin typeface="Be Vietnam Pro" pitchFamily="34" charset="0"/>
                <a:ea typeface="Be Vietnam Pro" pitchFamily="34" charset="-122"/>
                <a:cs typeface="Be Vietnam Pro" pitchFamily="34" charset="-120"/>
              </a:rPr>
              <a:t> nhập;</a:t>
            </a:r>
            <a:r>
              <a:rPr lang="en-US" sz="2700" dirty="0" spc="-2" kern="0">
                <a:solidFill>
                  <a:srgbClr val="14161C"/>
                </a:solidFill>
                <a:latin typeface="Be Vietnam Pro" pitchFamily="34" charset="0"/>
                <a:ea typeface="Be Vietnam Pro" pitchFamily="34" charset="-122"/>
                <a:cs typeface="Be Vietnam Pro" pitchFamily="34" charset="-120"/>
              </a:rPr>
              <a:t> chỉ</a:t>
            </a:r>
            <a:r>
              <a:rPr lang="en-US" sz="2700" dirty="0" spc="42" kern="0">
                <a:solidFill>
                  <a:srgbClr val="14161C"/>
                </a:solidFill>
                <a:latin typeface="Be Vietnam Pro" pitchFamily="34" charset="0"/>
                <a:ea typeface="Be Vietnam Pro" pitchFamily="34" charset="-122"/>
                <a:cs typeface="Be Vietnam Pro" pitchFamily="34" charset="-120"/>
              </a:rPr>
              <a:t> gửi</a:t>
            </a:r>
            <a:r>
              <a:rPr lang="en-US" sz="2700" dirty="0" spc="-4" kern="0">
                <a:solidFill>
                  <a:srgbClr val="14161C"/>
                </a:solidFill>
                <a:latin typeface="Be Vietnam Pro" pitchFamily="34" charset="0"/>
                <a:ea typeface="Be Vietnam Pro" pitchFamily="34" charset="-122"/>
                <a:cs typeface="Be Vietnam Pro" pitchFamily="34" charset="-120"/>
              </a:rPr>
              <a:t> dữ</a:t>
            </a:r>
            <a:r>
              <a:rPr lang="en-US" sz="2700" dirty="0" spc="-1" kern="0">
                <a:solidFill>
                  <a:srgbClr val="14161C"/>
                </a:solidFill>
                <a:latin typeface="Be Vietnam Pro" pitchFamily="34" charset="0"/>
                <a:ea typeface="Be Vietnam Pro" pitchFamily="34" charset="-122"/>
                <a:cs typeface="Be Vietnam Pro" pitchFamily="34" charset="-120"/>
              </a:rPr>
              <a:t> liệu</a:t>
            </a:r>
            <a:r>
              <a:rPr lang="en-US" sz="2700" dirty="0" spc="35" kern="0">
                <a:solidFill>
                  <a:srgbClr val="14161C"/>
                </a:solidFill>
                <a:latin typeface="Be Vietnam Pro" pitchFamily="34" charset="0"/>
                <a:ea typeface="Be Vietnam Pro" pitchFamily="34" charset="-122"/>
                <a:cs typeface="Be Vietnam Pro" pitchFamily="34" charset="-120"/>
              </a:rPr>
              <a:t> đi</a:t>
            </a:r>
            <a:r>
              <a:rPr lang="en-US" sz="2700" dirty="0" spc="-2" kern="0">
                <a:solidFill>
                  <a:srgbClr val="14161C"/>
                </a:solidFill>
                <a:latin typeface="Be Vietnam Pro" pitchFamily="34" charset="0"/>
                <a:ea typeface="Be Vietnam Pro" pitchFamily="34" charset="-122"/>
                <a:cs typeface="Be Vietnam Pro" pitchFamily="34" charset="-120"/>
              </a:rPr>
              <a:t> khi</a:t>
            </a:r>
            <a:r>
              <a:rPr lang="en-US" sz="2700" dirty="0" spc="-5" kern="0">
                <a:solidFill>
                  <a:srgbClr val="14161C"/>
                </a:solidFill>
                <a:latin typeface="Be Vietnam Pro" pitchFamily="34" charset="0"/>
                <a:ea typeface="Be Vietnam Pro" pitchFamily="34" charset="-122"/>
                <a:cs typeface="Be Vietnam Pro" pitchFamily="34" charset="-120"/>
              </a:rPr>
              <a:t> bạn</a:t>
            </a:r>
            <a:r>
              <a:rPr lang="en-US" sz="2700" dirty="0" spc="1" kern="0">
                <a:solidFill>
                  <a:srgbClr val="14161C"/>
                </a:solidFill>
                <a:latin typeface="Be Vietnam Pro" pitchFamily="34" charset="0"/>
                <a:ea typeface="Be Vietnam Pro" pitchFamily="34" charset="-122"/>
                <a:cs typeface="Be Vietnam Pro" pitchFamily="34" charset="-120"/>
              </a:rPr>
              <a:t> đặt</a:t>
            </a:r>
            <a:r>
              <a:rPr lang="en-US" sz="2700" dirty="0" spc="-6" kern="0">
                <a:solidFill>
                  <a:srgbClr val="14161C"/>
                </a:solidFill>
                <a:latin typeface="Be Vietnam Pro" pitchFamily="34" charset="0"/>
                <a:ea typeface="Be Vietnam Pro" pitchFamily="34" charset="-122"/>
                <a:cs typeface="Be Vietnam Pro" pitchFamily="34" charset="-120"/>
              </a:rPr>
              <a:t> khóa</a:t>
            </a:r>
            <a:r>
              <a:rPr lang="en-US" sz="2700" dirty="0" spc="-2" kern="0">
                <a:solidFill>
                  <a:srgbClr val="14161C"/>
                </a:solidFill>
                <a:latin typeface="Be Vietnam Pro" pitchFamily="34" charset="0"/>
                <a:ea typeface="Be Vietnam Pro" pitchFamily="34" charset="-122"/>
                <a:cs typeface="Be Vietnam Pro" pitchFamily="34" charset="-120"/>
              </a:rPr>
              <a:t> mô</a:t>
            </a:r>
            <a:r>
              <a:rPr lang="en-US" sz="2700" dirty="0" spc="-3" kern="0">
                <a:solidFill>
                  <a:srgbClr val="14161C"/>
                </a:solidFill>
                <a:latin typeface="Be Vietnam Pro" pitchFamily="34" charset="0"/>
                <a:ea typeface="Be Vietnam Pro" pitchFamily="34" charset="-122"/>
                <a:cs typeface="Be Vietnam Pro" pitchFamily="34" charset="-120"/>
              </a:rPr>
              <a:t> hình.</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[S13]</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03535" y="9564832"/>
            <a:ext cx="110836" cy="110836"/>
          </a:xfrm>
          <a:prstGeom prst="ellipse">
            <a:avLst/>
          </a:prstGeom>
          <a:solidFill>
            <a:srgbClr val="E8472B"/>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20/55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8340b577-ab3b-45d4-a957-c6ca4fb820a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Bốn thứ</a:t>
            </a:r>
            <a:r>
              <a:rPr lang="en-US" sz="5700" dirty="0" spc="-22" kern="0">
                <a:solidFill>
                  <a:srgbClr val="F3EEE3"/>
                </a:solidFill>
                <a:latin typeface="Bricolage Grotesque ExtraBold" pitchFamily="34" charset="0"/>
                <a:ea typeface="Bricolage Grotesque ExtraBold" pitchFamily="34" charset="-122"/>
                <a:cs typeface="Bricolage Grotesque ExtraBold" pitchFamily="34" charset="-120"/>
              </a:rPr>
              <a:t> agent</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không tự</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nhìn</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thấy</a:t>
            </a:r>
            <a:r>
              <a:rPr lang="en-US" sz="5700" dirty="0" spc="-62" kern="0">
                <a:solidFill>
                  <a:srgbClr val="F3EEE3"/>
                </a:solidFill>
                <a:latin typeface="Bricolage Grotesque ExtraBold" pitchFamily="34" charset="0"/>
                <a:ea typeface="Bricolage Grotesque ExtraBold" pitchFamily="34" charset="-122"/>
                <a:cs typeface="Bricolage Grotesque ExtraBold" pitchFamily="34" charset="-120"/>
              </a:rPr>
              <a:t> (suy</a:t>
            </a:r>
            <a:r>
              <a:rPr lang="en-US" sz="5700" dirty="0" spc="-33" kern="0">
                <a:solidFill>
                  <a:srgbClr val="F3EEE3"/>
                </a:solidFill>
                <a:latin typeface="Bricolage Grotesque ExtraBold" pitchFamily="34" charset="0"/>
                <a:ea typeface="Bricolage Grotesque ExtraBold" pitchFamily="34" charset="-122"/>
                <a:cs typeface="Bricolage Grotesque ExtraBold" pitchFamily="34" charset="-120"/>
              </a:rPr>
              <a:t> luận)</a:t>
            </a:r>
            <a:endParaRPr lang="en-US" sz="5700" dirty="0"/>
          </a:p>
        </p:txBody>
      </p:sp>
      <p:sp>
        <p:nvSpPr>
          <p:cNvPr id="3" name="Connector line-1792919433968-144303472"/>
          <p:cNvSpPr/>
          <p:nvPr/>
        </p:nvSpPr>
        <p:spPr>
          <a:xfrm flipH="1" flipV="1">
            <a:off x="3619500" y="3619500"/>
            <a:ext cx="5524500" cy="2000250"/>
          </a:xfrm>
          <a:prstGeom prst="line">
            <a:avLst/>
          </a:prstGeom>
          <a:noFill/>
          <a:ln w="57150">
            <a:solidFill>
              <a:srgbClr val="FFB454"/>
            </a:solidFill>
            <a:prstDash val="solid"/>
            <a:headEnd type="none"/>
            <a:tailEnd type="none"/>
          </a:ln>
        </p:spPr>
      </p:sp>
      <p:sp>
        <p:nvSpPr>
          <p:cNvPr id="4" name="Connector line-1792919433969-502377337"/>
          <p:cNvSpPr/>
          <p:nvPr/>
        </p:nvSpPr>
        <p:spPr>
          <a:xfrm flipV="1">
            <a:off x="9144000" y="3619500"/>
            <a:ext cx="5524500" cy="2000250"/>
          </a:xfrm>
          <a:prstGeom prst="line">
            <a:avLst/>
          </a:prstGeom>
          <a:noFill/>
          <a:ln w="57150">
            <a:solidFill>
              <a:srgbClr val="3DD6A0"/>
            </a:solidFill>
            <a:prstDash val="solid"/>
            <a:headEnd type="none"/>
            <a:tailEnd type="none"/>
          </a:ln>
        </p:spPr>
      </p:sp>
      <p:sp>
        <p:nvSpPr>
          <p:cNvPr id="5" name="Connector line-1792919433969-381706091"/>
          <p:cNvSpPr/>
          <p:nvPr/>
        </p:nvSpPr>
        <p:spPr>
          <a:xfrm flipH="1">
            <a:off x="3619500" y="5619750"/>
            <a:ext cx="5524500" cy="2000250"/>
          </a:xfrm>
          <a:prstGeom prst="line">
            <a:avLst/>
          </a:prstGeom>
          <a:noFill/>
          <a:ln w="57150">
            <a:solidFill>
              <a:srgbClr val="FF6A4D"/>
            </a:solidFill>
            <a:prstDash val="solid"/>
            <a:headEnd type="none"/>
            <a:tailEnd type="none"/>
          </a:ln>
        </p:spPr>
      </p:sp>
      <p:sp>
        <p:nvSpPr>
          <p:cNvPr id="6" name="Connector line-1792919433969-557915501"/>
          <p:cNvSpPr/>
          <p:nvPr/>
        </p:nvSpPr>
        <p:spPr>
          <a:xfrm>
            <a:off x="9144000" y="5619750"/>
            <a:ext cx="5524500" cy="2000250"/>
          </a:xfrm>
          <a:prstGeom prst="line">
            <a:avLst/>
          </a:prstGeom>
          <a:noFill/>
          <a:ln w="57150">
            <a:solidFill>
              <a:srgbClr val="7C93FF"/>
            </a:solidFill>
            <a:prstDash val="solid"/>
            <a:headEnd type="none"/>
            <a:tailEnd type="none"/>
          </a:ln>
        </p:spPr>
      </p:sp>
      <p:sp>
        <p:nvSpPr>
          <p:cNvPr id="7" name="Shape 5"/>
          <p:cNvSpPr/>
          <p:nvPr/>
        </p:nvSpPr>
        <p:spPr>
          <a:xfrm>
            <a:off x="6953250" y="4191000"/>
            <a:ext cx="4381500" cy="2857500"/>
          </a:xfrm>
          <a:prstGeom prst="ellipse">
            <a:avLst/>
          </a:prstGeom>
          <a:solidFill>
            <a:srgbClr val="F3EEE3"/>
          </a:solidFill>
          <a:ln/>
        </p:spPr>
      </p:sp>
      <p:sp>
        <p:nvSpPr>
          <p:cNvPr id="8" name="Text 6"/>
          <p:cNvSpPr/>
          <p:nvPr/>
        </p:nvSpPr>
        <p:spPr>
          <a:xfrm>
            <a:off x="7239000" y="4476750"/>
            <a:ext cx="3810000" cy="2286000"/>
          </a:xfrm>
          <a:prstGeom prst="rect">
            <a:avLst/>
          </a:prstGeom>
          <a:noFill/>
          <a:ln/>
        </p:spPr>
        <p:txBody>
          <a:bodyPr wrap="square" lIns="0" tIns="20955" rIns="0" bIns="-20955" rtlCol="0" anchor="ctr"/>
          <a:lstStyle/>
          <a:p>
            <a:pPr algn="ctr" indent="0" marL="0">
              <a:lnSpc>
                <a:spcPts val="3630"/>
              </a:lnSpc>
              <a:buNone/>
            </a:pPr>
            <a:r>
              <a:rPr lang="en-US" sz="3300" dirty="0" spc="-14" kern="0">
                <a:solidFill>
                  <a:srgbClr val="14161C"/>
                </a:solidFill>
                <a:latin typeface="Bricolage Grotesque ExtraBold" pitchFamily="34" charset="0"/>
                <a:ea typeface="Bricolage Grotesque ExtraBold" pitchFamily="34" charset="-122"/>
                <a:cs typeface="Bricolage Grotesque ExtraBold" pitchFamily="34" charset="-120"/>
              </a:rPr>
              <a:t>Agent</a:t>
            </a:r>
            <a:endParaRPr lang="en-US" sz="3300" dirty="0"/>
          </a:p>
        </p:txBody>
      </p:sp>
      <p:sp>
        <p:nvSpPr>
          <p:cNvPr id="9" name="Shape 7"/>
          <p:cNvSpPr/>
          <p:nvPr/>
        </p:nvSpPr>
        <p:spPr>
          <a:xfrm>
            <a:off x="1047750" y="2857500"/>
            <a:ext cx="5143500" cy="1524000"/>
          </a:xfrm>
          <a:prstGeom prst="roundRect">
            <a:avLst>
              <a:gd name="adj" fmla="val 15000"/>
            </a:avLst>
          </a:prstGeom>
          <a:solidFill>
            <a:srgbClr val="1E212B"/>
          </a:solidFill>
          <a:ln w="47625">
            <a:solidFill>
              <a:srgbClr val="FFB454"/>
            </a:solidFill>
            <a:prstDash val="solid"/>
          </a:ln>
        </p:spPr>
      </p:sp>
      <p:sp>
        <p:nvSpPr>
          <p:cNvPr id="10" name="Text 8"/>
          <p:cNvSpPr/>
          <p:nvPr/>
        </p:nvSpPr>
        <p:spPr>
          <a:xfrm>
            <a:off x="1333500" y="2857500"/>
            <a:ext cx="4572000" cy="1524000"/>
          </a:xfrm>
          <a:prstGeom prst="rect">
            <a:avLst/>
          </a:prstGeom>
          <a:noFill/>
          <a:ln/>
        </p:spPr>
        <p:txBody>
          <a:bodyPr wrap="square" lIns="0" tIns="14180" rIns="0" bIns="-14180" rtlCol="0" anchor="ctr"/>
          <a:lstStyle/>
          <a:p>
            <a:pPr algn="ctr" indent="0" marL="0">
              <a:lnSpc>
                <a:spcPts val="2933"/>
              </a:lnSpc>
              <a:buNone/>
            </a:pPr>
            <a:r>
              <a:rPr lang="en-US" sz="2550" b="1" dirty="0" spc="1" kern="0">
                <a:solidFill>
                  <a:srgbClr val="F3EEE3"/>
                </a:solidFill>
                <a:latin typeface="Be Vietnam Pro" pitchFamily="34" charset="0"/>
                <a:ea typeface="Be Vietnam Pro" pitchFamily="34" charset="-122"/>
                <a:cs typeface="Be Vietnam Pro" pitchFamily="34" charset="-120"/>
              </a:rPr>
              <a:t>REA:</a:t>
            </a:r>
            <a:r>
              <a:rPr lang="en-US" sz="2550" b="1" dirty="0" spc="30" kern="0">
                <a:solidFill>
                  <a:srgbClr val="F3EEE3"/>
                </a:solidFill>
                <a:latin typeface="Be Vietnam Pro" pitchFamily="34" charset="0"/>
                <a:ea typeface="Be Vietnam Pro" pitchFamily="34" charset="-122"/>
                <a:cs typeface="Be Vietnam Pro" pitchFamily="34" charset="-120"/>
              </a:rPr>
              <a:t> ứng</a:t>
            </a:r>
            <a:r>
              <a:rPr lang="en-US" sz="2550" b="1" dirty="0" spc="-3" kern="0">
                <a:solidFill>
                  <a:srgbClr val="F3EEE3"/>
                </a:solidFill>
                <a:latin typeface="Be Vietnam Pro" pitchFamily="34" charset="0"/>
                <a:ea typeface="Be Vietnam Pro" pitchFamily="34" charset="-122"/>
                <a:cs typeface="Be Vietnam Pro" pitchFamily="34" charset="-120"/>
              </a:rPr>
              <a:t> dụng</a:t>
            </a:r>
            <a:r>
              <a:rPr lang="en-US" sz="2550" b="1" dirty="0" spc="6" kern="0">
                <a:solidFill>
                  <a:srgbClr val="F3EEE3"/>
                </a:solidFill>
                <a:latin typeface="Be Vietnam Pro" pitchFamily="34" charset="0"/>
                <a:ea typeface="Be Vietnam Pro" pitchFamily="34" charset="-122"/>
                <a:cs typeface="Be Vietnam Pro" pitchFamily="34" charset="-120"/>
              </a:rPr>
              <a:t> đã</a:t>
            </a:r>
            <a:r>
              <a:rPr lang="en-US" sz="2550" b="1" dirty="0" spc="-2" kern="0">
                <a:solidFill>
                  <a:srgbClr val="F3EEE3"/>
                </a:solidFill>
                <a:latin typeface="Be Vietnam Pro" pitchFamily="34" charset="0"/>
                <a:ea typeface="Be Vietnam Pro" pitchFamily="34" charset="-122"/>
                <a:cs typeface="Be Vietnam Pro" pitchFamily="34" charset="-120"/>
              </a:rPr>
              <a:t> biên</a:t>
            </a:r>
            <a:r>
              <a:rPr lang="en-US" sz="2550" b="1" dirty="0" spc="1" kern="0">
                <a:solidFill>
                  <a:srgbClr val="F3EEE3"/>
                </a:solidFill>
                <a:latin typeface="Be Vietnam Pro" pitchFamily="34" charset="0"/>
                <a:ea typeface="Be Vietnam Pro" pitchFamily="34" charset="-122"/>
                <a:cs typeface="Be Vietnam Pro" pitchFamily="34" charset="-120"/>
              </a:rPr>
              <a:t> dịch</a:t>
            </a:r>
            <a:endParaRPr lang="en-US" sz="2550" dirty="0"/>
          </a:p>
        </p:txBody>
      </p:sp>
      <p:sp>
        <p:nvSpPr>
          <p:cNvPr id="11" name="Shape 9"/>
          <p:cNvSpPr/>
          <p:nvPr/>
        </p:nvSpPr>
        <p:spPr>
          <a:xfrm>
            <a:off x="12096750" y="2857500"/>
            <a:ext cx="5143500" cy="1524000"/>
          </a:xfrm>
          <a:prstGeom prst="roundRect">
            <a:avLst>
              <a:gd name="adj" fmla="val 15000"/>
            </a:avLst>
          </a:prstGeom>
          <a:solidFill>
            <a:srgbClr val="1E212B"/>
          </a:solidFill>
          <a:ln w="47625">
            <a:solidFill>
              <a:srgbClr val="3DD6A0"/>
            </a:solidFill>
            <a:prstDash val="solid"/>
          </a:ln>
        </p:spPr>
      </p:sp>
      <p:sp>
        <p:nvSpPr>
          <p:cNvPr id="12" name="Text 10"/>
          <p:cNvSpPr/>
          <p:nvPr/>
        </p:nvSpPr>
        <p:spPr>
          <a:xfrm>
            <a:off x="12382500" y="2857500"/>
            <a:ext cx="4572000" cy="1524000"/>
          </a:xfrm>
          <a:prstGeom prst="rect">
            <a:avLst/>
          </a:prstGeom>
          <a:noFill/>
          <a:ln/>
        </p:spPr>
        <p:txBody>
          <a:bodyPr wrap="square" lIns="0" tIns="14180" rIns="0" bIns="-14180" rtlCol="0" anchor="ctr"/>
          <a:lstStyle/>
          <a:p>
            <a:pPr algn="ctr" indent="0" marL="0">
              <a:lnSpc>
                <a:spcPts val="2933"/>
              </a:lnSpc>
              <a:buNone/>
            </a:pPr>
            <a:r>
              <a:rPr lang="en-US" sz="2550" b="1" dirty="0" spc="-5" kern="0">
                <a:solidFill>
                  <a:srgbClr val="F3EEE3"/>
                </a:solidFill>
                <a:latin typeface="Be Vietnam Pro" pitchFamily="34" charset="0"/>
                <a:ea typeface="Be Vietnam Pro" pitchFamily="34" charset="-122"/>
                <a:cs typeface="Be Vietnam Pro" pitchFamily="34" charset="-120"/>
              </a:rPr>
              <a:t>Graphify:</a:t>
            </a:r>
            <a:r>
              <a:rPr lang="en-US" sz="2550" b="1" dirty="0" spc="-4" kern="0">
                <a:solidFill>
                  <a:srgbClr val="F3EEE3"/>
                </a:solidFill>
                <a:latin typeface="Be Vietnam Pro" pitchFamily="34" charset="0"/>
                <a:ea typeface="Be Vietnam Pro" pitchFamily="34" charset="-122"/>
                <a:cs typeface="Be Vietnam Pro" pitchFamily="34" charset="-120"/>
              </a:rPr>
              <a:t> cả</a:t>
            </a:r>
            <a:r>
              <a:rPr lang="en-US" sz="2550" b="1" dirty="0" spc="-1" kern="0">
                <a:solidFill>
                  <a:srgbClr val="F3EEE3"/>
                </a:solidFill>
                <a:latin typeface="Be Vietnam Pro" pitchFamily="34" charset="0"/>
                <a:ea typeface="Be Vietnam Pro" pitchFamily="34" charset="-122"/>
                <a:cs typeface="Be Vietnam Pro" pitchFamily="34" charset="-120"/>
              </a:rPr>
              <a:t> dự</a:t>
            </a:r>
            <a:r>
              <a:rPr lang="en-US" sz="2550" b="1" dirty="0" spc="3" kern="0">
                <a:solidFill>
                  <a:srgbClr val="F3EEE3"/>
                </a:solidFill>
                <a:latin typeface="Be Vietnam Pro" pitchFamily="34" charset="0"/>
                <a:ea typeface="Be Vietnam Pro" pitchFamily="34" charset="-122"/>
                <a:cs typeface="Be Vietnam Pro" pitchFamily="34" charset="-120"/>
              </a:rPr>
              <a:t> án</a:t>
            </a:r>
            <a:r>
              <a:rPr lang="en-US" sz="2550" b="1" dirty="0" spc="0" kern="0">
                <a:solidFill>
                  <a:srgbClr val="F3EEE3"/>
                </a:solidFill>
                <a:latin typeface="Be Vietnam Pro" pitchFamily="34" charset="0"/>
                <a:ea typeface="Be Vietnam Pro" pitchFamily="34" charset="-122"/>
                <a:cs typeface="Be Vietnam Pro" pitchFamily="34" charset="-120"/>
              </a:rPr>
              <a:t> thành</a:t>
            </a:r>
            <a:r>
              <a:rPr lang="en-US" sz="2550" b="1" dirty="0" spc="5" kern="0">
                <a:solidFill>
                  <a:srgbClr val="F3EEE3"/>
                </a:solidFill>
                <a:latin typeface="Be Vietnam Pro" pitchFamily="34" charset="0"/>
                <a:ea typeface="Be Vietnam Pro" pitchFamily="34" charset="-122"/>
                <a:cs typeface="Be Vietnam Pro" pitchFamily="34" charset="-120"/>
              </a:rPr>
              <a:t> đồ</a:t>
            </a:r>
            <a:r>
              <a:rPr lang="en-US" sz="2550" b="1" dirty="0" spc="0" kern="0">
                <a:solidFill>
                  <a:srgbClr val="F3EEE3"/>
                </a:solidFill>
                <a:latin typeface="Be Vietnam Pro" pitchFamily="34" charset="0"/>
                <a:ea typeface="Be Vietnam Pro" pitchFamily="34" charset="-122"/>
                <a:cs typeface="Be Vietnam Pro" pitchFamily="34" charset="-120"/>
              </a:rPr>
              <a:t> thị</a:t>
            </a:r>
            <a:endParaRPr lang="en-US" sz="2550" dirty="0"/>
          </a:p>
        </p:txBody>
      </p:sp>
      <p:sp>
        <p:nvSpPr>
          <p:cNvPr id="13" name="Shape 11"/>
          <p:cNvSpPr/>
          <p:nvPr/>
        </p:nvSpPr>
        <p:spPr>
          <a:xfrm>
            <a:off x="1047750" y="6858000"/>
            <a:ext cx="5143500" cy="1524000"/>
          </a:xfrm>
          <a:prstGeom prst="roundRect">
            <a:avLst>
              <a:gd name="adj" fmla="val 15000"/>
            </a:avLst>
          </a:prstGeom>
          <a:solidFill>
            <a:srgbClr val="1E212B"/>
          </a:solidFill>
          <a:ln w="47625">
            <a:solidFill>
              <a:srgbClr val="FF6A4D"/>
            </a:solidFill>
            <a:prstDash val="solid"/>
          </a:ln>
        </p:spPr>
      </p:sp>
      <p:sp>
        <p:nvSpPr>
          <p:cNvPr id="14" name="Text 12"/>
          <p:cNvSpPr/>
          <p:nvPr/>
        </p:nvSpPr>
        <p:spPr>
          <a:xfrm>
            <a:off x="1333500" y="6858000"/>
            <a:ext cx="4572000" cy="1524000"/>
          </a:xfrm>
          <a:prstGeom prst="rect">
            <a:avLst/>
          </a:prstGeom>
          <a:noFill/>
          <a:ln/>
        </p:spPr>
        <p:txBody>
          <a:bodyPr wrap="square" lIns="0" tIns="14180" rIns="0" bIns="-14180" rtlCol="0" anchor="ctr"/>
          <a:lstStyle/>
          <a:p>
            <a:pPr algn="ctr" indent="0" marL="0">
              <a:lnSpc>
                <a:spcPts val="2933"/>
              </a:lnSpc>
              <a:buNone/>
            </a:pPr>
            <a:r>
              <a:rPr lang="en-US" sz="2550" b="1" dirty="0" spc="-17" kern="0">
                <a:solidFill>
                  <a:srgbClr val="F3EEE3"/>
                </a:solidFill>
                <a:latin typeface="Be Vietnam Pro" pitchFamily="34" charset="0"/>
                <a:ea typeface="Be Vietnam Pro" pitchFamily="34" charset="-122"/>
                <a:cs typeface="Be Vietnam Pro" pitchFamily="34" charset="-120"/>
              </a:rPr>
              <a:t>Agent</a:t>
            </a:r>
            <a:r>
              <a:rPr lang="en-US" sz="2550" b="1" dirty="0" spc="-15" kern="0">
                <a:solidFill>
                  <a:srgbClr val="F3EEE3"/>
                </a:solidFill>
                <a:latin typeface="Be Vietnam Pro" pitchFamily="34" charset="0"/>
                <a:ea typeface="Be Vietnam Pro" pitchFamily="34" charset="-122"/>
                <a:cs typeface="Be Vietnam Pro" pitchFamily="34" charset="-120"/>
              </a:rPr>
              <a:t> Reach:</a:t>
            </a:r>
            <a:r>
              <a:rPr lang="en-US" sz="2550" b="1" dirty="0" spc="4" kern="0">
                <a:solidFill>
                  <a:srgbClr val="F3EEE3"/>
                </a:solidFill>
                <a:latin typeface="Be Vietnam Pro" pitchFamily="34" charset="0"/>
                <a:ea typeface="Be Vietnam Pro" pitchFamily="34" charset="-122"/>
                <a:cs typeface="Be Vietnam Pro" pitchFamily="34" charset="-120"/>
              </a:rPr>
              <a:t> nơi</a:t>
            </a:r>
            <a:r>
              <a:rPr lang="en-US" sz="2550" b="1" dirty="0" spc="-1" kern="0">
                <a:solidFill>
                  <a:srgbClr val="F3EEE3"/>
                </a:solidFill>
                <a:latin typeface="Be Vietnam Pro" pitchFamily="34" charset="0"/>
                <a:ea typeface="Be Vietnam Pro" pitchFamily="34" charset="-122"/>
                <a:cs typeface="Be Vietnam Pro" pitchFamily="34" charset="-120"/>
              </a:rPr>
              <a:t> cần</a:t>
            </a:r>
            <a:r>
              <a:rPr lang="en-US" sz="2550" b="1" dirty="0" spc="3" kern="0">
                <a:solidFill>
                  <a:srgbClr val="F3EEE3"/>
                </a:solidFill>
                <a:latin typeface="Be Vietnam Pro" pitchFamily="34" charset="0"/>
                <a:ea typeface="Be Vietnam Pro" pitchFamily="34" charset="-122"/>
                <a:cs typeface="Be Vietnam Pro" pitchFamily="34" charset="-120"/>
              </a:rPr>
              <a:t> đăng</a:t>
            </a:r>
            <a:r>
              <a:rPr lang="en-US" sz="2550" b="1" dirty="0" spc="0" kern="0">
                <a:solidFill>
                  <a:srgbClr val="F3EEE3"/>
                </a:solidFill>
                <a:latin typeface="Be Vietnam Pro" pitchFamily="34" charset="0"/>
                <a:ea typeface="Be Vietnam Pro" pitchFamily="34" charset="-122"/>
                <a:cs typeface="Be Vietnam Pro" pitchFamily="34" charset="-120"/>
              </a:rPr>
              <a:t> nhập</a:t>
            </a:r>
            <a:endParaRPr lang="en-US" sz="2550" dirty="0"/>
          </a:p>
        </p:txBody>
      </p:sp>
      <p:sp>
        <p:nvSpPr>
          <p:cNvPr id="15" name="Shape 13"/>
          <p:cNvSpPr/>
          <p:nvPr/>
        </p:nvSpPr>
        <p:spPr>
          <a:xfrm>
            <a:off x="12096750" y="6858000"/>
            <a:ext cx="5143500" cy="1524000"/>
          </a:xfrm>
          <a:prstGeom prst="roundRect">
            <a:avLst>
              <a:gd name="adj" fmla="val 15000"/>
            </a:avLst>
          </a:prstGeom>
          <a:solidFill>
            <a:srgbClr val="1E212B"/>
          </a:solidFill>
          <a:ln w="47625">
            <a:solidFill>
              <a:srgbClr val="7C93FF"/>
            </a:solidFill>
            <a:prstDash val="solid"/>
          </a:ln>
        </p:spPr>
      </p:sp>
      <p:sp>
        <p:nvSpPr>
          <p:cNvPr id="16" name="Text 14"/>
          <p:cNvSpPr/>
          <p:nvPr/>
        </p:nvSpPr>
        <p:spPr>
          <a:xfrm>
            <a:off x="12382500" y="6858000"/>
            <a:ext cx="4572000" cy="1524000"/>
          </a:xfrm>
          <a:prstGeom prst="rect">
            <a:avLst/>
          </a:prstGeom>
          <a:noFill/>
          <a:ln/>
        </p:spPr>
        <p:txBody>
          <a:bodyPr wrap="square" lIns="0" tIns="14180" rIns="0" bIns="-14180" rtlCol="0" anchor="ctr"/>
          <a:lstStyle/>
          <a:p>
            <a:pPr algn="ctr" indent="0" marL="0">
              <a:lnSpc>
                <a:spcPts val="2933"/>
              </a:lnSpc>
              <a:buNone/>
            </a:pPr>
            <a:r>
              <a:rPr lang="en-US" sz="2550" b="1" dirty="0" spc="-23" kern="0">
                <a:solidFill>
                  <a:srgbClr val="F3EEE3"/>
                </a:solidFill>
                <a:latin typeface="Be Vietnam Pro" pitchFamily="34" charset="0"/>
                <a:ea typeface="Be Vietnam Pro" pitchFamily="34" charset="-122"/>
                <a:cs typeface="Be Vietnam Pro" pitchFamily="34" charset="-120"/>
              </a:rPr>
              <a:t>Last</a:t>
            </a:r>
            <a:r>
              <a:rPr lang="en-US" sz="2550" b="1" dirty="0" spc="-14" kern="0">
                <a:solidFill>
                  <a:srgbClr val="F3EEE3"/>
                </a:solidFill>
                <a:latin typeface="Be Vietnam Pro" pitchFamily="34" charset="0"/>
                <a:ea typeface="Be Vietnam Pro" pitchFamily="34" charset="-122"/>
                <a:cs typeface="Be Vietnam Pro" pitchFamily="34" charset="-120"/>
              </a:rPr>
              <a:t> 30 Days:</a:t>
            </a:r>
            <a:r>
              <a:rPr lang="en-US" sz="2550" b="1" dirty="0" spc="-7" kern="0">
                <a:solidFill>
                  <a:srgbClr val="F3EEE3"/>
                </a:solidFill>
                <a:latin typeface="Be Vietnam Pro" pitchFamily="34" charset="0"/>
                <a:ea typeface="Be Vietnam Pro" pitchFamily="34" charset="-122"/>
                <a:cs typeface="Be Vietnam Pro" pitchFamily="34" charset="-120"/>
              </a:rPr>
              <a:t> cộng</a:t>
            </a:r>
            <a:r>
              <a:rPr lang="en-US" sz="2550" b="1" dirty="0" spc="-2" kern="0">
                <a:solidFill>
                  <a:srgbClr val="F3EEE3"/>
                </a:solidFill>
                <a:latin typeface="Be Vietnam Pro" pitchFamily="34" charset="0"/>
                <a:ea typeface="Be Vietnam Pro" pitchFamily="34" charset="-122"/>
                <a:cs typeface="Be Vietnam Pro" pitchFamily="34" charset="-120"/>
              </a:rPr>
              <a:t> đồng</a:t>
            </a:r>
            <a:r>
              <a:rPr lang="en-US" sz="2550" b="1" dirty="0" spc="-21" kern="0">
                <a:solidFill>
                  <a:srgbClr val="F3EEE3"/>
                </a:solidFill>
                <a:latin typeface="Be Vietnam Pro" pitchFamily="34" charset="0"/>
                <a:ea typeface="Be Vietnam Pro" pitchFamily="34" charset="-122"/>
                <a:cs typeface="Be Vietnam Pro" pitchFamily="34" charset="-120"/>
              </a:rPr>
              <a:t> và</a:t>
            </a:r>
            <a:r>
              <a:rPr lang="en-US" sz="2550" b="1" dirty="0" spc="0" kern="0">
                <a:solidFill>
                  <a:srgbClr val="F3EEE3"/>
                </a:solidFill>
                <a:latin typeface="Be Vietnam Pro" pitchFamily="34" charset="0"/>
                <a:ea typeface="Be Vietnam Pro" pitchFamily="34" charset="-122"/>
                <a:cs typeface="Be Vietnam Pro" pitchFamily="34" charset="-120"/>
              </a:rPr>
              <a:t> thị</a:t>
            </a:r>
            <a:r>
              <a:rPr lang="en-US" sz="2550" b="1" dirty="0" spc="6" kern="0">
                <a:solidFill>
                  <a:srgbClr val="F3EEE3"/>
                </a:solidFill>
                <a:latin typeface="Be Vietnam Pro" pitchFamily="34" charset="0"/>
                <a:ea typeface="Be Vietnam Pro" pitchFamily="34" charset="-122"/>
                <a:cs typeface="Be Vietnam Pro" pitchFamily="34" charset="-120"/>
              </a:rPr>
              <a:t> trường</a:t>
            </a:r>
            <a:endParaRPr lang="en-US" sz="255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[S8]</a:t>
            </a:r>
            <a:r>
              <a:rPr lang="en-US" sz="1800" dirty="0" spc="1" kern="0">
                <a:solidFill>
                  <a:srgbClr val="9AA0B5"/>
                </a:solidFill>
                <a:latin typeface="Be Vietnam Pro" pitchFamily="34" charset="0"/>
                <a:ea typeface="Be Vietnam Pro" pitchFamily="34" charset="-122"/>
                <a:cs typeface="Be Vietnam Pro" pitchFamily="34" charset="-120"/>
              </a:rPr>
              <a:t> [S9]</a:t>
            </a:r>
            <a:r>
              <a:rPr lang="en-US" sz="1800" dirty="0" spc="4" kern="0">
                <a:solidFill>
                  <a:srgbClr val="9AA0B5"/>
                </a:solidFill>
                <a:latin typeface="Be Vietnam Pro" pitchFamily="34" charset="0"/>
                <a:ea typeface="Be Vietnam Pro" pitchFamily="34" charset="-122"/>
                <a:cs typeface="Be Vietnam Pro" pitchFamily="34" charset="-120"/>
              </a:rPr>
              <a:t> [S10]</a:t>
            </a:r>
            <a:r>
              <a:rPr lang="en-US" sz="1800" dirty="0" spc="2" kern="0">
                <a:solidFill>
                  <a:srgbClr val="9AA0B5"/>
                </a:solidFill>
                <a:latin typeface="Be Vietnam Pro" pitchFamily="34" charset="0"/>
                <a:ea typeface="Be Vietnam Pro" pitchFamily="34" charset="-122"/>
                <a:cs typeface="Be Vietnam Pro" pitchFamily="34" charset="-120"/>
              </a:rPr>
              <a:t> [S13]</a:t>
            </a:r>
            <a:endParaRPr lang="en-US" sz="1800" dirty="0"/>
          </a:p>
        </p:txBody>
      </p:sp>
      <p:sp>
        <p:nvSpPr>
          <p:cNvPr id="18" name="Shape 16"/>
          <p:cNvSpPr/>
          <p:nvPr/>
        </p:nvSpPr>
        <p:spPr>
          <a:xfrm>
            <a:off x="958561" y="9578686"/>
            <a:ext cx="83127" cy="83127"/>
          </a:xfrm>
          <a:prstGeom prst="ellipse">
            <a:avLst/>
          </a:prstGeom>
          <a:solidFill>
            <a:srgbClr val="F3EEE3">
              <a:alpha val="28000"/>
            </a:srgbClr>
          </a:solidFill>
          <a:ln/>
        </p:spPr>
      </p:sp>
      <p:sp>
        <p:nvSpPr>
          <p:cNvPr id="19" name="Shape 17"/>
          <p:cNvSpPr/>
          <p:nvPr/>
        </p:nvSpPr>
        <p:spPr>
          <a:xfrm>
            <a:off x="1124815" y="9578686"/>
            <a:ext cx="83127" cy="83127"/>
          </a:xfrm>
          <a:prstGeom prst="ellipse">
            <a:avLst/>
          </a:prstGeom>
          <a:solidFill>
            <a:srgbClr val="F3EEE3">
              <a:alpha val="28000"/>
            </a:srgbClr>
          </a:solidFill>
          <a:ln/>
        </p:spPr>
      </p:sp>
      <p:sp>
        <p:nvSpPr>
          <p:cNvPr id="20" name="Shape 18"/>
          <p:cNvSpPr/>
          <p:nvPr/>
        </p:nvSpPr>
        <p:spPr>
          <a:xfrm>
            <a:off x="1291070" y="9578686"/>
            <a:ext cx="83127" cy="83127"/>
          </a:xfrm>
          <a:prstGeom prst="ellipse">
            <a:avLst/>
          </a:prstGeom>
          <a:solidFill>
            <a:srgbClr val="F3EEE3">
              <a:alpha val="28000"/>
            </a:srgbClr>
          </a:solidFill>
          <a:ln/>
        </p:spPr>
      </p:sp>
      <p:sp>
        <p:nvSpPr>
          <p:cNvPr id="21" name="Shape 19"/>
          <p:cNvSpPr/>
          <p:nvPr/>
        </p:nvSpPr>
        <p:spPr>
          <a:xfrm>
            <a:off x="1457324" y="9578686"/>
            <a:ext cx="83127" cy="83127"/>
          </a:xfrm>
          <a:prstGeom prst="ellipse">
            <a:avLst/>
          </a:prstGeom>
          <a:solidFill>
            <a:srgbClr val="F3EEE3">
              <a:alpha val="28000"/>
            </a:srgbClr>
          </a:solidFill>
          <a:ln/>
        </p:spPr>
      </p:sp>
      <p:sp>
        <p:nvSpPr>
          <p:cNvPr id="22" name="Shape 20"/>
          <p:cNvSpPr/>
          <p:nvPr/>
        </p:nvSpPr>
        <p:spPr>
          <a:xfrm>
            <a:off x="1623578" y="9578686"/>
            <a:ext cx="83127" cy="83127"/>
          </a:xfrm>
          <a:prstGeom prst="ellipse">
            <a:avLst/>
          </a:prstGeom>
          <a:solidFill>
            <a:srgbClr val="F3EEE3">
              <a:alpha val="28000"/>
            </a:srgbClr>
          </a:solidFill>
          <a:ln/>
        </p:spPr>
      </p:sp>
      <p:sp>
        <p:nvSpPr>
          <p:cNvPr id="23" name="Shape 21"/>
          <p:cNvSpPr/>
          <p:nvPr/>
        </p:nvSpPr>
        <p:spPr>
          <a:xfrm>
            <a:off x="1789832" y="9578686"/>
            <a:ext cx="83127" cy="83127"/>
          </a:xfrm>
          <a:prstGeom prst="ellipse">
            <a:avLst/>
          </a:prstGeom>
          <a:solidFill>
            <a:srgbClr val="F3EEE3">
              <a:alpha val="28000"/>
            </a:srgbClr>
          </a:solidFill>
          <a:ln/>
        </p:spPr>
      </p:sp>
      <p:sp>
        <p:nvSpPr>
          <p:cNvPr id="24" name="Shape 22"/>
          <p:cNvSpPr/>
          <p:nvPr/>
        </p:nvSpPr>
        <p:spPr>
          <a:xfrm>
            <a:off x="1956086" y="9578686"/>
            <a:ext cx="83127" cy="83127"/>
          </a:xfrm>
          <a:prstGeom prst="ellipse">
            <a:avLst/>
          </a:prstGeom>
          <a:solidFill>
            <a:srgbClr val="F3EEE3">
              <a:alpha val="28000"/>
            </a:srgbClr>
          </a:solidFill>
          <a:ln/>
        </p:spPr>
      </p:sp>
      <p:sp>
        <p:nvSpPr>
          <p:cNvPr id="25" name="Shape 23"/>
          <p:cNvSpPr/>
          <p:nvPr/>
        </p:nvSpPr>
        <p:spPr>
          <a:xfrm>
            <a:off x="2122340" y="9578686"/>
            <a:ext cx="83127" cy="83127"/>
          </a:xfrm>
          <a:prstGeom prst="ellipse">
            <a:avLst/>
          </a:prstGeom>
          <a:solidFill>
            <a:srgbClr val="F3EEE3">
              <a:alpha val="28000"/>
            </a:srgbClr>
          </a:solidFill>
          <a:ln/>
        </p:spPr>
      </p:sp>
      <p:sp>
        <p:nvSpPr>
          <p:cNvPr id="26" name="Shape 24"/>
          <p:cNvSpPr/>
          <p:nvPr/>
        </p:nvSpPr>
        <p:spPr>
          <a:xfrm>
            <a:off x="2288594" y="9578686"/>
            <a:ext cx="83127" cy="83127"/>
          </a:xfrm>
          <a:prstGeom prst="ellipse">
            <a:avLst/>
          </a:prstGeom>
          <a:solidFill>
            <a:srgbClr val="F3EEE3">
              <a:alpha val="28000"/>
            </a:srgbClr>
          </a:solidFill>
          <a:ln/>
        </p:spPr>
      </p:sp>
      <p:sp>
        <p:nvSpPr>
          <p:cNvPr id="27" name="Shape 25"/>
          <p:cNvSpPr/>
          <p:nvPr/>
        </p:nvSpPr>
        <p:spPr>
          <a:xfrm>
            <a:off x="2454848" y="9578686"/>
            <a:ext cx="83127" cy="83127"/>
          </a:xfrm>
          <a:prstGeom prst="ellipse">
            <a:avLst/>
          </a:prstGeom>
          <a:solidFill>
            <a:srgbClr val="F3EEE3">
              <a:alpha val="28000"/>
            </a:srgbClr>
          </a:solidFill>
          <a:ln/>
        </p:spPr>
      </p:sp>
      <p:sp>
        <p:nvSpPr>
          <p:cNvPr id="28" name="Shape 26"/>
          <p:cNvSpPr/>
          <p:nvPr/>
        </p:nvSpPr>
        <p:spPr>
          <a:xfrm>
            <a:off x="2621102" y="9578686"/>
            <a:ext cx="83127" cy="83127"/>
          </a:xfrm>
          <a:prstGeom prst="ellipse">
            <a:avLst/>
          </a:prstGeom>
          <a:solidFill>
            <a:srgbClr val="F3EEE3">
              <a:alpha val="28000"/>
            </a:srgbClr>
          </a:solidFill>
          <a:ln/>
        </p:spPr>
      </p:sp>
      <p:sp>
        <p:nvSpPr>
          <p:cNvPr id="29" name="Shape 27"/>
          <p:cNvSpPr/>
          <p:nvPr/>
        </p:nvSpPr>
        <p:spPr>
          <a:xfrm>
            <a:off x="2787357" y="9578686"/>
            <a:ext cx="83127" cy="83127"/>
          </a:xfrm>
          <a:prstGeom prst="ellipse">
            <a:avLst/>
          </a:prstGeom>
          <a:solidFill>
            <a:srgbClr val="F3EEE3">
              <a:alpha val="28000"/>
            </a:srgbClr>
          </a:solidFill>
          <a:ln/>
        </p:spPr>
      </p:sp>
      <p:sp>
        <p:nvSpPr>
          <p:cNvPr id="30" name="Shape 28"/>
          <p:cNvSpPr/>
          <p:nvPr/>
        </p:nvSpPr>
        <p:spPr>
          <a:xfrm>
            <a:off x="2953611" y="9578686"/>
            <a:ext cx="83127" cy="83127"/>
          </a:xfrm>
          <a:prstGeom prst="ellipse">
            <a:avLst/>
          </a:prstGeom>
          <a:solidFill>
            <a:srgbClr val="F3EEE3">
              <a:alpha val="28000"/>
            </a:srgbClr>
          </a:solidFill>
          <a:ln/>
        </p:spPr>
      </p:sp>
      <p:sp>
        <p:nvSpPr>
          <p:cNvPr id="31" name="Shape 29"/>
          <p:cNvSpPr/>
          <p:nvPr/>
        </p:nvSpPr>
        <p:spPr>
          <a:xfrm>
            <a:off x="3119865" y="9578686"/>
            <a:ext cx="83127" cy="83127"/>
          </a:xfrm>
          <a:prstGeom prst="ellipse">
            <a:avLst/>
          </a:prstGeom>
          <a:solidFill>
            <a:srgbClr val="F3EEE3">
              <a:alpha val="28000"/>
            </a:srgbClr>
          </a:solidFill>
          <a:ln/>
        </p:spPr>
      </p:sp>
      <p:sp>
        <p:nvSpPr>
          <p:cNvPr id="32" name="Shape 30"/>
          <p:cNvSpPr/>
          <p:nvPr/>
        </p:nvSpPr>
        <p:spPr>
          <a:xfrm>
            <a:off x="3286119" y="9578686"/>
            <a:ext cx="83127" cy="83127"/>
          </a:xfrm>
          <a:prstGeom prst="ellipse">
            <a:avLst/>
          </a:prstGeom>
          <a:solidFill>
            <a:srgbClr val="F3EEE3">
              <a:alpha val="28000"/>
            </a:srgbClr>
          </a:solidFill>
          <a:ln/>
        </p:spPr>
      </p:sp>
      <p:sp>
        <p:nvSpPr>
          <p:cNvPr id="33" name="Shape 31"/>
          <p:cNvSpPr/>
          <p:nvPr/>
        </p:nvSpPr>
        <p:spPr>
          <a:xfrm>
            <a:off x="3452373" y="9578686"/>
            <a:ext cx="83127" cy="83127"/>
          </a:xfrm>
          <a:prstGeom prst="ellipse">
            <a:avLst/>
          </a:prstGeom>
          <a:solidFill>
            <a:srgbClr val="F3EEE3">
              <a:alpha val="28000"/>
            </a:srgbClr>
          </a:solidFill>
          <a:ln/>
        </p:spPr>
      </p:sp>
      <p:sp>
        <p:nvSpPr>
          <p:cNvPr id="34" name="Shape 32"/>
          <p:cNvSpPr/>
          <p:nvPr/>
        </p:nvSpPr>
        <p:spPr>
          <a:xfrm>
            <a:off x="3618627" y="9578686"/>
            <a:ext cx="83127" cy="83127"/>
          </a:xfrm>
          <a:prstGeom prst="ellipse">
            <a:avLst/>
          </a:prstGeom>
          <a:solidFill>
            <a:srgbClr val="F3EEE3">
              <a:alpha val="28000"/>
            </a:srgbClr>
          </a:solidFill>
          <a:ln/>
        </p:spPr>
      </p:sp>
      <p:sp>
        <p:nvSpPr>
          <p:cNvPr id="35" name="Shape 33"/>
          <p:cNvSpPr/>
          <p:nvPr/>
        </p:nvSpPr>
        <p:spPr>
          <a:xfrm>
            <a:off x="3784881" y="9578686"/>
            <a:ext cx="83127" cy="83127"/>
          </a:xfrm>
          <a:prstGeom prst="ellipse">
            <a:avLst/>
          </a:prstGeom>
          <a:solidFill>
            <a:srgbClr val="F3EEE3">
              <a:alpha val="28000"/>
            </a:srgbClr>
          </a:solidFill>
          <a:ln/>
        </p:spPr>
      </p:sp>
      <p:sp>
        <p:nvSpPr>
          <p:cNvPr id="36" name="Shape 34"/>
          <p:cNvSpPr/>
          <p:nvPr/>
        </p:nvSpPr>
        <p:spPr>
          <a:xfrm>
            <a:off x="3951135" y="9578686"/>
            <a:ext cx="83127" cy="83127"/>
          </a:xfrm>
          <a:prstGeom prst="ellipse">
            <a:avLst/>
          </a:prstGeom>
          <a:solidFill>
            <a:srgbClr val="F3EEE3">
              <a:alpha val="28000"/>
            </a:srgbClr>
          </a:solidFill>
          <a:ln/>
        </p:spPr>
      </p:sp>
      <p:sp>
        <p:nvSpPr>
          <p:cNvPr id="37" name="Shape 35"/>
          <p:cNvSpPr/>
          <p:nvPr/>
        </p:nvSpPr>
        <p:spPr>
          <a:xfrm>
            <a:off x="4117389" y="9578686"/>
            <a:ext cx="83127" cy="83127"/>
          </a:xfrm>
          <a:prstGeom prst="ellipse">
            <a:avLst/>
          </a:prstGeom>
          <a:solidFill>
            <a:srgbClr val="F3EEE3">
              <a:alpha val="28000"/>
            </a:srgbClr>
          </a:solidFill>
          <a:ln/>
        </p:spPr>
      </p:sp>
      <p:sp>
        <p:nvSpPr>
          <p:cNvPr id="38" name="Shape 36"/>
          <p:cNvSpPr/>
          <p:nvPr/>
        </p:nvSpPr>
        <p:spPr>
          <a:xfrm>
            <a:off x="4269789" y="9564832"/>
            <a:ext cx="110836" cy="110836"/>
          </a:xfrm>
          <a:prstGeom prst="ellipse">
            <a:avLst/>
          </a:prstGeom>
          <a:solidFill>
            <a:srgbClr val="FF6A4D"/>
          </a:solidFill>
          <a:ln/>
        </p:spPr>
      </p:sp>
      <p:sp>
        <p:nvSpPr>
          <p:cNvPr id="39" name="Shape 37"/>
          <p:cNvSpPr/>
          <p:nvPr/>
        </p:nvSpPr>
        <p:spPr>
          <a:xfrm>
            <a:off x="4449898" y="9578686"/>
            <a:ext cx="83127" cy="83127"/>
          </a:xfrm>
          <a:prstGeom prst="ellipse">
            <a:avLst/>
          </a:prstGeom>
          <a:solidFill>
            <a:srgbClr val="F3EEE3">
              <a:alpha val="28000"/>
            </a:srgbClr>
          </a:solidFill>
          <a:ln/>
        </p:spPr>
      </p:sp>
      <p:sp>
        <p:nvSpPr>
          <p:cNvPr id="40" name="Shape 38"/>
          <p:cNvSpPr/>
          <p:nvPr/>
        </p:nvSpPr>
        <p:spPr>
          <a:xfrm>
            <a:off x="4616152" y="9578686"/>
            <a:ext cx="83127" cy="83127"/>
          </a:xfrm>
          <a:prstGeom prst="ellipse">
            <a:avLst/>
          </a:prstGeom>
          <a:solidFill>
            <a:srgbClr val="F3EEE3">
              <a:alpha val="28000"/>
            </a:srgbClr>
          </a:solidFill>
          <a:ln/>
        </p:spPr>
      </p:sp>
      <p:sp>
        <p:nvSpPr>
          <p:cNvPr id="41" name="Shape 39"/>
          <p:cNvSpPr/>
          <p:nvPr/>
        </p:nvSpPr>
        <p:spPr>
          <a:xfrm>
            <a:off x="4782406" y="9578686"/>
            <a:ext cx="83127" cy="83127"/>
          </a:xfrm>
          <a:prstGeom prst="ellipse">
            <a:avLst/>
          </a:prstGeom>
          <a:solidFill>
            <a:srgbClr val="F3EEE3">
              <a:alpha val="28000"/>
            </a:srgbClr>
          </a:solidFill>
          <a:ln/>
        </p:spPr>
      </p:sp>
      <p:sp>
        <p:nvSpPr>
          <p:cNvPr id="42" name="Shape 40"/>
          <p:cNvSpPr/>
          <p:nvPr/>
        </p:nvSpPr>
        <p:spPr>
          <a:xfrm>
            <a:off x="4948660" y="9578686"/>
            <a:ext cx="83127" cy="83127"/>
          </a:xfrm>
          <a:prstGeom prst="ellipse">
            <a:avLst/>
          </a:prstGeom>
          <a:solidFill>
            <a:srgbClr val="F3EEE3">
              <a:alpha val="28000"/>
            </a:srgbClr>
          </a:solidFill>
          <a:ln/>
        </p:spPr>
      </p:sp>
      <p:sp>
        <p:nvSpPr>
          <p:cNvPr id="43" name="Shape 41"/>
          <p:cNvSpPr/>
          <p:nvPr/>
        </p:nvSpPr>
        <p:spPr>
          <a:xfrm>
            <a:off x="5114914" y="9578686"/>
            <a:ext cx="83127" cy="83127"/>
          </a:xfrm>
          <a:prstGeom prst="ellipse">
            <a:avLst/>
          </a:prstGeom>
          <a:solidFill>
            <a:srgbClr val="F3EEE3">
              <a:alpha val="28000"/>
            </a:srgbClr>
          </a:solidFill>
          <a:ln/>
        </p:spPr>
      </p:sp>
      <p:sp>
        <p:nvSpPr>
          <p:cNvPr id="44" name="Shape 42"/>
          <p:cNvSpPr/>
          <p:nvPr/>
        </p:nvSpPr>
        <p:spPr>
          <a:xfrm>
            <a:off x="5281168" y="9578686"/>
            <a:ext cx="83127" cy="83127"/>
          </a:xfrm>
          <a:prstGeom prst="ellipse">
            <a:avLst/>
          </a:prstGeom>
          <a:solidFill>
            <a:srgbClr val="F3EEE3">
              <a:alpha val="28000"/>
            </a:srgbClr>
          </a:solidFill>
          <a:ln/>
        </p:spPr>
      </p:sp>
      <p:sp>
        <p:nvSpPr>
          <p:cNvPr id="45" name="Shape 43"/>
          <p:cNvSpPr/>
          <p:nvPr/>
        </p:nvSpPr>
        <p:spPr>
          <a:xfrm>
            <a:off x="5447422" y="9578686"/>
            <a:ext cx="83127" cy="83127"/>
          </a:xfrm>
          <a:prstGeom prst="ellipse">
            <a:avLst/>
          </a:prstGeom>
          <a:solidFill>
            <a:srgbClr val="F3EEE3">
              <a:alpha val="28000"/>
            </a:srgbClr>
          </a:solidFill>
          <a:ln/>
        </p:spPr>
      </p:sp>
      <p:sp>
        <p:nvSpPr>
          <p:cNvPr id="46" name="Shape 44"/>
          <p:cNvSpPr/>
          <p:nvPr/>
        </p:nvSpPr>
        <p:spPr>
          <a:xfrm>
            <a:off x="5613676" y="9578686"/>
            <a:ext cx="83127" cy="83127"/>
          </a:xfrm>
          <a:prstGeom prst="ellipse">
            <a:avLst/>
          </a:prstGeom>
          <a:solidFill>
            <a:srgbClr val="F3EEE3">
              <a:alpha val="28000"/>
            </a:srgbClr>
          </a:solidFill>
          <a:ln/>
        </p:spPr>
      </p:sp>
      <p:sp>
        <p:nvSpPr>
          <p:cNvPr id="47" name="Shape 45"/>
          <p:cNvSpPr/>
          <p:nvPr/>
        </p:nvSpPr>
        <p:spPr>
          <a:xfrm>
            <a:off x="5779931" y="9578686"/>
            <a:ext cx="83127" cy="83127"/>
          </a:xfrm>
          <a:prstGeom prst="ellipse">
            <a:avLst/>
          </a:prstGeom>
          <a:solidFill>
            <a:srgbClr val="F3EEE3">
              <a:alpha val="28000"/>
            </a:srgbClr>
          </a:solidFill>
          <a:ln/>
        </p:spPr>
      </p:sp>
      <p:sp>
        <p:nvSpPr>
          <p:cNvPr id="48" name="Shape 46"/>
          <p:cNvSpPr/>
          <p:nvPr/>
        </p:nvSpPr>
        <p:spPr>
          <a:xfrm>
            <a:off x="5946185" y="9578686"/>
            <a:ext cx="83127" cy="83127"/>
          </a:xfrm>
          <a:prstGeom prst="ellipse">
            <a:avLst/>
          </a:prstGeom>
          <a:solidFill>
            <a:srgbClr val="F3EEE3">
              <a:alpha val="28000"/>
            </a:srgbClr>
          </a:solidFill>
          <a:ln/>
        </p:spPr>
      </p:sp>
      <p:sp>
        <p:nvSpPr>
          <p:cNvPr id="49" name="Shape 47"/>
          <p:cNvSpPr/>
          <p:nvPr/>
        </p:nvSpPr>
        <p:spPr>
          <a:xfrm>
            <a:off x="6112439" y="9578686"/>
            <a:ext cx="83127" cy="83127"/>
          </a:xfrm>
          <a:prstGeom prst="ellipse">
            <a:avLst/>
          </a:prstGeom>
          <a:solidFill>
            <a:srgbClr val="F3EEE3">
              <a:alpha val="28000"/>
            </a:srgbClr>
          </a:solidFill>
          <a:ln/>
        </p:spPr>
      </p:sp>
      <p:sp>
        <p:nvSpPr>
          <p:cNvPr id="50" name="Shape 48"/>
          <p:cNvSpPr/>
          <p:nvPr/>
        </p:nvSpPr>
        <p:spPr>
          <a:xfrm>
            <a:off x="6278693" y="9578686"/>
            <a:ext cx="83127" cy="83127"/>
          </a:xfrm>
          <a:prstGeom prst="ellipse">
            <a:avLst/>
          </a:prstGeom>
          <a:solidFill>
            <a:srgbClr val="F3EEE3">
              <a:alpha val="28000"/>
            </a:srgbClr>
          </a:solidFill>
          <a:ln/>
        </p:spPr>
      </p:sp>
      <p:sp>
        <p:nvSpPr>
          <p:cNvPr id="51" name="Shape 49"/>
          <p:cNvSpPr/>
          <p:nvPr/>
        </p:nvSpPr>
        <p:spPr>
          <a:xfrm>
            <a:off x="6444947" y="9578686"/>
            <a:ext cx="83127" cy="83127"/>
          </a:xfrm>
          <a:prstGeom prst="ellipse">
            <a:avLst/>
          </a:prstGeom>
          <a:solidFill>
            <a:srgbClr val="F3EEE3">
              <a:alpha val="28000"/>
            </a:srgbClr>
          </a:solidFill>
          <a:ln/>
        </p:spPr>
      </p:sp>
      <p:sp>
        <p:nvSpPr>
          <p:cNvPr id="52" name="Shape 50"/>
          <p:cNvSpPr/>
          <p:nvPr/>
        </p:nvSpPr>
        <p:spPr>
          <a:xfrm>
            <a:off x="6611201" y="9578686"/>
            <a:ext cx="83127" cy="83127"/>
          </a:xfrm>
          <a:prstGeom prst="ellipse">
            <a:avLst/>
          </a:prstGeom>
          <a:solidFill>
            <a:srgbClr val="F3EEE3">
              <a:alpha val="28000"/>
            </a:srgbClr>
          </a:solidFill>
          <a:ln/>
        </p:spPr>
      </p:sp>
      <p:sp>
        <p:nvSpPr>
          <p:cNvPr id="53" name="Shape 51"/>
          <p:cNvSpPr/>
          <p:nvPr/>
        </p:nvSpPr>
        <p:spPr>
          <a:xfrm>
            <a:off x="6777455" y="9578686"/>
            <a:ext cx="83127" cy="83127"/>
          </a:xfrm>
          <a:prstGeom prst="ellipse">
            <a:avLst/>
          </a:prstGeom>
          <a:solidFill>
            <a:srgbClr val="F3EEE3">
              <a:alpha val="28000"/>
            </a:srgbClr>
          </a:solidFill>
          <a:ln/>
        </p:spPr>
      </p:sp>
      <p:sp>
        <p:nvSpPr>
          <p:cNvPr id="54" name="Shape 52"/>
          <p:cNvSpPr/>
          <p:nvPr/>
        </p:nvSpPr>
        <p:spPr>
          <a:xfrm>
            <a:off x="6943709" y="9578686"/>
            <a:ext cx="83127" cy="83127"/>
          </a:xfrm>
          <a:prstGeom prst="ellipse">
            <a:avLst/>
          </a:prstGeom>
          <a:solidFill>
            <a:srgbClr val="F3EEE3">
              <a:alpha val="28000"/>
            </a:srgbClr>
          </a:solidFill>
          <a:ln/>
        </p:spPr>
      </p:sp>
      <p:sp>
        <p:nvSpPr>
          <p:cNvPr id="55" name="Shape 53"/>
          <p:cNvSpPr/>
          <p:nvPr/>
        </p:nvSpPr>
        <p:spPr>
          <a:xfrm>
            <a:off x="7109963" y="9578686"/>
            <a:ext cx="83127" cy="83127"/>
          </a:xfrm>
          <a:prstGeom prst="ellipse">
            <a:avLst/>
          </a:prstGeom>
          <a:solidFill>
            <a:srgbClr val="F3EEE3">
              <a:alpha val="28000"/>
            </a:srgbClr>
          </a:solidFill>
          <a:ln/>
        </p:spPr>
      </p:sp>
      <p:sp>
        <p:nvSpPr>
          <p:cNvPr id="56" name="Shape 54"/>
          <p:cNvSpPr/>
          <p:nvPr/>
        </p:nvSpPr>
        <p:spPr>
          <a:xfrm>
            <a:off x="7276218" y="9578686"/>
            <a:ext cx="83127" cy="83127"/>
          </a:xfrm>
          <a:prstGeom prst="ellipse">
            <a:avLst/>
          </a:prstGeom>
          <a:solidFill>
            <a:srgbClr val="F3EEE3">
              <a:alpha val="28000"/>
            </a:srgbClr>
          </a:solidFill>
          <a:ln/>
        </p:spPr>
      </p:sp>
      <p:sp>
        <p:nvSpPr>
          <p:cNvPr id="57" name="Shape 55"/>
          <p:cNvSpPr/>
          <p:nvPr/>
        </p:nvSpPr>
        <p:spPr>
          <a:xfrm>
            <a:off x="7442472" y="9578686"/>
            <a:ext cx="83127" cy="83127"/>
          </a:xfrm>
          <a:prstGeom prst="ellipse">
            <a:avLst/>
          </a:prstGeom>
          <a:solidFill>
            <a:srgbClr val="F3EEE3">
              <a:alpha val="28000"/>
            </a:srgbClr>
          </a:solidFill>
          <a:ln/>
        </p:spPr>
      </p:sp>
      <p:sp>
        <p:nvSpPr>
          <p:cNvPr id="58" name="Shape 56"/>
          <p:cNvSpPr/>
          <p:nvPr/>
        </p:nvSpPr>
        <p:spPr>
          <a:xfrm>
            <a:off x="7608726" y="9578686"/>
            <a:ext cx="83127" cy="83127"/>
          </a:xfrm>
          <a:prstGeom prst="ellipse">
            <a:avLst/>
          </a:prstGeom>
          <a:solidFill>
            <a:srgbClr val="F3EEE3">
              <a:alpha val="28000"/>
            </a:srgbClr>
          </a:solidFill>
          <a:ln/>
        </p:spPr>
      </p:sp>
      <p:sp>
        <p:nvSpPr>
          <p:cNvPr id="59" name="Shape 57"/>
          <p:cNvSpPr/>
          <p:nvPr/>
        </p:nvSpPr>
        <p:spPr>
          <a:xfrm>
            <a:off x="7774980" y="9578686"/>
            <a:ext cx="83127" cy="83127"/>
          </a:xfrm>
          <a:prstGeom prst="ellipse">
            <a:avLst/>
          </a:prstGeom>
          <a:solidFill>
            <a:srgbClr val="F3EEE3">
              <a:alpha val="28000"/>
            </a:srgbClr>
          </a:solidFill>
          <a:ln/>
        </p:spPr>
      </p:sp>
      <p:sp>
        <p:nvSpPr>
          <p:cNvPr id="60" name="Shape 58"/>
          <p:cNvSpPr/>
          <p:nvPr/>
        </p:nvSpPr>
        <p:spPr>
          <a:xfrm>
            <a:off x="7941234" y="9578686"/>
            <a:ext cx="83127" cy="83127"/>
          </a:xfrm>
          <a:prstGeom prst="ellipse">
            <a:avLst/>
          </a:prstGeom>
          <a:solidFill>
            <a:srgbClr val="F3EEE3">
              <a:alpha val="28000"/>
            </a:srgbClr>
          </a:solidFill>
          <a:ln/>
        </p:spPr>
      </p:sp>
      <p:sp>
        <p:nvSpPr>
          <p:cNvPr id="61" name="Shape 59"/>
          <p:cNvSpPr/>
          <p:nvPr/>
        </p:nvSpPr>
        <p:spPr>
          <a:xfrm>
            <a:off x="8107488" y="9578686"/>
            <a:ext cx="83127" cy="83127"/>
          </a:xfrm>
          <a:prstGeom prst="ellipse">
            <a:avLst/>
          </a:prstGeom>
          <a:solidFill>
            <a:srgbClr val="F3EEE3">
              <a:alpha val="28000"/>
            </a:srgbClr>
          </a:solidFill>
          <a:ln/>
        </p:spPr>
      </p:sp>
      <p:sp>
        <p:nvSpPr>
          <p:cNvPr id="62" name="Shape 60"/>
          <p:cNvSpPr/>
          <p:nvPr/>
        </p:nvSpPr>
        <p:spPr>
          <a:xfrm>
            <a:off x="8273742" y="9578686"/>
            <a:ext cx="83127" cy="83127"/>
          </a:xfrm>
          <a:prstGeom prst="ellipse">
            <a:avLst/>
          </a:prstGeom>
          <a:solidFill>
            <a:srgbClr val="F3EEE3">
              <a:alpha val="28000"/>
            </a:srgbClr>
          </a:solidFill>
          <a:ln/>
        </p:spPr>
      </p:sp>
      <p:sp>
        <p:nvSpPr>
          <p:cNvPr id="63" name="Shape 61"/>
          <p:cNvSpPr/>
          <p:nvPr/>
        </p:nvSpPr>
        <p:spPr>
          <a:xfrm>
            <a:off x="8439996" y="9578686"/>
            <a:ext cx="83127" cy="83127"/>
          </a:xfrm>
          <a:prstGeom prst="ellipse">
            <a:avLst/>
          </a:prstGeom>
          <a:solidFill>
            <a:srgbClr val="F3EEE3">
              <a:alpha val="28000"/>
            </a:srgbClr>
          </a:solidFill>
          <a:ln/>
        </p:spPr>
      </p:sp>
      <p:sp>
        <p:nvSpPr>
          <p:cNvPr id="64" name="Shape 62"/>
          <p:cNvSpPr/>
          <p:nvPr/>
        </p:nvSpPr>
        <p:spPr>
          <a:xfrm>
            <a:off x="8606251" y="9578686"/>
            <a:ext cx="83127" cy="83127"/>
          </a:xfrm>
          <a:prstGeom prst="ellipse">
            <a:avLst/>
          </a:prstGeom>
          <a:solidFill>
            <a:srgbClr val="F3EEE3">
              <a:alpha val="28000"/>
            </a:srgbClr>
          </a:solidFill>
          <a:ln/>
        </p:spPr>
      </p:sp>
      <p:sp>
        <p:nvSpPr>
          <p:cNvPr id="65" name="Shape 63"/>
          <p:cNvSpPr/>
          <p:nvPr/>
        </p:nvSpPr>
        <p:spPr>
          <a:xfrm>
            <a:off x="8772505" y="9578686"/>
            <a:ext cx="83127" cy="83127"/>
          </a:xfrm>
          <a:prstGeom prst="ellipse">
            <a:avLst/>
          </a:prstGeom>
          <a:solidFill>
            <a:srgbClr val="F3EEE3">
              <a:alpha val="28000"/>
            </a:srgbClr>
          </a:solidFill>
          <a:ln/>
        </p:spPr>
      </p:sp>
      <p:sp>
        <p:nvSpPr>
          <p:cNvPr id="66" name="Shape 64"/>
          <p:cNvSpPr/>
          <p:nvPr/>
        </p:nvSpPr>
        <p:spPr>
          <a:xfrm>
            <a:off x="8938759" y="9578686"/>
            <a:ext cx="83127" cy="83127"/>
          </a:xfrm>
          <a:prstGeom prst="ellipse">
            <a:avLst/>
          </a:prstGeom>
          <a:solidFill>
            <a:srgbClr val="F3EEE3">
              <a:alpha val="28000"/>
            </a:srgbClr>
          </a:solidFill>
          <a:ln/>
        </p:spPr>
      </p:sp>
      <p:sp>
        <p:nvSpPr>
          <p:cNvPr id="67" name="Shape 65"/>
          <p:cNvSpPr/>
          <p:nvPr/>
        </p:nvSpPr>
        <p:spPr>
          <a:xfrm>
            <a:off x="9105013" y="9578686"/>
            <a:ext cx="83127" cy="83127"/>
          </a:xfrm>
          <a:prstGeom prst="ellipse">
            <a:avLst/>
          </a:prstGeom>
          <a:solidFill>
            <a:srgbClr val="F3EEE3">
              <a:alpha val="28000"/>
            </a:srgbClr>
          </a:solidFill>
          <a:ln/>
        </p:spPr>
      </p:sp>
      <p:sp>
        <p:nvSpPr>
          <p:cNvPr id="68" name="Shape 66"/>
          <p:cNvSpPr/>
          <p:nvPr/>
        </p:nvSpPr>
        <p:spPr>
          <a:xfrm>
            <a:off x="9271267" y="9578686"/>
            <a:ext cx="83127" cy="83127"/>
          </a:xfrm>
          <a:prstGeom prst="ellipse">
            <a:avLst/>
          </a:prstGeom>
          <a:solidFill>
            <a:srgbClr val="F3EEE3">
              <a:alpha val="28000"/>
            </a:srgbClr>
          </a:solidFill>
          <a:ln/>
        </p:spPr>
      </p:sp>
      <p:sp>
        <p:nvSpPr>
          <p:cNvPr id="69" name="Shape 67"/>
          <p:cNvSpPr/>
          <p:nvPr/>
        </p:nvSpPr>
        <p:spPr>
          <a:xfrm>
            <a:off x="9437521" y="9578686"/>
            <a:ext cx="83127" cy="83127"/>
          </a:xfrm>
          <a:prstGeom prst="ellipse">
            <a:avLst/>
          </a:prstGeom>
          <a:solidFill>
            <a:srgbClr val="F3EEE3">
              <a:alpha val="28000"/>
            </a:srgbClr>
          </a:solidFill>
          <a:ln/>
        </p:spPr>
      </p:sp>
      <p:sp>
        <p:nvSpPr>
          <p:cNvPr id="70" name="Shape 68"/>
          <p:cNvSpPr/>
          <p:nvPr/>
        </p:nvSpPr>
        <p:spPr>
          <a:xfrm>
            <a:off x="9603775" y="9578686"/>
            <a:ext cx="83127" cy="83127"/>
          </a:xfrm>
          <a:prstGeom prst="ellipse">
            <a:avLst/>
          </a:prstGeom>
          <a:solidFill>
            <a:srgbClr val="F3EEE3">
              <a:alpha val="28000"/>
            </a:srgbClr>
          </a:solidFill>
          <a:ln/>
        </p:spPr>
      </p:sp>
      <p:sp>
        <p:nvSpPr>
          <p:cNvPr id="71" name="Shape 69"/>
          <p:cNvSpPr/>
          <p:nvPr/>
        </p:nvSpPr>
        <p:spPr>
          <a:xfrm>
            <a:off x="9770029" y="9578686"/>
            <a:ext cx="83127" cy="83127"/>
          </a:xfrm>
          <a:prstGeom prst="ellipse">
            <a:avLst/>
          </a:prstGeom>
          <a:solidFill>
            <a:srgbClr val="F3EEE3">
              <a:alpha val="28000"/>
            </a:srgbClr>
          </a:solidFill>
          <a:ln/>
        </p:spPr>
      </p:sp>
      <p:sp>
        <p:nvSpPr>
          <p:cNvPr id="72" name="Shape 70"/>
          <p:cNvSpPr/>
          <p:nvPr/>
        </p:nvSpPr>
        <p:spPr>
          <a:xfrm>
            <a:off x="9936283" y="9578686"/>
            <a:ext cx="83127" cy="83127"/>
          </a:xfrm>
          <a:prstGeom prst="ellipse">
            <a:avLst/>
          </a:prstGeom>
          <a:solidFill>
            <a:srgbClr val="F3EEE3">
              <a:alpha val="28000"/>
            </a:srgbClr>
          </a:solidFill>
          <a:ln/>
        </p:spPr>
      </p:sp>
      <p:sp>
        <p:nvSpPr>
          <p:cNvPr id="73" name="Text 7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21/55</a:t>
            </a:r>
            <a:endParaRPr lang="en-US" sz="1800" dirty="0"/>
          </a:p>
        </p:txBody>
      </p:sp>
      <p:sp>
        <p:nvSpPr>
          <p:cNvPr id="74" name="Shape 72"/>
          <p:cNvSpPr/>
          <p:nvPr/>
        </p:nvSpPr>
        <p:spPr>
          <a:xfrm>
            <a:off x="15983712" y="9076331"/>
            <a:ext cx="1645920" cy="552301"/>
          </a:xfrm>
          <a:prstGeom prst="roundRect">
            <a:avLst>
              <a:gd name="adj" fmla="val 28000"/>
            </a:avLst>
          </a:prstGeom>
          <a:solidFill>
            <a:srgbClr val="FFFFFF">
              <a:alpha val="82000"/>
            </a:srgbClr>
          </a:solidFill>
          <a:ln/>
        </p:spPr>
      </p:sp>
      <p:pic>
        <p:nvPicPr>
          <p:cNvPr id="75" name="Moda image moda-export-watermark-b9610a48-3dd2-48d1-82e9-3683525febec"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Nhóm</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3:</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sáu</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cách</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giữ</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dự án</a:t>
            </a:r>
            <a:r>
              <a:rPr lang="en-US" sz="5700" dirty="0" spc="-37" kern="0">
                <a:solidFill>
                  <a:srgbClr val="F3EEE3"/>
                </a:solidFill>
                <a:latin typeface="Bricolage Grotesque ExtraBold" pitchFamily="34" charset="0"/>
                <a:ea typeface="Bricolage Grotesque ExtraBold" pitchFamily="34" charset="-122"/>
                <a:cs typeface="Bricolage Grotesque ExtraBold" pitchFamily="34" charset="-120"/>
              </a:rPr>
              <a:t> lớn</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trong</a:t>
            </a:r>
            <a:r>
              <a:rPr lang="en-US" sz="5700" dirty="0" spc="-7" kern="0">
                <a:solidFill>
                  <a:srgbClr val="F3EEE3"/>
                </a:solidFill>
                <a:latin typeface="Bricolage Grotesque ExtraBold" pitchFamily="34" charset="0"/>
                <a:ea typeface="Bricolage Grotesque ExtraBold" pitchFamily="34" charset="-122"/>
                <a:cs typeface="Bricolage Grotesque ExtraBold" pitchFamily="34" charset="-120"/>
              </a:rPr>
              <a:t> tầm</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tay</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FFB454"/>
          </a:solidFill>
          <a:ln/>
        </p:spPr>
      </p:sp>
      <p:sp>
        <p:nvSpPr>
          <p:cNvPr id="5" name="Text 3"/>
          <p:cNvSpPr/>
          <p:nvPr/>
        </p:nvSpPr>
        <p:spPr>
          <a:xfrm>
            <a:off x="1295400" y="2762250"/>
            <a:ext cx="5905500" cy="904875"/>
          </a:xfrm>
          <a:prstGeom prst="rect">
            <a:avLst/>
          </a:prstGeom>
          <a:noFill/>
          <a:ln/>
        </p:spPr>
        <p:txBody>
          <a:bodyPr wrap="square" lIns="0" tIns="16720" rIns="0" bIns="-16720" rtlCol="0" anchor="ctr"/>
          <a:lstStyle/>
          <a:p>
            <a:pPr algn="l" indent="0" marL="0">
              <a:lnSpc>
                <a:spcPts val="3450"/>
              </a:lnSpc>
              <a:buNone/>
            </a:pPr>
            <a:r>
              <a:rPr lang="en-US" sz="3000" dirty="0" spc="-3" kern="0">
                <a:solidFill>
                  <a:srgbClr val="FFB454"/>
                </a:solidFill>
                <a:latin typeface="Be Vietnam Pro ExtraBold" pitchFamily="34" charset="0"/>
                <a:ea typeface="Be Vietnam Pro ExtraBold" pitchFamily="34" charset="-122"/>
                <a:cs typeface="Be Vietnam Pro ExtraBold" pitchFamily="34" charset="-120"/>
              </a:rPr>
              <a:t>gstack</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400" dirty="0" spc="16" kern="0">
                <a:solidFill>
                  <a:srgbClr val="F3EEE3"/>
                </a:solidFill>
                <a:latin typeface="Be Vietnam Pro" pitchFamily="34" charset="0"/>
                <a:ea typeface="Be Vietnam Pro" pitchFamily="34" charset="-122"/>
                <a:cs typeface="Be Vietnam Pro" pitchFamily="34" charset="-120"/>
              </a:rPr>
              <a:t>đội</a:t>
            </a:r>
            <a:r>
              <a:rPr lang="en-US" sz="2400" dirty="0" spc="-2" kern="0">
                <a:solidFill>
                  <a:srgbClr val="F3EEE3"/>
                </a:solidFill>
                <a:latin typeface="Be Vietnam Pro" pitchFamily="34" charset="0"/>
                <a:ea typeface="Be Vietnam Pro" pitchFamily="34" charset="-122"/>
                <a:cs typeface="Be Vietnam Pro" pitchFamily="34" charset="-120"/>
              </a:rPr>
              <a:t> kỹ</a:t>
            </a:r>
            <a:r>
              <a:rPr lang="en-US" sz="2400" dirty="0" spc="-7" kern="0">
                <a:solidFill>
                  <a:srgbClr val="F3EEE3"/>
                </a:solidFill>
                <a:latin typeface="Be Vietnam Pro" pitchFamily="34" charset="0"/>
                <a:ea typeface="Be Vietnam Pro" pitchFamily="34" charset="-122"/>
                <a:cs typeface="Be Vietnam Pro" pitchFamily="34" charset="-120"/>
              </a:rPr>
              <a:t> thuật</a:t>
            </a:r>
            <a:r>
              <a:rPr lang="en-US" sz="2400" dirty="0" spc="3" kern="0">
                <a:solidFill>
                  <a:srgbClr val="F3EEE3"/>
                </a:solidFill>
                <a:latin typeface="Be Vietnam Pro" pitchFamily="34" charset="0"/>
                <a:ea typeface="Be Vietnam Pro" pitchFamily="34" charset="-122"/>
                <a:cs typeface="Be Vietnam Pro" pitchFamily="34" charset="-120"/>
              </a:rPr>
              <a:t> ảo,</a:t>
            </a:r>
            <a:r>
              <a:rPr lang="en-US" sz="2400" dirty="0" spc="1" kern="0">
                <a:solidFill>
                  <a:srgbClr val="F3EEE3"/>
                </a:solidFill>
                <a:latin typeface="Be Vietnam Pro" pitchFamily="34" charset="0"/>
                <a:ea typeface="Be Vietnam Pro" pitchFamily="34" charset="-122"/>
                <a:cs typeface="Be Vietnam Pro" pitchFamily="34" charset="-120"/>
              </a:rPr>
              <a:t> hai</a:t>
            </a:r>
            <a:r>
              <a:rPr lang="en-US" sz="2400" dirty="0" spc="7" kern="0">
                <a:solidFill>
                  <a:srgbClr val="F3EEE3"/>
                </a:solidFill>
                <a:latin typeface="Be Vietnam Pro" pitchFamily="34" charset="0"/>
                <a:ea typeface="Be Vietnam Pro" pitchFamily="34" charset="-122"/>
                <a:cs typeface="Be Vietnam Pro" pitchFamily="34" charset="-120"/>
              </a:rPr>
              <a:t> mươi</a:t>
            </a:r>
            <a:r>
              <a:rPr lang="en-US" sz="2400" dirty="0" spc="-1" kern="0">
                <a:solidFill>
                  <a:srgbClr val="F3EEE3"/>
                </a:solidFill>
                <a:latin typeface="Be Vietnam Pro" pitchFamily="34" charset="0"/>
                <a:ea typeface="Be Vietnam Pro" pitchFamily="34" charset="-122"/>
                <a:cs typeface="Be Vietnam Pro" pitchFamily="34" charset="-120"/>
              </a:rPr>
              <a:t> ba</a:t>
            </a:r>
            <a:r>
              <a:rPr lang="en-US" sz="2400" dirty="0" spc="-13" kern="0">
                <a:solidFill>
                  <a:srgbClr val="F3EEE3"/>
                </a:solidFill>
                <a:latin typeface="Be Vietnam Pro" pitchFamily="34" charset="0"/>
                <a:ea typeface="Be Vietnam Pro" pitchFamily="34" charset="-122"/>
                <a:cs typeface="Be Vietnam Pro" pitchFamily="34" charset="-120"/>
              </a:rPr>
              <a:t> chuyên</a:t>
            </a:r>
            <a:r>
              <a:rPr lang="en-US" sz="2400" dirty="0" spc="1" kern="0">
                <a:solidFill>
                  <a:srgbClr val="F3EEE3"/>
                </a:solidFill>
                <a:latin typeface="Be Vietnam Pro" pitchFamily="34" charset="0"/>
                <a:ea typeface="Be Vietnam Pro" pitchFamily="34" charset="-122"/>
                <a:cs typeface="Be Vietnam Pro" pitchFamily="34" charset="-120"/>
              </a:rPr>
              <a:t> gia</a:t>
            </a:r>
            <a:r>
              <a:rPr lang="en-US" sz="2400" dirty="0" spc="-15" kern="0">
                <a:solidFill>
                  <a:srgbClr val="F3EEE3"/>
                </a:solidFill>
                <a:latin typeface="Be Vietnam Pro" pitchFamily="34" charset="0"/>
                <a:ea typeface="Be Vietnam Pro" pitchFamily="34" charset="-122"/>
                <a:cs typeface="Be Vietnam Pro" pitchFamily="34" charset="-120"/>
              </a:rPr>
              <a:t> và</a:t>
            </a:r>
            <a:r>
              <a:rPr lang="en-US" sz="2400" dirty="0" spc="-8" kern="0">
                <a:solidFill>
                  <a:srgbClr val="F3EEE3"/>
                </a:solidFill>
                <a:latin typeface="Be Vietnam Pro" pitchFamily="34" charset="0"/>
                <a:ea typeface="Be Vietnam Pro" pitchFamily="34" charset="-122"/>
                <a:cs typeface="Be Vietnam Pro" pitchFamily="34" charset="-120"/>
              </a:rPr>
              <a:t> tám</a:t>
            </a:r>
            <a:r>
              <a:rPr lang="en-US" sz="2400" dirty="0" spc="1" kern="0">
                <a:solidFill>
                  <a:srgbClr val="F3EEE3"/>
                </a:solidFill>
                <a:latin typeface="Be Vietnam Pro" pitchFamily="34" charset="0"/>
                <a:ea typeface="Be Vietnam Pro" pitchFamily="34" charset="-122"/>
                <a:cs typeface="Be Vietnam Pro" pitchFamily="34" charset="-120"/>
              </a:rPr>
              <a:t> công</a:t>
            </a:r>
            <a:r>
              <a:rPr lang="en-US" sz="2400" dirty="0" spc="2" kern="0">
                <a:solidFill>
                  <a:srgbClr val="F3EEE3"/>
                </a:solidFill>
                <a:latin typeface="Be Vietnam Pro" pitchFamily="34" charset="0"/>
                <a:ea typeface="Be Vietnam Pro" pitchFamily="34" charset="-122"/>
                <a:cs typeface="Be Vietnam Pro" pitchFamily="34" charset="-120"/>
              </a:rPr>
              <a:t> cụ</a:t>
            </a:r>
            <a:endParaRPr lang="en-US" sz="24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3DD6A0"/>
          </a:solidFill>
          <a:ln/>
        </p:spPr>
      </p:sp>
      <p:sp>
        <p:nvSpPr>
          <p:cNvPr id="9" name="Text 7"/>
          <p:cNvSpPr/>
          <p:nvPr/>
        </p:nvSpPr>
        <p:spPr>
          <a:xfrm>
            <a:off x="1295400" y="3800475"/>
            <a:ext cx="5905500" cy="904875"/>
          </a:xfrm>
          <a:prstGeom prst="rect">
            <a:avLst/>
          </a:prstGeom>
          <a:noFill/>
          <a:ln/>
        </p:spPr>
        <p:txBody>
          <a:bodyPr wrap="square" lIns="0" tIns="16720" rIns="0" bIns="-16720" rtlCol="0" anchor="ctr"/>
          <a:lstStyle/>
          <a:p>
            <a:pPr algn="l" indent="0" marL="0">
              <a:lnSpc>
                <a:spcPts val="3450"/>
              </a:lnSpc>
              <a:buNone/>
            </a:pPr>
            <a:r>
              <a:rPr lang="en-US" sz="3000" dirty="0" spc="-25" kern="0">
                <a:solidFill>
                  <a:srgbClr val="3DD6A0"/>
                </a:solidFill>
                <a:latin typeface="Be Vietnam Pro ExtraBold" pitchFamily="34" charset="0"/>
                <a:ea typeface="Be Vietnam Pro ExtraBold" pitchFamily="34" charset="-122"/>
                <a:cs typeface="Be Vietnam Pro ExtraBold" pitchFamily="34" charset="-120"/>
              </a:rPr>
              <a:t>Caveman</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21" kern="0">
                <a:solidFill>
                  <a:srgbClr val="F3EEE3"/>
                </a:solidFill>
                <a:latin typeface="Be Vietnam Pro" pitchFamily="34" charset="0"/>
                <a:ea typeface="Be Vietnam Pro" pitchFamily="34" charset="-122"/>
                <a:cs typeface="Be Vietnam Pro" pitchFamily="34" charset="-120"/>
              </a:rPr>
              <a:t>agent</a:t>
            </a:r>
            <a:r>
              <a:rPr lang="en-US" sz="2700" dirty="0" spc="-2" kern="0">
                <a:solidFill>
                  <a:srgbClr val="F3EEE3"/>
                </a:solidFill>
                <a:latin typeface="Be Vietnam Pro" pitchFamily="34" charset="0"/>
                <a:ea typeface="Be Vietnam Pro" pitchFamily="34" charset="-122"/>
                <a:cs typeface="Be Vietnam Pro" pitchFamily="34" charset="-120"/>
              </a:rPr>
              <a:t> nói</a:t>
            </a:r>
            <a:r>
              <a:rPr lang="en-US" sz="2700" dirty="0" spc="0" kern="0">
                <a:solidFill>
                  <a:srgbClr val="F3EEE3"/>
                </a:solidFill>
                <a:latin typeface="Be Vietnam Pro" pitchFamily="34" charset="0"/>
                <a:ea typeface="Be Vietnam Pro" pitchFamily="34" charset="-122"/>
                <a:cs typeface="Be Vietnam Pro" pitchFamily="34" charset="-120"/>
              </a:rPr>
              <a:t> ít,</a:t>
            </a:r>
            <a:r>
              <a:rPr lang="en-US" sz="2700" dirty="0" spc="10" kern="0">
                <a:solidFill>
                  <a:srgbClr val="F3EEE3"/>
                </a:solidFill>
                <a:latin typeface="Be Vietnam Pro" pitchFamily="34" charset="0"/>
                <a:ea typeface="Be Vietnam Pro" pitchFamily="34" charset="-122"/>
                <a:cs typeface="Be Vietnam Pro" pitchFamily="34" charset="-120"/>
              </a:rPr>
              <a:t> đọc</a:t>
            </a:r>
            <a:r>
              <a:rPr lang="en-US" sz="2700" dirty="0" spc="1" kern="0">
                <a:solidFill>
                  <a:srgbClr val="F3EEE3"/>
                </a:solidFill>
                <a:latin typeface="Be Vietnam Pro" pitchFamily="34" charset="0"/>
                <a:ea typeface="Be Vietnam Pro" pitchFamily="34" charset="-122"/>
                <a:cs typeface="Be Vietnam Pro" pitchFamily="34" charset="-120"/>
              </a:rPr>
              <a:t> ít,</a:t>
            </a:r>
            <a:r>
              <a:rPr lang="en-US" sz="2700" dirty="0" spc="-2" kern="0">
                <a:solidFill>
                  <a:srgbClr val="F3EEE3"/>
                </a:solidFill>
                <a:latin typeface="Be Vietnam Pro" pitchFamily="34" charset="0"/>
                <a:ea typeface="Be Vietnam Pro" pitchFamily="34" charset="-122"/>
                <a:cs typeface="Be Vietnam Pro" pitchFamily="34" charset="-120"/>
              </a:rPr>
              <a:t> mã giữ</a:t>
            </a:r>
            <a:r>
              <a:rPr lang="en-US" sz="2700" dirty="0" spc="-16" kern="0">
                <a:solidFill>
                  <a:srgbClr val="F3EEE3"/>
                </a:solidFill>
                <a:latin typeface="Be Vietnam Pro" pitchFamily="34" charset="0"/>
                <a:ea typeface="Be Vietnam Pro" pitchFamily="34" charset="-122"/>
                <a:cs typeface="Be Vietnam Pro" pitchFamily="34" charset="-120"/>
              </a:rPr>
              <a:t> nguyên</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FF6A4D"/>
          </a:solidFill>
          <a:ln/>
        </p:spPr>
      </p:sp>
      <p:sp>
        <p:nvSpPr>
          <p:cNvPr id="13" name="Text 11"/>
          <p:cNvSpPr/>
          <p:nvPr/>
        </p:nvSpPr>
        <p:spPr>
          <a:xfrm>
            <a:off x="1295400" y="4838700"/>
            <a:ext cx="5905500" cy="904875"/>
          </a:xfrm>
          <a:prstGeom prst="rect">
            <a:avLst/>
          </a:prstGeom>
          <a:noFill/>
          <a:ln/>
        </p:spPr>
        <p:txBody>
          <a:bodyPr wrap="square" lIns="0" tIns="16720" rIns="0" bIns="-16720" rtlCol="0" anchor="ctr"/>
          <a:lstStyle/>
          <a:p>
            <a:pPr algn="l" indent="0" marL="0">
              <a:lnSpc>
                <a:spcPts val="3450"/>
              </a:lnSpc>
              <a:buNone/>
            </a:pPr>
            <a:r>
              <a:rPr lang="en-US" sz="3000" dirty="0" spc="-7" kern="0">
                <a:solidFill>
                  <a:srgbClr val="FF6A4D"/>
                </a:solidFill>
                <a:latin typeface="Be Vietnam Pro ExtraBold" pitchFamily="34" charset="0"/>
                <a:ea typeface="Be Vietnam Pro ExtraBold" pitchFamily="34" charset="-122"/>
                <a:cs typeface="Be Vietnam Pro ExtraBold" pitchFamily="34" charset="-120"/>
              </a:rPr>
              <a:t>Claude-Mem</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ghi</a:t>
            </a:r>
            <a:r>
              <a:rPr lang="en-US" sz="2700" dirty="0" spc="-2" kern="0">
                <a:solidFill>
                  <a:srgbClr val="F3EEE3"/>
                </a:solidFill>
                <a:latin typeface="Be Vietnam Pro" pitchFamily="34" charset="0"/>
                <a:ea typeface="Be Vietnam Pro" pitchFamily="34" charset="-122"/>
                <a:cs typeface="Be Vietnam Pro" pitchFamily="34" charset="-120"/>
              </a:rPr>
              <a:t> nhớ</a:t>
            </a:r>
            <a:r>
              <a:rPr lang="en-US" sz="2700" dirty="0" spc="5" kern="0">
                <a:solidFill>
                  <a:srgbClr val="F3EEE3"/>
                </a:solidFill>
                <a:latin typeface="Be Vietnam Pro" pitchFamily="34" charset="0"/>
                <a:ea typeface="Be Vietnam Pro" pitchFamily="34" charset="-122"/>
                <a:cs typeface="Be Vietnam Pro" pitchFamily="34" charset="-120"/>
              </a:rPr>
              <a:t> giữa</a:t>
            </a:r>
            <a:r>
              <a:rPr lang="en-US" sz="2700" dirty="0" spc="2" kern="0">
                <a:solidFill>
                  <a:srgbClr val="F3EEE3"/>
                </a:solidFill>
                <a:latin typeface="Be Vietnam Pro" pitchFamily="34" charset="0"/>
                <a:ea typeface="Be Vietnam Pro" pitchFamily="34" charset="-122"/>
                <a:cs typeface="Be Vietnam Pro" pitchFamily="34" charset="-120"/>
              </a:rPr>
              <a:t> các</a:t>
            </a:r>
            <a:r>
              <a:rPr lang="en-US" sz="2700" dirty="0" spc="-3" kern="0">
                <a:solidFill>
                  <a:srgbClr val="F3EEE3"/>
                </a:solidFill>
                <a:latin typeface="Be Vietnam Pro" pitchFamily="34" charset="0"/>
                <a:ea typeface="Be Vietnam Pro" pitchFamily="34" charset="-122"/>
                <a:cs typeface="Be Vietnam Pro" pitchFamily="34" charset="-120"/>
              </a:rPr>
              <a:t> phiên</a:t>
            </a:r>
            <a:r>
              <a:rPr lang="en-US" sz="2700" dirty="0" spc="0" kern="0">
                <a:solidFill>
                  <a:srgbClr val="F3EEE3"/>
                </a:solidFill>
                <a:latin typeface="Be Vietnam Pro" pitchFamily="34" charset="0"/>
                <a:ea typeface="Be Vietnam Pro" pitchFamily="34" charset="-122"/>
                <a:cs typeface="Be Vietnam Pro" pitchFamily="34" charset="-120"/>
              </a:rPr>
              <a:t> làm</a:t>
            </a:r>
            <a:r>
              <a:rPr lang="en-US" sz="2700" dirty="0" spc="-3" kern="0">
                <a:solidFill>
                  <a:srgbClr val="F3EEE3"/>
                </a:solidFill>
                <a:latin typeface="Be Vietnam Pro" pitchFamily="34" charset="0"/>
                <a:ea typeface="Be Vietnam Pro" pitchFamily="34" charset="-122"/>
                <a:cs typeface="Be Vietnam Pro" pitchFamily="34" charset="-120"/>
              </a:rPr>
              <a:t> việc</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7C93FF"/>
          </a:solidFill>
          <a:ln/>
        </p:spPr>
      </p:sp>
      <p:sp>
        <p:nvSpPr>
          <p:cNvPr id="17" name="Text 15"/>
          <p:cNvSpPr/>
          <p:nvPr/>
        </p:nvSpPr>
        <p:spPr>
          <a:xfrm>
            <a:off x="1295400" y="5876925"/>
            <a:ext cx="5905500" cy="904875"/>
          </a:xfrm>
          <a:prstGeom prst="rect">
            <a:avLst/>
          </a:prstGeom>
          <a:noFill/>
          <a:ln/>
        </p:spPr>
        <p:txBody>
          <a:bodyPr wrap="square" lIns="0" tIns="16720" rIns="0" bIns="-16720" rtlCol="0" anchor="ctr"/>
          <a:lstStyle/>
          <a:p>
            <a:pPr algn="l" indent="0" marL="0">
              <a:lnSpc>
                <a:spcPts val="3450"/>
              </a:lnSpc>
              <a:buNone/>
            </a:pPr>
            <a:r>
              <a:rPr lang="en-US" sz="3000" dirty="0" spc="-14" kern="0">
                <a:solidFill>
                  <a:srgbClr val="7C93FF"/>
                </a:solidFill>
                <a:latin typeface="Be Vietnam Pro ExtraBold" pitchFamily="34" charset="0"/>
                <a:ea typeface="Be Vietnam Pro ExtraBold" pitchFamily="34" charset="-122"/>
                <a:cs typeface="Be Vietnam Pro ExtraBold" pitchFamily="34" charset="-120"/>
              </a:rPr>
              <a:t>Headroom</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4" kern="0">
                <a:solidFill>
                  <a:srgbClr val="F3EEE3"/>
                </a:solidFill>
                <a:latin typeface="Be Vietnam Pro" pitchFamily="34" charset="0"/>
                <a:ea typeface="Be Vietnam Pro" pitchFamily="34" charset="-122"/>
                <a:cs typeface="Be Vietnam Pro" pitchFamily="34" charset="-120"/>
              </a:rPr>
              <a:t>nén</a:t>
            </a:r>
            <a:r>
              <a:rPr lang="en-US" sz="2700" dirty="0" spc="-3" kern="0">
                <a:solidFill>
                  <a:srgbClr val="F3EEE3"/>
                </a:solidFill>
                <a:latin typeface="Be Vietnam Pro" pitchFamily="34" charset="0"/>
                <a:ea typeface="Be Vietnam Pro" pitchFamily="34" charset="-122"/>
                <a:cs typeface="Be Vietnam Pro" pitchFamily="34" charset="-120"/>
              </a:rPr>
              <a:t> ngữ</a:t>
            </a:r>
            <a:r>
              <a:rPr lang="en-US" sz="2700" dirty="0" spc="0" kern="0">
                <a:solidFill>
                  <a:srgbClr val="F3EEE3"/>
                </a:solidFill>
                <a:latin typeface="Be Vietnam Pro" pitchFamily="34" charset="0"/>
                <a:ea typeface="Be Vietnam Pro" pitchFamily="34" charset="-122"/>
                <a:cs typeface="Be Vietnam Pro" pitchFamily="34" charset="-120"/>
              </a:rPr>
              <a:t> cảnh</a:t>
            </a:r>
            <a:r>
              <a:rPr lang="en-US" sz="2700" dirty="0" spc="7" kern="0">
                <a:solidFill>
                  <a:srgbClr val="F3EEE3"/>
                </a:solidFill>
                <a:latin typeface="Be Vietnam Pro" pitchFamily="34" charset="0"/>
                <a:ea typeface="Be Vietnam Pro" pitchFamily="34" charset="-122"/>
                <a:cs typeface="Be Vietnam Pro" pitchFamily="34" charset="-120"/>
              </a:rPr>
              <a:t> trước</a:t>
            </a:r>
            <a:r>
              <a:rPr lang="en-US" sz="2700" dirty="0" spc="-1" kern="0">
                <a:solidFill>
                  <a:srgbClr val="F3EEE3"/>
                </a:solidFill>
                <a:latin typeface="Be Vietnam Pro" pitchFamily="34" charset="0"/>
                <a:ea typeface="Be Vietnam Pro" pitchFamily="34" charset="-122"/>
                <a:cs typeface="Be Vietnam Pro" pitchFamily="34" charset="-120"/>
              </a:rPr>
              <a:t> khi</a:t>
            </a:r>
            <a:r>
              <a:rPr lang="en-US" sz="2700" dirty="0" spc="-14" kern="0">
                <a:solidFill>
                  <a:srgbClr val="F3EEE3"/>
                </a:solidFill>
                <a:latin typeface="Be Vietnam Pro" pitchFamily="34" charset="0"/>
                <a:ea typeface="Be Vietnam Pro" pitchFamily="34" charset="-122"/>
                <a:cs typeface="Be Vietnam Pro" pitchFamily="34" charset="-120"/>
              </a:rPr>
              <a:t> tới</a:t>
            </a:r>
            <a:r>
              <a:rPr lang="en-US" sz="2700" dirty="0" spc="-2" kern="0">
                <a:solidFill>
                  <a:srgbClr val="F3EEE3"/>
                </a:solidFill>
                <a:latin typeface="Be Vietnam Pro" pitchFamily="34" charset="0"/>
                <a:ea typeface="Be Vietnam Pro" pitchFamily="34" charset="-122"/>
                <a:cs typeface="Be Vietnam Pro" pitchFamily="34" charset="-120"/>
              </a:rPr>
              <a:t> mô</a:t>
            </a:r>
            <a:r>
              <a:rPr lang="en-US" sz="2700" dirty="0" spc="-3" kern="0">
                <a:solidFill>
                  <a:srgbClr val="F3EEE3"/>
                </a:solidFill>
                <a:latin typeface="Be Vietnam Pro" pitchFamily="34" charset="0"/>
                <a:ea typeface="Be Vietnam Pro" pitchFamily="34" charset="-122"/>
                <a:cs typeface="Be Vietnam Pro" pitchFamily="34" charset="-120"/>
              </a:rPr>
              <a:t> hình</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FFB454"/>
          </a:solidFill>
          <a:ln/>
        </p:spPr>
      </p:sp>
      <p:sp>
        <p:nvSpPr>
          <p:cNvPr id="21" name="Text 19"/>
          <p:cNvSpPr/>
          <p:nvPr/>
        </p:nvSpPr>
        <p:spPr>
          <a:xfrm>
            <a:off x="1295400" y="69151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1" kern="0">
                <a:solidFill>
                  <a:srgbClr val="FFB454"/>
                </a:solidFill>
                <a:latin typeface="Be Vietnam Pro ExtraBold" pitchFamily="34" charset="0"/>
                <a:ea typeface="Be Vietnam Pro ExtraBold" pitchFamily="34" charset="-122"/>
                <a:cs typeface="Be Vietnam Pro ExtraBold" pitchFamily="34" charset="-120"/>
              </a:rPr>
              <a:t>GSD</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Be Vietnam Pro" pitchFamily="34" charset="0"/>
                <a:ea typeface="Be Vietnam Pro" pitchFamily="34" charset="-122"/>
                <a:cs typeface="Be Vietnam Pro" pitchFamily="34" charset="-120"/>
              </a:rPr>
              <a:t>chỉ</a:t>
            </a:r>
            <a:r>
              <a:rPr lang="en-US" sz="2700" dirty="0" spc="-1" kern="0">
                <a:solidFill>
                  <a:srgbClr val="F3EEE3"/>
                </a:solidFill>
                <a:latin typeface="Be Vietnam Pro" pitchFamily="34" charset="0"/>
                <a:ea typeface="Be Vietnam Pro" pitchFamily="34" charset="-122"/>
                <a:cs typeface="Be Vietnam Pro" pitchFamily="34" charset="-120"/>
              </a:rPr>
              <a:t> còn thông</a:t>
            </a:r>
            <a:r>
              <a:rPr lang="en-US" sz="2700" dirty="0" spc="-4" kern="0">
                <a:solidFill>
                  <a:srgbClr val="F3EEE3"/>
                </a:solidFill>
                <a:latin typeface="Be Vietnam Pro" pitchFamily="34" charset="0"/>
                <a:ea typeface="Be Vietnam Pro" pitchFamily="34" charset="-122"/>
                <a:cs typeface="Be Vietnam Pro" pitchFamily="34" charset="-120"/>
              </a:rPr>
              <a:t> báo,</a:t>
            </a:r>
            <a:r>
              <a:rPr lang="en-US" sz="2700" dirty="0" spc="-3" kern="0">
                <a:solidFill>
                  <a:srgbClr val="F3EEE3"/>
                </a:solidFill>
                <a:latin typeface="Be Vietnam Pro" pitchFamily="34" charset="0"/>
                <a:ea typeface="Be Vietnam Pro" pitchFamily="34" charset="-122"/>
                <a:cs typeface="Be Vietnam Pro" pitchFamily="34" charset="-120"/>
              </a:rPr>
              <a:t> dự</a:t>
            </a:r>
            <a:r>
              <a:rPr lang="en-US" sz="2700" dirty="0" spc="-2" kern="0">
                <a:solidFill>
                  <a:srgbClr val="F3EEE3"/>
                </a:solidFill>
                <a:latin typeface="Be Vietnam Pro" pitchFamily="34" charset="0"/>
                <a:ea typeface="Be Vietnam Pro" pitchFamily="34" charset="-122"/>
                <a:cs typeface="Be Vietnam Pro" pitchFamily="34" charset="-120"/>
              </a:rPr>
              <a:t> án</a:t>
            </a:r>
            <a:r>
              <a:rPr lang="en-US" sz="2700" dirty="0" spc="-14" kern="0">
                <a:solidFill>
                  <a:srgbClr val="F3EEE3"/>
                </a:solidFill>
                <a:latin typeface="Be Vietnam Pro" pitchFamily="34" charset="0"/>
                <a:ea typeface="Be Vietnam Pro" pitchFamily="34" charset="-122"/>
                <a:cs typeface="Be Vietnam Pro" pitchFamily="34" charset="-120"/>
              </a:rPr>
              <a:t> chuyển</a:t>
            </a:r>
            <a:r>
              <a:rPr lang="en-US" sz="2700" dirty="0" spc="-9" kern="0">
                <a:solidFill>
                  <a:srgbClr val="F3EEE3"/>
                </a:solidFill>
                <a:latin typeface="Be Vietnam Pro" pitchFamily="34" charset="0"/>
                <a:ea typeface="Be Vietnam Pro" pitchFamily="34" charset="-122"/>
                <a:cs typeface="Be Vietnam Pro" pitchFamily="34" charset="-120"/>
              </a:rPr>
              <a:t> sang</a:t>
            </a:r>
            <a:r>
              <a:rPr lang="en-US" sz="2700" dirty="0" spc="-16" kern="0">
                <a:solidFill>
                  <a:srgbClr val="F3EEE3"/>
                </a:solidFill>
                <a:latin typeface="Be Vietnam Pro" pitchFamily="34" charset="0"/>
                <a:ea typeface="Be Vietnam Pro" pitchFamily="34" charset="-122"/>
                <a:cs typeface="Be Vietnam Pro" pitchFamily="34" charset="-120"/>
              </a:rPr>
              <a:t> gsd-core</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3DD6A0"/>
          </a:solidFill>
          <a:ln/>
        </p:spPr>
      </p:sp>
      <p:sp>
        <p:nvSpPr>
          <p:cNvPr id="25" name="Text 23"/>
          <p:cNvSpPr/>
          <p:nvPr/>
        </p:nvSpPr>
        <p:spPr>
          <a:xfrm>
            <a:off x="1295400" y="7953375"/>
            <a:ext cx="5905500" cy="904875"/>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3DD6A0"/>
                </a:solidFill>
                <a:latin typeface="Be Vietnam Pro ExtraBold" pitchFamily="34" charset="0"/>
                <a:ea typeface="Be Vietnam Pro ExtraBold" pitchFamily="34" charset="-122"/>
                <a:cs typeface="Be Vietnam Pro ExtraBold" pitchFamily="34" charset="-120"/>
              </a:rPr>
              <a:t>BMAD</a:t>
            </a:r>
            <a:r>
              <a:rPr lang="en-US" sz="3000" dirty="0" spc="-14" kern="0">
                <a:solidFill>
                  <a:srgbClr val="3DD6A0"/>
                </a:solidFill>
                <a:latin typeface="Be Vietnam Pro ExtraBold" pitchFamily="34" charset="0"/>
                <a:ea typeface="Be Vietnam Pro ExtraBold" pitchFamily="34" charset="-122"/>
                <a:cs typeface="Be Vietnam Pro ExtraBold" pitchFamily="34" charset="-120"/>
              </a:rPr>
              <a:t> Method</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Be Vietnam Pro" pitchFamily="34" charset="0"/>
                <a:ea typeface="Be Vietnam Pro" pitchFamily="34" charset="-122"/>
                <a:cs typeface="Be Vietnam Pro" pitchFamily="34" charset="-120"/>
              </a:rPr>
              <a:t>quy</a:t>
            </a:r>
            <a:r>
              <a:rPr lang="en-US" sz="2700" dirty="0" spc="7" kern="0">
                <a:solidFill>
                  <a:srgbClr val="F3EEE3"/>
                </a:solidFill>
                <a:latin typeface="Be Vietnam Pro" pitchFamily="34" charset="0"/>
                <a:ea typeface="Be Vietnam Pro" pitchFamily="34" charset="-122"/>
                <a:cs typeface="Be Vietnam Pro" pitchFamily="34" charset="-120"/>
              </a:rPr>
              <a:t> trình</a:t>
            </a:r>
            <a:r>
              <a:rPr lang="en-US" sz="2700" dirty="0" spc="0" kern="0">
                <a:solidFill>
                  <a:srgbClr val="F3EEE3"/>
                </a:solidFill>
                <a:latin typeface="Be Vietnam Pro" pitchFamily="34" charset="0"/>
                <a:ea typeface="Be Vietnam Pro" pitchFamily="34" charset="-122"/>
                <a:cs typeface="Be Vietnam Pro" pitchFamily="34" charset="-120"/>
              </a:rPr>
              <a:t> agile</a:t>
            </a:r>
            <a:r>
              <a:rPr lang="en-US" sz="2700" dirty="0" spc="-2" kern="0">
                <a:solidFill>
                  <a:srgbClr val="F3EEE3"/>
                </a:solidFill>
                <a:latin typeface="Be Vietnam Pro" pitchFamily="34" charset="0"/>
                <a:ea typeface="Be Vietnam Pro" pitchFamily="34" charset="-122"/>
                <a:cs typeface="Be Vietnam Pro" pitchFamily="34" charset="-120"/>
              </a:rPr>
              <a:t> cho</a:t>
            </a:r>
            <a:r>
              <a:rPr lang="en-US" sz="2700" dirty="0" spc="0" kern="0">
                <a:solidFill>
                  <a:srgbClr val="F3EEE3"/>
                </a:solidFill>
                <a:latin typeface="Be Vietnam Pro" pitchFamily="34" charset="0"/>
                <a:ea typeface="Be Vietnam Pro" pitchFamily="34" charset="-122"/>
                <a:cs typeface="Be Vietnam Pro" pitchFamily="34" charset="-120"/>
              </a:rPr>
              <a:t> AI,</a:t>
            </a:r>
            <a:r>
              <a:rPr lang="en-US" sz="2700" dirty="0" spc="-10" kern="0">
                <a:solidFill>
                  <a:srgbClr val="F3EEE3"/>
                </a:solidFill>
                <a:latin typeface="Be Vietnam Pro" pitchFamily="34" charset="0"/>
                <a:ea typeface="Be Vietnam Pro" pitchFamily="34" charset="-122"/>
                <a:cs typeface="Be Vietnam Pro" pitchFamily="34" charset="-120"/>
              </a:rPr>
              <a:t> v6.12</a:t>
            </a:r>
            <a:r>
              <a:rPr lang="en-US" sz="2700" dirty="0" spc="-3" kern="0">
                <a:solidFill>
                  <a:srgbClr val="F3EEE3"/>
                </a:solidFill>
                <a:latin typeface="Be Vietnam Pro" pitchFamily="34" charset="0"/>
                <a:ea typeface="Be Vietnam Pro" pitchFamily="34" charset="-122"/>
                <a:cs typeface="Be Vietnam Pro" pitchFamily="34" charset="-120"/>
              </a:rPr>
              <a:t> ổn</a:t>
            </a:r>
            <a:r>
              <a:rPr lang="en-US" sz="2700" dirty="0" spc="19" kern="0">
                <a:solidFill>
                  <a:srgbClr val="F3EEE3"/>
                </a:solidFill>
                <a:latin typeface="Be Vietnam Pro" pitchFamily="34" charset="0"/>
                <a:ea typeface="Be Vietnam Pro" pitchFamily="34" charset="-122"/>
                <a:cs typeface="Be Vietnam Pro" pitchFamily="34" charset="-120"/>
              </a:rPr>
              <a:t> định</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[S14] [S15]</a:t>
            </a:r>
            <a:r>
              <a:rPr lang="en-US" sz="1800" dirty="0" spc="2" kern="0">
                <a:solidFill>
                  <a:srgbClr val="9AA0B5"/>
                </a:solidFill>
                <a:latin typeface="Be Vietnam Pro" pitchFamily="34" charset="0"/>
                <a:ea typeface="Be Vietnam Pro" pitchFamily="34" charset="-122"/>
                <a:cs typeface="Be Vietnam Pro" pitchFamily="34" charset="-120"/>
              </a:rPr>
              <a:t> [S16]</a:t>
            </a:r>
            <a:r>
              <a:rPr lang="en-US" sz="1800" dirty="0" spc="1" kern="0">
                <a:solidFill>
                  <a:srgbClr val="9AA0B5"/>
                </a:solidFill>
                <a:latin typeface="Be Vietnam Pro" pitchFamily="34" charset="0"/>
                <a:ea typeface="Be Vietnam Pro" pitchFamily="34" charset="-122"/>
                <a:cs typeface="Be Vietnam Pro" pitchFamily="34" charset="-120"/>
              </a:rPr>
              <a:t> [S17]</a:t>
            </a:r>
            <a:r>
              <a:rPr lang="en-US" sz="1800" dirty="0" spc="4" kern="0">
                <a:solidFill>
                  <a:srgbClr val="9AA0B5"/>
                </a:solidFill>
                <a:latin typeface="Be Vietnam Pro" pitchFamily="34" charset="0"/>
                <a:ea typeface="Be Vietnam Pro" pitchFamily="34" charset="-122"/>
                <a:cs typeface="Be Vietnam Pro" pitchFamily="34" charset="-120"/>
              </a:rPr>
              <a:t> [S18]</a:t>
            </a:r>
            <a:r>
              <a:rPr lang="en-US" sz="1800" dirty="0" spc="2" kern="0">
                <a:solidFill>
                  <a:srgbClr val="9AA0B5"/>
                </a:solidFill>
                <a:latin typeface="Be Vietnam Pro" pitchFamily="34" charset="0"/>
                <a:ea typeface="Be Vietnam Pro" pitchFamily="34" charset="-122"/>
                <a:cs typeface="Be Vietnam Pro" pitchFamily="34" charset="-120"/>
              </a:rPr>
              <a:t> [S19]</a:t>
            </a:r>
            <a:endParaRPr lang="en-US" sz="1800" dirty="0"/>
          </a:p>
        </p:txBody>
      </p:sp>
      <p:sp>
        <p:nvSpPr>
          <p:cNvPr id="28" name="Shape 26"/>
          <p:cNvSpPr/>
          <p:nvPr/>
        </p:nvSpPr>
        <p:spPr>
          <a:xfrm>
            <a:off x="958561" y="9578686"/>
            <a:ext cx="83127" cy="83127"/>
          </a:xfrm>
          <a:prstGeom prst="ellipse">
            <a:avLst/>
          </a:prstGeom>
          <a:solidFill>
            <a:srgbClr val="F3EEE3">
              <a:alpha val="28000"/>
            </a:srgbClr>
          </a:solidFill>
          <a:ln/>
        </p:spPr>
      </p:sp>
      <p:sp>
        <p:nvSpPr>
          <p:cNvPr id="29" name="Shape 27"/>
          <p:cNvSpPr/>
          <p:nvPr/>
        </p:nvSpPr>
        <p:spPr>
          <a:xfrm>
            <a:off x="1124815" y="9578686"/>
            <a:ext cx="83127" cy="83127"/>
          </a:xfrm>
          <a:prstGeom prst="ellipse">
            <a:avLst/>
          </a:prstGeom>
          <a:solidFill>
            <a:srgbClr val="F3EEE3">
              <a:alpha val="28000"/>
            </a:srgbClr>
          </a:solidFill>
          <a:ln/>
        </p:spPr>
      </p:sp>
      <p:sp>
        <p:nvSpPr>
          <p:cNvPr id="30" name="Shape 28"/>
          <p:cNvSpPr/>
          <p:nvPr/>
        </p:nvSpPr>
        <p:spPr>
          <a:xfrm>
            <a:off x="1291070" y="9578686"/>
            <a:ext cx="83127" cy="83127"/>
          </a:xfrm>
          <a:prstGeom prst="ellipse">
            <a:avLst/>
          </a:prstGeom>
          <a:solidFill>
            <a:srgbClr val="F3EEE3">
              <a:alpha val="28000"/>
            </a:srgbClr>
          </a:solidFill>
          <a:ln/>
        </p:spPr>
      </p:sp>
      <p:sp>
        <p:nvSpPr>
          <p:cNvPr id="31" name="Shape 29"/>
          <p:cNvSpPr/>
          <p:nvPr/>
        </p:nvSpPr>
        <p:spPr>
          <a:xfrm>
            <a:off x="1457324" y="9578686"/>
            <a:ext cx="83127" cy="83127"/>
          </a:xfrm>
          <a:prstGeom prst="ellipse">
            <a:avLst/>
          </a:prstGeom>
          <a:solidFill>
            <a:srgbClr val="F3EEE3">
              <a:alpha val="28000"/>
            </a:srgbClr>
          </a:solidFill>
          <a:ln/>
        </p:spPr>
      </p:sp>
      <p:sp>
        <p:nvSpPr>
          <p:cNvPr id="32" name="Shape 30"/>
          <p:cNvSpPr/>
          <p:nvPr/>
        </p:nvSpPr>
        <p:spPr>
          <a:xfrm>
            <a:off x="1623578" y="9578686"/>
            <a:ext cx="83127" cy="83127"/>
          </a:xfrm>
          <a:prstGeom prst="ellipse">
            <a:avLst/>
          </a:prstGeom>
          <a:solidFill>
            <a:srgbClr val="F3EEE3">
              <a:alpha val="28000"/>
            </a:srgbClr>
          </a:solidFill>
          <a:ln/>
        </p:spPr>
      </p:sp>
      <p:sp>
        <p:nvSpPr>
          <p:cNvPr id="33" name="Shape 31"/>
          <p:cNvSpPr/>
          <p:nvPr/>
        </p:nvSpPr>
        <p:spPr>
          <a:xfrm>
            <a:off x="1789832" y="9578686"/>
            <a:ext cx="83127" cy="83127"/>
          </a:xfrm>
          <a:prstGeom prst="ellipse">
            <a:avLst/>
          </a:prstGeom>
          <a:solidFill>
            <a:srgbClr val="F3EEE3">
              <a:alpha val="28000"/>
            </a:srgbClr>
          </a:solidFill>
          <a:ln/>
        </p:spPr>
      </p:sp>
      <p:sp>
        <p:nvSpPr>
          <p:cNvPr id="34" name="Shape 32"/>
          <p:cNvSpPr/>
          <p:nvPr/>
        </p:nvSpPr>
        <p:spPr>
          <a:xfrm>
            <a:off x="1956086" y="9578686"/>
            <a:ext cx="83127" cy="83127"/>
          </a:xfrm>
          <a:prstGeom prst="ellipse">
            <a:avLst/>
          </a:prstGeom>
          <a:solidFill>
            <a:srgbClr val="F3EEE3">
              <a:alpha val="28000"/>
            </a:srgbClr>
          </a:solidFill>
          <a:ln/>
        </p:spPr>
      </p:sp>
      <p:sp>
        <p:nvSpPr>
          <p:cNvPr id="35" name="Shape 33"/>
          <p:cNvSpPr/>
          <p:nvPr/>
        </p:nvSpPr>
        <p:spPr>
          <a:xfrm>
            <a:off x="2122340" y="9578686"/>
            <a:ext cx="83127" cy="83127"/>
          </a:xfrm>
          <a:prstGeom prst="ellipse">
            <a:avLst/>
          </a:prstGeom>
          <a:solidFill>
            <a:srgbClr val="F3EEE3">
              <a:alpha val="28000"/>
            </a:srgbClr>
          </a:solidFill>
          <a:ln/>
        </p:spPr>
      </p:sp>
      <p:sp>
        <p:nvSpPr>
          <p:cNvPr id="36" name="Shape 34"/>
          <p:cNvSpPr/>
          <p:nvPr/>
        </p:nvSpPr>
        <p:spPr>
          <a:xfrm>
            <a:off x="2288594" y="9578686"/>
            <a:ext cx="83127" cy="83127"/>
          </a:xfrm>
          <a:prstGeom prst="ellipse">
            <a:avLst/>
          </a:prstGeom>
          <a:solidFill>
            <a:srgbClr val="F3EEE3">
              <a:alpha val="28000"/>
            </a:srgbClr>
          </a:solidFill>
          <a:ln/>
        </p:spPr>
      </p:sp>
      <p:sp>
        <p:nvSpPr>
          <p:cNvPr id="37" name="Shape 35"/>
          <p:cNvSpPr/>
          <p:nvPr/>
        </p:nvSpPr>
        <p:spPr>
          <a:xfrm>
            <a:off x="2454848" y="9578686"/>
            <a:ext cx="83127" cy="83127"/>
          </a:xfrm>
          <a:prstGeom prst="ellipse">
            <a:avLst/>
          </a:prstGeom>
          <a:solidFill>
            <a:srgbClr val="F3EEE3">
              <a:alpha val="28000"/>
            </a:srgbClr>
          </a:solidFill>
          <a:ln/>
        </p:spPr>
      </p:sp>
      <p:sp>
        <p:nvSpPr>
          <p:cNvPr id="38" name="Shape 36"/>
          <p:cNvSpPr/>
          <p:nvPr/>
        </p:nvSpPr>
        <p:spPr>
          <a:xfrm>
            <a:off x="2621102" y="9578686"/>
            <a:ext cx="83127" cy="83127"/>
          </a:xfrm>
          <a:prstGeom prst="ellipse">
            <a:avLst/>
          </a:prstGeom>
          <a:solidFill>
            <a:srgbClr val="F3EEE3">
              <a:alpha val="28000"/>
            </a:srgbClr>
          </a:solidFill>
          <a:ln/>
        </p:spPr>
      </p:sp>
      <p:sp>
        <p:nvSpPr>
          <p:cNvPr id="39" name="Shape 37"/>
          <p:cNvSpPr/>
          <p:nvPr/>
        </p:nvSpPr>
        <p:spPr>
          <a:xfrm>
            <a:off x="2787357" y="9578686"/>
            <a:ext cx="83127" cy="83127"/>
          </a:xfrm>
          <a:prstGeom prst="ellipse">
            <a:avLst/>
          </a:prstGeom>
          <a:solidFill>
            <a:srgbClr val="F3EEE3">
              <a:alpha val="28000"/>
            </a:srgbClr>
          </a:solidFill>
          <a:ln/>
        </p:spPr>
      </p:sp>
      <p:sp>
        <p:nvSpPr>
          <p:cNvPr id="40" name="Shape 38"/>
          <p:cNvSpPr/>
          <p:nvPr/>
        </p:nvSpPr>
        <p:spPr>
          <a:xfrm>
            <a:off x="2953611" y="9578686"/>
            <a:ext cx="83127" cy="83127"/>
          </a:xfrm>
          <a:prstGeom prst="ellipse">
            <a:avLst/>
          </a:prstGeom>
          <a:solidFill>
            <a:srgbClr val="F3EEE3">
              <a:alpha val="28000"/>
            </a:srgbClr>
          </a:solidFill>
          <a:ln/>
        </p:spPr>
      </p:sp>
      <p:sp>
        <p:nvSpPr>
          <p:cNvPr id="41" name="Shape 39"/>
          <p:cNvSpPr/>
          <p:nvPr/>
        </p:nvSpPr>
        <p:spPr>
          <a:xfrm>
            <a:off x="3119865" y="9578686"/>
            <a:ext cx="83127" cy="83127"/>
          </a:xfrm>
          <a:prstGeom prst="ellipse">
            <a:avLst/>
          </a:prstGeom>
          <a:solidFill>
            <a:srgbClr val="F3EEE3">
              <a:alpha val="28000"/>
            </a:srgbClr>
          </a:solidFill>
          <a:ln/>
        </p:spPr>
      </p:sp>
      <p:sp>
        <p:nvSpPr>
          <p:cNvPr id="42" name="Shape 40"/>
          <p:cNvSpPr/>
          <p:nvPr/>
        </p:nvSpPr>
        <p:spPr>
          <a:xfrm>
            <a:off x="3286119" y="9578686"/>
            <a:ext cx="83127" cy="83127"/>
          </a:xfrm>
          <a:prstGeom prst="ellipse">
            <a:avLst/>
          </a:prstGeom>
          <a:solidFill>
            <a:srgbClr val="F3EEE3">
              <a:alpha val="28000"/>
            </a:srgbClr>
          </a:solidFill>
          <a:ln/>
        </p:spPr>
      </p:sp>
      <p:sp>
        <p:nvSpPr>
          <p:cNvPr id="43" name="Shape 41"/>
          <p:cNvSpPr/>
          <p:nvPr/>
        </p:nvSpPr>
        <p:spPr>
          <a:xfrm>
            <a:off x="3452373" y="9578686"/>
            <a:ext cx="83127" cy="83127"/>
          </a:xfrm>
          <a:prstGeom prst="ellipse">
            <a:avLst/>
          </a:prstGeom>
          <a:solidFill>
            <a:srgbClr val="F3EEE3">
              <a:alpha val="28000"/>
            </a:srgbClr>
          </a:solidFill>
          <a:ln/>
        </p:spPr>
      </p:sp>
      <p:sp>
        <p:nvSpPr>
          <p:cNvPr id="44" name="Shape 42"/>
          <p:cNvSpPr/>
          <p:nvPr/>
        </p:nvSpPr>
        <p:spPr>
          <a:xfrm>
            <a:off x="3618627" y="9578686"/>
            <a:ext cx="83127" cy="83127"/>
          </a:xfrm>
          <a:prstGeom prst="ellipse">
            <a:avLst/>
          </a:prstGeom>
          <a:solidFill>
            <a:srgbClr val="F3EEE3">
              <a:alpha val="28000"/>
            </a:srgbClr>
          </a:solidFill>
          <a:ln/>
        </p:spPr>
      </p:sp>
      <p:sp>
        <p:nvSpPr>
          <p:cNvPr id="45" name="Shape 43"/>
          <p:cNvSpPr/>
          <p:nvPr/>
        </p:nvSpPr>
        <p:spPr>
          <a:xfrm>
            <a:off x="3784881" y="9578686"/>
            <a:ext cx="83127" cy="83127"/>
          </a:xfrm>
          <a:prstGeom prst="ellipse">
            <a:avLst/>
          </a:prstGeom>
          <a:solidFill>
            <a:srgbClr val="F3EEE3">
              <a:alpha val="28000"/>
            </a:srgbClr>
          </a:solidFill>
          <a:ln/>
        </p:spPr>
      </p:sp>
      <p:sp>
        <p:nvSpPr>
          <p:cNvPr id="46" name="Shape 44"/>
          <p:cNvSpPr/>
          <p:nvPr/>
        </p:nvSpPr>
        <p:spPr>
          <a:xfrm>
            <a:off x="3951135" y="9578686"/>
            <a:ext cx="83127" cy="83127"/>
          </a:xfrm>
          <a:prstGeom prst="ellipse">
            <a:avLst/>
          </a:prstGeom>
          <a:solidFill>
            <a:srgbClr val="F3EEE3">
              <a:alpha val="28000"/>
            </a:srgbClr>
          </a:solidFill>
          <a:ln/>
        </p:spPr>
      </p:sp>
      <p:sp>
        <p:nvSpPr>
          <p:cNvPr id="47" name="Shape 45"/>
          <p:cNvSpPr/>
          <p:nvPr/>
        </p:nvSpPr>
        <p:spPr>
          <a:xfrm>
            <a:off x="4117389" y="9578686"/>
            <a:ext cx="83127" cy="83127"/>
          </a:xfrm>
          <a:prstGeom prst="ellipse">
            <a:avLst/>
          </a:prstGeom>
          <a:solidFill>
            <a:srgbClr val="F3EEE3">
              <a:alpha val="28000"/>
            </a:srgbClr>
          </a:solidFill>
          <a:ln/>
        </p:spPr>
      </p:sp>
      <p:sp>
        <p:nvSpPr>
          <p:cNvPr id="48" name="Shape 46"/>
          <p:cNvSpPr/>
          <p:nvPr/>
        </p:nvSpPr>
        <p:spPr>
          <a:xfrm>
            <a:off x="4283644" y="9578686"/>
            <a:ext cx="83127" cy="83127"/>
          </a:xfrm>
          <a:prstGeom prst="ellipse">
            <a:avLst/>
          </a:prstGeom>
          <a:solidFill>
            <a:srgbClr val="F3EEE3">
              <a:alpha val="28000"/>
            </a:srgbClr>
          </a:solidFill>
          <a:ln/>
        </p:spPr>
      </p:sp>
      <p:sp>
        <p:nvSpPr>
          <p:cNvPr id="49" name="Shape 47"/>
          <p:cNvSpPr/>
          <p:nvPr/>
        </p:nvSpPr>
        <p:spPr>
          <a:xfrm>
            <a:off x="4436043" y="9564832"/>
            <a:ext cx="110836" cy="110836"/>
          </a:xfrm>
          <a:prstGeom prst="ellipse">
            <a:avLst/>
          </a:prstGeom>
          <a:solidFill>
            <a:srgbClr val="FF6A4D"/>
          </a:solidFill>
          <a:ln/>
        </p:spPr>
      </p:sp>
      <p:sp>
        <p:nvSpPr>
          <p:cNvPr id="50" name="Shape 48"/>
          <p:cNvSpPr/>
          <p:nvPr/>
        </p:nvSpPr>
        <p:spPr>
          <a:xfrm>
            <a:off x="4616152" y="9578686"/>
            <a:ext cx="83127" cy="83127"/>
          </a:xfrm>
          <a:prstGeom prst="ellipse">
            <a:avLst/>
          </a:prstGeom>
          <a:solidFill>
            <a:srgbClr val="F3EEE3">
              <a:alpha val="28000"/>
            </a:srgbClr>
          </a:solidFill>
          <a:ln/>
        </p:spPr>
      </p:sp>
      <p:sp>
        <p:nvSpPr>
          <p:cNvPr id="51" name="Shape 49"/>
          <p:cNvSpPr/>
          <p:nvPr/>
        </p:nvSpPr>
        <p:spPr>
          <a:xfrm>
            <a:off x="4782406" y="9578686"/>
            <a:ext cx="83127" cy="83127"/>
          </a:xfrm>
          <a:prstGeom prst="ellipse">
            <a:avLst/>
          </a:prstGeom>
          <a:solidFill>
            <a:srgbClr val="F3EEE3">
              <a:alpha val="28000"/>
            </a:srgbClr>
          </a:solidFill>
          <a:ln/>
        </p:spPr>
      </p:sp>
      <p:sp>
        <p:nvSpPr>
          <p:cNvPr id="52" name="Shape 50"/>
          <p:cNvSpPr/>
          <p:nvPr/>
        </p:nvSpPr>
        <p:spPr>
          <a:xfrm>
            <a:off x="4948660" y="9578686"/>
            <a:ext cx="83127" cy="83127"/>
          </a:xfrm>
          <a:prstGeom prst="ellipse">
            <a:avLst/>
          </a:prstGeom>
          <a:solidFill>
            <a:srgbClr val="F3EEE3">
              <a:alpha val="28000"/>
            </a:srgbClr>
          </a:solidFill>
          <a:ln/>
        </p:spPr>
      </p:sp>
      <p:sp>
        <p:nvSpPr>
          <p:cNvPr id="53" name="Shape 51"/>
          <p:cNvSpPr/>
          <p:nvPr/>
        </p:nvSpPr>
        <p:spPr>
          <a:xfrm>
            <a:off x="5114914" y="9578686"/>
            <a:ext cx="83127" cy="83127"/>
          </a:xfrm>
          <a:prstGeom prst="ellipse">
            <a:avLst/>
          </a:prstGeom>
          <a:solidFill>
            <a:srgbClr val="F3EEE3">
              <a:alpha val="28000"/>
            </a:srgbClr>
          </a:solidFill>
          <a:ln/>
        </p:spPr>
      </p:sp>
      <p:sp>
        <p:nvSpPr>
          <p:cNvPr id="54" name="Shape 52"/>
          <p:cNvSpPr/>
          <p:nvPr/>
        </p:nvSpPr>
        <p:spPr>
          <a:xfrm>
            <a:off x="5281168" y="9578686"/>
            <a:ext cx="83127" cy="83127"/>
          </a:xfrm>
          <a:prstGeom prst="ellipse">
            <a:avLst/>
          </a:prstGeom>
          <a:solidFill>
            <a:srgbClr val="F3EEE3">
              <a:alpha val="28000"/>
            </a:srgbClr>
          </a:solidFill>
          <a:ln/>
        </p:spPr>
      </p:sp>
      <p:sp>
        <p:nvSpPr>
          <p:cNvPr id="55" name="Shape 53"/>
          <p:cNvSpPr/>
          <p:nvPr/>
        </p:nvSpPr>
        <p:spPr>
          <a:xfrm>
            <a:off x="5447422" y="9578686"/>
            <a:ext cx="83127" cy="83127"/>
          </a:xfrm>
          <a:prstGeom prst="ellipse">
            <a:avLst/>
          </a:prstGeom>
          <a:solidFill>
            <a:srgbClr val="F3EEE3">
              <a:alpha val="28000"/>
            </a:srgbClr>
          </a:solidFill>
          <a:ln/>
        </p:spPr>
      </p:sp>
      <p:sp>
        <p:nvSpPr>
          <p:cNvPr id="56" name="Shape 54"/>
          <p:cNvSpPr/>
          <p:nvPr/>
        </p:nvSpPr>
        <p:spPr>
          <a:xfrm>
            <a:off x="5613676" y="9578686"/>
            <a:ext cx="83127" cy="83127"/>
          </a:xfrm>
          <a:prstGeom prst="ellipse">
            <a:avLst/>
          </a:prstGeom>
          <a:solidFill>
            <a:srgbClr val="F3EEE3">
              <a:alpha val="28000"/>
            </a:srgbClr>
          </a:solidFill>
          <a:ln/>
        </p:spPr>
      </p:sp>
      <p:sp>
        <p:nvSpPr>
          <p:cNvPr id="57" name="Shape 55"/>
          <p:cNvSpPr/>
          <p:nvPr/>
        </p:nvSpPr>
        <p:spPr>
          <a:xfrm>
            <a:off x="5779931" y="9578686"/>
            <a:ext cx="83127" cy="83127"/>
          </a:xfrm>
          <a:prstGeom prst="ellipse">
            <a:avLst/>
          </a:prstGeom>
          <a:solidFill>
            <a:srgbClr val="F3EEE3">
              <a:alpha val="28000"/>
            </a:srgbClr>
          </a:solidFill>
          <a:ln/>
        </p:spPr>
      </p:sp>
      <p:sp>
        <p:nvSpPr>
          <p:cNvPr id="58" name="Shape 56"/>
          <p:cNvSpPr/>
          <p:nvPr/>
        </p:nvSpPr>
        <p:spPr>
          <a:xfrm>
            <a:off x="5946185" y="9578686"/>
            <a:ext cx="83127" cy="83127"/>
          </a:xfrm>
          <a:prstGeom prst="ellipse">
            <a:avLst/>
          </a:prstGeom>
          <a:solidFill>
            <a:srgbClr val="F3EEE3">
              <a:alpha val="28000"/>
            </a:srgbClr>
          </a:solidFill>
          <a:ln/>
        </p:spPr>
      </p:sp>
      <p:sp>
        <p:nvSpPr>
          <p:cNvPr id="59" name="Shape 57"/>
          <p:cNvSpPr/>
          <p:nvPr/>
        </p:nvSpPr>
        <p:spPr>
          <a:xfrm>
            <a:off x="6112439" y="9578686"/>
            <a:ext cx="83127" cy="83127"/>
          </a:xfrm>
          <a:prstGeom prst="ellipse">
            <a:avLst/>
          </a:prstGeom>
          <a:solidFill>
            <a:srgbClr val="F3EEE3">
              <a:alpha val="28000"/>
            </a:srgbClr>
          </a:solidFill>
          <a:ln/>
        </p:spPr>
      </p:sp>
      <p:sp>
        <p:nvSpPr>
          <p:cNvPr id="60" name="Shape 58"/>
          <p:cNvSpPr/>
          <p:nvPr/>
        </p:nvSpPr>
        <p:spPr>
          <a:xfrm>
            <a:off x="6278693" y="9578686"/>
            <a:ext cx="83127" cy="83127"/>
          </a:xfrm>
          <a:prstGeom prst="ellipse">
            <a:avLst/>
          </a:prstGeom>
          <a:solidFill>
            <a:srgbClr val="F3EEE3">
              <a:alpha val="28000"/>
            </a:srgbClr>
          </a:solidFill>
          <a:ln/>
        </p:spPr>
      </p:sp>
      <p:sp>
        <p:nvSpPr>
          <p:cNvPr id="61" name="Shape 59"/>
          <p:cNvSpPr/>
          <p:nvPr/>
        </p:nvSpPr>
        <p:spPr>
          <a:xfrm>
            <a:off x="6444947" y="9578686"/>
            <a:ext cx="83127" cy="83127"/>
          </a:xfrm>
          <a:prstGeom prst="ellipse">
            <a:avLst/>
          </a:prstGeom>
          <a:solidFill>
            <a:srgbClr val="F3EEE3">
              <a:alpha val="28000"/>
            </a:srgbClr>
          </a:solidFill>
          <a:ln/>
        </p:spPr>
      </p:sp>
      <p:sp>
        <p:nvSpPr>
          <p:cNvPr id="62" name="Shape 60"/>
          <p:cNvSpPr/>
          <p:nvPr/>
        </p:nvSpPr>
        <p:spPr>
          <a:xfrm>
            <a:off x="6611201" y="9578686"/>
            <a:ext cx="83127" cy="83127"/>
          </a:xfrm>
          <a:prstGeom prst="ellipse">
            <a:avLst/>
          </a:prstGeom>
          <a:solidFill>
            <a:srgbClr val="F3EEE3">
              <a:alpha val="28000"/>
            </a:srgbClr>
          </a:solidFill>
          <a:ln/>
        </p:spPr>
      </p:sp>
      <p:sp>
        <p:nvSpPr>
          <p:cNvPr id="63" name="Shape 61"/>
          <p:cNvSpPr/>
          <p:nvPr/>
        </p:nvSpPr>
        <p:spPr>
          <a:xfrm>
            <a:off x="6777455" y="9578686"/>
            <a:ext cx="83127" cy="83127"/>
          </a:xfrm>
          <a:prstGeom prst="ellipse">
            <a:avLst/>
          </a:prstGeom>
          <a:solidFill>
            <a:srgbClr val="F3EEE3">
              <a:alpha val="28000"/>
            </a:srgbClr>
          </a:solidFill>
          <a:ln/>
        </p:spPr>
      </p:sp>
      <p:sp>
        <p:nvSpPr>
          <p:cNvPr id="64" name="Shape 62"/>
          <p:cNvSpPr/>
          <p:nvPr/>
        </p:nvSpPr>
        <p:spPr>
          <a:xfrm>
            <a:off x="6943709" y="9578686"/>
            <a:ext cx="83127" cy="83127"/>
          </a:xfrm>
          <a:prstGeom prst="ellipse">
            <a:avLst/>
          </a:prstGeom>
          <a:solidFill>
            <a:srgbClr val="F3EEE3">
              <a:alpha val="28000"/>
            </a:srgbClr>
          </a:solidFill>
          <a:ln/>
        </p:spPr>
      </p:sp>
      <p:sp>
        <p:nvSpPr>
          <p:cNvPr id="65" name="Shape 63"/>
          <p:cNvSpPr/>
          <p:nvPr/>
        </p:nvSpPr>
        <p:spPr>
          <a:xfrm>
            <a:off x="7109963" y="9578686"/>
            <a:ext cx="83127" cy="83127"/>
          </a:xfrm>
          <a:prstGeom prst="ellipse">
            <a:avLst/>
          </a:prstGeom>
          <a:solidFill>
            <a:srgbClr val="F3EEE3">
              <a:alpha val="28000"/>
            </a:srgbClr>
          </a:solidFill>
          <a:ln/>
        </p:spPr>
      </p:sp>
      <p:sp>
        <p:nvSpPr>
          <p:cNvPr id="66" name="Shape 64"/>
          <p:cNvSpPr/>
          <p:nvPr/>
        </p:nvSpPr>
        <p:spPr>
          <a:xfrm>
            <a:off x="7276218" y="9578686"/>
            <a:ext cx="83127" cy="83127"/>
          </a:xfrm>
          <a:prstGeom prst="ellipse">
            <a:avLst/>
          </a:prstGeom>
          <a:solidFill>
            <a:srgbClr val="F3EEE3">
              <a:alpha val="28000"/>
            </a:srgbClr>
          </a:solidFill>
          <a:ln/>
        </p:spPr>
      </p:sp>
      <p:sp>
        <p:nvSpPr>
          <p:cNvPr id="67" name="Shape 65"/>
          <p:cNvSpPr/>
          <p:nvPr/>
        </p:nvSpPr>
        <p:spPr>
          <a:xfrm>
            <a:off x="7442472" y="9578686"/>
            <a:ext cx="83127" cy="83127"/>
          </a:xfrm>
          <a:prstGeom prst="ellipse">
            <a:avLst/>
          </a:prstGeom>
          <a:solidFill>
            <a:srgbClr val="F3EEE3">
              <a:alpha val="28000"/>
            </a:srgbClr>
          </a:solidFill>
          <a:ln/>
        </p:spPr>
      </p:sp>
      <p:sp>
        <p:nvSpPr>
          <p:cNvPr id="68" name="Shape 66"/>
          <p:cNvSpPr/>
          <p:nvPr/>
        </p:nvSpPr>
        <p:spPr>
          <a:xfrm>
            <a:off x="7608726" y="9578686"/>
            <a:ext cx="83127" cy="83127"/>
          </a:xfrm>
          <a:prstGeom prst="ellipse">
            <a:avLst/>
          </a:prstGeom>
          <a:solidFill>
            <a:srgbClr val="F3EEE3">
              <a:alpha val="28000"/>
            </a:srgbClr>
          </a:solidFill>
          <a:ln/>
        </p:spPr>
      </p:sp>
      <p:sp>
        <p:nvSpPr>
          <p:cNvPr id="69" name="Shape 67"/>
          <p:cNvSpPr/>
          <p:nvPr/>
        </p:nvSpPr>
        <p:spPr>
          <a:xfrm>
            <a:off x="7774980" y="9578686"/>
            <a:ext cx="83127" cy="83127"/>
          </a:xfrm>
          <a:prstGeom prst="ellipse">
            <a:avLst/>
          </a:prstGeom>
          <a:solidFill>
            <a:srgbClr val="F3EEE3">
              <a:alpha val="28000"/>
            </a:srgbClr>
          </a:solidFill>
          <a:ln/>
        </p:spPr>
      </p:sp>
      <p:sp>
        <p:nvSpPr>
          <p:cNvPr id="70" name="Shape 68"/>
          <p:cNvSpPr/>
          <p:nvPr/>
        </p:nvSpPr>
        <p:spPr>
          <a:xfrm>
            <a:off x="7941234" y="9578686"/>
            <a:ext cx="83127" cy="83127"/>
          </a:xfrm>
          <a:prstGeom prst="ellipse">
            <a:avLst/>
          </a:prstGeom>
          <a:solidFill>
            <a:srgbClr val="F3EEE3">
              <a:alpha val="28000"/>
            </a:srgbClr>
          </a:solidFill>
          <a:ln/>
        </p:spPr>
      </p:sp>
      <p:sp>
        <p:nvSpPr>
          <p:cNvPr id="71" name="Shape 69"/>
          <p:cNvSpPr/>
          <p:nvPr/>
        </p:nvSpPr>
        <p:spPr>
          <a:xfrm>
            <a:off x="8107488" y="9578686"/>
            <a:ext cx="83127" cy="83127"/>
          </a:xfrm>
          <a:prstGeom prst="ellipse">
            <a:avLst/>
          </a:prstGeom>
          <a:solidFill>
            <a:srgbClr val="F3EEE3">
              <a:alpha val="28000"/>
            </a:srgbClr>
          </a:solidFill>
          <a:ln/>
        </p:spPr>
      </p:sp>
      <p:sp>
        <p:nvSpPr>
          <p:cNvPr id="72" name="Shape 70"/>
          <p:cNvSpPr/>
          <p:nvPr/>
        </p:nvSpPr>
        <p:spPr>
          <a:xfrm>
            <a:off x="8273742" y="9578686"/>
            <a:ext cx="83127" cy="83127"/>
          </a:xfrm>
          <a:prstGeom prst="ellipse">
            <a:avLst/>
          </a:prstGeom>
          <a:solidFill>
            <a:srgbClr val="F3EEE3">
              <a:alpha val="28000"/>
            </a:srgbClr>
          </a:solidFill>
          <a:ln/>
        </p:spPr>
      </p:sp>
      <p:sp>
        <p:nvSpPr>
          <p:cNvPr id="73" name="Shape 71"/>
          <p:cNvSpPr/>
          <p:nvPr/>
        </p:nvSpPr>
        <p:spPr>
          <a:xfrm>
            <a:off x="8439996" y="9578686"/>
            <a:ext cx="83127" cy="83127"/>
          </a:xfrm>
          <a:prstGeom prst="ellipse">
            <a:avLst/>
          </a:prstGeom>
          <a:solidFill>
            <a:srgbClr val="F3EEE3">
              <a:alpha val="28000"/>
            </a:srgbClr>
          </a:solidFill>
          <a:ln/>
        </p:spPr>
      </p:sp>
      <p:sp>
        <p:nvSpPr>
          <p:cNvPr id="74" name="Shape 72"/>
          <p:cNvSpPr/>
          <p:nvPr/>
        </p:nvSpPr>
        <p:spPr>
          <a:xfrm>
            <a:off x="8606251" y="9578686"/>
            <a:ext cx="83127" cy="83127"/>
          </a:xfrm>
          <a:prstGeom prst="ellipse">
            <a:avLst/>
          </a:prstGeom>
          <a:solidFill>
            <a:srgbClr val="F3EEE3">
              <a:alpha val="28000"/>
            </a:srgbClr>
          </a:solidFill>
          <a:ln/>
        </p:spPr>
      </p:sp>
      <p:sp>
        <p:nvSpPr>
          <p:cNvPr id="75" name="Shape 73"/>
          <p:cNvSpPr/>
          <p:nvPr/>
        </p:nvSpPr>
        <p:spPr>
          <a:xfrm>
            <a:off x="8772505" y="9578686"/>
            <a:ext cx="83127" cy="83127"/>
          </a:xfrm>
          <a:prstGeom prst="ellipse">
            <a:avLst/>
          </a:prstGeom>
          <a:solidFill>
            <a:srgbClr val="F3EEE3">
              <a:alpha val="28000"/>
            </a:srgbClr>
          </a:solidFill>
          <a:ln/>
        </p:spPr>
      </p:sp>
      <p:sp>
        <p:nvSpPr>
          <p:cNvPr id="76" name="Shape 74"/>
          <p:cNvSpPr/>
          <p:nvPr/>
        </p:nvSpPr>
        <p:spPr>
          <a:xfrm>
            <a:off x="8938759" y="9578686"/>
            <a:ext cx="83127" cy="83127"/>
          </a:xfrm>
          <a:prstGeom prst="ellipse">
            <a:avLst/>
          </a:prstGeom>
          <a:solidFill>
            <a:srgbClr val="F3EEE3">
              <a:alpha val="28000"/>
            </a:srgbClr>
          </a:solidFill>
          <a:ln/>
        </p:spPr>
      </p:sp>
      <p:sp>
        <p:nvSpPr>
          <p:cNvPr id="77" name="Shape 75"/>
          <p:cNvSpPr/>
          <p:nvPr/>
        </p:nvSpPr>
        <p:spPr>
          <a:xfrm>
            <a:off x="9105013" y="9578686"/>
            <a:ext cx="83127" cy="83127"/>
          </a:xfrm>
          <a:prstGeom prst="ellipse">
            <a:avLst/>
          </a:prstGeom>
          <a:solidFill>
            <a:srgbClr val="F3EEE3">
              <a:alpha val="28000"/>
            </a:srgbClr>
          </a:solidFill>
          <a:ln/>
        </p:spPr>
      </p:sp>
      <p:sp>
        <p:nvSpPr>
          <p:cNvPr id="78" name="Shape 76"/>
          <p:cNvSpPr/>
          <p:nvPr/>
        </p:nvSpPr>
        <p:spPr>
          <a:xfrm>
            <a:off x="9271267" y="9578686"/>
            <a:ext cx="83127" cy="83127"/>
          </a:xfrm>
          <a:prstGeom prst="ellipse">
            <a:avLst/>
          </a:prstGeom>
          <a:solidFill>
            <a:srgbClr val="F3EEE3">
              <a:alpha val="28000"/>
            </a:srgbClr>
          </a:solidFill>
          <a:ln/>
        </p:spPr>
      </p:sp>
      <p:sp>
        <p:nvSpPr>
          <p:cNvPr id="79" name="Shape 77"/>
          <p:cNvSpPr/>
          <p:nvPr/>
        </p:nvSpPr>
        <p:spPr>
          <a:xfrm>
            <a:off x="9437521" y="9578686"/>
            <a:ext cx="83127" cy="83127"/>
          </a:xfrm>
          <a:prstGeom prst="ellipse">
            <a:avLst/>
          </a:prstGeom>
          <a:solidFill>
            <a:srgbClr val="F3EEE3">
              <a:alpha val="28000"/>
            </a:srgbClr>
          </a:solidFill>
          <a:ln/>
        </p:spPr>
      </p:sp>
      <p:sp>
        <p:nvSpPr>
          <p:cNvPr id="80" name="Shape 78"/>
          <p:cNvSpPr/>
          <p:nvPr/>
        </p:nvSpPr>
        <p:spPr>
          <a:xfrm>
            <a:off x="9603775" y="9578686"/>
            <a:ext cx="83127" cy="83127"/>
          </a:xfrm>
          <a:prstGeom prst="ellipse">
            <a:avLst/>
          </a:prstGeom>
          <a:solidFill>
            <a:srgbClr val="F3EEE3">
              <a:alpha val="28000"/>
            </a:srgbClr>
          </a:solidFill>
          <a:ln/>
        </p:spPr>
      </p:sp>
      <p:sp>
        <p:nvSpPr>
          <p:cNvPr id="81" name="Shape 79"/>
          <p:cNvSpPr/>
          <p:nvPr/>
        </p:nvSpPr>
        <p:spPr>
          <a:xfrm>
            <a:off x="9770029" y="9578686"/>
            <a:ext cx="83127" cy="83127"/>
          </a:xfrm>
          <a:prstGeom prst="ellipse">
            <a:avLst/>
          </a:prstGeom>
          <a:solidFill>
            <a:srgbClr val="F3EEE3">
              <a:alpha val="28000"/>
            </a:srgbClr>
          </a:solidFill>
          <a:ln/>
        </p:spPr>
      </p:sp>
      <p:sp>
        <p:nvSpPr>
          <p:cNvPr id="82" name="Shape 80"/>
          <p:cNvSpPr/>
          <p:nvPr/>
        </p:nvSpPr>
        <p:spPr>
          <a:xfrm>
            <a:off x="9936283" y="9578686"/>
            <a:ext cx="83127" cy="83127"/>
          </a:xfrm>
          <a:prstGeom prst="ellipse">
            <a:avLst/>
          </a:prstGeom>
          <a:solidFill>
            <a:srgbClr val="F3EEE3">
              <a:alpha val="28000"/>
            </a:srgbClr>
          </a:solidFill>
          <a:ln/>
        </p:spPr>
      </p:sp>
      <p:sp>
        <p:nvSpPr>
          <p:cNvPr id="83" name="Text 8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22/55</a:t>
            </a:r>
            <a:endParaRPr lang="en-US" sz="1800" dirty="0"/>
          </a:p>
        </p:txBody>
      </p:sp>
      <p:sp>
        <p:nvSpPr>
          <p:cNvPr id="84" name="Shape 82"/>
          <p:cNvSpPr/>
          <p:nvPr/>
        </p:nvSpPr>
        <p:spPr>
          <a:xfrm>
            <a:off x="15983712" y="9076331"/>
            <a:ext cx="1645920" cy="552301"/>
          </a:xfrm>
          <a:prstGeom prst="roundRect">
            <a:avLst>
              <a:gd name="adj" fmla="val 28000"/>
            </a:avLst>
          </a:prstGeom>
          <a:solidFill>
            <a:srgbClr val="FFFFFF">
              <a:alpha val="82000"/>
            </a:srgbClr>
          </a:solidFill>
          <a:ln/>
        </p:spPr>
      </p:sp>
      <p:pic>
        <p:nvPicPr>
          <p:cNvPr id="85" name="Moda image moda-export-watermark-0410d9b9-d968-4af2-8a85-c82284dc3a2c"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0" kern="0">
                <a:solidFill>
                  <a:srgbClr val="14161C"/>
                </a:solidFill>
                <a:latin typeface="Bricolage Grotesque ExtraBold" pitchFamily="34" charset="0"/>
                <a:ea typeface="Bricolage Grotesque ExtraBold" pitchFamily="34" charset="-122"/>
                <a:cs typeface="Bricolage Grotesque ExtraBold" pitchFamily="34" charset="-120"/>
              </a:rPr>
              <a:t>gstack:</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cả</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đội</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kỹ</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thuật</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ảo</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trong</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lệnh</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gạch</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chéo</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50" kern="0">
                <a:solidFill>
                  <a:srgbClr val="14161C"/>
                </a:solidFill>
                <a:latin typeface="Be Vietnam Pro Medium" pitchFamily="34" charset="0"/>
                <a:ea typeface="Be Vietnam Pro Medium" pitchFamily="34" charset="-122"/>
                <a:cs typeface="Be Vietnam Pro Medium" pitchFamily="34" charset="-120"/>
              </a:rPr>
              <a:t>"A</a:t>
            </a:r>
            <a:r>
              <a:rPr lang="en-US" sz="2550" dirty="0" spc="-5" kern="0">
                <a:solidFill>
                  <a:srgbClr val="14161C"/>
                </a:solidFill>
                <a:latin typeface="Be Vietnam Pro Medium" pitchFamily="34" charset="0"/>
                <a:ea typeface="Be Vietnam Pro Medium" pitchFamily="34" charset="-122"/>
                <a:cs typeface="Be Vietnam Pro Medium" pitchFamily="34" charset="-120"/>
              </a:rPr>
              <a:t> CEO,</a:t>
            </a:r>
            <a:r>
              <a:rPr lang="en-US" sz="2550" dirty="0" spc="0" kern="0">
                <a:solidFill>
                  <a:srgbClr val="14161C"/>
                </a:solidFill>
                <a:latin typeface="Be Vietnam Pro Medium" pitchFamily="34" charset="0"/>
                <a:ea typeface="Be Vietnam Pro Medium" pitchFamily="34" charset="-122"/>
                <a:cs typeface="Be Vietnam Pro Medium" pitchFamily="34" charset="-120"/>
              </a:rPr>
              <a:t> designer</a:t>
            </a:r>
            <a:r>
              <a:rPr lang="en-US" sz="2550" dirty="0" spc="-3" kern="0">
                <a:solidFill>
                  <a:srgbClr val="14161C"/>
                </a:solidFill>
                <a:latin typeface="Be Vietnam Pro Medium" pitchFamily="34" charset="0"/>
                <a:ea typeface="Be Vietnam Pro Medium" pitchFamily="34" charset="-122"/>
                <a:cs typeface="Be Vietnam Pro Medium" pitchFamily="34" charset="-120"/>
              </a:rPr>
              <a:t> and</a:t>
            </a:r>
            <a:r>
              <a:rPr lang="en-US" sz="2550" dirty="0" spc="1" kern="0">
                <a:solidFill>
                  <a:srgbClr val="14161C"/>
                </a:solidFill>
                <a:latin typeface="Be Vietnam Pro Medium" pitchFamily="34" charset="0"/>
                <a:ea typeface="Be Vietnam Pro Medium" pitchFamily="34" charset="-122"/>
                <a:cs typeface="Be Vietnam Pro Medium" pitchFamily="34" charset="-120"/>
              </a:rPr>
              <a:t> QA</a:t>
            </a:r>
            <a:r>
              <a:rPr lang="en-US" sz="2550" dirty="0" spc="-8" kern="0">
                <a:solidFill>
                  <a:srgbClr val="14161C"/>
                </a:solidFill>
                <a:latin typeface="Be Vietnam Pro Medium" pitchFamily="34" charset="0"/>
                <a:ea typeface="Be Vietnam Pro Medium" pitchFamily="34" charset="-122"/>
                <a:cs typeface="Be Vietnam Pro Medium" pitchFamily="34" charset="-120"/>
              </a:rPr>
              <a:t> team"</a:t>
            </a:r>
            <a:r>
              <a:rPr lang="en-US" sz="2550" dirty="0" spc="3" kern="0">
                <a:solidFill>
                  <a:srgbClr val="14161C"/>
                </a:solidFill>
                <a:latin typeface="Be Vietnam Pro Medium" pitchFamily="34" charset="0"/>
                <a:ea typeface="Be Vietnam Pro Medium" pitchFamily="34" charset="-122"/>
                <a:cs typeface="Be Vietnam Pro Medium" pitchFamily="34" charset="-120"/>
              </a:rPr>
              <a:t> ·</a:t>
            </a:r>
            <a:r>
              <a:rPr lang="en-US" sz="2550" dirty="0" spc="1" kern="0">
                <a:solidFill>
                  <a:srgbClr val="14161C"/>
                </a:solidFill>
                <a:latin typeface="Be Vietnam Pro Medium" pitchFamily="34" charset="0"/>
                <a:ea typeface="Be Vietnam Pro Medium" pitchFamily="34" charset="-122"/>
                <a:cs typeface="Be Vietnam Pro Medium" pitchFamily="34" charset="-120"/>
              </a:rPr>
              <a:t> 137k</a:t>
            </a:r>
            <a:r>
              <a:rPr lang="en-US" sz="2550" dirty="0" spc="-6"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3" kern="0">
                <a:solidFill>
                  <a:srgbClr val="14161C"/>
                </a:solidFill>
                <a:latin typeface="Be Vietnam Pro Medium" pitchFamily="34" charset="0"/>
                <a:ea typeface="Be Vietnam Pro Medium" pitchFamily="34" charset="-122"/>
                <a:cs typeface="Be Vietnam Pro Medium" pitchFamily="34" charset="-120"/>
              </a:rPr>
              <a:t>Garry</a:t>
            </a:r>
            <a:r>
              <a:rPr lang="en-US" sz="2550" dirty="0" spc="-61" kern="0">
                <a:solidFill>
                  <a:srgbClr val="14161C"/>
                </a:solidFill>
                <a:latin typeface="Be Vietnam Pro Medium" pitchFamily="34" charset="0"/>
                <a:ea typeface="Be Vietnam Pro Medium" pitchFamily="34" charset="-122"/>
                <a:cs typeface="Be Vietnam Pro Medium" pitchFamily="34" charset="-120"/>
              </a:rPr>
              <a:t> Tan</a:t>
            </a:r>
            <a:r>
              <a:rPr lang="en-US" sz="2550" dirty="0" spc="-2" kern="0">
                <a:solidFill>
                  <a:srgbClr val="14161C"/>
                </a:solidFill>
                <a:latin typeface="Be Vietnam Pro Medium" pitchFamily="34" charset="0"/>
                <a:ea typeface="Be Vietnam Pro Medium" pitchFamily="34" charset="-122"/>
                <a:cs typeface="Be Vietnam Pro Medium" pitchFamily="34" charset="-120"/>
              </a:rPr>
              <a:t> biến</a:t>
            </a:r>
            <a:r>
              <a:rPr lang="en-US" sz="2550" dirty="0" spc="-1" kern="0">
                <a:solidFill>
                  <a:srgbClr val="14161C"/>
                </a:solidFill>
                <a:latin typeface="Be Vietnam Pro Medium" pitchFamily="34" charset="0"/>
                <a:ea typeface="Be Vietnam Pro Medium" pitchFamily="34" charset="-122"/>
                <a:cs typeface="Be Vietnam Pro Medium" pitchFamily="34" charset="-120"/>
              </a:rPr>
              <a:t> Claude</a:t>
            </a:r>
            <a:r>
              <a:rPr lang="en-US" sz="2550" dirty="0" spc="-4" kern="0">
                <a:solidFill>
                  <a:srgbClr val="14161C"/>
                </a:solidFill>
                <a:latin typeface="Be Vietnam Pro Medium" pitchFamily="34" charset="0"/>
                <a:ea typeface="Be Vietnam Pro Medium" pitchFamily="34" charset="-122"/>
                <a:cs typeface="Be Vietnam Pro Medium" pitchFamily="34" charset="-120"/>
              </a:rPr>
              <a:t> Code thành</a:t>
            </a:r>
            <a:r>
              <a:rPr lang="en-US" sz="2550" dirty="0" spc="10" kern="0">
                <a:solidFill>
                  <a:srgbClr val="14161C"/>
                </a:solidFill>
                <a:latin typeface="Be Vietnam Pro Medium" pitchFamily="34" charset="0"/>
                <a:ea typeface="Be Vietnam Pro Medium" pitchFamily="34" charset="-122"/>
                <a:cs typeface="Be Vietnam Pro Medium" pitchFamily="34" charset="-120"/>
              </a:rPr>
              <a:t> đội:</a:t>
            </a:r>
            <a:r>
              <a:rPr lang="en-US" sz="2550" dirty="0" spc="-5" kern="0">
                <a:solidFill>
                  <a:srgbClr val="14161C"/>
                </a:solidFill>
                <a:latin typeface="Be Vietnam Pro Medium" pitchFamily="34" charset="0"/>
                <a:ea typeface="Be Vietnam Pro Medium" pitchFamily="34" charset="-122"/>
                <a:cs typeface="Be Vietnam Pro Medium" pitchFamily="34" charset="-120"/>
              </a:rPr>
              <a:t> CEO,</a:t>
            </a:r>
            <a:r>
              <a:rPr lang="en-US" sz="2550" dirty="0" spc="0" kern="0">
                <a:solidFill>
                  <a:srgbClr val="14161C"/>
                </a:solidFill>
                <a:latin typeface="Be Vietnam Pro Medium" pitchFamily="34" charset="0"/>
                <a:ea typeface="Be Vietnam Pro Medium" pitchFamily="34" charset="-122"/>
                <a:cs typeface="Be Vietnam Pro Medium" pitchFamily="34" charset="-120"/>
              </a:rPr>
              <a:t> kỹ</a:t>
            </a:r>
            <a:r>
              <a:rPr lang="en-US" sz="2550" dirty="0" spc="-8" kern="0">
                <a:solidFill>
                  <a:srgbClr val="14161C"/>
                </a:solidFill>
                <a:latin typeface="Be Vietnam Pro Medium" pitchFamily="34" charset="0"/>
                <a:ea typeface="Be Vietnam Pro Medium" pitchFamily="34" charset="-122"/>
                <a:cs typeface="Be Vietnam Pro Medium" pitchFamily="34" charset="-120"/>
              </a:rPr>
              <a:t> thuật,</a:t>
            </a:r>
            <a:r>
              <a:rPr lang="en-US" sz="2550" dirty="0" spc="-6" kern="0">
                <a:solidFill>
                  <a:srgbClr val="14161C"/>
                </a:solidFill>
                <a:latin typeface="Be Vietnam Pro Medium" pitchFamily="34" charset="0"/>
                <a:ea typeface="Be Vietnam Pro Medium" pitchFamily="34" charset="-122"/>
                <a:cs typeface="Be Vietnam Pro Medium" pitchFamily="34" charset="-120"/>
              </a:rPr>
              <a:t> thiết</a:t>
            </a:r>
            <a:r>
              <a:rPr lang="en-US" sz="2550" dirty="0" spc="-28" kern="0">
                <a:solidFill>
                  <a:srgbClr val="14161C"/>
                </a:solidFill>
                <a:latin typeface="Be Vietnam Pro Medium" pitchFamily="34" charset="0"/>
                <a:ea typeface="Be Vietnam Pro Medium" pitchFamily="34" charset="-122"/>
                <a:cs typeface="Be Vietnam Pro Medium" pitchFamily="34" charset="-120"/>
              </a:rPr>
              <a:t> kế,</a:t>
            </a:r>
            <a:r>
              <a:rPr lang="en-US" sz="2550" dirty="0" spc="0" kern="0">
                <a:solidFill>
                  <a:srgbClr val="14161C"/>
                </a:solidFill>
                <a:latin typeface="Be Vietnam Pro Medium" pitchFamily="34" charset="0"/>
                <a:ea typeface="Be Vietnam Pro Medium" pitchFamily="34" charset="-122"/>
                <a:cs typeface="Be Vietnam Pro Medium" pitchFamily="34" charset="-120"/>
              </a:rPr>
              <a:t> QA,</a:t>
            </a:r>
            <a:r>
              <a:rPr lang="en-US" sz="2550" dirty="0" spc="-3" kern="0">
                <a:solidFill>
                  <a:srgbClr val="14161C"/>
                </a:solidFill>
                <a:latin typeface="Be Vietnam Pro Medium" pitchFamily="34" charset="0"/>
                <a:ea typeface="Be Vietnam Pro Medium" pitchFamily="34" charset="-122"/>
                <a:cs typeface="Be Vietnam Pro Medium" pitchFamily="34" charset="-120"/>
              </a:rPr>
              <a:t> bảo</a:t>
            </a:r>
            <a:r>
              <a:rPr lang="en-US" sz="2550" dirty="0" spc="-10" kern="0">
                <a:solidFill>
                  <a:srgbClr val="14161C"/>
                </a:solidFill>
                <a:latin typeface="Be Vietnam Pro Medium" pitchFamily="34" charset="0"/>
                <a:ea typeface="Be Vietnam Pro Medium" pitchFamily="34" charset="-122"/>
                <a:cs typeface="Be Vietnam Pro Medium" pitchFamily="34" charset="-120"/>
              </a:rPr>
              <a:t> mật,</a:t>
            </a:r>
            <a:r>
              <a:rPr lang="en-US" sz="2550" dirty="0" spc="-12" kern="0">
                <a:solidFill>
                  <a:srgbClr val="14161C"/>
                </a:solidFill>
                <a:latin typeface="Be Vietnam Pro Medium" pitchFamily="34" charset="0"/>
                <a:ea typeface="Be Vietnam Pro Medium" pitchFamily="34" charset="-122"/>
                <a:cs typeface="Be Vietnam Pro Medium" pitchFamily="34" charset="-120"/>
              </a:rPr>
              <a:t> phát</a:t>
            </a:r>
            <a:r>
              <a:rPr lang="en-US" sz="2550" dirty="0" spc="-5" kern="0">
                <a:solidFill>
                  <a:srgbClr val="14161C"/>
                </a:solidFill>
                <a:latin typeface="Be Vietnam Pro Medium" pitchFamily="34" charset="0"/>
                <a:ea typeface="Be Vietnam Pro Medium" pitchFamily="34" charset="-122"/>
                <a:cs typeface="Be Vietnam Pro Medium" pitchFamily="34" charset="-120"/>
              </a:rPr>
              <a:t> hành.</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5" kern="0">
                <a:solidFill>
                  <a:srgbClr val="14161C"/>
                </a:solidFill>
                <a:latin typeface="Be Vietnam Pro Medium" pitchFamily="34" charset="0"/>
                <a:ea typeface="Be Vietnam Pro Medium" pitchFamily="34" charset="-122"/>
                <a:cs typeface="Be Vietnam Pro Medium" pitchFamily="34" charset="-120"/>
              </a:rPr>
              <a:t>Agent</a:t>
            </a:r>
            <a:r>
              <a:rPr lang="en-US" sz="2550" dirty="0" spc="-10" kern="0">
                <a:solidFill>
                  <a:srgbClr val="14161C"/>
                </a:solidFill>
                <a:latin typeface="Be Vietnam Pro Medium" pitchFamily="34" charset="0"/>
                <a:ea typeface="Be Vietnam Pro Medium" pitchFamily="34" charset="-122"/>
                <a:cs typeface="Be Vietnam Pro Medium" pitchFamily="34" charset="-120"/>
              </a:rPr>
              <a:t> chạy</a:t>
            </a:r>
            <a:r>
              <a:rPr lang="en-US" sz="2550" dirty="0" spc="0" kern="0">
                <a:solidFill>
                  <a:srgbClr val="14161C"/>
                </a:solidFill>
                <a:latin typeface="Be Vietnam Pro Medium" pitchFamily="34" charset="0"/>
                <a:ea typeface="Be Vietnam Pro Medium" pitchFamily="34" charset="-122"/>
                <a:cs typeface="Be Vietnam Pro Medium" pitchFamily="34" charset="-120"/>
              </a:rPr>
              <a:t> git</a:t>
            </a:r>
            <a:r>
              <a:rPr lang="en-US" sz="2550" dirty="0" spc="-2" kern="0">
                <a:solidFill>
                  <a:srgbClr val="14161C"/>
                </a:solidFill>
                <a:latin typeface="Be Vietnam Pro Medium" pitchFamily="34" charset="0"/>
                <a:ea typeface="Be Vietnam Pro Medium" pitchFamily="34" charset="-122"/>
                <a:cs typeface="Be Vietnam Pro Medium" pitchFamily="34" charset="-120"/>
              </a:rPr>
              <a:t> clone</a:t>
            </a:r>
            <a:r>
              <a:rPr lang="en-US" sz="2550" dirty="0" spc="-6" kern="0">
                <a:solidFill>
                  <a:srgbClr val="14161C"/>
                </a:solidFill>
                <a:latin typeface="Be Vietnam Pro Medium" pitchFamily="34" charset="0"/>
                <a:ea typeface="Be Vietnam Pro Medium" pitchFamily="34" charset="-122"/>
                <a:cs typeface="Be Vietnam Pro Medium" pitchFamily="34" charset="-120"/>
              </a:rPr>
              <a:t> --single-branch</a:t>
            </a:r>
            <a:r>
              <a:rPr lang="en-US" sz="2550" dirty="0" spc="-5" kern="0">
                <a:solidFill>
                  <a:srgbClr val="14161C"/>
                </a:solidFill>
                <a:latin typeface="Be Vietnam Pro Medium" pitchFamily="34" charset="0"/>
                <a:ea typeface="Be Vietnam Pro Medium" pitchFamily="34" charset="-122"/>
                <a:cs typeface="Be Vietnam Pro Medium" pitchFamily="34" charset="-120"/>
              </a:rPr>
              <a:t> --depth</a:t>
            </a:r>
            <a:r>
              <a:rPr lang="en-US" sz="2550" dirty="0" spc="-4" kern="0">
                <a:solidFill>
                  <a:srgbClr val="14161C"/>
                </a:solidFill>
                <a:latin typeface="Be Vietnam Pro Medium" pitchFamily="34" charset="0"/>
                <a:ea typeface="Be Vietnam Pro Medium" pitchFamily="34" charset="-122"/>
                <a:cs typeface="Be Vietnam Pro Medium" pitchFamily="34" charset="-120"/>
              </a:rPr>
              <a:t> 1</a:t>
            </a:r>
            <a:r>
              <a:rPr lang="en-US" sz="2550" dirty="0" spc="-22" kern="0">
                <a:solidFill>
                  <a:srgbClr val="14161C"/>
                </a:solidFill>
                <a:latin typeface="Be Vietnam Pro Medium" pitchFamily="34" charset="0"/>
                <a:ea typeface="Be Vietnam Pro Medium" pitchFamily="34" charset="-122"/>
                <a:cs typeface="Be Vietnam Pro Medium" pitchFamily="34" charset="-120"/>
              </a:rPr>
              <a:t> https://github.com/garrytan/gstack.git</a:t>
            </a:r>
            <a:r>
              <a:rPr lang="en-US" sz="2550" dirty="0" spc="-23" kern="0">
                <a:solidFill>
                  <a:srgbClr val="14161C"/>
                </a:solidFill>
                <a:latin typeface="Be Vietnam Pro Medium" pitchFamily="34" charset="0"/>
                <a:ea typeface="Be Vietnam Pro Medium" pitchFamily="34" charset="-122"/>
                <a:cs typeface="Be Vietnam Pro Medium" pitchFamily="34" charset="-120"/>
              </a:rPr>
              <a:t> rồi</a:t>
            </a:r>
            <a:r>
              <a:rPr lang="en-US" sz="2550" dirty="0" spc="-6" kern="0">
                <a:solidFill>
                  <a:srgbClr val="14161C"/>
                </a:solidFill>
                <a:latin typeface="Be Vietnam Pro Medium" pitchFamily="34" charset="0"/>
                <a:ea typeface="Be Vietnam Pro Medium" pitchFamily="34" charset="-122"/>
                <a:cs typeface="Be Vietnam Pro Medium" pitchFamily="34" charset="-120"/>
              </a:rPr>
              <a:t> ./setup</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Cài</a:t>
            </a:r>
            <a:r>
              <a:rPr lang="en-US" sz="2550" dirty="0" spc="-4" kern="0">
                <a:solidFill>
                  <a:srgbClr val="14161C"/>
                </a:solidFill>
                <a:latin typeface="Be Vietnam Pro Medium" pitchFamily="34" charset="0"/>
                <a:ea typeface="Be Vietnam Pro Medium" pitchFamily="34" charset="-122"/>
                <a:cs typeface="Be Vietnam Pro Medium" pitchFamily="34" charset="-120"/>
              </a:rPr>
              <a:t> bằng</a:t>
            </a:r>
            <a:r>
              <a:rPr lang="en-US" sz="2550" dirty="0" spc="-1" kern="0">
                <a:solidFill>
                  <a:srgbClr val="14161C"/>
                </a:solidFill>
                <a:latin typeface="Be Vietnam Pro Medium" pitchFamily="34" charset="0"/>
                <a:ea typeface="Be Vietnam Pro Medium" pitchFamily="34" charset="-122"/>
                <a:cs typeface="Be Vietnam Pro Medium" pitchFamily="34" charset="-120"/>
              </a:rPr>
              <a:t> cách</a:t>
            </a:r>
            <a:r>
              <a:rPr lang="en-US" sz="2550" dirty="0" spc="-3" kern="0">
                <a:solidFill>
                  <a:srgbClr val="14161C"/>
                </a:solidFill>
                <a:latin typeface="Be Vietnam Pro Medium" pitchFamily="34" charset="0"/>
                <a:ea typeface="Be Vietnam Pro Medium" pitchFamily="34" charset="-122"/>
                <a:cs typeface="Be Vietnam Pro Medium" pitchFamily="34" charset="-120"/>
              </a:rPr>
              <a:t> bảo</a:t>
            </a:r>
            <a:r>
              <a:rPr lang="en-US" sz="2550" dirty="0" spc="-14" kern="0">
                <a:solidFill>
                  <a:srgbClr val="14161C"/>
                </a:solidFill>
                <a:latin typeface="Be Vietnam Pro Medium" pitchFamily="34" charset="0"/>
                <a:ea typeface="Be Vietnam Pro Medium" pitchFamily="34" charset="-122"/>
                <a:cs typeface="Be Vietnam Pro Medium" pitchFamily="34" charset="-120"/>
              </a:rPr>
              <a:t> agent</a:t>
            </a:r>
            <a:r>
              <a:rPr lang="en-US" sz="2550" dirty="0" spc="-10" kern="0">
                <a:solidFill>
                  <a:srgbClr val="14161C"/>
                </a:solidFill>
                <a:latin typeface="Be Vietnam Pro Medium" pitchFamily="34" charset="0"/>
                <a:ea typeface="Be Vietnam Pro Medium" pitchFamily="34" charset="-122"/>
                <a:cs typeface="Be Vietnam Pro Medium" pitchFamily="34" charset="-120"/>
              </a:rPr>
              <a:t> chạy</a:t>
            </a:r>
            <a:r>
              <a:rPr lang="en-US" sz="2550" dirty="0" spc="0" kern="0">
                <a:solidFill>
                  <a:srgbClr val="14161C"/>
                </a:solidFill>
                <a:latin typeface="Be Vietnam Pro Medium" pitchFamily="34" charset="0"/>
                <a:ea typeface="Be Vietnam Pro Medium" pitchFamily="34" charset="-122"/>
                <a:cs typeface="Be Vietnam Pro Medium" pitchFamily="34" charset="-120"/>
              </a:rPr>
              <a:t> script:</a:t>
            </a:r>
            <a:r>
              <a:rPr lang="en-US" sz="2550" dirty="0" spc="9" kern="0">
                <a:solidFill>
                  <a:srgbClr val="14161C"/>
                </a:solidFill>
                <a:latin typeface="Be Vietnam Pro Medium" pitchFamily="34" charset="0"/>
                <a:ea typeface="Be Vietnam Pro Medium" pitchFamily="34" charset="-122"/>
                <a:cs typeface="Be Vietnam Pro Medium" pitchFamily="34" charset="-120"/>
              </a:rPr>
              <a:t> đọc</a:t>
            </a:r>
            <a:r>
              <a:rPr lang="en-US" sz="2550" dirty="0" spc="1" kern="0">
                <a:solidFill>
                  <a:srgbClr val="14161C"/>
                </a:solidFill>
                <a:latin typeface="Be Vietnam Pro Medium" pitchFamily="34" charset="0"/>
                <a:ea typeface="Be Vietnam Pro Medium" pitchFamily="34" charset="-122"/>
                <a:cs typeface="Be Vietnam Pro Medium" pitchFamily="34" charset="-120"/>
              </a:rPr>
              <a:t> script</a:t>
            </a:r>
            <a:r>
              <a:rPr lang="en-US" sz="2550" dirty="0" spc="6" kern="0">
                <a:solidFill>
                  <a:srgbClr val="14161C"/>
                </a:solidFill>
                <a:latin typeface="Be Vietnam Pro Medium" pitchFamily="34" charset="0"/>
                <a:ea typeface="Be Vietnam Pro Medium" pitchFamily="34" charset="-122"/>
                <a:cs typeface="Be Vietnam Pro Medium" pitchFamily="34" charset="-120"/>
              </a:rPr>
              <a:t> trước;</a:t>
            </a:r>
            <a:r>
              <a:rPr lang="en-US" sz="2550" dirty="0" spc="-6" kern="0">
                <a:solidFill>
                  <a:srgbClr val="14161C"/>
                </a:solidFill>
                <a:latin typeface="Be Vietnam Pro Medium" pitchFamily="34" charset="0"/>
                <a:ea typeface="Be Vietnam Pro Medium" pitchFamily="34" charset="-122"/>
                <a:cs typeface="Be Vietnam Pro Medium" pitchFamily="34" charset="-120"/>
              </a:rPr>
              <a:t> telemetry</a:t>
            </a:r>
            <a:r>
              <a:rPr lang="en-US" sz="2550" dirty="0" spc="1" kern="0">
                <a:solidFill>
                  <a:srgbClr val="14161C"/>
                </a:solidFill>
                <a:latin typeface="Be Vietnam Pro Medium" pitchFamily="34" charset="0"/>
                <a:ea typeface="Be Vietnam Pro Medium" pitchFamily="34" charset="-122"/>
                <a:cs typeface="Be Vietnam Pro Medium" pitchFamily="34" charset="-120"/>
              </a:rPr>
              <a:t> mặc</a:t>
            </a:r>
            <a:r>
              <a:rPr lang="en-US" sz="2550" dirty="0" spc="17" kern="0">
                <a:solidFill>
                  <a:srgbClr val="14161C"/>
                </a:solidFill>
                <a:latin typeface="Be Vietnam Pro Medium" pitchFamily="34" charset="0"/>
                <a:ea typeface="Be Vietnam Pro Medium" pitchFamily="34" charset="-122"/>
                <a:cs typeface="Be Vietnam Pro Medium" pitchFamily="34" charset="-120"/>
              </a:rPr>
              <a:t> định</a:t>
            </a:r>
            <a:r>
              <a:rPr lang="en-US" sz="2550" dirty="0" spc="-18" kern="0">
                <a:solidFill>
                  <a:srgbClr val="14161C"/>
                </a:solidFill>
                <a:latin typeface="Be Vietnam Pro Medium" pitchFamily="34" charset="0"/>
                <a:ea typeface="Be Vietnam Pro Medium" pitchFamily="34" charset="-122"/>
                <a:cs typeface="Be Vietnam Pro Medium" pitchFamily="34" charset="-120"/>
              </a:rPr>
              <a:t> tắt.</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[S14]</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02297" y="9564832"/>
            <a:ext cx="110836" cy="110836"/>
          </a:xfrm>
          <a:prstGeom prst="ellipse">
            <a:avLst/>
          </a:prstGeom>
          <a:solidFill>
            <a:srgbClr val="E8472B"/>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23/55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36f79a68-a5f5-4dab-b123-147a0b4d65e3"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9" kern="0">
                <a:solidFill>
                  <a:srgbClr val="14161C"/>
                </a:solidFill>
                <a:latin typeface="Bricolage Grotesque ExtraBold" pitchFamily="34" charset="0"/>
                <a:ea typeface="Bricolage Grotesque ExtraBold" pitchFamily="34" charset="-122"/>
                <a:cs typeface="Bricolage Grotesque ExtraBold" pitchFamily="34" charset="-120"/>
              </a:rPr>
              <a:t>Caveman:</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câu</a:t>
            </a:r>
            <a:r>
              <a:rPr lang="en-US" sz="5700" dirty="0" spc="-26" kern="0">
                <a:solidFill>
                  <a:srgbClr val="14161C"/>
                </a:solidFill>
                <a:latin typeface="Bricolage Grotesque ExtraBold" pitchFamily="34" charset="0"/>
                <a:ea typeface="Bricolage Grotesque ExtraBold" pitchFamily="34" charset="-122"/>
                <a:cs typeface="Bricolage Grotesque ExtraBold" pitchFamily="34" charset="-120"/>
              </a:rPr>
              <a:t> trả</a:t>
            </a:r>
            <a:r>
              <a:rPr lang="en-US" sz="5700" dirty="0" spc="-31" kern="0">
                <a:solidFill>
                  <a:srgbClr val="14161C"/>
                </a:solidFill>
                <a:latin typeface="Bricolage Grotesque ExtraBold" pitchFamily="34" charset="0"/>
                <a:ea typeface="Bricolage Grotesque ExtraBold" pitchFamily="34" charset="-122"/>
                <a:cs typeface="Bricolage Grotesque ExtraBold" pitchFamily="34" charset="-120"/>
              </a:rPr>
              <a:t> lời</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ngắn,</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mã</a:t>
            </a:r>
            <a:r>
              <a:rPr lang="en-US" sz="5700" dirty="0" spc="-48" kern="0">
                <a:solidFill>
                  <a:srgbClr val="14161C"/>
                </a:solidFill>
                <a:latin typeface="Bricolage Grotesque ExtraBold" pitchFamily="34" charset="0"/>
                <a:ea typeface="Bricolage Grotesque ExtraBold" pitchFamily="34" charset="-122"/>
                <a:cs typeface="Bricolage Grotesque ExtraBold" pitchFamily="34" charset="-120"/>
              </a:rPr>
              <a:t> vẫn</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chính</a:t>
            </a:r>
            <a:r>
              <a:rPr lang="en-US" sz="5700" dirty="0" spc="-32" kern="0">
                <a:solidFill>
                  <a:srgbClr val="14161C"/>
                </a:solidFill>
                <a:latin typeface="Bricolage Grotesque ExtraBold" pitchFamily="34" charset="0"/>
                <a:ea typeface="Bricolage Grotesque ExtraBold" pitchFamily="34" charset="-122"/>
                <a:cs typeface="Bricolage Grotesque ExtraBold" pitchFamily="34" charset="-120"/>
              </a:rPr>
              <a:t> xác</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7" kern="0">
                <a:solidFill>
                  <a:srgbClr val="14161C"/>
                </a:solidFill>
                <a:latin typeface="Be Vietnam Pro" pitchFamily="34" charset="0"/>
                <a:ea typeface="Be Vietnam Pro" pitchFamily="34" charset="-122"/>
                <a:cs typeface="Be Vietnam Pro" pitchFamily="34" charset="-120"/>
              </a:rPr>
              <a:t>"Shorter</a:t>
            </a:r>
            <a:r>
              <a:rPr lang="en-US" sz="2700" dirty="0" spc="-12" kern="0">
                <a:solidFill>
                  <a:srgbClr val="14161C"/>
                </a:solidFill>
                <a:latin typeface="Be Vietnam Pro" pitchFamily="34" charset="0"/>
                <a:ea typeface="Be Vietnam Pro" pitchFamily="34" charset="-122"/>
                <a:cs typeface="Be Vietnam Pro" pitchFamily="34" charset="-120"/>
              </a:rPr>
              <a:t> replies,</a:t>
            </a:r>
            <a:r>
              <a:rPr lang="en-US" sz="2700" dirty="0" spc="-31" kern="0">
                <a:solidFill>
                  <a:srgbClr val="14161C"/>
                </a:solidFill>
                <a:latin typeface="Be Vietnam Pro" pitchFamily="34" charset="0"/>
                <a:ea typeface="Be Vietnam Pro" pitchFamily="34" charset="-122"/>
                <a:cs typeface="Be Vietnam Pro" pitchFamily="34" charset="-120"/>
              </a:rPr>
              <a:t> fewer</a:t>
            </a:r>
            <a:r>
              <a:rPr lang="en-US" sz="2700" dirty="0" spc="-23" kern="0">
                <a:solidFill>
                  <a:srgbClr val="14161C"/>
                </a:solidFill>
                <a:latin typeface="Be Vietnam Pro" pitchFamily="34" charset="0"/>
                <a:ea typeface="Be Vietnam Pro" pitchFamily="34" charset="-122"/>
                <a:cs typeface="Be Vietnam Pro" pitchFamily="34" charset="-120"/>
              </a:rPr>
              <a:t> tokens"</a:t>
            </a:r>
            <a:r>
              <a:rPr lang="en-US" sz="2700" dirty="0" spc="-1" kern="0">
                <a:solidFill>
                  <a:srgbClr val="14161C"/>
                </a:solidFill>
                <a:latin typeface="Be Vietnam Pro" pitchFamily="34" charset="0"/>
                <a:ea typeface="Be Vietnam Pro" pitchFamily="34" charset="-122"/>
                <a:cs typeface="Be Vietnam Pro" pitchFamily="34" charset="-120"/>
              </a:rPr>
              <a:t> ·</a:t>
            </a:r>
            <a:r>
              <a:rPr lang="en-US" sz="2700" dirty="0" spc="12" kern="0">
                <a:solidFill>
                  <a:srgbClr val="14161C"/>
                </a:solidFill>
                <a:latin typeface="Be Vietnam Pro" pitchFamily="34" charset="0"/>
                <a:ea typeface="Be Vietnam Pro" pitchFamily="34" charset="-122"/>
                <a:cs typeface="Be Vietnam Pro" pitchFamily="34" charset="-120"/>
              </a:rPr>
              <a:t> 114k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37" kern="0">
                <a:solidFill>
                  <a:srgbClr val="14161C"/>
                </a:solidFill>
                <a:latin typeface="Be Vietnam Pro" pitchFamily="34" charset="0"/>
                <a:ea typeface="Be Vietnam Pro" pitchFamily="34" charset="-122"/>
                <a:cs typeface="Be Vietnam Pro" pitchFamily="34" charset="-120"/>
              </a:rPr>
              <a:t>Làm</a:t>
            </a:r>
            <a:r>
              <a:rPr lang="en-US" sz="2700" dirty="0" spc="-18" kern="0">
                <a:solidFill>
                  <a:srgbClr val="14161C"/>
                </a:solidFill>
                <a:latin typeface="Be Vietnam Pro" pitchFamily="34" charset="0"/>
                <a:ea typeface="Be Vietnam Pro" pitchFamily="34" charset="-122"/>
                <a:cs typeface="Be Vietnam Pro" pitchFamily="34" charset="-120"/>
              </a:rPr>
              <a:t> agent</a:t>
            </a:r>
            <a:r>
              <a:rPr lang="en-US" sz="2700" dirty="0" spc="-3" kern="0">
                <a:solidFill>
                  <a:srgbClr val="14161C"/>
                </a:solidFill>
                <a:latin typeface="Be Vietnam Pro" pitchFamily="34" charset="0"/>
                <a:ea typeface="Be Vietnam Pro" pitchFamily="34" charset="-122"/>
                <a:cs typeface="Be Vietnam Pro" pitchFamily="34" charset="-120"/>
              </a:rPr>
              <a:t> nói</a:t>
            </a:r>
            <a:r>
              <a:rPr lang="en-US" sz="2700" dirty="0" spc="1" kern="0">
                <a:solidFill>
                  <a:srgbClr val="14161C"/>
                </a:solidFill>
                <a:latin typeface="Be Vietnam Pro" pitchFamily="34" charset="0"/>
                <a:ea typeface="Be Vietnam Pro" pitchFamily="34" charset="-122"/>
                <a:cs typeface="Be Vietnam Pro" pitchFamily="34" charset="-120"/>
              </a:rPr>
              <a:t> ít,</a:t>
            </a:r>
            <a:r>
              <a:rPr lang="en-US" sz="2700" dirty="0" spc="10" kern="0">
                <a:solidFill>
                  <a:srgbClr val="14161C"/>
                </a:solidFill>
                <a:latin typeface="Be Vietnam Pro" pitchFamily="34" charset="0"/>
                <a:ea typeface="Be Vietnam Pro" pitchFamily="34" charset="-122"/>
                <a:cs typeface="Be Vietnam Pro" pitchFamily="34" charset="-120"/>
              </a:rPr>
              <a:t> đọc</a:t>
            </a:r>
            <a:r>
              <a:rPr lang="en-US" sz="2700" dirty="0" spc="0" kern="0">
                <a:solidFill>
                  <a:srgbClr val="14161C"/>
                </a:solidFill>
                <a:latin typeface="Be Vietnam Pro" pitchFamily="34" charset="0"/>
                <a:ea typeface="Be Vietnam Pro" pitchFamily="34" charset="-122"/>
                <a:cs typeface="Be Vietnam Pro" pitchFamily="34" charset="-120"/>
              </a:rPr>
              <a:t> ít;</a:t>
            </a:r>
            <a:r>
              <a:rPr lang="en-US" sz="2700" dirty="0" spc="-1" kern="0">
                <a:solidFill>
                  <a:srgbClr val="14161C"/>
                </a:solidFill>
                <a:latin typeface="Be Vietnam Pro" pitchFamily="34" charset="0"/>
                <a:ea typeface="Be Vietnam Pro" pitchFamily="34" charset="-122"/>
                <a:cs typeface="Be Vietnam Pro" pitchFamily="34" charset="-120"/>
              </a:rPr>
              <a:t> ví</a:t>
            </a:r>
            <a:r>
              <a:rPr lang="en-US" sz="2700" dirty="0" spc="-3" kern="0">
                <a:solidFill>
                  <a:srgbClr val="14161C"/>
                </a:solidFill>
                <a:latin typeface="Be Vietnam Pro" pitchFamily="34" charset="0"/>
                <a:ea typeface="Be Vietnam Pro" pitchFamily="34" charset="-122"/>
                <a:cs typeface="Be Vietnam Pro" pitchFamily="34" charset="-120"/>
              </a:rPr>
              <a:t> dụ</a:t>
            </a:r>
            <a:r>
              <a:rPr lang="en-US" sz="2700" dirty="0" spc="-4" kern="0">
                <a:solidFill>
                  <a:srgbClr val="14161C"/>
                </a:solidFill>
                <a:latin typeface="Be Vietnam Pro" pitchFamily="34" charset="0"/>
                <a:ea typeface="Be Vietnam Pro" pitchFamily="34" charset="-122"/>
                <a:cs typeface="Be Vietnam Pro" pitchFamily="34" charset="-120"/>
              </a:rPr>
              <a:t> 63</a:t>
            </a:r>
            <a:r>
              <a:rPr lang="en-US" sz="2700" dirty="0" spc="-30" kern="0">
                <a:solidFill>
                  <a:srgbClr val="14161C"/>
                </a:solidFill>
                <a:latin typeface="Be Vietnam Pro" pitchFamily="34" charset="0"/>
                <a:ea typeface="Be Vietnam Pro" pitchFamily="34" charset="-122"/>
                <a:cs typeface="Be Vietnam Pro" pitchFamily="34" charset="-120"/>
              </a:rPr>
              <a:t> token</a:t>
            </a:r>
            <a:r>
              <a:rPr lang="en-US" sz="2700" dirty="0" spc="0" kern="0">
                <a:solidFill>
                  <a:srgbClr val="14161C"/>
                </a:solidFill>
                <a:latin typeface="Be Vietnam Pro" pitchFamily="34" charset="0"/>
                <a:ea typeface="Be Vietnam Pro" pitchFamily="34" charset="-122"/>
                <a:cs typeface="Be Vietnam Pro" pitchFamily="34" charset="-120"/>
              </a:rPr>
              <a:t> còn</a:t>
            </a:r>
            <a:r>
              <a:rPr lang="en-US" sz="2700" dirty="0" spc="-1" kern="0">
                <a:solidFill>
                  <a:srgbClr val="14161C"/>
                </a:solidFill>
                <a:latin typeface="Be Vietnam Pro" pitchFamily="34" charset="0"/>
                <a:ea typeface="Be Vietnam Pro" pitchFamily="34" charset="-122"/>
                <a:cs typeface="Be Vietnam Pro" pitchFamily="34" charset="-120"/>
              </a:rPr>
              <a:t> 20,</a:t>
            </a:r>
            <a:r>
              <a:rPr lang="en-US" sz="2700" dirty="0" spc="-2" kern="0">
                <a:solidFill>
                  <a:srgbClr val="14161C"/>
                </a:solidFill>
                <a:latin typeface="Be Vietnam Pro" pitchFamily="34" charset="0"/>
                <a:ea typeface="Be Vietnam Pro" pitchFamily="34" charset="-122"/>
                <a:cs typeface="Be Vietnam Pro" pitchFamily="34" charset="-120"/>
              </a:rPr>
              <a:t> mã giữ</a:t>
            </a:r>
            <a:r>
              <a:rPr lang="en-US" sz="2700" dirty="0" spc="-14" kern="0">
                <a:solidFill>
                  <a:srgbClr val="14161C"/>
                </a:solidFill>
                <a:latin typeface="Be Vietnam Pro" pitchFamily="34" charset="0"/>
                <a:ea typeface="Be Vietnam Pro" pitchFamily="34" charset="-122"/>
                <a:cs typeface="Be Vietnam Pro" pitchFamily="34" charset="-120"/>
              </a:rPr>
              <a:t> nguyên.</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30" kern="0">
                <a:solidFill>
                  <a:srgbClr val="14161C"/>
                </a:solidFill>
                <a:latin typeface="Be Vietnam Pro" pitchFamily="34" charset="0"/>
                <a:ea typeface="Be Vietnam Pro" pitchFamily="34" charset="-122"/>
                <a:cs typeface="Be Vietnam Pro" pitchFamily="34" charset="-120"/>
              </a:rPr>
              <a:t>npx</a:t>
            </a:r>
            <a:r>
              <a:rPr lang="en-US" sz="2700" dirty="0" spc="-16" kern="0">
                <a:solidFill>
                  <a:srgbClr val="14161C"/>
                </a:solidFill>
                <a:latin typeface="Be Vietnam Pro" pitchFamily="34" charset="0"/>
                <a:ea typeface="Be Vietnam Pro" pitchFamily="34" charset="-122"/>
                <a:cs typeface="Be Vietnam Pro" pitchFamily="34" charset="-120"/>
              </a:rPr>
              <a:t> @caveman-ai/cli@latest,</a:t>
            </a:r>
            <a:r>
              <a:rPr lang="en-US" sz="2700" dirty="0" spc="-1" kern="0">
                <a:solidFill>
                  <a:srgbClr val="14161C"/>
                </a:solidFill>
                <a:latin typeface="Be Vietnam Pro" pitchFamily="34" charset="0"/>
                <a:ea typeface="Be Vietnam Pro" pitchFamily="34" charset="-122"/>
                <a:cs typeface="Be Vietnam Pro" pitchFamily="34" charset="-120"/>
              </a:rPr>
              <a:t> cần</a:t>
            </a:r>
            <a:r>
              <a:rPr lang="en-US" sz="2700" dirty="0" spc="-3" kern="0">
                <a:solidFill>
                  <a:srgbClr val="14161C"/>
                </a:solidFill>
                <a:latin typeface="Be Vietnam Pro" pitchFamily="34" charset="0"/>
                <a:ea typeface="Be Vietnam Pro" pitchFamily="34" charset="-122"/>
                <a:cs typeface="Be Vietnam Pro" pitchFamily="34" charset="-120"/>
              </a:rPr>
              <a:t> Node.js</a:t>
            </a:r>
            <a:r>
              <a:rPr lang="en-US" sz="2700" dirty="0" spc="-2" kern="0">
                <a:solidFill>
                  <a:srgbClr val="14161C"/>
                </a:solidFill>
                <a:latin typeface="Be Vietnam Pro" pitchFamily="34" charset="0"/>
                <a:ea typeface="Be Vietnam Pro" pitchFamily="34" charset="-122"/>
                <a:cs typeface="Be Vietnam Pro" pitchFamily="34" charset="-120"/>
              </a:rPr>
              <a:t> 22.13+</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Be Vietnam Pro" pitchFamily="34" charset="0"/>
                <a:ea typeface="Be Vietnam Pro" pitchFamily="34" charset="-122"/>
                <a:cs typeface="Be Vietnam Pro" pitchFamily="34" charset="-120"/>
              </a:rPr>
              <a:t>CLI</a:t>
            </a:r>
            <a:r>
              <a:rPr lang="en-US" sz="2700" dirty="0" spc="41" kern="0">
                <a:solidFill>
                  <a:srgbClr val="14161C"/>
                </a:solidFill>
                <a:latin typeface="Be Vietnam Pro" pitchFamily="34" charset="0"/>
                <a:ea typeface="Be Vietnam Pro" pitchFamily="34" charset="-122"/>
                <a:cs typeface="Be Vietnam Pro" pitchFamily="34" charset="-120"/>
              </a:rPr>
              <a:t> gửi</a:t>
            </a:r>
            <a:r>
              <a:rPr lang="en-US" sz="2700" dirty="0" spc="-1" kern="0">
                <a:solidFill>
                  <a:srgbClr val="14161C"/>
                </a:solidFill>
                <a:latin typeface="Be Vietnam Pro" pitchFamily="34" charset="0"/>
                <a:ea typeface="Be Vietnam Pro" pitchFamily="34" charset="-122"/>
                <a:cs typeface="Be Vietnam Pro" pitchFamily="34" charset="-120"/>
              </a:rPr>
              <a:t> thống</a:t>
            </a:r>
            <a:r>
              <a:rPr lang="en-US" sz="2700" dirty="0" spc="-44" kern="0">
                <a:solidFill>
                  <a:srgbClr val="14161C"/>
                </a:solidFill>
                <a:latin typeface="Be Vietnam Pro" pitchFamily="34" charset="0"/>
                <a:ea typeface="Be Vietnam Pro" pitchFamily="34" charset="-122"/>
                <a:cs typeface="Be Vietnam Pro" pitchFamily="34" charset="-120"/>
              </a:rPr>
              <a:t> kê</a:t>
            </a:r>
            <a:r>
              <a:rPr lang="en-US" sz="2700" dirty="0" spc="-3" kern="0">
                <a:solidFill>
                  <a:srgbClr val="14161C"/>
                </a:solidFill>
                <a:latin typeface="Be Vietnam Pro" pitchFamily="34" charset="0"/>
                <a:ea typeface="Be Vietnam Pro" pitchFamily="34" charset="-122"/>
                <a:cs typeface="Be Vietnam Pro" pitchFamily="34" charset="-120"/>
              </a:rPr>
              <a:t> dùng</a:t>
            </a:r>
            <a:r>
              <a:rPr lang="en-US" sz="2700" dirty="0" spc="0" kern="0">
                <a:solidFill>
                  <a:srgbClr val="14161C"/>
                </a:solidFill>
                <a:latin typeface="Be Vietnam Pro" pitchFamily="34" charset="0"/>
                <a:ea typeface="Be Vietnam Pro" pitchFamily="34" charset="-122"/>
                <a:cs typeface="Be Vietnam Pro" pitchFamily="34" charset="-120"/>
              </a:rPr>
              <a:t> mặc</a:t>
            </a:r>
            <a:r>
              <a:rPr lang="en-US" sz="2700" dirty="0" spc="17" kern="0">
                <a:solidFill>
                  <a:srgbClr val="14161C"/>
                </a:solidFill>
                <a:latin typeface="Be Vietnam Pro" pitchFamily="34" charset="0"/>
                <a:ea typeface="Be Vietnam Pro" pitchFamily="34" charset="-122"/>
                <a:cs typeface="Be Vietnam Pro" pitchFamily="34" charset="-120"/>
              </a:rPr>
              <a:t> định;</a:t>
            </a:r>
            <a:r>
              <a:rPr lang="en-US" sz="2700" dirty="0" spc="-25" kern="0">
                <a:solidFill>
                  <a:srgbClr val="14161C"/>
                </a:solidFill>
                <a:latin typeface="Be Vietnam Pro" pitchFamily="34" charset="0"/>
                <a:ea typeface="Be Vietnam Pro" pitchFamily="34" charset="-122"/>
                <a:cs typeface="Be Vietnam Pro" pitchFamily="34" charset="-120"/>
              </a:rPr>
              <a:t> tắt</a:t>
            </a:r>
            <a:r>
              <a:rPr lang="en-US" sz="2700" dirty="0" spc="-5" kern="0">
                <a:solidFill>
                  <a:srgbClr val="14161C"/>
                </a:solidFill>
                <a:latin typeface="Be Vietnam Pro" pitchFamily="34" charset="0"/>
                <a:ea typeface="Be Vietnam Pro" pitchFamily="34" charset="-122"/>
                <a:cs typeface="Be Vietnam Pro" pitchFamily="34" charset="-120"/>
              </a:rPr>
              <a:t> bằng</a:t>
            </a:r>
            <a:r>
              <a:rPr lang="en-US" sz="2700" dirty="0" spc="-13" kern="0">
                <a:solidFill>
                  <a:srgbClr val="14161C"/>
                </a:solidFill>
                <a:latin typeface="Be Vietnam Pro" pitchFamily="34" charset="0"/>
                <a:ea typeface="Be Vietnam Pro" pitchFamily="34" charset="-122"/>
                <a:cs typeface="Be Vietnam Pro" pitchFamily="34" charset="-120"/>
              </a:rPr>
              <a:t> caveman</a:t>
            </a:r>
            <a:r>
              <a:rPr lang="en-US" sz="2700" dirty="0" spc="-7" kern="0">
                <a:solidFill>
                  <a:srgbClr val="14161C"/>
                </a:solidFill>
                <a:latin typeface="Be Vietnam Pro" pitchFamily="34" charset="0"/>
                <a:ea typeface="Be Vietnam Pro" pitchFamily="34" charset="-122"/>
                <a:cs typeface="Be Vietnam Pro" pitchFamily="34" charset="-120"/>
              </a:rPr>
              <a:t> telemetry</a:t>
            </a:r>
            <a:r>
              <a:rPr lang="en-US" sz="2700" dirty="0" spc="-11" kern="0">
                <a:solidFill>
                  <a:srgbClr val="14161C"/>
                </a:solidFill>
                <a:latin typeface="Be Vietnam Pro" pitchFamily="34" charset="0"/>
                <a:ea typeface="Be Vietnam Pro" pitchFamily="34" charset="-122"/>
                <a:cs typeface="Be Vietnam Pro" pitchFamily="34" charset="-120"/>
              </a:rPr>
              <a:t> off.</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[S15]</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68551" y="9564832"/>
            <a:ext cx="110836" cy="110836"/>
          </a:xfrm>
          <a:prstGeom prst="ellipse">
            <a:avLst/>
          </a:prstGeom>
          <a:solidFill>
            <a:srgbClr val="E8472B"/>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8" kern="0">
                <a:solidFill>
                  <a:srgbClr val="6B6A66"/>
                </a:solidFill>
                <a:latin typeface="Be Vietnam Pro" pitchFamily="34" charset="0"/>
                <a:ea typeface="Be Vietnam Pro" pitchFamily="34" charset="-122"/>
                <a:cs typeface="Be Vietnam Pro" pitchFamily="34" charset="-120"/>
              </a:rPr>
              <a:t> 24/55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deb11dfb-671c-4ba2-ac8b-d0664d934738"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Claude-Mem: nhớ</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lại</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những</a:t>
            </a:r>
            <a:r>
              <a:rPr lang="en-US" sz="5700" dirty="0" spc="-24" kern="0">
                <a:solidFill>
                  <a:srgbClr val="F3EEE3"/>
                </a:solidFill>
                <a:latin typeface="Bricolage Grotesque ExtraBold" pitchFamily="34" charset="0"/>
                <a:ea typeface="Bricolage Grotesque ExtraBold" pitchFamily="34" charset="-122"/>
                <a:cs typeface="Bricolage Grotesque ExtraBold" pitchFamily="34" charset="-120"/>
              </a:rPr>
              <a:t> gì</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đã</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làm ở</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phiên</a:t>
            </a:r>
            <a:r>
              <a:rPr lang="en-US" sz="5700" dirty="0" spc="-65" kern="0">
                <a:solidFill>
                  <a:srgbClr val="F3EEE3"/>
                </a:solidFill>
                <a:latin typeface="Bricolage Grotesque ExtraBold" pitchFamily="34" charset="0"/>
                <a:ea typeface="Bricolage Grotesque ExtraBold" pitchFamily="34" charset="-122"/>
                <a:cs typeface="Bricolage Grotesque ExtraBold" pitchFamily="34" charset="-120"/>
              </a:rPr>
              <a:t> trước</a:t>
            </a:r>
            <a:endParaRPr lang="en-US" sz="5700" dirty="0"/>
          </a:p>
        </p:txBody>
      </p:sp>
      <p:sp>
        <p:nvSpPr>
          <p:cNvPr id="3" name="Shape 1"/>
          <p:cNvSpPr/>
          <p:nvPr/>
        </p:nvSpPr>
        <p:spPr>
          <a:xfrm>
            <a:off x="914400" y="2724150"/>
            <a:ext cx="8096250" cy="2838450"/>
          </a:xfrm>
          <a:prstGeom prst="roundRect">
            <a:avLst>
              <a:gd name="adj" fmla="val 8054"/>
            </a:avLst>
          </a:prstGeom>
          <a:solidFill>
            <a:srgbClr val="1E212B"/>
          </a:solidFill>
          <a:ln/>
        </p:spPr>
      </p:sp>
      <p:sp>
        <p:nvSpPr>
          <p:cNvPr id="4" name="Shape 2"/>
          <p:cNvSpPr/>
          <p:nvPr/>
        </p:nvSpPr>
        <p:spPr>
          <a:xfrm>
            <a:off x="914400" y="2724150"/>
            <a:ext cx="114300" cy="2838450"/>
          </a:xfrm>
          <a:prstGeom prst="roundRect">
            <a:avLst>
              <a:gd name="adj" fmla="val 50000"/>
            </a:avLst>
          </a:prstGeom>
          <a:solidFill>
            <a:srgbClr val="FFB454"/>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FFB454"/>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FFB454"/>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3" kern="0">
                <a:solidFill>
                  <a:srgbClr val="F3EEE3"/>
                </a:solidFill>
                <a:latin typeface="Be Vietnam Pro Medium" pitchFamily="34" charset="0"/>
                <a:ea typeface="Be Vietnam Pro Medium" pitchFamily="34" charset="-122"/>
                <a:cs typeface="Be Vietnam Pro Medium" pitchFamily="34" charset="-120"/>
              </a:rPr>
              <a:t>"Remembers</a:t>
            </a:r>
            <a:r>
              <a:rPr lang="en-US" sz="2550" dirty="0" spc="-8" kern="0">
                <a:solidFill>
                  <a:srgbClr val="F3EEE3"/>
                </a:solidFill>
                <a:latin typeface="Be Vietnam Pro Medium" pitchFamily="34" charset="0"/>
                <a:ea typeface="Be Vietnam Pro Medium" pitchFamily="34" charset="-122"/>
                <a:cs typeface="Be Vietnam Pro Medium" pitchFamily="34" charset="-120"/>
              </a:rPr>
              <a:t> past</a:t>
            </a:r>
            <a:r>
              <a:rPr lang="en-US" sz="2550" dirty="0" spc="-5" kern="0">
                <a:solidFill>
                  <a:srgbClr val="F3EEE3"/>
                </a:solidFill>
                <a:latin typeface="Be Vietnam Pro Medium" pitchFamily="34" charset="0"/>
                <a:ea typeface="Be Vietnam Pro Medium" pitchFamily="34" charset="-122"/>
                <a:cs typeface="Be Vietnam Pro Medium" pitchFamily="34" charset="-120"/>
              </a:rPr>
              <a:t> sessions"</a:t>
            </a:r>
            <a:r>
              <a:rPr lang="en-US" sz="2550" dirty="0" spc="1" kern="0">
                <a:solidFill>
                  <a:srgbClr val="F3EEE3"/>
                </a:solidFill>
                <a:latin typeface="Be Vietnam Pro Medium" pitchFamily="34" charset="0"/>
                <a:ea typeface="Be Vietnam Pro Medium" pitchFamily="34" charset="-122"/>
                <a:cs typeface="Be Vietnam Pro Medium" pitchFamily="34" charset="-120"/>
              </a:rPr>
              <a:t> ·</a:t>
            </a:r>
            <a:r>
              <a:rPr lang="en-US" sz="2550" dirty="0" spc="-2" kern="0">
                <a:solidFill>
                  <a:srgbClr val="F3EEE3"/>
                </a:solidFill>
                <a:latin typeface="Be Vietnam Pro Medium" pitchFamily="34" charset="0"/>
                <a:ea typeface="Be Vietnam Pro Medium" pitchFamily="34" charset="-122"/>
                <a:cs typeface="Be Vietnam Pro Medium" pitchFamily="34" charset="-120"/>
              </a:rPr>
              <a:t> 102k</a:t>
            </a:r>
            <a:r>
              <a:rPr lang="en-US" sz="2550" dirty="0" spc="-6" kern="0">
                <a:solidFill>
                  <a:srgbClr val="F3EEE3"/>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1E212B"/>
          </a:solidFill>
          <a:ln/>
        </p:spPr>
      </p:sp>
      <p:sp>
        <p:nvSpPr>
          <p:cNvPr id="8" name="Shape 6"/>
          <p:cNvSpPr/>
          <p:nvPr/>
        </p:nvSpPr>
        <p:spPr>
          <a:xfrm>
            <a:off x="9277350" y="2724150"/>
            <a:ext cx="114300" cy="2838450"/>
          </a:xfrm>
          <a:prstGeom prst="roundRect">
            <a:avLst>
              <a:gd name="adj" fmla="val 50000"/>
            </a:avLst>
          </a:prstGeom>
          <a:solidFill>
            <a:srgbClr val="3DD6A0"/>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3DD6A0"/>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3DD6A0"/>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13" kern="0">
                <a:solidFill>
                  <a:srgbClr val="F3EEE3"/>
                </a:solidFill>
                <a:latin typeface="Be Vietnam Pro Medium" pitchFamily="34" charset="0"/>
                <a:ea typeface="Be Vietnam Pro Medium" pitchFamily="34" charset="-122"/>
                <a:cs typeface="Be Vietnam Pro Medium" pitchFamily="34" charset="-120"/>
              </a:rPr>
              <a:t>Tự</a:t>
            </a:r>
            <a:r>
              <a:rPr lang="en-US" sz="2550" dirty="0" spc="-1" kern="0">
                <a:solidFill>
                  <a:srgbClr val="F3EEE3"/>
                </a:solidFill>
                <a:latin typeface="Be Vietnam Pro Medium" pitchFamily="34" charset="0"/>
                <a:ea typeface="Be Vietnam Pro Medium" pitchFamily="34" charset="-122"/>
                <a:cs typeface="Be Vietnam Pro Medium" pitchFamily="34" charset="-120"/>
              </a:rPr>
              <a:t> ghi quan</a:t>
            </a:r>
            <a:r>
              <a:rPr lang="en-US" sz="2550" dirty="0" spc="-17" kern="0">
                <a:solidFill>
                  <a:srgbClr val="F3EEE3"/>
                </a:solidFill>
                <a:latin typeface="Be Vietnam Pro Medium" pitchFamily="34" charset="0"/>
                <a:ea typeface="Be Vietnam Pro Medium" pitchFamily="34" charset="-122"/>
                <a:cs typeface="Be Vietnam Pro Medium" pitchFamily="34" charset="-120"/>
              </a:rPr>
              <a:t> sát</a:t>
            </a:r>
            <a:r>
              <a:rPr lang="en-US" sz="2550" dirty="0" spc="-21" kern="0">
                <a:solidFill>
                  <a:srgbClr val="F3EEE3"/>
                </a:solidFill>
                <a:latin typeface="Be Vietnam Pro Medium" pitchFamily="34" charset="0"/>
                <a:ea typeface="Be Vietnam Pro Medium" pitchFamily="34" charset="-122"/>
                <a:cs typeface="Be Vietnam Pro Medium" pitchFamily="34" charset="-120"/>
              </a:rPr>
              <a:t> về</a:t>
            </a:r>
            <a:r>
              <a:rPr lang="en-US" sz="2550" dirty="0" spc="-2" kern="0">
                <a:solidFill>
                  <a:srgbClr val="F3EEE3"/>
                </a:solidFill>
                <a:latin typeface="Be Vietnam Pro Medium" pitchFamily="34" charset="0"/>
                <a:ea typeface="Be Vietnam Pro Medium" pitchFamily="34" charset="-122"/>
                <a:cs typeface="Be Vietnam Pro Medium" pitchFamily="34" charset="-120"/>
              </a:rPr>
              <a:t> lần dùng công</a:t>
            </a:r>
            <a:r>
              <a:rPr lang="en-US" sz="2550" dirty="0" spc="-1" kern="0">
                <a:solidFill>
                  <a:srgbClr val="F3EEE3"/>
                </a:solidFill>
                <a:latin typeface="Be Vietnam Pro Medium" pitchFamily="34" charset="0"/>
                <a:ea typeface="Be Vietnam Pro Medium" pitchFamily="34" charset="-122"/>
                <a:cs typeface="Be Vietnam Pro Medium" pitchFamily="34" charset="-120"/>
              </a:rPr>
              <a:t> cụ,</a:t>
            </a:r>
            <a:r>
              <a:rPr lang="en-US" sz="2550" dirty="0" spc="-10" kern="0">
                <a:solidFill>
                  <a:srgbClr val="F3EEE3"/>
                </a:solidFill>
                <a:latin typeface="Be Vietnam Pro Medium" pitchFamily="34" charset="0"/>
                <a:ea typeface="Be Vietnam Pro Medium" pitchFamily="34" charset="-122"/>
                <a:cs typeface="Be Vietnam Pro Medium" pitchFamily="34" charset="-120"/>
              </a:rPr>
              <a:t> tạo tóm</a:t>
            </a:r>
            <a:r>
              <a:rPr lang="en-US" sz="2550" dirty="0" spc="-21" kern="0">
                <a:solidFill>
                  <a:srgbClr val="F3EEE3"/>
                </a:solidFill>
                <a:latin typeface="Be Vietnam Pro Medium" pitchFamily="34" charset="0"/>
                <a:ea typeface="Be Vietnam Pro Medium" pitchFamily="34" charset="-122"/>
                <a:cs typeface="Be Vietnam Pro Medium" pitchFamily="34" charset="-120"/>
              </a:rPr>
              <a:t> tắt</a:t>
            </a:r>
            <a:r>
              <a:rPr lang="en-US" sz="2550" dirty="0" spc="-2" kern="0">
                <a:solidFill>
                  <a:srgbClr val="F3EEE3"/>
                </a:solidFill>
                <a:latin typeface="Be Vietnam Pro Medium" pitchFamily="34" charset="0"/>
                <a:ea typeface="Be Vietnam Pro Medium" pitchFamily="34" charset="-122"/>
                <a:cs typeface="Be Vietnam Pro Medium" pitchFamily="34" charset="-120"/>
              </a:rPr>
              <a:t> ngữ nghĩa</a:t>
            </a:r>
            <a:r>
              <a:rPr lang="en-US" sz="2550" dirty="0" spc="-22" kern="0">
                <a:solidFill>
                  <a:srgbClr val="F3EEE3"/>
                </a:solidFill>
                <a:latin typeface="Be Vietnam Pro Medium" pitchFamily="34" charset="0"/>
                <a:ea typeface="Be Vietnam Pro Medium" pitchFamily="34" charset="-122"/>
                <a:cs typeface="Be Vietnam Pro Medium" pitchFamily="34" charset="-120"/>
              </a:rPr>
              <a:t> và</a:t>
            </a:r>
            <a:r>
              <a:rPr lang="en-US" sz="2550" dirty="0" spc="11" kern="0">
                <a:solidFill>
                  <a:srgbClr val="F3EEE3"/>
                </a:solidFill>
                <a:latin typeface="Be Vietnam Pro Medium" pitchFamily="34" charset="0"/>
                <a:ea typeface="Be Vietnam Pro Medium" pitchFamily="34" charset="-122"/>
                <a:cs typeface="Be Vietnam Pro Medium" pitchFamily="34" charset="-120"/>
              </a:rPr>
              <a:t> đưa</a:t>
            </a:r>
            <a:r>
              <a:rPr lang="en-US" sz="2550" dirty="0" spc="-3" kern="0">
                <a:solidFill>
                  <a:srgbClr val="F3EEE3"/>
                </a:solidFill>
                <a:latin typeface="Be Vietnam Pro Medium" pitchFamily="34" charset="0"/>
                <a:ea typeface="Be Vietnam Pro Medium" pitchFamily="34" charset="-122"/>
                <a:cs typeface="Be Vietnam Pro Medium" pitchFamily="34" charset="-120"/>
              </a:rPr>
              <a:t> cho</a:t>
            </a:r>
            <a:r>
              <a:rPr lang="en-US" sz="2550" dirty="0" spc="-4" kern="0">
                <a:solidFill>
                  <a:srgbClr val="F3EEE3"/>
                </a:solidFill>
                <a:latin typeface="Be Vietnam Pro Medium" pitchFamily="34" charset="0"/>
                <a:ea typeface="Be Vietnam Pro Medium" pitchFamily="34" charset="-122"/>
                <a:cs typeface="Be Vietnam Pro Medium" pitchFamily="34" charset="-120"/>
              </a:rPr>
              <a:t> phiên</a:t>
            </a:r>
            <a:r>
              <a:rPr lang="en-US" sz="2550" dirty="0" spc="-5" kern="0">
                <a:solidFill>
                  <a:srgbClr val="F3EEE3"/>
                </a:solidFill>
                <a:latin typeface="Be Vietnam Pro Medium" pitchFamily="34" charset="0"/>
                <a:ea typeface="Be Vietnam Pro Medium" pitchFamily="34" charset="-122"/>
                <a:cs typeface="Be Vietnam Pro Medium" pitchFamily="34" charset="-120"/>
              </a:rPr>
              <a:t> sau.</a:t>
            </a:r>
            <a:endParaRPr lang="en-US" sz="2550" dirty="0"/>
          </a:p>
        </p:txBody>
      </p:sp>
      <p:sp>
        <p:nvSpPr>
          <p:cNvPr id="11" name="Shape 9"/>
          <p:cNvSpPr/>
          <p:nvPr/>
        </p:nvSpPr>
        <p:spPr>
          <a:xfrm>
            <a:off x="914400" y="5829300"/>
            <a:ext cx="8096250" cy="2838450"/>
          </a:xfrm>
          <a:prstGeom prst="roundRect">
            <a:avLst>
              <a:gd name="adj" fmla="val 8054"/>
            </a:avLst>
          </a:prstGeom>
          <a:solidFill>
            <a:srgbClr val="1E212B"/>
          </a:solidFill>
          <a:ln/>
        </p:spPr>
      </p:sp>
      <p:sp>
        <p:nvSpPr>
          <p:cNvPr id="12" name="Shape 10"/>
          <p:cNvSpPr/>
          <p:nvPr/>
        </p:nvSpPr>
        <p:spPr>
          <a:xfrm>
            <a:off x="914400" y="5829300"/>
            <a:ext cx="114300" cy="2838450"/>
          </a:xfrm>
          <a:prstGeom prst="roundRect">
            <a:avLst>
              <a:gd name="adj" fmla="val 50000"/>
            </a:avLst>
          </a:prstGeom>
          <a:solidFill>
            <a:srgbClr val="FF6A4D"/>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FF6A4D"/>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FF6A4D"/>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6" kern="0">
                <a:solidFill>
                  <a:srgbClr val="F3EEE3"/>
                </a:solidFill>
                <a:latin typeface="Be Vietnam Pro Medium" pitchFamily="34" charset="0"/>
                <a:ea typeface="Be Vietnam Pro Medium" pitchFamily="34" charset="-122"/>
                <a:cs typeface="Be Vietnam Pro Medium" pitchFamily="34" charset="-120"/>
              </a:rPr>
              <a:t>npx</a:t>
            </a:r>
            <a:r>
              <a:rPr lang="en-US" sz="2550" dirty="0" spc="1" kern="0">
                <a:solidFill>
                  <a:srgbClr val="F3EEE3"/>
                </a:solidFill>
                <a:latin typeface="Be Vietnam Pro Medium" pitchFamily="34" charset="0"/>
                <a:ea typeface="Be Vietnam Pro Medium" pitchFamily="34" charset="-122"/>
                <a:cs typeface="Be Vietnam Pro Medium" pitchFamily="34" charset="-120"/>
              </a:rPr>
              <a:t> claude-mem</a:t>
            </a:r>
            <a:r>
              <a:rPr lang="en-US" sz="2550" dirty="0" spc="-9" kern="0">
                <a:solidFill>
                  <a:srgbClr val="F3EEE3"/>
                </a:solidFill>
                <a:latin typeface="Be Vietnam Pro Medium" pitchFamily="34" charset="0"/>
                <a:ea typeface="Be Vietnam Pro Medium" pitchFamily="34" charset="-122"/>
                <a:cs typeface="Be Vietnam Pro Medium" pitchFamily="34" charset="-120"/>
              </a:rPr>
              <a:t> install</a:t>
            </a:r>
            <a:endParaRPr lang="en-US" sz="2550" dirty="0"/>
          </a:p>
        </p:txBody>
      </p:sp>
      <p:sp>
        <p:nvSpPr>
          <p:cNvPr id="15" name="Shape 13"/>
          <p:cNvSpPr/>
          <p:nvPr/>
        </p:nvSpPr>
        <p:spPr>
          <a:xfrm>
            <a:off x="9277350" y="5829300"/>
            <a:ext cx="8096250" cy="2838450"/>
          </a:xfrm>
          <a:prstGeom prst="roundRect">
            <a:avLst>
              <a:gd name="adj" fmla="val 8054"/>
            </a:avLst>
          </a:prstGeom>
          <a:solidFill>
            <a:srgbClr val="1E212B"/>
          </a:solidFill>
          <a:ln/>
        </p:spPr>
      </p:sp>
      <p:sp>
        <p:nvSpPr>
          <p:cNvPr id="16" name="Shape 14"/>
          <p:cNvSpPr/>
          <p:nvPr/>
        </p:nvSpPr>
        <p:spPr>
          <a:xfrm>
            <a:off x="9277350" y="5829300"/>
            <a:ext cx="114300" cy="2838450"/>
          </a:xfrm>
          <a:prstGeom prst="roundRect">
            <a:avLst>
              <a:gd name="adj" fmla="val 50000"/>
            </a:avLst>
          </a:prstGeom>
          <a:solidFill>
            <a:srgbClr val="7C93FF"/>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7C93FF"/>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F3EEE3"/>
                </a:solidFill>
                <a:latin typeface="Be Vietnam Pro Medium" pitchFamily="34" charset="0"/>
                <a:ea typeface="Be Vietnam Pro Medium" pitchFamily="34" charset="-122"/>
                <a:cs typeface="Be Vietnam Pro Medium" pitchFamily="34" charset="-120"/>
              </a:rPr>
              <a:t>Bộ</a:t>
            </a:r>
            <a:r>
              <a:rPr lang="en-US" sz="2550" dirty="0" spc="-1" kern="0">
                <a:solidFill>
                  <a:srgbClr val="F3EEE3"/>
                </a:solidFill>
                <a:latin typeface="Be Vietnam Pro Medium" pitchFamily="34" charset="0"/>
                <a:ea typeface="Be Vietnam Pro Medium" pitchFamily="34" charset="-122"/>
                <a:cs typeface="Be Vietnam Pro Medium" pitchFamily="34" charset="-120"/>
              </a:rPr>
              <a:t> cài</a:t>
            </a:r>
            <a:r>
              <a:rPr lang="en-US" sz="2550" dirty="0" spc="3" kern="0">
                <a:solidFill>
                  <a:srgbClr val="F3EEE3"/>
                </a:solidFill>
                <a:latin typeface="Be Vietnam Pro Medium" pitchFamily="34" charset="0"/>
                <a:ea typeface="Be Vietnam Pro Medium" pitchFamily="34" charset="-122"/>
                <a:cs typeface="Be Vietnam Pro Medium" pitchFamily="34" charset="-120"/>
              </a:rPr>
              <a:t> mời</a:t>
            </a:r>
            <a:r>
              <a:rPr lang="en-US" sz="2550" dirty="0" spc="8" kern="0">
                <a:solidFill>
                  <a:srgbClr val="F3EEE3"/>
                </a:solidFill>
                <a:latin typeface="Be Vietnam Pro Medium" pitchFamily="34" charset="0"/>
                <a:ea typeface="Be Vietnam Pro Medium" pitchFamily="34" charset="-122"/>
                <a:cs typeface="Be Vietnam Pro Medium" pitchFamily="34" charset="-120"/>
              </a:rPr>
              <a:t> đăng</a:t>
            </a:r>
            <a:r>
              <a:rPr lang="en-US" sz="2550" dirty="0" spc="-4" kern="0">
                <a:solidFill>
                  <a:srgbClr val="F3EEE3"/>
                </a:solidFill>
                <a:latin typeface="Be Vietnam Pro Medium" pitchFamily="34" charset="0"/>
                <a:ea typeface="Be Vietnam Pro Medium" pitchFamily="34" charset="-122"/>
                <a:cs typeface="Be Vietnam Pro Medium" pitchFamily="34" charset="-120"/>
              </a:rPr>
              <a:t> nhập,</a:t>
            </a:r>
            <a:r>
              <a:rPr lang="en-US" sz="2550" dirty="0" spc="-1" kern="0">
                <a:solidFill>
                  <a:srgbClr val="F3EEE3"/>
                </a:solidFill>
                <a:latin typeface="Be Vietnam Pro Medium" pitchFamily="34" charset="0"/>
                <a:ea typeface="Be Vietnam Pro Medium" pitchFamily="34" charset="-122"/>
                <a:cs typeface="Be Vietnam Pro Medium" pitchFamily="34" charset="-120"/>
              </a:rPr>
              <a:t> dùng thử</a:t>
            </a:r>
            <a:r>
              <a:rPr lang="en-US" sz="2550" dirty="0" spc="-12" kern="0">
                <a:solidFill>
                  <a:srgbClr val="F3EEE3"/>
                </a:solidFill>
                <a:latin typeface="Be Vietnam Pro Medium" pitchFamily="34" charset="0"/>
                <a:ea typeface="Be Vietnam Pro Medium" pitchFamily="34" charset="-122"/>
                <a:cs typeface="Be Vietnam Pro Medium" pitchFamily="34" charset="-120"/>
              </a:rPr>
              <a:t> 30</a:t>
            </a:r>
            <a:r>
              <a:rPr lang="en-US" sz="2550" dirty="0" spc="-15" kern="0">
                <a:solidFill>
                  <a:srgbClr val="F3EEE3"/>
                </a:solidFill>
                <a:latin typeface="Be Vietnam Pro Medium" pitchFamily="34" charset="0"/>
                <a:ea typeface="Be Vietnam Pro Medium" pitchFamily="34" charset="-122"/>
                <a:cs typeface="Be Vietnam Pro Medium" pitchFamily="34" charset="-120"/>
              </a:rPr>
              <a:t> ngày;</a:t>
            </a:r>
            <a:r>
              <a:rPr lang="en-US" sz="2550" dirty="0" spc="-4" kern="0">
                <a:solidFill>
                  <a:srgbClr val="F3EEE3"/>
                </a:solidFill>
                <a:latin typeface="Be Vietnam Pro Medium" pitchFamily="34" charset="0"/>
                <a:ea typeface="Be Vietnam Pro Medium" pitchFamily="34" charset="-122"/>
                <a:cs typeface="Be Vietnam Pro Medium" pitchFamily="34" charset="-120"/>
              </a:rPr>
              <a:t> bỏ</a:t>
            </a:r>
            <a:r>
              <a:rPr lang="en-US" sz="2550" dirty="0" spc="0" kern="0">
                <a:solidFill>
                  <a:srgbClr val="F3EEE3"/>
                </a:solidFill>
                <a:latin typeface="Be Vietnam Pro Medium" pitchFamily="34" charset="0"/>
                <a:ea typeface="Be Vietnam Pro Medium" pitchFamily="34" charset="-122"/>
                <a:cs typeface="Be Vietnam Pro Medium" pitchFamily="34" charset="-120"/>
              </a:rPr>
              <a:t> qua</a:t>
            </a:r>
            <a:r>
              <a:rPr lang="en-US" sz="2550" dirty="0" spc="-4" kern="0">
                <a:solidFill>
                  <a:srgbClr val="F3EEE3"/>
                </a:solidFill>
                <a:latin typeface="Be Vietnam Pro Medium" pitchFamily="34" charset="0"/>
                <a:ea typeface="Be Vietnam Pro Medium" pitchFamily="34" charset="-122"/>
                <a:cs typeface="Be Vietnam Pro Medium" pitchFamily="34" charset="-120"/>
              </a:rPr>
              <a:t> bằng</a:t>
            </a:r>
            <a:r>
              <a:rPr lang="en-US" sz="2550" dirty="0" spc="-12" kern="0">
                <a:solidFill>
                  <a:srgbClr val="F3EEE3"/>
                </a:solidFill>
                <a:latin typeface="Be Vietnam Pro Medium" pitchFamily="34" charset="0"/>
                <a:ea typeface="Be Vietnam Pro Medium" pitchFamily="34" charset="-122"/>
                <a:cs typeface="Be Vietnam Pro Medium" pitchFamily="34" charset="-120"/>
              </a:rPr>
              <a:t> --provider</a:t>
            </a:r>
            <a:r>
              <a:rPr lang="en-US" sz="2550" dirty="0" spc="-5" kern="0">
                <a:solidFill>
                  <a:srgbClr val="F3EEE3"/>
                </a:solidFill>
                <a:latin typeface="Be Vietnam Pro Medium" pitchFamily="34" charset="0"/>
                <a:ea typeface="Be Vietnam Pro Medium" pitchFamily="34" charset="-122"/>
                <a:cs typeface="Be Vietnam Pro Medium" pitchFamily="34" charset="-120"/>
              </a:rPr>
              <a:t> hoặc CLAUDE_MEM_ONLINE_OPTIN=false.</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2" kern="0">
                <a:solidFill>
                  <a:srgbClr val="9AA0B5"/>
                </a:solidFill>
                <a:latin typeface="Be Vietnam Pro" pitchFamily="34" charset="0"/>
                <a:ea typeface="Be Vietnam Pro" pitchFamily="34" charset="-122"/>
                <a:cs typeface="Be Vietnam Pro" pitchFamily="34" charset="-120"/>
              </a:rPr>
              <a:t> [S16]</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34806" y="9564832"/>
            <a:ext cx="110836" cy="110836"/>
          </a:xfrm>
          <a:prstGeom prst="ellipse">
            <a:avLst/>
          </a:prstGeom>
          <a:solidFill>
            <a:srgbClr val="FF6A4D"/>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1" kern="0">
                <a:solidFill>
                  <a:srgbClr val="9AA0B5"/>
                </a:solidFill>
                <a:latin typeface="Be Vietnam Pro" pitchFamily="34" charset="0"/>
                <a:ea typeface="Be Vietnam Pro" pitchFamily="34" charset="-122"/>
                <a:cs typeface="Be Vietnam Pro" pitchFamily="34" charset="-120"/>
              </a:rPr>
              <a:t> 25/55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857b1c7c-04ab-4cb1-a25d-7b79aa8a596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7" kern="0">
                <a:solidFill>
                  <a:srgbClr val="F3EEE3"/>
                </a:solidFill>
                <a:latin typeface="Bricolage Grotesque ExtraBold" pitchFamily="34" charset="0"/>
                <a:ea typeface="Bricolage Grotesque ExtraBold" pitchFamily="34" charset="-122"/>
                <a:cs typeface="Bricolage Grotesque ExtraBold" pitchFamily="34" charset="-120"/>
              </a:rPr>
              <a:t>Headroom:</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nén</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thứ</a:t>
            </a:r>
            <a:r>
              <a:rPr lang="en-US" sz="5700" dirty="0" spc="-22" kern="0">
                <a:solidFill>
                  <a:srgbClr val="F3EEE3"/>
                </a:solidFill>
                <a:latin typeface="Bricolage Grotesque ExtraBold" pitchFamily="34" charset="0"/>
                <a:ea typeface="Bricolage Grotesque ExtraBold" pitchFamily="34" charset="-122"/>
                <a:cs typeface="Bricolage Grotesque ExtraBold" pitchFamily="34" charset="-120"/>
              </a:rPr>
              <a:t> agent</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5700" dirty="0" spc="-64" kern="0">
                <a:solidFill>
                  <a:srgbClr val="F3EEE3"/>
                </a:solidFill>
                <a:latin typeface="Bricolage Grotesque ExtraBold" pitchFamily="34" charset="0"/>
                <a:ea typeface="Bricolage Grotesque ExtraBold" pitchFamily="34" charset="-122"/>
                <a:cs typeface="Bricolage Grotesque ExtraBold" pitchFamily="34" charset="-120"/>
              </a:rPr>
              <a:t> trước</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khi</a:t>
            </a:r>
            <a:r>
              <a:rPr lang="en-US" sz="5700" dirty="0" spc="-55" kern="0">
                <a:solidFill>
                  <a:srgbClr val="F3EEE3"/>
                </a:solidFill>
                <a:latin typeface="Bricolage Grotesque ExtraBold" pitchFamily="34" charset="0"/>
                <a:ea typeface="Bricolage Grotesque ExtraBold" pitchFamily="34" charset="-122"/>
                <a:cs typeface="Bricolage Grotesque ExtraBold" pitchFamily="34" charset="-120"/>
              </a:rPr>
              <a:t> tới</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mô</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hình</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FFB454"/>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FFB454"/>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"Shrinks</a:t>
            </a:r>
            <a:r>
              <a:rPr lang="en-US" sz="2700" dirty="0" spc="4" kern="0">
                <a:solidFill>
                  <a:srgbClr val="F3EEE3"/>
                </a:solidFill>
                <a:latin typeface="Be Vietnam Pro" pitchFamily="34" charset="0"/>
                <a:ea typeface="Be Vietnam Pro" pitchFamily="34" charset="-122"/>
                <a:cs typeface="Be Vietnam Pro" pitchFamily="34" charset="-120"/>
              </a:rPr>
              <a:t> files</a:t>
            </a:r>
            <a:r>
              <a:rPr lang="en-US" sz="2700" dirty="0" spc="-29" kern="0">
                <a:solidFill>
                  <a:srgbClr val="F3EEE3"/>
                </a:solidFill>
                <a:latin typeface="Be Vietnam Pro" pitchFamily="34" charset="0"/>
                <a:ea typeface="Be Vietnam Pro" pitchFamily="34" charset="-122"/>
                <a:cs typeface="Be Vietnam Pro" pitchFamily="34" charset="-120"/>
              </a:rPr>
              <a:t> before</a:t>
            </a:r>
            <a:r>
              <a:rPr lang="en-US" sz="2700" dirty="0" spc="0" kern="0">
                <a:solidFill>
                  <a:srgbClr val="F3EEE3"/>
                </a:solidFill>
                <a:latin typeface="Be Vietnam Pro" pitchFamily="34" charset="0"/>
                <a:ea typeface="Be Vietnam Pro" pitchFamily="34" charset="-122"/>
                <a:cs typeface="Be Vietnam Pro" pitchFamily="34" charset="-120"/>
              </a:rPr>
              <a:t> Claude</a:t>
            </a:r>
            <a:r>
              <a:rPr lang="en-US" sz="2700" dirty="0" spc="-22" kern="0">
                <a:solidFill>
                  <a:srgbClr val="F3EEE3"/>
                </a:solidFill>
                <a:latin typeface="Be Vietnam Pro" pitchFamily="34" charset="0"/>
                <a:ea typeface="Be Vietnam Pro" pitchFamily="34" charset="-122"/>
                <a:cs typeface="Be Vietnam Pro" pitchFamily="34" charset="-120"/>
              </a:rPr>
              <a:t> reads</a:t>
            </a:r>
            <a:r>
              <a:rPr lang="en-US" sz="2700" dirty="0" spc="0" kern="0">
                <a:solidFill>
                  <a:srgbClr val="F3EEE3"/>
                </a:solidFill>
                <a:latin typeface="Be Vietnam Pro" pitchFamily="34" charset="0"/>
                <a:ea typeface="Be Vietnam Pro" pitchFamily="34" charset="-122"/>
                <a:cs typeface="Be Vietnam Pro" pitchFamily="34" charset="-120"/>
              </a:rPr>
              <a:t> them"</a:t>
            </a:r>
            <a:r>
              <a:rPr lang="en-US" sz="2700" dirty="0" spc="-2" kern="0">
                <a:solidFill>
                  <a:srgbClr val="F3EEE3"/>
                </a:solidFill>
                <a:latin typeface="Be Vietnam Pro" pitchFamily="34" charset="0"/>
                <a:ea typeface="Be Vietnam Pro" pitchFamily="34" charset="-122"/>
                <a:cs typeface="Be Vietnam Pro" pitchFamily="34" charset="-120"/>
              </a:rPr>
              <a:t> ·</a:t>
            </a:r>
            <a:r>
              <a:rPr lang="en-US" sz="2700" dirty="0" spc="7" kern="0">
                <a:solidFill>
                  <a:srgbClr val="F3EEE3"/>
                </a:solidFill>
                <a:latin typeface="Be Vietnam Pro" pitchFamily="34" charset="0"/>
                <a:ea typeface="Be Vietnam Pro" pitchFamily="34" charset="-122"/>
                <a:cs typeface="Be Vietnam Pro" pitchFamily="34" charset="-120"/>
              </a:rPr>
              <a:t> 77k</a:t>
            </a:r>
            <a:r>
              <a:rPr lang="en-US" sz="2700" dirty="0" spc="-10" kern="0">
                <a:solidFill>
                  <a:srgbClr val="F3EEE3"/>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3DD6A0"/>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3DD6A0"/>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3DD6A0"/>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Nén</a:t>
            </a:r>
            <a:r>
              <a:rPr lang="en-US" sz="2700" dirty="0" spc="-39" kern="0">
                <a:solidFill>
                  <a:srgbClr val="F3EEE3"/>
                </a:solidFill>
                <a:latin typeface="Be Vietnam Pro" pitchFamily="34" charset="0"/>
                <a:ea typeface="Be Vietnam Pro" pitchFamily="34" charset="-122"/>
                <a:cs typeface="Be Vietnam Pro" pitchFamily="34" charset="-120"/>
              </a:rPr>
              <a:t> kết</a:t>
            </a:r>
            <a:r>
              <a:rPr lang="en-US" sz="2700" dirty="0" spc="0" kern="0">
                <a:solidFill>
                  <a:srgbClr val="F3EEE3"/>
                </a:solidFill>
                <a:latin typeface="Be Vietnam Pro" pitchFamily="34" charset="0"/>
                <a:ea typeface="Be Vietnam Pro" pitchFamily="34" charset="-122"/>
                <a:cs typeface="Be Vietnam Pro" pitchFamily="34" charset="-120"/>
              </a:rPr>
              <a:t> quả</a:t>
            </a:r>
            <a:r>
              <a:rPr lang="en-US" sz="2700" dirty="0" spc="-1" kern="0">
                <a:solidFill>
                  <a:srgbClr val="F3EEE3"/>
                </a:solidFill>
                <a:latin typeface="Be Vietnam Pro" pitchFamily="34" charset="0"/>
                <a:ea typeface="Be Vietnam Pro" pitchFamily="34" charset="-122"/>
                <a:cs typeface="Be Vietnam Pro" pitchFamily="34" charset="-120"/>
              </a:rPr>
              <a:t> công</a:t>
            </a:r>
            <a:r>
              <a:rPr lang="en-US" sz="2700" dirty="0" spc="0" kern="0">
                <a:solidFill>
                  <a:srgbClr val="F3EEE3"/>
                </a:solidFill>
                <a:latin typeface="Be Vietnam Pro" pitchFamily="34" charset="0"/>
                <a:ea typeface="Be Vietnam Pro" pitchFamily="34" charset="-122"/>
                <a:cs typeface="Be Vietnam Pro" pitchFamily="34" charset="-120"/>
              </a:rPr>
              <a:t> cụ,</a:t>
            </a:r>
            <a:r>
              <a:rPr lang="en-US" sz="2700" dirty="0" spc="-3" kern="0">
                <a:solidFill>
                  <a:srgbClr val="F3EEE3"/>
                </a:solidFill>
                <a:latin typeface="Be Vietnam Pro" pitchFamily="34" charset="0"/>
                <a:ea typeface="Be Vietnam Pro" pitchFamily="34" charset="-122"/>
                <a:cs typeface="Be Vietnam Pro" pitchFamily="34" charset="-120"/>
              </a:rPr>
              <a:t> log,</a:t>
            </a:r>
            <a:r>
              <a:rPr lang="en-US" sz="2700" dirty="0" spc="-20" kern="0">
                <a:solidFill>
                  <a:srgbClr val="F3EEE3"/>
                </a:solidFill>
                <a:latin typeface="Be Vietnam Pro" pitchFamily="34" charset="0"/>
                <a:ea typeface="Be Vietnam Pro" pitchFamily="34" charset="-122"/>
                <a:cs typeface="Be Vietnam Pro" pitchFamily="34" charset="-120"/>
              </a:rPr>
              <a:t> RAG,</a:t>
            </a:r>
            <a:r>
              <a:rPr lang="en-US" sz="2700" dirty="0" spc="4" kern="0">
                <a:solidFill>
                  <a:srgbClr val="F3EEE3"/>
                </a:solidFill>
                <a:latin typeface="Be Vietnam Pro" pitchFamily="34" charset="0"/>
                <a:ea typeface="Be Vietnam Pro" pitchFamily="34" charset="-122"/>
                <a:cs typeface="Be Vietnam Pro" pitchFamily="34" charset="-120"/>
              </a:rPr>
              <a:t> file,</a:t>
            </a:r>
            <a:r>
              <a:rPr lang="en-US" sz="2700" dirty="0" spc="0" kern="0">
                <a:solidFill>
                  <a:srgbClr val="F3EEE3"/>
                </a:solidFill>
                <a:latin typeface="Be Vietnam Pro" pitchFamily="34" charset="0"/>
                <a:ea typeface="Be Vietnam Pro" pitchFamily="34" charset="-122"/>
                <a:cs typeface="Be Vietnam Pro" pitchFamily="34" charset="-120"/>
              </a:rPr>
              <a:t> lịch</a:t>
            </a:r>
            <a:r>
              <a:rPr lang="en-US" sz="2700" dirty="0" spc="-2" kern="0">
                <a:solidFill>
                  <a:srgbClr val="F3EEE3"/>
                </a:solidFill>
                <a:latin typeface="Be Vietnam Pro" pitchFamily="34" charset="0"/>
                <a:ea typeface="Be Vietnam Pro" pitchFamily="34" charset="-122"/>
                <a:cs typeface="Be Vietnam Pro" pitchFamily="34" charset="-120"/>
              </a:rPr>
              <a:t> sử;</a:t>
            </a:r>
            <a:r>
              <a:rPr lang="en-US" sz="2700" dirty="0" spc="-8" kern="0">
                <a:solidFill>
                  <a:srgbClr val="F3EEE3"/>
                </a:solidFill>
                <a:latin typeface="Be Vietnam Pro" pitchFamily="34" charset="0"/>
                <a:ea typeface="Be Vietnam Pro" pitchFamily="34" charset="-122"/>
                <a:cs typeface="Be Vietnam Pro" pitchFamily="34" charset="-120"/>
              </a:rPr>
              <a:t> chạy</a:t>
            </a:r>
            <a:r>
              <a:rPr lang="en-US" sz="2700" dirty="0" spc="-24" kern="0">
                <a:solidFill>
                  <a:srgbClr val="F3EEE3"/>
                </a:solidFill>
                <a:latin typeface="Be Vietnam Pro" pitchFamily="34" charset="0"/>
                <a:ea typeface="Be Vietnam Pro" pitchFamily="34" charset="-122"/>
                <a:cs typeface="Be Vietnam Pro" pitchFamily="34" charset="-120"/>
              </a:rPr>
              <a:t> trên</a:t>
            </a:r>
            <a:r>
              <a:rPr lang="en-US" sz="2700" dirty="0" spc="-11" kern="0">
                <a:solidFill>
                  <a:srgbClr val="F3EEE3"/>
                </a:solidFill>
                <a:latin typeface="Be Vietnam Pro" pitchFamily="34" charset="0"/>
                <a:ea typeface="Be Vietnam Pro" pitchFamily="34" charset="-122"/>
                <a:cs typeface="Be Vietnam Pro" pitchFamily="34" charset="-120"/>
              </a:rPr>
              <a:t> máy</a:t>
            </a:r>
            <a:r>
              <a:rPr lang="en-US" sz="2700" dirty="0" spc="-4" kern="0">
                <a:solidFill>
                  <a:srgbClr val="F3EEE3"/>
                </a:solidFill>
                <a:latin typeface="Be Vietnam Pro" pitchFamily="34" charset="0"/>
                <a:ea typeface="Be Vietnam Pro" pitchFamily="34" charset="-122"/>
                <a:cs typeface="Be Vietnam Pro" pitchFamily="34" charset="-120"/>
              </a:rPr>
              <a:t> bạn;</a:t>
            </a:r>
            <a:r>
              <a:rPr lang="en-US" sz="2700" dirty="0" spc="-17" kern="0">
                <a:solidFill>
                  <a:srgbClr val="F3EEE3"/>
                </a:solidFill>
                <a:latin typeface="Be Vietnam Pro" pitchFamily="34" charset="0"/>
                <a:ea typeface="Be Vietnam Pro" pitchFamily="34" charset="-122"/>
                <a:cs typeface="Be Vietnam Pro" pitchFamily="34" charset="-120"/>
              </a:rPr>
              <a:t> headroom</a:t>
            </a:r>
            <a:r>
              <a:rPr lang="en-US" sz="2700" dirty="0" spc="-25" kern="0">
                <a:solidFill>
                  <a:srgbClr val="F3EEE3"/>
                </a:solidFill>
                <a:latin typeface="Be Vietnam Pro" pitchFamily="34" charset="0"/>
                <a:ea typeface="Be Vietnam Pro" pitchFamily="34" charset="-122"/>
                <a:cs typeface="Be Vietnam Pro" pitchFamily="34" charset="-120"/>
              </a:rPr>
              <a:t> wrap</a:t>
            </a:r>
            <a:r>
              <a:rPr lang="en-US" sz="2700" dirty="0" spc="0" kern="0">
                <a:solidFill>
                  <a:srgbClr val="F3EEE3"/>
                </a:solidFill>
                <a:latin typeface="Be Vietnam Pro" pitchFamily="34" charset="0"/>
                <a:ea typeface="Be Vietnam Pro" pitchFamily="34" charset="-122"/>
                <a:cs typeface="Be Vietnam Pro" pitchFamily="34" charset="-120"/>
              </a:rPr>
              <a:t> claude.</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FF6A4D"/>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FF6A4D"/>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FF6A4D"/>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18" kern="0">
                <a:solidFill>
                  <a:srgbClr val="F3EEE3"/>
                </a:solidFill>
                <a:latin typeface="Be Vietnam Pro" pitchFamily="34" charset="0"/>
                <a:ea typeface="Be Vietnam Pro" pitchFamily="34" charset="-122"/>
                <a:cs typeface="Be Vietnam Pro" pitchFamily="34" charset="-120"/>
              </a:rPr>
              <a:t>uv</a:t>
            </a:r>
            <a:r>
              <a:rPr lang="en-US" sz="2700" dirty="0" spc="-15" kern="0">
                <a:solidFill>
                  <a:srgbClr val="F3EEE3"/>
                </a:solidFill>
                <a:latin typeface="Be Vietnam Pro" pitchFamily="34" charset="0"/>
                <a:ea typeface="Be Vietnam Pro" pitchFamily="34" charset="-122"/>
                <a:cs typeface="Be Vietnam Pro" pitchFamily="34" charset="-120"/>
              </a:rPr>
              <a:t> tool</a:t>
            </a:r>
            <a:r>
              <a:rPr lang="en-US" sz="2700" dirty="0" spc="-11" kern="0">
                <a:solidFill>
                  <a:srgbClr val="F3EEE3"/>
                </a:solidFill>
                <a:latin typeface="Be Vietnam Pro" pitchFamily="34" charset="0"/>
                <a:ea typeface="Be Vietnam Pro" pitchFamily="34" charset="-122"/>
                <a:cs typeface="Be Vietnam Pro" pitchFamily="34" charset="-120"/>
              </a:rPr>
              <a:t> install</a:t>
            </a:r>
            <a:r>
              <a:rPr lang="en-US" sz="2700" dirty="0" spc="-4" kern="0">
                <a:solidFill>
                  <a:srgbClr val="F3EEE3"/>
                </a:solidFill>
                <a:latin typeface="Be Vietnam Pro" pitchFamily="34" charset="0"/>
                <a:ea typeface="Be Vietnam Pro" pitchFamily="34" charset="-122"/>
                <a:cs typeface="Be Vietnam Pro" pitchFamily="34" charset="-120"/>
              </a:rPr>
              <a:t> --python 3.13</a:t>
            </a:r>
            <a:r>
              <a:rPr lang="en-US" sz="2700" dirty="0" spc="-8" kern="0">
                <a:solidFill>
                  <a:srgbClr val="F3EEE3"/>
                </a:solidFill>
                <a:latin typeface="Be Vietnam Pro" pitchFamily="34" charset="0"/>
                <a:ea typeface="Be Vietnam Pro" pitchFamily="34" charset="-122"/>
                <a:cs typeface="Be Vietnam Pro" pitchFamily="34" charset="-120"/>
              </a:rPr>
              <a:t> "headroom-ai[all]"</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7C93FF"/>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7C93FF"/>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5" kern="0">
                <a:solidFill>
                  <a:srgbClr val="F3EEE3"/>
                </a:solidFill>
                <a:latin typeface="Be Vietnam Pro" pitchFamily="34" charset="0"/>
                <a:ea typeface="Be Vietnam Pro" pitchFamily="34" charset="-122"/>
                <a:cs typeface="Be Vietnam Pro" pitchFamily="34" charset="-120"/>
              </a:rPr>
              <a:t>Tiết</a:t>
            </a:r>
            <a:r>
              <a:rPr lang="en-US" sz="2700" dirty="0" spc="-3" kern="0">
                <a:solidFill>
                  <a:srgbClr val="F3EEE3"/>
                </a:solidFill>
                <a:latin typeface="Be Vietnam Pro" pitchFamily="34" charset="0"/>
                <a:ea typeface="Be Vietnam Pro" pitchFamily="34" charset="-122"/>
                <a:cs typeface="Be Vietnam Pro" pitchFamily="34" charset="-120"/>
              </a:rPr>
              <a:t> kiệm</a:t>
            </a:r>
            <a:r>
              <a:rPr lang="en-US" sz="2700" dirty="0" spc="0" kern="0">
                <a:solidFill>
                  <a:srgbClr val="F3EEE3"/>
                </a:solidFill>
                <a:latin typeface="Be Vietnam Pro" pitchFamily="34" charset="0"/>
                <a:ea typeface="Be Vietnam Pro" pitchFamily="34" charset="-122"/>
                <a:cs typeface="Be Vietnam Pro" pitchFamily="34" charset="-120"/>
              </a:rPr>
              <a:t> 21%</a:t>
            </a:r>
            <a:r>
              <a:rPr lang="en-US" sz="2700" dirty="0" spc="10" kern="0">
                <a:solidFill>
                  <a:srgbClr val="F3EEE3"/>
                </a:solidFill>
                <a:latin typeface="Be Vietnam Pro" pitchFamily="34" charset="0"/>
                <a:ea typeface="Be Vietnam Pro" pitchFamily="34" charset="-122"/>
                <a:cs typeface="Be Vietnam Pro" pitchFamily="34" charset="-120"/>
              </a:rPr>
              <a:t> đến</a:t>
            </a:r>
            <a:r>
              <a:rPr lang="en-US" sz="2700" dirty="0" spc="-34" kern="0">
                <a:solidFill>
                  <a:srgbClr val="F3EEE3"/>
                </a:solidFill>
                <a:latin typeface="Be Vietnam Pro" pitchFamily="34" charset="0"/>
                <a:ea typeface="Be Vietnam Pro" pitchFamily="34" charset="-122"/>
                <a:cs typeface="Be Vietnam Pro" pitchFamily="34" charset="-120"/>
              </a:rPr>
              <a:t> 57%</a:t>
            </a:r>
            <a:r>
              <a:rPr lang="en-US" sz="2700" dirty="0" spc="-1" kern="0">
                <a:solidFill>
                  <a:srgbClr val="F3EEE3"/>
                </a:solidFill>
                <a:latin typeface="Be Vietnam Pro" pitchFamily="34" charset="0"/>
                <a:ea typeface="Be Vietnam Pro" pitchFamily="34" charset="-122"/>
                <a:cs typeface="Be Vietnam Pro" pitchFamily="34" charset="-120"/>
              </a:rPr>
              <a:t> tùy kịch</a:t>
            </a:r>
            <a:r>
              <a:rPr lang="en-US" sz="2700" dirty="0" spc="-3" kern="0">
                <a:solidFill>
                  <a:srgbClr val="F3EEE3"/>
                </a:solidFill>
                <a:latin typeface="Be Vietnam Pro" pitchFamily="34" charset="0"/>
                <a:ea typeface="Be Vietnam Pro" pitchFamily="34" charset="-122"/>
                <a:cs typeface="Be Vietnam Pro" pitchFamily="34" charset="-120"/>
              </a:rPr>
              <a:t> bản;</a:t>
            </a:r>
            <a:r>
              <a:rPr lang="en-US" sz="2700" dirty="0" spc="-5" kern="0">
                <a:solidFill>
                  <a:srgbClr val="F3EEE3"/>
                </a:solidFill>
                <a:latin typeface="Be Vietnam Pro" pitchFamily="34" charset="0"/>
                <a:ea typeface="Be Vietnam Pro" pitchFamily="34" charset="-122"/>
                <a:cs typeface="Be Vietnam Pro" pitchFamily="34" charset="-120"/>
              </a:rPr>
              <a:t> beacon</a:t>
            </a:r>
            <a:r>
              <a:rPr lang="en-US" sz="2700" dirty="0" spc="-2" kern="0">
                <a:solidFill>
                  <a:srgbClr val="F3EEE3"/>
                </a:solidFill>
                <a:latin typeface="Be Vietnam Pro" pitchFamily="34" charset="0"/>
                <a:ea typeface="Be Vietnam Pro" pitchFamily="34" charset="-122"/>
                <a:cs typeface="Be Vietnam Pro" pitchFamily="34" charset="-120"/>
              </a:rPr>
              <a:t> ẩn</a:t>
            </a:r>
            <a:r>
              <a:rPr lang="en-US" sz="2700" dirty="0" spc="-3" kern="0">
                <a:solidFill>
                  <a:srgbClr val="F3EEE3"/>
                </a:solidFill>
                <a:latin typeface="Be Vietnam Pro" pitchFamily="34" charset="0"/>
                <a:ea typeface="Be Vietnam Pro" pitchFamily="34" charset="-122"/>
                <a:cs typeface="Be Vietnam Pro" pitchFamily="34" charset="-120"/>
              </a:rPr>
              <a:t> danh</a:t>
            </a:r>
            <a:r>
              <a:rPr lang="en-US" sz="2700" dirty="0" spc="-17" kern="0">
                <a:solidFill>
                  <a:srgbClr val="F3EEE3"/>
                </a:solidFill>
                <a:latin typeface="Be Vietnam Pro" pitchFamily="34" charset="0"/>
                <a:ea typeface="Be Vietnam Pro" pitchFamily="34" charset="-122"/>
                <a:cs typeface="Be Vietnam Pro" pitchFamily="34" charset="-120"/>
              </a:rPr>
              <a:t> bật</a:t>
            </a:r>
            <a:r>
              <a:rPr lang="en-US" sz="2700" dirty="0" spc="0" kern="0">
                <a:solidFill>
                  <a:srgbClr val="F3EEE3"/>
                </a:solidFill>
                <a:latin typeface="Be Vietnam Pro" pitchFamily="34" charset="0"/>
                <a:ea typeface="Be Vietnam Pro" pitchFamily="34" charset="-122"/>
                <a:cs typeface="Be Vietnam Pro" pitchFamily="34" charset="-120"/>
              </a:rPr>
              <a:t> mặc</a:t>
            </a:r>
            <a:r>
              <a:rPr lang="en-US" sz="2700" dirty="0" spc="19" kern="0">
                <a:solidFill>
                  <a:srgbClr val="F3EEE3"/>
                </a:solidFill>
                <a:latin typeface="Be Vietnam Pro" pitchFamily="34" charset="0"/>
                <a:ea typeface="Be Vietnam Pro" pitchFamily="34" charset="-122"/>
                <a:cs typeface="Be Vietnam Pro" pitchFamily="34" charset="-120"/>
              </a:rPr>
              <a:t> định</a:t>
            </a:r>
            <a:r>
              <a:rPr lang="en-US" sz="2700" dirty="0" spc="-8" kern="0">
                <a:solidFill>
                  <a:srgbClr val="F3EEE3"/>
                </a:solidFill>
                <a:latin typeface="Be Vietnam Pro" pitchFamily="34" charset="0"/>
                <a:ea typeface="Be Vietnam Pro" pitchFamily="34" charset="-122"/>
                <a:cs typeface="Be Vietnam Pro" pitchFamily="34" charset="-120"/>
              </a:rPr>
              <a:t> (HEADROOM_TELEMETRY=off).</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2" kern="0">
                <a:solidFill>
                  <a:srgbClr val="9AA0B5"/>
                </a:solidFill>
                <a:latin typeface="Be Vietnam Pro" pitchFamily="34" charset="0"/>
                <a:ea typeface="Be Vietnam Pro" pitchFamily="34" charset="-122"/>
                <a:cs typeface="Be Vietnam Pro" pitchFamily="34" charset="-120"/>
              </a:rPr>
              <a:t> [S17]</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01060" y="9564832"/>
            <a:ext cx="110836" cy="110836"/>
          </a:xfrm>
          <a:prstGeom prst="ellipse">
            <a:avLst/>
          </a:prstGeom>
          <a:solidFill>
            <a:srgbClr val="FF6A4D"/>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1" kern="0">
                <a:solidFill>
                  <a:srgbClr val="9AA0B5"/>
                </a:solidFill>
                <a:latin typeface="Be Vietnam Pro" pitchFamily="34" charset="0"/>
                <a:ea typeface="Be Vietnam Pro" pitchFamily="34" charset="-122"/>
                <a:cs typeface="Be Vietnam Pro" pitchFamily="34" charset="-120"/>
              </a:rPr>
              <a:t> 26/55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f7f330b4-eadc-4482-84ae-72c6e532245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GSD:</a:t>
            </a:r>
            <a:r>
              <a:rPr lang="en-US" sz="5700" dirty="0" spc="-14" kern="0">
                <a:solidFill>
                  <a:srgbClr val="14161C"/>
                </a:solidFill>
                <a:latin typeface="Bricolage Grotesque ExtraBold" pitchFamily="34" charset="0"/>
                <a:ea typeface="Bricolage Grotesque ExtraBold" pitchFamily="34" charset="-122"/>
                <a:cs typeface="Bricolage Grotesque ExtraBold" pitchFamily="34" charset="-120"/>
              </a:rPr>
              <a:t> repo</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trong</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ảnh</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chỉ</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còn</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thông</a:t>
            </a:r>
            <a:r>
              <a:rPr lang="en-US" sz="5700" dirty="0" spc="-9" kern="0">
                <a:solidFill>
                  <a:srgbClr val="14161C"/>
                </a:solidFill>
                <a:latin typeface="Bricolage Grotesque ExtraBold" pitchFamily="34" charset="0"/>
                <a:ea typeface="Bricolage Grotesque ExtraBold" pitchFamily="34" charset="-122"/>
                <a:cs typeface="Bricolage Grotesque ExtraBold" pitchFamily="34" charset="-120"/>
              </a:rPr>
              <a:t> báo</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chuyển nhà</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"Plans</a:t>
            </a:r>
            <a:r>
              <a:rPr lang="en-US" sz="2550" dirty="0" spc="0" kern="0">
                <a:solidFill>
                  <a:srgbClr val="14161C"/>
                </a:solidFill>
                <a:latin typeface="Be Vietnam Pro Medium" pitchFamily="34" charset="0"/>
                <a:ea typeface="Be Vietnam Pro Medium" pitchFamily="34" charset="-122"/>
                <a:cs typeface="Be Vietnam Pro Medium" pitchFamily="34" charset="-120"/>
              </a:rPr>
              <a:t> big</a:t>
            </a:r>
            <a:r>
              <a:rPr lang="en-US" sz="2550" dirty="0" spc="-1" kern="0">
                <a:solidFill>
                  <a:srgbClr val="14161C"/>
                </a:solidFill>
                <a:latin typeface="Be Vietnam Pro Medium" pitchFamily="34" charset="0"/>
                <a:ea typeface="Be Vietnam Pro Medium" pitchFamily="34" charset="-122"/>
                <a:cs typeface="Be Vietnam Pro Medium" pitchFamily="34" charset="-120"/>
              </a:rPr>
              <a:t> builds</a:t>
            </a:r>
            <a:r>
              <a:rPr lang="en-US" sz="2550" dirty="0" spc="-8" kern="0">
                <a:solidFill>
                  <a:srgbClr val="14161C"/>
                </a:solidFill>
                <a:latin typeface="Be Vietnam Pro Medium" pitchFamily="34" charset="0"/>
                <a:ea typeface="Be Vietnam Pro Medium" pitchFamily="34" charset="-122"/>
                <a:cs typeface="Be Vietnam Pro Medium" pitchFamily="34" charset="-120"/>
              </a:rPr>
              <a:t> so</a:t>
            </a:r>
            <a:r>
              <a:rPr lang="en-US" sz="2550" dirty="0" spc="-7" kern="0">
                <a:solidFill>
                  <a:srgbClr val="14161C"/>
                </a:solidFill>
                <a:latin typeface="Be Vietnam Pro Medium" pitchFamily="34" charset="0"/>
                <a:ea typeface="Be Vietnam Pro Medium" pitchFamily="34" charset="-122"/>
                <a:cs typeface="Be Vietnam Pro Medium" pitchFamily="34" charset="-120"/>
              </a:rPr>
              <a:t> nothing</a:t>
            </a:r>
            <a:r>
              <a:rPr lang="en-US" sz="2550" dirty="0" spc="6" kern="0">
                <a:solidFill>
                  <a:srgbClr val="14161C"/>
                </a:solidFill>
                <a:latin typeface="Be Vietnam Pro Medium" pitchFamily="34" charset="0"/>
                <a:ea typeface="Be Vietnam Pro Medium" pitchFamily="34" charset="-122"/>
                <a:cs typeface="Be Vietnam Pro Medium" pitchFamily="34" charset="-120"/>
              </a:rPr>
              <a:t> drifts"</a:t>
            </a:r>
            <a:r>
              <a:rPr lang="en-US" sz="2550" dirty="0" spc="3" kern="0">
                <a:solidFill>
                  <a:srgbClr val="14161C"/>
                </a:solidFill>
                <a:latin typeface="Be Vietnam Pro Medium" pitchFamily="34" charset="0"/>
                <a:ea typeface="Be Vietnam Pro Medium" pitchFamily="34" charset="-122"/>
                <a:cs typeface="Be Vietnam Pro Medium" pitchFamily="34" charset="-120"/>
              </a:rPr>
              <a:t> ·</a:t>
            </a:r>
            <a:r>
              <a:rPr lang="en-US" sz="2550" dirty="0" spc="14" kern="0">
                <a:solidFill>
                  <a:srgbClr val="14161C"/>
                </a:solidFill>
                <a:latin typeface="Be Vietnam Pro Medium" pitchFamily="34" charset="0"/>
                <a:ea typeface="Be Vietnam Pro Medium" pitchFamily="34" charset="-122"/>
                <a:cs typeface="Be Vietnam Pro Medium" pitchFamily="34" charset="-120"/>
              </a:rPr>
              <a:t> 64k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README</a:t>
            </a:r>
            <a:r>
              <a:rPr lang="en-US" sz="2550" dirty="0" spc="0" kern="0">
                <a:solidFill>
                  <a:srgbClr val="14161C"/>
                </a:solidFill>
                <a:latin typeface="Be Vietnam Pro Medium" pitchFamily="34" charset="0"/>
                <a:ea typeface="Be Vietnam Pro Medium" pitchFamily="34" charset="-122"/>
                <a:cs typeface="Be Vietnam Pro Medium" pitchFamily="34" charset="-120"/>
              </a:rPr>
              <a:t> 329</a:t>
            </a:r>
            <a:r>
              <a:rPr lang="en-US" sz="2550" dirty="0" spc="-15" kern="0">
                <a:solidFill>
                  <a:srgbClr val="14161C"/>
                </a:solidFill>
                <a:latin typeface="Be Vietnam Pro Medium" pitchFamily="34" charset="0"/>
                <a:ea typeface="Be Vietnam Pro Medium" pitchFamily="34" charset="-122"/>
                <a:cs typeface="Be Vietnam Pro Medium" pitchFamily="34" charset="-120"/>
              </a:rPr>
              <a:t> byte</a:t>
            </a:r>
            <a:r>
              <a:rPr lang="en-US" sz="2550" dirty="0" spc="0" kern="0">
                <a:solidFill>
                  <a:srgbClr val="14161C"/>
                </a:solidFill>
                <a:latin typeface="Be Vietnam Pro Medium" pitchFamily="34" charset="0"/>
                <a:ea typeface="Be Vietnam Pro Medium" pitchFamily="34" charset="-122"/>
                <a:cs typeface="Be Vietnam Pro Medium" pitchFamily="34" charset="-120"/>
              </a:rPr>
              <a:t> "GSD</a:t>
            </a:r>
            <a:r>
              <a:rPr lang="en-US" sz="2550" dirty="0" spc="-2" kern="0">
                <a:solidFill>
                  <a:srgbClr val="14161C"/>
                </a:solidFill>
                <a:latin typeface="Be Vietnam Pro Medium" pitchFamily="34" charset="0"/>
                <a:ea typeface="Be Vietnam Pro Medium" pitchFamily="34" charset="-122"/>
                <a:cs typeface="Be Vietnam Pro Medium" pitchFamily="34" charset="-120"/>
              </a:rPr>
              <a:t> Has</a:t>
            </a:r>
            <a:r>
              <a:rPr lang="en-US" sz="2550" dirty="0" spc="-17" kern="0">
                <a:solidFill>
                  <a:srgbClr val="14161C"/>
                </a:solidFill>
                <a:latin typeface="Be Vietnam Pro Medium" pitchFamily="34" charset="0"/>
                <a:ea typeface="Be Vietnam Pro Medium" pitchFamily="34" charset="-122"/>
                <a:cs typeface="Be Vietnam Pro Medium" pitchFamily="34" charset="-120"/>
              </a:rPr>
              <a:t> Moved":</a:t>
            </a:r>
            <a:r>
              <a:rPr lang="en-US" sz="2550" dirty="0" spc="2" kern="0">
                <a:solidFill>
                  <a:srgbClr val="14161C"/>
                </a:solidFill>
                <a:latin typeface="Be Vietnam Pro Medium" pitchFamily="34" charset="0"/>
                <a:ea typeface="Be Vietnam Pro Medium" pitchFamily="34" charset="-122"/>
                <a:cs typeface="Be Vietnam Pro Medium" pitchFamily="34" charset="-120"/>
              </a:rPr>
              <a:t> dự</a:t>
            </a:r>
            <a:r>
              <a:rPr lang="en-US" sz="2550" dirty="0" spc="-2" kern="0">
                <a:solidFill>
                  <a:srgbClr val="14161C"/>
                </a:solidFill>
                <a:latin typeface="Be Vietnam Pro Medium" pitchFamily="34" charset="0"/>
                <a:ea typeface="Be Vietnam Pro Medium" pitchFamily="34" charset="-122"/>
                <a:cs typeface="Be Vietnam Pro Medium" pitchFamily="34" charset="-120"/>
              </a:rPr>
              <a:t> án tiếp</a:t>
            </a:r>
            <a:r>
              <a:rPr lang="en-US" sz="2550" dirty="0" spc="1" kern="0">
                <a:solidFill>
                  <a:srgbClr val="14161C"/>
                </a:solidFill>
                <a:latin typeface="Be Vietnam Pro Medium" pitchFamily="34" charset="0"/>
                <a:ea typeface="Be Vietnam Pro Medium" pitchFamily="34" charset="-122"/>
                <a:cs typeface="Be Vietnam Pro Medium" pitchFamily="34" charset="-120"/>
              </a:rPr>
              <a:t> tục ở</a:t>
            </a:r>
            <a:r>
              <a:rPr lang="en-US" sz="2550" dirty="0" spc="-14" kern="0">
                <a:solidFill>
                  <a:srgbClr val="14161C"/>
                </a:solidFill>
                <a:latin typeface="Be Vietnam Pro Medium" pitchFamily="34" charset="0"/>
                <a:ea typeface="Be Vietnam Pro Medium" pitchFamily="34" charset="-122"/>
                <a:cs typeface="Be Vietnam Pro Medium" pitchFamily="34" charset="-120"/>
              </a:rPr>
              <a:t> open-gsd/gsd-core.</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README</a:t>
            </a:r>
            <a:r>
              <a:rPr lang="en-US" sz="2550" dirty="0" spc="-12" kern="0">
                <a:solidFill>
                  <a:srgbClr val="14161C"/>
                </a:solidFill>
                <a:latin typeface="Be Vietnam Pro Medium" pitchFamily="34" charset="0"/>
                <a:ea typeface="Be Vietnam Pro Medium" pitchFamily="34" charset="-122"/>
                <a:cs typeface="Be Vietnam Pro Medium" pitchFamily="34" charset="-120"/>
              </a:rPr>
              <a:t> này</a:t>
            </a:r>
            <a:r>
              <a:rPr lang="en-US" sz="2550" dirty="0" spc="-3" kern="0">
                <a:solidFill>
                  <a:srgbClr val="14161C"/>
                </a:solidFill>
                <a:latin typeface="Be Vietnam Pro Medium" pitchFamily="34" charset="0"/>
                <a:ea typeface="Be Vietnam Pro Medium" pitchFamily="34" charset="-122"/>
                <a:cs typeface="Be Vietnam Pro Medium" pitchFamily="34" charset="-120"/>
              </a:rPr>
              <a:t> không</a:t>
            </a:r>
            <a:r>
              <a:rPr lang="en-US" sz="2550" dirty="0" spc="0" kern="0">
                <a:solidFill>
                  <a:srgbClr val="14161C"/>
                </a:solidFill>
                <a:latin typeface="Be Vietnam Pro Medium" pitchFamily="34" charset="0"/>
                <a:ea typeface="Be Vietnam Pro Medium" pitchFamily="34" charset="-122"/>
                <a:cs typeface="Be Vietnam Pro Medium" pitchFamily="34" charset="-120"/>
              </a:rPr>
              <a:t> có</a:t>
            </a:r>
            <a:r>
              <a:rPr lang="en-US" sz="2550" dirty="0" spc="-4" kern="0">
                <a:solidFill>
                  <a:srgbClr val="14161C"/>
                </a:solidFill>
                <a:latin typeface="Be Vietnam Pro Medium" pitchFamily="34" charset="0"/>
                <a:ea typeface="Be Vietnam Pro Medium" pitchFamily="34" charset="-122"/>
                <a:cs typeface="Be Vietnam Pro Medium" pitchFamily="34" charset="-120"/>
              </a:rPr>
              <a:t> lệnh</a:t>
            </a:r>
            <a:r>
              <a:rPr lang="en-US" sz="2550" dirty="0" spc="-2" kern="0">
                <a:solidFill>
                  <a:srgbClr val="14161C"/>
                </a:solidFill>
                <a:latin typeface="Be Vietnam Pro Medium" pitchFamily="34" charset="0"/>
                <a:ea typeface="Be Vietnam Pro Medium" pitchFamily="34" charset="-122"/>
                <a:cs typeface="Be Vietnam Pro Medium" pitchFamily="34" charset="-120"/>
              </a:rPr>
              <a:t> cài;</a:t>
            </a:r>
            <a:r>
              <a:rPr lang="en-US" sz="2550" dirty="0" spc="-1" kern="0">
                <a:solidFill>
                  <a:srgbClr val="14161C"/>
                </a:solidFill>
                <a:latin typeface="Be Vietnam Pro Medium" pitchFamily="34" charset="0"/>
                <a:ea typeface="Be Vietnam Pro Medium" pitchFamily="34" charset="-122"/>
                <a:cs typeface="Be Vietnam Pro Medium" pitchFamily="34" charset="-120"/>
              </a:rPr>
              <a:t> dùng</a:t>
            </a:r>
            <a:r>
              <a:rPr lang="en-US" sz="2550" dirty="0" spc="-2" kern="0">
                <a:solidFill>
                  <a:srgbClr val="14161C"/>
                </a:solidFill>
                <a:latin typeface="Be Vietnam Pro Medium" pitchFamily="34" charset="0"/>
                <a:ea typeface="Be Vietnam Pro Medium" pitchFamily="34" charset="-122"/>
                <a:cs typeface="Be Vietnam Pro Medium" pitchFamily="34" charset="-120"/>
              </a:rPr>
              <a:t> kho</a:t>
            </a:r>
            <a:r>
              <a:rPr lang="en-US" sz="2550" dirty="0" spc="10" kern="0">
                <a:solidFill>
                  <a:srgbClr val="14161C"/>
                </a:solidFill>
                <a:latin typeface="Be Vietnam Pro Medium" pitchFamily="34" charset="0"/>
                <a:ea typeface="Be Vietnam Pro Medium" pitchFamily="34" charset="-122"/>
                <a:cs typeface="Be Vietnam Pro Medium" pitchFamily="34" charset="-120"/>
              </a:rPr>
              <a:t> được</a:t>
            </a:r>
            <a:r>
              <a:rPr lang="en-US" sz="2550" dirty="0" spc="-1" kern="0">
                <a:solidFill>
                  <a:srgbClr val="14161C"/>
                </a:solidFill>
                <a:latin typeface="Be Vietnam Pro Medium" pitchFamily="34" charset="0"/>
                <a:ea typeface="Be Vietnam Pro Medium" pitchFamily="34" charset="-122"/>
                <a:cs typeface="Be Vietnam Pro Medium" pitchFamily="34" charset="-120"/>
              </a:rPr>
              <a:t> chỉ</a:t>
            </a:r>
            <a:r>
              <a:rPr lang="en-US" sz="2550" dirty="0" spc="-7" kern="0">
                <a:solidFill>
                  <a:srgbClr val="14161C"/>
                </a:solidFill>
                <a:latin typeface="Be Vietnam Pro Medium" pitchFamily="34" charset="0"/>
                <a:ea typeface="Be Vietnam Pro Medium" pitchFamily="34" charset="-122"/>
                <a:cs typeface="Be Vietnam Pro Medium" pitchFamily="34" charset="-120"/>
              </a:rPr>
              <a:t> tới.</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1" kern="0">
                <a:solidFill>
                  <a:srgbClr val="14161C"/>
                </a:solidFill>
                <a:latin typeface="Be Vietnam Pro Medium" pitchFamily="34" charset="0"/>
                <a:ea typeface="Be Vietnam Pro Medium" pitchFamily="34" charset="-122"/>
                <a:cs typeface="Be Vietnam Pro Medium" pitchFamily="34" charset="-120"/>
              </a:rPr>
              <a:t>Báo</a:t>
            </a:r>
            <a:r>
              <a:rPr lang="en-US" sz="2550" dirty="0" spc="-1" kern="0">
                <a:solidFill>
                  <a:srgbClr val="14161C"/>
                </a:solidFill>
                <a:latin typeface="Be Vietnam Pro Medium" pitchFamily="34" charset="0"/>
                <a:ea typeface="Be Vietnam Pro Medium" pitchFamily="34" charset="-122"/>
                <a:cs typeface="Be Vietnam Pro Medium" pitchFamily="34" charset="-120"/>
              </a:rPr>
              <a:t> cáo</a:t>
            </a:r>
            <a:r>
              <a:rPr lang="en-US" sz="2550" dirty="0" spc="6" kern="0">
                <a:solidFill>
                  <a:srgbClr val="14161C"/>
                </a:solidFill>
                <a:latin typeface="Be Vietnam Pro Medium" pitchFamily="34" charset="0"/>
                <a:ea typeface="Be Vietnam Pro Medium" pitchFamily="34" charset="-122"/>
                <a:cs typeface="Be Vietnam Pro Medium" pitchFamily="34" charset="-120"/>
              </a:rPr>
              <a:t> chưa</a:t>
            </a:r>
            <a:r>
              <a:rPr lang="en-US" sz="2550" dirty="0" spc="10" kern="0">
                <a:solidFill>
                  <a:srgbClr val="14161C"/>
                </a:solidFill>
                <a:latin typeface="Be Vietnam Pro Medium" pitchFamily="34" charset="0"/>
                <a:ea typeface="Be Vietnam Pro Medium" pitchFamily="34" charset="-122"/>
                <a:cs typeface="Be Vietnam Pro Medium" pitchFamily="34" charset="-120"/>
              </a:rPr>
              <a:t> đọc</a:t>
            </a:r>
            <a:r>
              <a:rPr lang="en-US" sz="2550" dirty="0" spc="-2" kern="0">
                <a:solidFill>
                  <a:srgbClr val="14161C"/>
                </a:solidFill>
                <a:latin typeface="Be Vietnam Pro Medium" pitchFamily="34" charset="0"/>
                <a:ea typeface="Be Vietnam Pro Medium" pitchFamily="34" charset="-122"/>
                <a:cs typeface="Be Vietnam Pro Medium" pitchFamily="34" charset="-120"/>
              </a:rPr>
              <a:t> kho</a:t>
            </a:r>
            <a:r>
              <a:rPr lang="en-US" sz="2550" dirty="0" spc="3" kern="0">
                <a:solidFill>
                  <a:srgbClr val="14161C"/>
                </a:solidFill>
                <a:latin typeface="Be Vietnam Pro Medium" pitchFamily="34" charset="0"/>
                <a:ea typeface="Be Vietnam Pro Medium" pitchFamily="34" charset="-122"/>
                <a:cs typeface="Be Vietnam Pro Medium" pitchFamily="34" charset="-120"/>
              </a:rPr>
              <a:t> mới</a:t>
            </a:r>
            <a:r>
              <a:rPr lang="en-US" sz="2550" dirty="0" spc="-6" kern="0">
                <a:solidFill>
                  <a:srgbClr val="14161C"/>
                </a:solidFill>
                <a:latin typeface="Be Vietnam Pro Medium" pitchFamily="34" charset="0"/>
                <a:ea typeface="Be Vietnam Pro Medium" pitchFamily="34" charset="-122"/>
                <a:cs typeface="Be Vietnam Pro Medium" pitchFamily="34" charset="-120"/>
              </a:rPr>
              <a:t> nên</a:t>
            </a:r>
            <a:r>
              <a:rPr lang="en-US" sz="2550" dirty="0" spc="-3" kern="0">
                <a:solidFill>
                  <a:srgbClr val="14161C"/>
                </a:solidFill>
                <a:latin typeface="Be Vietnam Pro Medium" pitchFamily="34" charset="0"/>
                <a:ea typeface="Be Vietnam Pro Medium" pitchFamily="34" charset="-122"/>
                <a:cs typeface="Be Vietnam Pro Medium" pitchFamily="34" charset="-120"/>
              </a:rPr>
              <a:t> không</a:t>
            </a:r>
            <a:r>
              <a:rPr lang="en-US" sz="2550" dirty="0" spc="2" kern="0">
                <a:solidFill>
                  <a:srgbClr val="14161C"/>
                </a:solidFill>
                <a:latin typeface="Be Vietnam Pro Medium" pitchFamily="34" charset="0"/>
                <a:ea typeface="Be Vietnam Pro Medium" pitchFamily="34" charset="-122"/>
                <a:cs typeface="Be Vietnam Pro Medium" pitchFamily="34" charset="-120"/>
              </a:rPr>
              <a:t> mô</a:t>
            </a:r>
            <a:r>
              <a:rPr lang="en-US" sz="2550" dirty="0" spc="-15" kern="0">
                <a:solidFill>
                  <a:srgbClr val="14161C"/>
                </a:solidFill>
                <a:latin typeface="Be Vietnam Pro Medium" pitchFamily="34" charset="0"/>
                <a:ea typeface="Be Vietnam Pro Medium" pitchFamily="34" charset="-122"/>
                <a:cs typeface="Be Vietnam Pro Medium" pitchFamily="34" charset="-120"/>
              </a:rPr>
              <a:t> tả</a:t>
            </a:r>
            <a:r>
              <a:rPr lang="en-US" sz="2550" dirty="0" spc="-2" kern="0">
                <a:solidFill>
                  <a:srgbClr val="14161C"/>
                </a:solidFill>
                <a:latin typeface="Be Vietnam Pro Medium" pitchFamily="34" charset="0"/>
                <a:ea typeface="Be Vietnam Pro Medium" pitchFamily="34" charset="-122"/>
                <a:cs typeface="Be Vietnam Pro Medium" pitchFamily="34" charset="-120"/>
              </a:rPr>
              <a:t> tính</a:t>
            </a:r>
            <a:r>
              <a:rPr lang="en-US" sz="2550" dirty="0" spc="-4" kern="0">
                <a:solidFill>
                  <a:srgbClr val="14161C"/>
                </a:solidFill>
                <a:latin typeface="Be Vietnam Pro Medium" pitchFamily="34" charset="0"/>
                <a:ea typeface="Be Vietnam Pro Medium" pitchFamily="34" charset="-122"/>
                <a:cs typeface="Be Vietnam Pro Medium" pitchFamily="34" charset="-120"/>
              </a:rPr>
              <a:t> năng;</a:t>
            </a:r>
            <a:r>
              <a:rPr lang="en-US" sz="2550" dirty="0" spc="-7" kern="0">
                <a:solidFill>
                  <a:srgbClr val="14161C"/>
                </a:solidFill>
                <a:latin typeface="Be Vietnam Pro Medium" pitchFamily="34" charset="0"/>
                <a:ea typeface="Be Vietnam Pro Medium" pitchFamily="34" charset="-122"/>
                <a:cs typeface="Be Vietnam Pro Medium" pitchFamily="34" charset="-120"/>
              </a:rPr>
              <a:t> số</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r>
              <a:rPr lang="en-US" sz="2550" dirty="0" spc="13" kern="0">
                <a:solidFill>
                  <a:srgbClr val="14161C"/>
                </a:solidFill>
                <a:latin typeface="Be Vietnam Pro Medium" pitchFamily="34" charset="0"/>
                <a:ea typeface="Be Vietnam Pro Medium" pitchFamily="34" charset="-122"/>
                <a:cs typeface="Be Vietnam Pro Medium" pitchFamily="34" charset="-120"/>
              </a:rPr>
              <a:t> 64k</a:t>
            </a:r>
            <a:r>
              <a:rPr lang="en-US" sz="2550" dirty="0" spc="-11" kern="0">
                <a:solidFill>
                  <a:srgbClr val="14161C"/>
                </a:solidFill>
                <a:latin typeface="Be Vietnam Pro Medium" pitchFamily="34" charset="0"/>
                <a:ea typeface="Be Vietnam Pro Medium" pitchFamily="34" charset="-122"/>
                <a:cs typeface="Be Vietnam Pro Medium" pitchFamily="34" charset="-120"/>
              </a:rPr>
              <a:t> gắn với</a:t>
            </a:r>
            <a:r>
              <a:rPr lang="en-US" sz="2550" dirty="0" spc="-19" kern="0">
                <a:solidFill>
                  <a:srgbClr val="14161C"/>
                </a:solidFill>
                <a:latin typeface="Be Vietnam Pro Medium" pitchFamily="34" charset="0"/>
                <a:ea typeface="Be Vietnam Pro Medium" pitchFamily="34" charset="-122"/>
                <a:cs typeface="Be Vietnam Pro Medium" pitchFamily="34" charset="-120"/>
              </a:rPr>
              <a:t> repo</a:t>
            </a:r>
            <a:r>
              <a:rPr lang="en-US" sz="2550" dirty="0" spc="-1" kern="0">
                <a:solidFill>
                  <a:srgbClr val="14161C"/>
                </a:solidFill>
                <a:latin typeface="Be Vietnam Pro Medium" pitchFamily="34" charset="0"/>
                <a:ea typeface="Be Vietnam Pro Medium" pitchFamily="34" charset="-122"/>
                <a:cs typeface="Be Vietnam Pro Medium" pitchFamily="34" charset="-120"/>
              </a:rPr>
              <a:t> cũ.</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[S18]</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67314" y="9564832"/>
            <a:ext cx="110836" cy="110836"/>
          </a:xfrm>
          <a:prstGeom prst="ellipse">
            <a:avLst/>
          </a:prstGeom>
          <a:solidFill>
            <a:srgbClr val="E8472B"/>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5" kern="0">
                <a:solidFill>
                  <a:srgbClr val="6B6A66"/>
                </a:solidFill>
                <a:latin typeface="Be Vietnam Pro" pitchFamily="34" charset="0"/>
                <a:ea typeface="Be Vietnam Pro" pitchFamily="34" charset="-122"/>
                <a:cs typeface="Be Vietnam Pro" pitchFamily="34" charset="-120"/>
              </a:rPr>
              <a:t> 27/55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e22c7f32-4a9a-4cce-bda0-210ceb9c280a"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BMAD</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Method:</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phát triển</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bằng AI</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theo</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kiểu</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agile</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38" kern="0">
                <a:solidFill>
                  <a:srgbClr val="14161C"/>
                </a:solidFill>
                <a:latin typeface="Be Vietnam Pro" pitchFamily="34" charset="0"/>
                <a:ea typeface="Be Vietnam Pro" pitchFamily="34" charset="-122"/>
                <a:cs typeface="Be Vietnam Pro" pitchFamily="34" charset="-120"/>
              </a:rPr>
              <a:t>"An</a:t>
            </a:r>
            <a:r>
              <a:rPr lang="en-US" sz="2700" dirty="0" spc="-1" kern="0">
                <a:solidFill>
                  <a:srgbClr val="14161C"/>
                </a:solidFill>
                <a:latin typeface="Be Vietnam Pro" pitchFamily="34" charset="0"/>
                <a:ea typeface="Be Vietnam Pro" pitchFamily="34" charset="-122"/>
                <a:cs typeface="Be Vietnam Pro" pitchFamily="34" charset="-120"/>
              </a:rPr>
              <a:t> agile</a:t>
            </a:r>
            <a:r>
              <a:rPr lang="en-US" sz="2700" dirty="0" spc="-13" kern="0">
                <a:solidFill>
                  <a:srgbClr val="14161C"/>
                </a:solidFill>
                <a:latin typeface="Be Vietnam Pro" pitchFamily="34" charset="0"/>
                <a:ea typeface="Be Vietnam Pro" pitchFamily="34" charset="-122"/>
                <a:cs typeface="Be Vietnam Pro" pitchFamily="34" charset="-120"/>
              </a:rPr>
              <a:t> team</a:t>
            </a:r>
            <a:r>
              <a:rPr lang="en-US" sz="2700" dirty="0" spc="-1" kern="0">
                <a:solidFill>
                  <a:srgbClr val="14161C"/>
                </a:solidFill>
                <a:latin typeface="Be Vietnam Pro" pitchFamily="34" charset="0"/>
                <a:ea typeface="Be Vietnam Pro" pitchFamily="34" charset="-122"/>
                <a:cs typeface="Be Vietnam Pro" pitchFamily="34" charset="-120"/>
              </a:rPr>
              <a:t> of</a:t>
            </a:r>
            <a:r>
              <a:rPr lang="en-US" sz="2700" dirty="0" spc="-3" kern="0">
                <a:solidFill>
                  <a:srgbClr val="14161C"/>
                </a:solidFill>
                <a:latin typeface="Be Vietnam Pro" pitchFamily="34" charset="0"/>
                <a:ea typeface="Be Vietnam Pro" pitchFamily="34" charset="-122"/>
                <a:cs typeface="Be Vietnam Pro" pitchFamily="34" charset="-120"/>
              </a:rPr>
              <a:t> AI</a:t>
            </a:r>
            <a:r>
              <a:rPr lang="en-US" sz="2700" dirty="0" spc="-15" kern="0">
                <a:solidFill>
                  <a:srgbClr val="14161C"/>
                </a:solidFill>
                <a:latin typeface="Be Vietnam Pro" pitchFamily="34" charset="0"/>
                <a:ea typeface="Be Vietnam Pro" pitchFamily="34" charset="-122"/>
                <a:cs typeface="Be Vietnam Pro" pitchFamily="34" charset="-120"/>
              </a:rPr>
              <a:t> agents"</a:t>
            </a:r>
            <a:r>
              <a:rPr lang="en-US" sz="2700" dirty="0" spc="0" kern="0">
                <a:solidFill>
                  <a:srgbClr val="14161C"/>
                </a:solidFill>
                <a:latin typeface="Be Vietnam Pro" pitchFamily="34" charset="0"/>
                <a:ea typeface="Be Vietnam Pro" pitchFamily="34" charset="-122"/>
                <a:cs typeface="Be Vietnam Pro" pitchFamily="34" charset="-120"/>
              </a:rPr>
              <a:t> ·</a:t>
            </a:r>
            <a:r>
              <a:rPr lang="en-US" sz="2700" dirty="0" spc="12" kern="0">
                <a:solidFill>
                  <a:srgbClr val="14161C"/>
                </a:solidFill>
                <a:latin typeface="Be Vietnam Pro" pitchFamily="34" charset="0"/>
                <a:ea typeface="Be Vietnam Pro" pitchFamily="34" charset="-122"/>
                <a:cs typeface="Be Vietnam Pro" pitchFamily="34" charset="-120"/>
              </a:rPr>
              <a:t> 54k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27" kern="0">
                <a:solidFill>
                  <a:srgbClr val="14161C"/>
                </a:solidFill>
                <a:latin typeface="Be Vietnam Pro" pitchFamily="34" charset="0"/>
                <a:ea typeface="Be Vietnam Pro" pitchFamily="34" charset="-122"/>
                <a:cs typeface="Be Vietnam Pro" pitchFamily="34" charset="-120"/>
              </a:rPr>
              <a:t>"Agile</a:t>
            </a:r>
            <a:r>
              <a:rPr lang="en-US" sz="2700" dirty="0" spc="-1" kern="0">
                <a:solidFill>
                  <a:srgbClr val="14161C"/>
                </a:solidFill>
                <a:latin typeface="Be Vietnam Pro" pitchFamily="34" charset="0"/>
                <a:ea typeface="Be Vietnam Pro" pitchFamily="34" charset="-122"/>
                <a:cs typeface="Be Vietnam Pro" pitchFamily="34" charset="-120"/>
              </a:rPr>
              <a:t> Ai</a:t>
            </a:r>
            <a:r>
              <a:rPr lang="en-US" sz="2700" dirty="0" spc="0" kern="0">
                <a:solidFill>
                  <a:srgbClr val="14161C"/>
                </a:solidFill>
                <a:latin typeface="Be Vietnam Pro" pitchFamily="34" charset="0"/>
                <a:ea typeface="Be Vietnam Pro" pitchFamily="34" charset="-122"/>
                <a:cs typeface="Be Vietnam Pro" pitchFamily="34" charset="-120"/>
              </a:rPr>
              <a:t> Driven</a:t>
            </a:r>
            <a:r>
              <a:rPr lang="en-US" sz="2700" dirty="0" spc="-11" kern="0">
                <a:solidFill>
                  <a:srgbClr val="14161C"/>
                </a:solidFill>
                <a:latin typeface="Be Vietnam Pro" pitchFamily="34" charset="0"/>
                <a:ea typeface="Be Vietnam Pro" pitchFamily="34" charset="-122"/>
                <a:cs typeface="Be Vietnam Pro" pitchFamily="34" charset="-120"/>
              </a:rPr>
              <a:t> Development":</a:t>
            </a:r>
            <a:r>
              <a:rPr lang="en-US" sz="2700" dirty="0" spc="-2" kern="0">
                <a:solidFill>
                  <a:srgbClr val="14161C"/>
                </a:solidFill>
                <a:latin typeface="Be Vietnam Pro" pitchFamily="34" charset="0"/>
                <a:ea typeface="Be Vietnam Pro" pitchFamily="34" charset="-122"/>
                <a:cs typeface="Be Vietnam Pro" pitchFamily="34" charset="-120"/>
              </a:rPr>
              <a:t> việc</a:t>
            </a:r>
            <a:r>
              <a:rPr lang="en-US" sz="2700" dirty="0" spc="-3" kern="0">
                <a:solidFill>
                  <a:srgbClr val="14161C"/>
                </a:solidFill>
                <a:latin typeface="Be Vietnam Pro" pitchFamily="34" charset="0"/>
                <a:ea typeface="Be Vietnam Pro" pitchFamily="34" charset="-122"/>
                <a:cs typeface="Be Vietnam Pro" pitchFamily="34" charset="-120"/>
              </a:rPr>
              <a:t> nhỏ</a:t>
            </a:r>
            <a:r>
              <a:rPr lang="en-US" sz="2700" dirty="0" spc="35" kern="0">
                <a:solidFill>
                  <a:srgbClr val="14161C"/>
                </a:solidFill>
                <a:latin typeface="Be Vietnam Pro" pitchFamily="34" charset="0"/>
                <a:ea typeface="Be Vietnam Pro" pitchFamily="34" charset="-122"/>
                <a:cs typeface="Be Vietnam Pro" pitchFamily="34" charset="-120"/>
              </a:rPr>
              <a:t> đi</a:t>
            </a:r>
            <a:r>
              <a:rPr lang="en-US" sz="2700" dirty="0" spc="0" kern="0">
                <a:solidFill>
                  <a:srgbClr val="14161C"/>
                </a:solidFill>
                <a:latin typeface="Be Vietnam Pro" pitchFamily="34" charset="0"/>
                <a:ea typeface="Be Vietnam Pro" pitchFamily="34" charset="-122"/>
                <a:cs typeface="Be Vietnam Pro" pitchFamily="34" charset="-120"/>
              </a:rPr>
              <a:t> thẳng</a:t>
            </a:r>
            <a:r>
              <a:rPr lang="en-US" sz="2700" dirty="0" spc="-14" kern="0">
                <a:solidFill>
                  <a:srgbClr val="14161C"/>
                </a:solidFill>
                <a:latin typeface="Be Vietnam Pro" pitchFamily="34" charset="0"/>
                <a:ea typeface="Be Vietnam Pro" pitchFamily="34" charset="-122"/>
                <a:cs typeface="Be Vietnam Pro" pitchFamily="34" charset="-120"/>
              </a:rPr>
              <a:t> tới</a:t>
            </a:r>
            <a:r>
              <a:rPr lang="en-US" sz="2700" dirty="0" spc="0" kern="0">
                <a:solidFill>
                  <a:srgbClr val="14161C"/>
                </a:solidFill>
                <a:latin typeface="Be Vietnam Pro" pitchFamily="34" charset="0"/>
                <a:ea typeface="Be Vietnam Pro" pitchFamily="34" charset="-122"/>
                <a:cs typeface="Be Vietnam Pro" pitchFamily="34" charset="-120"/>
              </a:rPr>
              <a:t> build,</a:t>
            </a:r>
            <a:r>
              <a:rPr lang="en-US" sz="2700" dirty="0" spc="-2" kern="0">
                <a:solidFill>
                  <a:srgbClr val="14161C"/>
                </a:solidFill>
                <a:latin typeface="Be Vietnam Pro" pitchFamily="34" charset="0"/>
                <a:ea typeface="Be Vietnam Pro" pitchFamily="34" charset="-122"/>
                <a:cs typeface="Be Vietnam Pro" pitchFamily="34" charset="-120"/>
              </a:rPr>
              <a:t> việc</a:t>
            </a:r>
            <a:r>
              <a:rPr lang="en-US" sz="2700" dirty="0" spc="7" kern="0">
                <a:solidFill>
                  <a:srgbClr val="14161C"/>
                </a:solidFill>
                <a:latin typeface="Be Vietnam Pro" pitchFamily="34" charset="0"/>
                <a:ea typeface="Be Vietnam Pro" pitchFamily="34" charset="-122"/>
                <a:cs typeface="Be Vietnam Pro" pitchFamily="34" charset="-120"/>
              </a:rPr>
              <a:t> phức</a:t>
            </a:r>
            <a:r>
              <a:rPr lang="en-US" sz="2700" dirty="0" spc="-14" kern="0">
                <a:solidFill>
                  <a:srgbClr val="14161C"/>
                </a:solidFill>
                <a:latin typeface="Be Vietnam Pro" pitchFamily="34" charset="0"/>
                <a:ea typeface="Be Vietnam Pro" pitchFamily="34" charset="-122"/>
                <a:cs typeface="Be Vietnam Pro" pitchFamily="34" charset="-120"/>
              </a:rPr>
              <a:t> tạp</a:t>
            </a:r>
            <a:r>
              <a:rPr lang="en-US" sz="2700" dirty="0" spc="9" kern="0">
                <a:solidFill>
                  <a:srgbClr val="14161C"/>
                </a:solidFill>
                <a:latin typeface="Be Vietnam Pro" pitchFamily="34" charset="0"/>
                <a:ea typeface="Be Vietnam Pro" pitchFamily="34" charset="-122"/>
                <a:cs typeface="Be Vietnam Pro" pitchFamily="34" charset="-120"/>
              </a:rPr>
              <a:t> được</a:t>
            </a:r>
            <a:r>
              <a:rPr lang="en-US" sz="2700" dirty="0" spc="12" kern="0">
                <a:solidFill>
                  <a:srgbClr val="14161C"/>
                </a:solidFill>
                <a:latin typeface="Be Vietnam Pro" pitchFamily="34" charset="0"/>
                <a:ea typeface="Be Vietnam Pro" pitchFamily="34" charset="-122"/>
                <a:cs typeface="Be Vietnam Pro" pitchFamily="34" charset="-120"/>
              </a:rPr>
              <a:t> đào</a:t>
            </a:r>
            <a:r>
              <a:rPr lang="en-US" sz="2700" dirty="0" spc="-7" kern="0">
                <a:solidFill>
                  <a:srgbClr val="14161C"/>
                </a:solidFill>
                <a:latin typeface="Be Vietnam Pro" pitchFamily="34" charset="0"/>
                <a:ea typeface="Be Vietnam Pro" pitchFamily="34" charset="-122"/>
                <a:cs typeface="Be Vietnam Pro" pitchFamily="34" charset="-120"/>
              </a:rPr>
              <a:t> sâu.</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30" kern="0">
                <a:solidFill>
                  <a:srgbClr val="14161C"/>
                </a:solidFill>
                <a:latin typeface="Be Vietnam Pro" pitchFamily="34" charset="0"/>
                <a:ea typeface="Be Vietnam Pro" pitchFamily="34" charset="-122"/>
                <a:cs typeface="Be Vietnam Pro" pitchFamily="34" charset="-120"/>
              </a:rPr>
              <a:t>npx</a:t>
            </a:r>
            <a:r>
              <a:rPr lang="en-US" sz="2700" dirty="0" spc="-4" kern="0">
                <a:solidFill>
                  <a:srgbClr val="14161C"/>
                </a:solidFill>
                <a:latin typeface="Be Vietnam Pro" pitchFamily="34" charset="0"/>
                <a:ea typeface="Be Vietnam Pro" pitchFamily="34" charset="-122"/>
                <a:cs typeface="Be Vietnam Pro" pitchFamily="34" charset="-120"/>
              </a:rPr>
              <a:t> bmad-method</a:t>
            </a:r>
            <a:r>
              <a:rPr lang="en-US" sz="2700" dirty="0" spc="-11" kern="0">
                <a:solidFill>
                  <a:srgbClr val="14161C"/>
                </a:solidFill>
                <a:latin typeface="Be Vietnam Pro" pitchFamily="34" charset="0"/>
                <a:ea typeface="Be Vietnam Pro" pitchFamily="34" charset="-122"/>
                <a:cs typeface="Be Vietnam Pro" pitchFamily="34" charset="-120"/>
              </a:rPr>
              <a:t> install</a:t>
            </a:r>
            <a:r>
              <a:rPr lang="en-US" sz="2700" dirty="0" spc="-6" kern="0">
                <a:solidFill>
                  <a:srgbClr val="14161C"/>
                </a:solidFill>
                <a:latin typeface="Be Vietnam Pro" pitchFamily="34" charset="0"/>
                <a:ea typeface="Be Vietnam Pro" pitchFamily="34" charset="-122"/>
                <a:cs typeface="Be Vietnam Pro" pitchFamily="34" charset="-120"/>
              </a:rPr>
              <a:t> (v6.12),</a:t>
            </a:r>
            <a:r>
              <a:rPr lang="en-US" sz="2700" dirty="0" spc="-1" kern="0">
                <a:solidFill>
                  <a:srgbClr val="14161C"/>
                </a:solidFill>
                <a:latin typeface="Be Vietnam Pro" pitchFamily="34" charset="0"/>
                <a:ea typeface="Be Vietnam Pro" pitchFamily="34" charset="-122"/>
                <a:cs typeface="Be Vietnam Pro" pitchFamily="34" charset="-120"/>
              </a:rPr>
              <a:t> cần</a:t>
            </a:r>
            <a:r>
              <a:rPr lang="en-US" sz="2700" dirty="0" spc="-3" kern="0">
                <a:solidFill>
                  <a:srgbClr val="14161C"/>
                </a:solidFill>
                <a:latin typeface="Be Vietnam Pro" pitchFamily="34" charset="0"/>
                <a:ea typeface="Be Vietnam Pro" pitchFamily="34" charset="-122"/>
                <a:cs typeface="Be Vietnam Pro" pitchFamily="34" charset="-120"/>
              </a:rPr>
              <a:t> Node.js</a:t>
            </a:r>
            <a:r>
              <a:rPr lang="en-US" sz="2700" dirty="0" spc="-1" kern="0">
                <a:solidFill>
                  <a:srgbClr val="14161C"/>
                </a:solidFill>
                <a:latin typeface="Be Vietnam Pro" pitchFamily="34" charset="0"/>
                <a:ea typeface="Be Vietnam Pro" pitchFamily="34" charset="-122"/>
                <a:cs typeface="Be Vietnam Pro" pitchFamily="34" charset="-120"/>
              </a:rPr>
              <a:t> 20.12+</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7" kern="0">
                <a:solidFill>
                  <a:srgbClr val="14161C"/>
                </a:solidFill>
                <a:latin typeface="Be Vietnam Pro" pitchFamily="34" charset="0"/>
                <a:ea typeface="Be Vietnam Pro" pitchFamily="34" charset="-122"/>
                <a:cs typeface="Be Vietnam Pro" pitchFamily="34" charset="-120"/>
              </a:rPr>
              <a:t> Python</a:t>
            </a:r>
            <a:r>
              <a:rPr lang="en-US" sz="2700" dirty="0" spc="-1" kern="0">
                <a:solidFill>
                  <a:srgbClr val="14161C"/>
                </a:solidFill>
                <a:latin typeface="Be Vietnam Pro" pitchFamily="34" charset="0"/>
                <a:ea typeface="Be Vietnam Pro" pitchFamily="34" charset="-122"/>
                <a:cs typeface="Be Vietnam Pro" pitchFamily="34" charset="-120"/>
              </a:rPr>
              <a:t> 3.10+</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Be Vietnam Pro" pitchFamily="34" charset="0"/>
                <a:ea typeface="Be Vietnam Pro" pitchFamily="34" charset="-122"/>
                <a:cs typeface="Be Vietnam Pro" pitchFamily="34" charset="-120"/>
              </a:rPr>
              <a:t>README</a:t>
            </a:r>
            <a:r>
              <a:rPr lang="en-US" sz="2700" dirty="0" spc="-3" kern="0">
                <a:solidFill>
                  <a:srgbClr val="14161C"/>
                </a:solidFill>
                <a:latin typeface="Be Vietnam Pro" pitchFamily="34" charset="0"/>
                <a:ea typeface="Be Vietnam Pro" pitchFamily="34" charset="-122"/>
                <a:cs typeface="Be Vietnam Pro" pitchFamily="34" charset="-120"/>
              </a:rPr>
              <a:t> hẹn</a:t>
            </a:r>
            <a:r>
              <a:rPr lang="en-US" sz="2700" dirty="0" spc="2" kern="0">
                <a:solidFill>
                  <a:srgbClr val="14161C"/>
                </a:solidFill>
                <a:latin typeface="Be Vietnam Pro" pitchFamily="34" charset="0"/>
                <a:ea typeface="Be Vietnam Pro" pitchFamily="34" charset="-122"/>
                <a:cs typeface="Be Vietnam Pro" pitchFamily="34" charset="-120"/>
              </a:rPr>
              <a:t> V7</a:t>
            </a:r>
            <a:r>
              <a:rPr lang="en-US" sz="2700" dirty="0" spc="-21" kern="0">
                <a:solidFill>
                  <a:srgbClr val="14161C"/>
                </a:solidFill>
                <a:latin typeface="Be Vietnam Pro" pitchFamily="34" charset="0"/>
                <a:ea typeface="Be Vietnam Pro" pitchFamily="34" charset="-122"/>
                <a:cs typeface="Be Vietnam Pro" pitchFamily="34" charset="-120"/>
              </a:rPr>
              <a:t> ngày</a:t>
            </a:r>
            <a:r>
              <a:rPr lang="en-US" sz="2700" dirty="0" spc="-14" kern="0">
                <a:solidFill>
                  <a:srgbClr val="14161C"/>
                </a:solidFill>
                <a:latin typeface="Be Vietnam Pro" pitchFamily="34" charset="0"/>
                <a:ea typeface="Be Vietnam Pro" pitchFamily="34" charset="-122"/>
                <a:cs typeface="Be Vietnam Pro" pitchFamily="34" charset="-120"/>
              </a:rPr>
              <a:t> 16/10/2026</a:t>
            </a:r>
            <a:r>
              <a:rPr lang="en-US" sz="2700" dirty="0" spc="17" kern="0">
                <a:solidFill>
                  <a:srgbClr val="14161C"/>
                </a:solidFill>
                <a:latin typeface="Be Vietnam Pro" pitchFamily="34" charset="0"/>
                <a:ea typeface="Be Vietnam Pro" pitchFamily="34" charset="-122"/>
                <a:cs typeface="Be Vietnam Pro" pitchFamily="34" charset="-120"/>
              </a:rPr>
              <a:t> nhưng</a:t>
            </a:r>
            <a:r>
              <a:rPr lang="en-US" sz="2700" dirty="0" spc="-14" kern="0">
                <a:solidFill>
                  <a:srgbClr val="14161C"/>
                </a:solidFill>
                <a:latin typeface="Be Vietnam Pro" pitchFamily="34" charset="0"/>
                <a:ea typeface="Be Vietnam Pro" pitchFamily="34" charset="-122"/>
                <a:cs typeface="Be Vietnam Pro" pitchFamily="34" charset="-120"/>
              </a:rPr>
              <a:t> vẫn</a:t>
            </a:r>
            <a:r>
              <a:rPr lang="en-US" sz="2700" dirty="0" spc="-15" kern="0">
                <a:solidFill>
                  <a:srgbClr val="14161C"/>
                </a:solidFill>
                <a:latin typeface="Be Vietnam Pro" pitchFamily="34" charset="0"/>
                <a:ea typeface="Be Vietnam Pro" pitchFamily="34" charset="-122"/>
                <a:cs typeface="Be Vietnam Pro" pitchFamily="34" charset="-120"/>
              </a:rPr>
              <a:t> gọi</a:t>
            </a:r>
            <a:r>
              <a:rPr lang="en-US" sz="2700" dirty="0" spc="-1" kern="0">
                <a:solidFill>
                  <a:srgbClr val="14161C"/>
                </a:solidFill>
                <a:latin typeface="Be Vietnam Pro" pitchFamily="34" charset="0"/>
                <a:ea typeface="Be Vietnam Pro" pitchFamily="34" charset="-122"/>
                <a:cs typeface="Be Vietnam Pro" pitchFamily="34" charset="-120"/>
              </a:rPr>
              <a:t> là alpha;</a:t>
            </a:r>
            <a:r>
              <a:rPr lang="en-US" sz="2700" dirty="0" spc="-3" kern="0">
                <a:solidFill>
                  <a:srgbClr val="14161C"/>
                </a:solidFill>
                <a:latin typeface="Be Vietnam Pro" pitchFamily="34" charset="0"/>
                <a:ea typeface="Be Vietnam Pro" pitchFamily="34" charset="-122"/>
                <a:cs typeface="Be Vietnam Pro" pitchFamily="34" charset="-120"/>
              </a:rPr>
              <a:t> "BMad"</a:t>
            </a:r>
            <a:r>
              <a:rPr lang="en-US" sz="2700" dirty="0" spc="-1" kern="0">
                <a:solidFill>
                  <a:srgbClr val="14161C"/>
                </a:solidFill>
                <a:latin typeface="Be Vietnam Pro" pitchFamily="34" charset="0"/>
                <a:ea typeface="Be Vietnam Pro" pitchFamily="34" charset="-122"/>
                <a:cs typeface="Be Vietnam Pro" pitchFamily="34" charset="-120"/>
              </a:rPr>
              <a:t> là</a:t>
            </a:r>
            <a:r>
              <a:rPr lang="en-US" sz="2700" dirty="0" spc="-2" kern="0">
                <a:solidFill>
                  <a:srgbClr val="14161C"/>
                </a:solidFill>
                <a:latin typeface="Be Vietnam Pro" pitchFamily="34" charset="0"/>
                <a:ea typeface="Be Vietnam Pro" pitchFamily="34" charset="-122"/>
                <a:cs typeface="Be Vietnam Pro" pitchFamily="34" charset="-120"/>
              </a:rPr>
              <a:t> nhãn hiệu.</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[S19]</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33568" y="9564832"/>
            <a:ext cx="110836" cy="110836"/>
          </a:xfrm>
          <a:prstGeom prst="ellipse">
            <a:avLst/>
          </a:prstGeom>
          <a:solidFill>
            <a:srgbClr val="E8472B"/>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 kern="0">
                <a:solidFill>
                  <a:srgbClr val="6B6A66"/>
                </a:solidFill>
                <a:latin typeface="Be Vietnam Pro" pitchFamily="34" charset="0"/>
                <a:ea typeface="Be Vietnam Pro" pitchFamily="34" charset="-122"/>
                <a:cs typeface="Be Vietnam Pro" pitchFamily="34" charset="-120"/>
              </a:rPr>
              <a:t> 28/55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e6779efb-e993-486f-950a-714924e2059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Ba</a:t>
            </a:r>
            <a:r>
              <a:rPr lang="en-US" sz="5700" dirty="0" spc="10" kern="0">
                <a:solidFill>
                  <a:srgbClr val="F3EEE3"/>
                </a:solidFill>
                <a:latin typeface="Bricolage Grotesque ExtraBold" pitchFamily="34" charset="0"/>
                <a:ea typeface="Bricolage Grotesque ExtraBold" pitchFamily="34" charset="-122"/>
                <a:cs typeface="Bricolage Grotesque ExtraBold" pitchFamily="34" charset="-120"/>
              </a:rPr>
              <a:t> đòn</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bẩy</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giảm</a:t>
            </a:r>
            <a:r>
              <a:rPr lang="en-US" sz="5700" dirty="0" spc="-40" kern="0">
                <a:solidFill>
                  <a:srgbClr val="F3EEE3"/>
                </a:solidFill>
                <a:latin typeface="Bricolage Grotesque ExtraBold" pitchFamily="34" charset="0"/>
                <a:ea typeface="Bricolage Grotesque ExtraBold" pitchFamily="34" charset="-122"/>
                <a:cs typeface="Bricolage Grotesque ExtraBold" pitchFamily="34" charset="-120"/>
              </a:rPr>
              <a:t> token</a:t>
            </a:r>
            <a:r>
              <a:rPr lang="en-US" sz="5700" dirty="0" spc="-62" kern="0">
                <a:solidFill>
                  <a:srgbClr val="F3EEE3"/>
                </a:solidFill>
                <a:latin typeface="Bricolage Grotesque ExtraBold" pitchFamily="34" charset="0"/>
                <a:ea typeface="Bricolage Grotesque ExtraBold" pitchFamily="34" charset="-122"/>
                <a:cs typeface="Bricolage Grotesque ExtraBold" pitchFamily="34" charset="-120"/>
              </a:rPr>
              <a:t> (suy</a:t>
            </a:r>
            <a:r>
              <a:rPr lang="en-US" sz="5700" dirty="0" spc="-33" kern="0">
                <a:solidFill>
                  <a:srgbClr val="F3EEE3"/>
                </a:solidFill>
                <a:latin typeface="Bricolage Grotesque ExtraBold" pitchFamily="34" charset="0"/>
                <a:ea typeface="Bricolage Grotesque ExtraBold" pitchFamily="34" charset="-122"/>
                <a:cs typeface="Bricolage Grotesque ExtraBold" pitchFamily="34" charset="-120"/>
              </a:rPr>
              <a:t> luận)</a:t>
            </a:r>
            <a:endParaRPr lang="en-US" sz="5700" dirty="0"/>
          </a:p>
        </p:txBody>
      </p:sp>
      <p:sp>
        <p:nvSpPr>
          <p:cNvPr id="3" name="Shape 1"/>
          <p:cNvSpPr/>
          <p:nvPr/>
        </p:nvSpPr>
        <p:spPr>
          <a:xfrm>
            <a:off x="914400" y="2857500"/>
            <a:ext cx="16459200" cy="1381125"/>
          </a:xfrm>
          <a:prstGeom prst="roundRect">
            <a:avLst>
              <a:gd name="adj" fmla="val 15172"/>
            </a:avLst>
          </a:prstGeom>
          <a:solidFill>
            <a:srgbClr val="4A3A22"/>
          </a:solidFill>
          <a:ln w="38100">
            <a:solidFill>
              <a:srgbClr val="FFB454"/>
            </a:solidFill>
            <a:prstDash val="solid"/>
          </a:ln>
        </p:spPr>
      </p:sp>
      <p:sp>
        <p:nvSpPr>
          <p:cNvPr id="4" name="Text 2"/>
          <p:cNvSpPr/>
          <p:nvPr/>
        </p:nvSpPr>
        <p:spPr>
          <a:xfrm>
            <a:off x="1295400" y="2857500"/>
            <a:ext cx="15697200" cy="1381125"/>
          </a:xfrm>
          <a:prstGeom prst="rect">
            <a:avLst/>
          </a:prstGeom>
          <a:noFill/>
          <a:ln/>
        </p:spPr>
        <p:txBody>
          <a:bodyPr wrap="square" lIns="0" tIns="0" rIns="0" bIns="0" rtlCol="0" anchor="ctr"/>
          <a:lstStyle/>
          <a:p>
            <a:pPr algn="ctr" indent="0" marL="0">
              <a:buNone/>
            </a:pPr>
            <a:r>
              <a:rPr lang="en-US" sz="2850" b="1" dirty="0" spc="-4" kern="0">
                <a:solidFill>
                  <a:srgbClr val="F3EEE3"/>
                </a:solidFill>
                <a:latin typeface="Be Vietnam Pro" pitchFamily="34" charset="0"/>
                <a:ea typeface="Be Vietnam Pro" pitchFamily="34" charset="-122"/>
                <a:cs typeface="Be Vietnam Pro" pitchFamily="34" charset="-120"/>
              </a:rPr>
              <a:t>Đọc</a:t>
            </a:r>
            <a:r>
              <a:rPr lang="en-US" sz="2850" b="1" dirty="0" spc="1" kern="0">
                <a:solidFill>
                  <a:srgbClr val="F3EEE3"/>
                </a:solidFill>
                <a:latin typeface="Be Vietnam Pro" pitchFamily="34" charset="0"/>
                <a:ea typeface="Be Vietnam Pro" pitchFamily="34" charset="-122"/>
                <a:cs typeface="Be Vietnam Pro" pitchFamily="34" charset="-120"/>
              </a:rPr>
              <a:t> ít</a:t>
            </a:r>
            <a:r>
              <a:rPr lang="en-US" sz="2850" b="1" dirty="0" spc="-3" kern="0">
                <a:solidFill>
                  <a:srgbClr val="F3EEE3"/>
                </a:solidFill>
                <a:latin typeface="Be Vietnam Pro" pitchFamily="34" charset="0"/>
                <a:ea typeface="Be Vietnam Pro" pitchFamily="34" charset="-122"/>
                <a:cs typeface="Be Vietnam Pro" pitchFamily="34" charset="-120"/>
              </a:rPr>
              <a:t> hơn:</a:t>
            </a:r>
            <a:r>
              <a:rPr lang="en-US" sz="2850" b="1" dirty="0" spc="-11" kern="0">
                <a:solidFill>
                  <a:srgbClr val="F3EEE3"/>
                </a:solidFill>
                <a:latin typeface="Be Vietnam Pro" pitchFamily="34" charset="0"/>
                <a:ea typeface="Be Vietnam Pro" pitchFamily="34" charset="-122"/>
                <a:cs typeface="Be Vietnam Pro" pitchFamily="34" charset="-120"/>
              </a:rPr>
              <a:t> Headroom</a:t>
            </a:r>
            <a:r>
              <a:rPr lang="en-US" sz="2850" b="1" dirty="0" spc="-5" kern="0">
                <a:solidFill>
                  <a:srgbClr val="F3EEE3"/>
                </a:solidFill>
                <a:latin typeface="Be Vietnam Pro" pitchFamily="34" charset="0"/>
                <a:ea typeface="Be Vietnam Pro" pitchFamily="34" charset="-122"/>
                <a:cs typeface="Be Vietnam Pro" pitchFamily="34" charset="-120"/>
              </a:rPr>
              <a:t> nén</a:t>
            </a:r>
            <a:r>
              <a:rPr lang="en-US" sz="2850" b="1" dirty="0" spc="0" kern="0">
                <a:solidFill>
                  <a:srgbClr val="F3EEE3"/>
                </a:solidFill>
                <a:latin typeface="Be Vietnam Pro" pitchFamily="34" charset="0"/>
                <a:ea typeface="Be Vietnam Pro" pitchFamily="34" charset="-122"/>
                <a:cs typeface="Be Vietnam Pro" pitchFamily="34" charset="-120"/>
              </a:rPr>
              <a:t> thứ</a:t>
            </a:r>
            <a:r>
              <a:rPr lang="en-US" sz="2850" b="1" dirty="0" spc="-6" kern="0">
                <a:solidFill>
                  <a:srgbClr val="F3EEE3"/>
                </a:solidFill>
                <a:latin typeface="Be Vietnam Pro" pitchFamily="34" charset="0"/>
                <a:ea typeface="Be Vietnam Pro" pitchFamily="34" charset="-122"/>
                <a:cs typeface="Be Vietnam Pro" pitchFamily="34" charset="-120"/>
              </a:rPr>
              <a:t> agent</a:t>
            </a:r>
            <a:r>
              <a:rPr lang="en-US" sz="2850" b="1" dirty="0" spc="5" kern="0">
                <a:solidFill>
                  <a:srgbClr val="F3EEE3"/>
                </a:solidFill>
                <a:latin typeface="Be Vietnam Pro" pitchFamily="34" charset="0"/>
                <a:ea typeface="Be Vietnam Pro" pitchFamily="34" charset="-122"/>
                <a:cs typeface="Be Vietnam Pro" pitchFamily="34" charset="-120"/>
              </a:rPr>
              <a:t> đọc</a:t>
            </a:r>
            <a:endParaRPr lang="en-US" sz="2850" dirty="0"/>
          </a:p>
        </p:txBody>
      </p:sp>
      <p:sp>
        <p:nvSpPr>
          <p:cNvPr id="5" name="Shape 3"/>
          <p:cNvSpPr/>
          <p:nvPr/>
        </p:nvSpPr>
        <p:spPr>
          <a:xfrm>
            <a:off x="1581150" y="4391025"/>
            <a:ext cx="15125700" cy="1381125"/>
          </a:xfrm>
          <a:prstGeom prst="roundRect">
            <a:avLst>
              <a:gd name="adj" fmla="val 15172"/>
            </a:avLst>
          </a:prstGeom>
          <a:solidFill>
            <a:srgbClr val="1C4236"/>
          </a:solidFill>
          <a:ln w="38100">
            <a:solidFill>
              <a:srgbClr val="3DD6A0"/>
            </a:solidFill>
            <a:prstDash val="solid"/>
          </a:ln>
        </p:spPr>
      </p:sp>
      <p:sp>
        <p:nvSpPr>
          <p:cNvPr id="6" name="Text 4"/>
          <p:cNvSpPr/>
          <p:nvPr/>
        </p:nvSpPr>
        <p:spPr>
          <a:xfrm>
            <a:off x="1962150" y="4391025"/>
            <a:ext cx="14363700" cy="1381125"/>
          </a:xfrm>
          <a:prstGeom prst="rect">
            <a:avLst/>
          </a:prstGeom>
          <a:noFill/>
          <a:ln/>
        </p:spPr>
        <p:txBody>
          <a:bodyPr wrap="square" lIns="0" tIns="0" rIns="0" bIns="0" rtlCol="0" anchor="ctr"/>
          <a:lstStyle/>
          <a:p>
            <a:pPr algn="ctr" indent="0" marL="0">
              <a:buNone/>
            </a:pPr>
            <a:r>
              <a:rPr lang="en-US" sz="2850" b="1" dirty="0" spc="-5" kern="0">
                <a:solidFill>
                  <a:srgbClr val="F3EEE3"/>
                </a:solidFill>
                <a:latin typeface="Be Vietnam Pro" pitchFamily="34" charset="0"/>
                <a:ea typeface="Be Vietnam Pro" pitchFamily="34" charset="-122"/>
                <a:cs typeface="Be Vietnam Pro" pitchFamily="34" charset="-120"/>
              </a:rPr>
              <a:t>Nói</a:t>
            </a:r>
            <a:r>
              <a:rPr lang="en-US" sz="2850" b="1" dirty="0" spc="1" kern="0">
                <a:solidFill>
                  <a:srgbClr val="F3EEE3"/>
                </a:solidFill>
                <a:latin typeface="Be Vietnam Pro" pitchFamily="34" charset="0"/>
                <a:ea typeface="Be Vietnam Pro" pitchFamily="34" charset="-122"/>
                <a:cs typeface="Be Vietnam Pro" pitchFamily="34" charset="-120"/>
              </a:rPr>
              <a:t> ít</a:t>
            </a:r>
            <a:r>
              <a:rPr lang="en-US" sz="2850" b="1" dirty="0" spc="-3" kern="0">
                <a:solidFill>
                  <a:srgbClr val="F3EEE3"/>
                </a:solidFill>
                <a:latin typeface="Be Vietnam Pro" pitchFamily="34" charset="0"/>
                <a:ea typeface="Be Vietnam Pro" pitchFamily="34" charset="-122"/>
                <a:cs typeface="Be Vietnam Pro" pitchFamily="34" charset="-120"/>
              </a:rPr>
              <a:t> hơn:</a:t>
            </a:r>
            <a:r>
              <a:rPr lang="en-US" sz="2850" b="1" dirty="0" spc="-17" kern="0">
                <a:solidFill>
                  <a:srgbClr val="F3EEE3"/>
                </a:solidFill>
                <a:latin typeface="Be Vietnam Pro" pitchFamily="34" charset="0"/>
                <a:ea typeface="Be Vietnam Pro" pitchFamily="34" charset="-122"/>
                <a:cs typeface="Be Vietnam Pro" pitchFamily="34" charset="-120"/>
              </a:rPr>
              <a:t> Caveman</a:t>
            </a:r>
            <a:r>
              <a:rPr lang="en-US" sz="2850" b="1" dirty="0" spc="0" kern="0">
                <a:solidFill>
                  <a:srgbClr val="F3EEE3"/>
                </a:solidFill>
                <a:latin typeface="Be Vietnam Pro" pitchFamily="34" charset="0"/>
                <a:ea typeface="Be Vietnam Pro" pitchFamily="34" charset="-122"/>
                <a:cs typeface="Be Vietnam Pro" pitchFamily="34" charset="-120"/>
              </a:rPr>
              <a:t> rút</a:t>
            </a:r>
            <a:r>
              <a:rPr lang="en-US" sz="2850" b="1" dirty="0" spc="-7" kern="0">
                <a:solidFill>
                  <a:srgbClr val="F3EEE3"/>
                </a:solidFill>
                <a:latin typeface="Be Vietnam Pro" pitchFamily="34" charset="0"/>
                <a:ea typeface="Be Vietnam Pro" pitchFamily="34" charset="-122"/>
                <a:cs typeface="Be Vietnam Pro" pitchFamily="34" charset="-120"/>
              </a:rPr>
              <a:t> gọn</a:t>
            </a:r>
            <a:r>
              <a:rPr lang="en-US" sz="2850" b="1" dirty="0" spc="4" kern="0">
                <a:solidFill>
                  <a:srgbClr val="F3EEE3"/>
                </a:solidFill>
                <a:latin typeface="Be Vietnam Pro" pitchFamily="34" charset="0"/>
                <a:ea typeface="Be Vietnam Pro" pitchFamily="34" charset="-122"/>
                <a:cs typeface="Be Vietnam Pro" pitchFamily="34" charset="-120"/>
              </a:rPr>
              <a:t> câu</a:t>
            </a:r>
            <a:r>
              <a:rPr lang="en-US" sz="2850" b="1" dirty="0" spc="-15" kern="0">
                <a:solidFill>
                  <a:srgbClr val="F3EEE3"/>
                </a:solidFill>
                <a:latin typeface="Be Vietnam Pro" pitchFamily="34" charset="0"/>
                <a:ea typeface="Be Vietnam Pro" pitchFamily="34" charset="-122"/>
                <a:cs typeface="Be Vietnam Pro" pitchFamily="34" charset="-120"/>
              </a:rPr>
              <a:t> trả</a:t>
            </a:r>
            <a:r>
              <a:rPr lang="en-US" sz="2850" b="1" dirty="0" spc="4" kern="0">
                <a:solidFill>
                  <a:srgbClr val="F3EEE3"/>
                </a:solidFill>
                <a:latin typeface="Be Vietnam Pro" pitchFamily="34" charset="0"/>
                <a:ea typeface="Be Vietnam Pro" pitchFamily="34" charset="-122"/>
                <a:cs typeface="Be Vietnam Pro" pitchFamily="34" charset="-120"/>
              </a:rPr>
              <a:t> lời</a:t>
            </a:r>
            <a:endParaRPr lang="en-US" sz="2850" dirty="0"/>
          </a:p>
        </p:txBody>
      </p:sp>
      <p:sp>
        <p:nvSpPr>
          <p:cNvPr id="7" name="Shape 5"/>
          <p:cNvSpPr/>
          <p:nvPr/>
        </p:nvSpPr>
        <p:spPr>
          <a:xfrm>
            <a:off x="2247900" y="5924550"/>
            <a:ext cx="13792200" cy="1381125"/>
          </a:xfrm>
          <a:prstGeom prst="roundRect">
            <a:avLst>
              <a:gd name="adj" fmla="val 15172"/>
            </a:avLst>
          </a:prstGeom>
          <a:solidFill>
            <a:srgbClr val="4A2A24"/>
          </a:solidFill>
          <a:ln w="38100">
            <a:solidFill>
              <a:srgbClr val="FF6A4D"/>
            </a:solidFill>
            <a:prstDash val="solid"/>
          </a:ln>
        </p:spPr>
      </p:sp>
      <p:sp>
        <p:nvSpPr>
          <p:cNvPr id="8" name="Text 6"/>
          <p:cNvSpPr/>
          <p:nvPr/>
        </p:nvSpPr>
        <p:spPr>
          <a:xfrm>
            <a:off x="2628900" y="5924550"/>
            <a:ext cx="13030200" cy="1381125"/>
          </a:xfrm>
          <a:prstGeom prst="rect">
            <a:avLst/>
          </a:prstGeom>
          <a:noFill/>
          <a:ln/>
        </p:spPr>
        <p:txBody>
          <a:bodyPr wrap="square" lIns="0" tIns="0" rIns="0" bIns="0" rtlCol="0" anchor="ctr"/>
          <a:lstStyle/>
          <a:p>
            <a:pPr algn="ctr" indent="0" marL="0">
              <a:buNone/>
            </a:pPr>
            <a:r>
              <a:rPr lang="en-US" sz="2850" b="1" dirty="0" spc="-8" kern="0">
                <a:solidFill>
                  <a:srgbClr val="F3EEE3"/>
                </a:solidFill>
                <a:latin typeface="Be Vietnam Pro" pitchFamily="34" charset="0"/>
                <a:ea typeface="Be Vietnam Pro" pitchFamily="34" charset="-122"/>
                <a:cs typeface="Be Vietnam Pro" pitchFamily="34" charset="-120"/>
              </a:rPr>
              <a:t>Nhớ</a:t>
            </a:r>
            <a:r>
              <a:rPr lang="en-US" sz="2850" b="1" dirty="0" spc="1" kern="0">
                <a:solidFill>
                  <a:srgbClr val="F3EEE3"/>
                </a:solidFill>
                <a:latin typeface="Be Vietnam Pro" pitchFamily="34" charset="0"/>
                <a:ea typeface="Be Vietnam Pro" pitchFamily="34" charset="-122"/>
                <a:cs typeface="Be Vietnam Pro" pitchFamily="34" charset="-120"/>
              </a:rPr>
              <a:t> lâu</a:t>
            </a:r>
            <a:r>
              <a:rPr lang="en-US" sz="2850" b="1" dirty="0" spc="-3" kern="0">
                <a:solidFill>
                  <a:srgbClr val="F3EEE3"/>
                </a:solidFill>
                <a:latin typeface="Be Vietnam Pro" pitchFamily="34" charset="0"/>
                <a:ea typeface="Be Vietnam Pro" pitchFamily="34" charset="-122"/>
                <a:cs typeface="Be Vietnam Pro" pitchFamily="34" charset="-120"/>
              </a:rPr>
              <a:t> hơn: Claude-Mem</a:t>
            </a:r>
            <a:r>
              <a:rPr lang="en-US" sz="2850" b="1" dirty="0" spc="-2" kern="0">
                <a:solidFill>
                  <a:srgbClr val="F3EEE3"/>
                </a:solidFill>
                <a:latin typeface="Be Vietnam Pro" pitchFamily="34" charset="0"/>
                <a:ea typeface="Be Vietnam Pro" pitchFamily="34" charset="-122"/>
                <a:cs typeface="Be Vietnam Pro" pitchFamily="34" charset="-120"/>
              </a:rPr>
              <a:t> mang</a:t>
            </a:r>
            <a:r>
              <a:rPr lang="en-US" sz="2850" b="1" dirty="0" spc="-1" kern="0">
                <a:solidFill>
                  <a:srgbClr val="F3EEE3"/>
                </a:solidFill>
                <a:latin typeface="Be Vietnam Pro" pitchFamily="34" charset="0"/>
                <a:ea typeface="Be Vietnam Pro" pitchFamily="34" charset="-122"/>
                <a:cs typeface="Be Vietnam Pro" pitchFamily="34" charset="-120"/>
              </a:rPr>
              <a:t> ngữ</a:t>
            </a:r>
            <a:r>
              <a:rPr lang="en-US" sz="2850" b="1" dirty="0" spc="1" kern="0">
                <a:solidFill>
                  <a:srgbClr val="F3EEE3"/>
                </a:solidFill>
                <a:latin typeface="Be Vietnam Pro" pitchFamily="34" charset="0"/>
                <a:ea typeface="Be Vietnam Pro" pitchFamily="34" charset="-122"/>
                <a:cs typeface="Be Vietnam Pro" pitchFamily="34" charset="-120"/>
              </a:rPr>
              <a:t> cảnh</a:t>
            </a:r>
            <a:r>
              <a:rPr lang="en-US" sz="2850" b="1" dirty="0" spc="0" kern="0">
                <a:solidFill>
                  <a:srgbClr val="F3EEE3"/>
                </a:solidFill>
                <a:latin typeface="Be Vietnam Pro" pitchFamily="34" charset="0"/>
                <a:ea typeface="Be Vietnam Pro" pitchFamily="34" charset="-122"/>
                <a:cs typeface="Be Vietnam Pro" pitchFamily="34" charset="-120"/>
              </a:rPr>
              <a:t> sang</a:t>
            </a:r>
            <a:r>
              <a:rPr lang="en-US" sz="2850" b="1" dirty="0" spc="-4" kern="0">
                <a:solidFill>
                  <a:srgbClr val="F3EEE3"/>
                </a:solidFill>
                <a:latin typeface="Be Vietnam Pro" pitchFamily="34" charset="0"/>
                <a:ea typeface="Be Vietnam Pro" pitchFamily="34" charset="-122"/>
                <a:cs typeface="Be Vietnam Pro" pitchFamily="34" charset="-120"/>
              </a:rPr>
              <a:t> phiên</a:t>
            </a:r>
            <a:r>
              <a:rPr lang="en-US" sz="2850" b="1" dirty="0" spc="5" kern="0">
                <a:solidFill>
                  <a:srgbClr val="F3EEE3"/>
                </a:solidFill>
                <a:latin typeface="Be Vietnam Pro" pitchFamily="34" charset="0"/>
                <a:ea typeface="Be Vietnam Pro" pitchFamily="34" charset="-122"/>
                <a:cs typeface="Be Vietnam Pro" pitchFamily="34" charset="-120"/>
              </a:rPr>
              <a:t> sau</a:t>
            </a:r>
            <a:endParaRPr lang="en-US" sz="2850" dirty="0"/>
          </a:p>
        </p:txBody>
      </p:sp>
      <p:sp>
        <p:nvSpPr>
          <p:cNvPr id="9" name="Shape 7"/>
          <p:cNvSpPr/>
          <p:nvPr/>
        </p:nvSpPr>
        <p:spPr>
          <a:xfrm>
            <a:off x="2914650" y="7458075"/>
            <a:ext cx="12458700" cy="1381125"/>
          </a:xfrm>
          <a:prstGeom prst="roundRect">
            <a:avLst>
              <a:gd name="adj" fmla="val 15172"/>
            </a:avLst>
          </a:prstGeom>
          <a:solidFill>
            <a:srgbClr val="262C4A"/>
          </a:solidFill>
          <a:ln w="38100">
            <a:solidFill>
              <a:srgbClr val="7C93FF"/>
            </a:solidFill>
            <a:prstDash val="solid"/>
          </a:ln>
        </p:spPr>
      </p:sp>
      <p:sp>
        <p:nvSpPr>
          <p:cNvPr id="10" name="Text 8"/>
          <p:cNvSpPr/>
          <p:nvPr/>
        </p:nvSpPr>
        <p:spPr>
          <a:xfrm>
            <a:off x="3295650" y="7458075"/>
            <a:ext cx="11696700" cy="1381125"/>
          </a:xfrm>
          <a:prstGeom prst="rect">
            <a:avLst/>
          </a:prstGeom>
          <a:noFill/>
          <a:ln/>
        </p:spPr>
        <p:txBody>
          <a:bodyPr wrap="square" lIns="0" tIns="0" rIns="0" bIns="0" rtlCol="0" anchor="ctr"/>
          <a:lstStyle/>
          <a:p>
            <a:pPr algn="ctr" indent="0" marL="0">
              <a:buNone/>
            </a:pPr>
            <a:r>
              <a:rPr lang="en-US" sz="2850" b="1" dirty="0" spc="-2" kern="0">
                <a:solidFill>
                  <a:srgbClr val="F3EEE3"/>
                </a:solidFill>
                <a:latin typeface="Be Vietnam Pro" pitchFamily="34" charset="0"/>
                <a:ea typeface="Be Vietnam Pro" pitchFamily="34" charset="-122"/>
                <a:cs typeface="Be Vietnam Pro" pitchFamily="34" charset="-120"/>
              </a:rPr>
              <a:t>Mọi</a:t>
            </a:r>
            <a:r>
              <a:rPr lang="en-US" sz="2850" b="1" dirty="0" spc="0" kern="0">
                <a:solidFill>
                  <a:srgbClr val="F3EEE3"/>
                </a:solidFill>
                <a:latin typeface="Be Vietnam Pro" pitchFamily="34" charset="0"/>
                <a:ea typeface="Be Vietnam Pro" pitchFamily="34" charset="-122"/>
                <a:cs typeface="Be Vietnam Pro" pitchFamily="34" charset="-120"/>
              </a:rPr>
              <a:t> số</a:t>
            </a:r>
            <a:r>
              <a:rPr lang="en-US" sz="2850" b="1" dirty="0" spc="-4" kern="0">
                <a:solidFill>
                  <a:srgbClr val="F3EEE3"/>
                </a:solidFill>
                <a:latin typeface="Be Vietnam Pro" pitchFamily="34" charset="0"/>
                <a:ea typeface="Be Vietnam Pro" pitchFamily="34" charset="-122"/>
                <a:cs typeface="Be Vietnam Pro" pitchFamily="34" charset="-120"/>
              </a:rPr>
              <a:t> tiết</a:t>
            </a:r>
            <a:r>
              <a:rPr lang="en-US" sz="2850" b="1" dirty="0" spc="-2" kern="0">
                <a:solidFill>
                  <a:srgbClr val="F3EEE3"/>
                </a:solidFill>
                <a:latin typeface="Be Vietnam Pro" pitchFamily="34" charset="0"/>
                <a:ea typeface="Be Vietnam Pro" pitchFamily="34" charset="-122"/>
                <a:cs typeface="Be Vietnam Pro" pitchFamily="34" charset="-120"/>
              </a:rPr>
              <a:t> kiệm</a:t>
            </a:r>
            <a:r>
              <a:rPr lang="en-US" sz="2850" b="1" dirty="0" spc="-4" kern="0">
                <a:solidFill>
                  <a:srgbClr val="F3EEE3"/>
                </a:solidFill>
                <a:latin typeface="Be Vietnam Pro" pitchFamily="34" charset="0"/>
                <a:ea typeface="Be Vietnam Pro" pitchFamily="34" charset="-122"/>
                <a:cs typeface="Be Vietnam Pro" pitchFamily="34" charset="-120"/>
              </a:rPr>
              <a:t> là</a:t>
            </a:r>
            <a:r>
              <a:rPr lang="en-US" sz="2850" b="1" dirty="0" spc="0" kern="0">
                <a:solidFill>
                  <a:srgbClr val="F3EEE3"/>
                </a:solidFill>
                <a:latin typeface="Be Vietnam Pro" pitchFamily="34" charset="0"/>
                <a:ea typeface="Be Vietnam Pro" pitchFamily="34" charset="-122"/>
                <a:cs typeface="Be Vietnam Pro" pitchFamily="34" charset="-120"/>
              </a:rPr>
              <a:t> số</a:t>
            </a:r>
            <a:r>
              <a:rPr lang="en-US" sz="2850" b="1" dirty="0" spc="3" kern="0">
                <a:solidFill>
                  <a:srgbClr val="F3EEE3"/>
                </a:solidFill>
                <a:latin typeface="Be Vietnam Pro" pitchFamily="34" charset="0"/>
                <a:ea typeface="Be Vietnam Pro" pitchFamily="34" charset="-122"/>
                <a:cs typeface="Be Vietnam Pro" pitchFamily="34" charset="-120"/>
              </a:rPr>
              <a:t> của</a:t>
            </a:r>
            <a:r>
              <a:rPr lang="en-US" sz="2850" b="1" dirty="0" spc="1" kern="0">
                <a:solidFill>
                  <a:srgbClr val="F3EEE3"/>
                </a:solidFill>
                <a:latin typeface="Be Vietnam Pro" pitchFamily="34" charset="0"/>
                <a:ea typeface="Be Vietnam Pro" pitchFamily="34" charset="-122"/>
                <a:cs typeface="Be Vietnam Pro" pitchFamily="34" charset="-120"/>
              </a:rPr>
              <a:t> tác</a:t>
            </a:r>
            <a:r>
              <a:rPr lang="en-US" sz="2850" b="1" dirty="0" spc="4" kern="0">
                <a:solidFill>
                  <a:srgbClr val="F3EEE3"/>
                </a:solidFill>
                <a:latin typeface="Be Vietnam Pro" pitchFamily="34" charset="0"/>
                <a:ea typeface="Be Vietnam Pro" pitchFamily="34" charset="-122"/>
                <a:cs typeface="Be Vietnam Pro" pitchFamily="34" charset="-120"/>
              </a:rPr>
              <a:t> giả:</a:t>
            </a:r>
            <a:r>
              <a:rPr lang="en-US" sz="2850" b="1" dirty="0" spc="-11" kern="0">
                <a:solidFill>
                  <a:srgbClr val="F3EEE3"/>
                </a:solidFill>
                <a:latin typeface="Be Vietnam Pro" pitchFamily="34" charset="0"/>
                <a:ea typeface="Be Vietnam Pro" pitchFamily="34" charset="-122"/>
                <a:cs typeface="Be Vietnam Pro" pitchFamily="34" charset="-120"/>
              </a:rPr>
              <a:t> hãy</a:t>
            </a:r>
            <a:r>
              <a:rPr lang="en-US" sz="2850" b="1" dirty="0" spc="9" kern="0">
                <a:solidFill>
                  <a:srgbClr val="F3EEE3"/>
                </a:solidFill>
                <a:latin typeface="Be Vietnam Pro" pitchFamily="34" charset="0"/>
                <a:ea typeface="Be Vietnam Pro" pitchFamily="34" charset="-122"/>
                <a:cs typeface="Be Vietnam Pro" pitchFamily="34" charset="-120"/>
              </a:rPr>
              <a:t> đo</a:t>
            </a:r>
            <a:r>
              <a:rPr lang="en-US" sz="2850" b="1" dirty="0" spc="-15" kern="0">
                <a:solidFill>
                  <a:srgbClr val="F3EEE3"/>
                </a:solidFill>
                <a:latin typeface="Be Vietnam Pro" pitchFamily="34" charset="0"/>
                <a:ea typeface="Be Vietnam Pro" pitchFamily="34" charset="-122"/>
                <a:cs typeface="Be Vietnam Pro" pitchFamily="34" charset="-120"/>
              </a:rPr>
              <a:t> trên</a:t>
            </a:r>
            <a:r>
              <a:rPr lang="en-US" sz="2850" b="1" dirty="0" spc="1" kern="0">
                <a:solidFill>
                  <a:srgbClr val="F3EEE3"/>
                </a:solidFill>
                <a:latin typeface="Be Vietnam Pro" pitchFamily="34" charset="0"/>
                <a:ea typeface="Be Vietnam Pro" pitchFamily="34" charset="-122"/>
                <a:cs typeface="Be Vietnam Pro" pitchFamily="34" charset="-120"/>
              </a:rPr>
              <a:t> việc</a:t>
            </a:r>
            <a:r>
              <a:rPr lang="en-US" sz="2850" b="1" dirty="0" spc="3" kern="0">
                <a:solidFill>
                  <a:srgbClr val="F3EEE3"/>
                </a:solidFill>
                <a:latin typeface="Be Vietnam Pro" pitchFamily="34" charset="0"/>
                <a:ea typeface="Be Vietnam Pro" pitchFamily="34" charset="-122"/>
                <a:cs typeface="Be Vietnam Pro" pitchFamily="34" charset="-120"/>
              </a:rPr>
              <a:t> của</a:t>
            </a:r>
            <a:r>
              <a:rPr lang="en-US" sz="2850" b="1" dirty="0" spc="2" kern="0">
                <a:solidFill>
                  <a:srgbClr val="F3EEE3"/>
                </a:solidFill>
                <a:latin typeface="Be Vietnam Pro" pitchFamily="34" charset="0"/>
                <a:ea typeface="Be Vietnam Pro" pitchFamily="34" charset="-122"/>
                <a:cs typeface="Be Vietnam Pro" pitchFamily="34" charset="-120"/>
              </a:rPr>
              <a:t> bạn</a:t>
            </a:r>
            <a:endParaRPr lang="en-US" sz="2850" dirty="0"/>
          </a:p>
        </p:txBody>
      </p:sp>
      <p:sp>
        <p:nvSpPr>
          <p:cNvPr id="11" name="Text 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2" kern="0">
                <a:solidFill>
                  <a:srgbClr val="9AA0B5"/>
                </a:solidFill>
                <a:latin typeface="Be Vietnam Pro" pitchFamily="34" charset="0"/>
                <a:ea typeface="Be Vietnam Pro" pitchFamily="34" charset="-122"/>
                <a:cs typeface="Be Vietnam Pro" pitchFamily="34" charset="-120"/>
              </a:rPr>
              <a:t> [S17] [S15] [S16]</a:t>
            </a:r>
            <a:endParaRPr lang="en-US" sz="1800" dirty="0"/>
          </a:p>
        </p:txBody>
      </p:sp>
      <p:sp>
        <p:nvSpPr>
          <p:cNvPr id="12" name="Shape 10"/>
          <p:cNvSpPr/>
          <p:nvPr/>
        </p:nvSpPr>
        <p:spPr>
          <a:xfrm>
            <a:off x="958561" y="9578686"/>
            <a:ext cx="83127" cy="83127"/>
          </a:xfrm>
          <a:prstGeom prst="ellipse">
            <a:avLst/>
          </a:prstGeom>
          <a:solidFill>
            <a:srgbClr val="F3EEE3">
              <a:alpha val="28000"/>
            </a:srgbClr>
          </a:solidFill>
          <a:ln/>
        </p:spPr>
      </p:sp>
      <p:sp>
        <p:nvSpPr>
          <p:cNvPr id="13" name="Shape 11"/>
          <p:cNvSpPr/>
          <p:nvPr/>
        </p:nvSpPr>
        <p:spPr>
          <a:xfrm>
            <a:off x="1124815" y="9578686"/>
            <a:ext cx="83127" cy="83127"/>
          </a:xfrm>
          <a:prstGeom prst="ellipse">
            <a:avLst/>
          </a:prstGeom>
          <a:solidFill>
            <a:srgbClr val="F3EEE3">
              <a:alpha val="28000"/>
            </a:srgbClr>
          </a:solidFill>
          <a:ln/>
        </p:spPr>
      </p:sp>
      <p:sp>
        <p:nvSpPr>
          <p:cNvPr id="14" name="Shape 12"/>
          <p:cNvSpPr/>
          <p:nvPr/>
        </p:nvSpPr>
        <p:spPr>
          <a:xfrm>
            <a:off x="1291070" y="9578686"/>
            <a:ext cx="83127" cy="83127"/>
          </a:xfrm>
          <a:prstGeom prst="ellipse">
            <a:avLst/>
          </a:prstGeom>
          <a:solidFill>
            <a:srgbClr val="F3EEE3">
              <a:alpha val="28000"/>
            </a:srgbClr>
          </a:solidFill>
          <a:ln/>
        </p:spPr>
      </p:sp>
      <p:sp>
        <p:nvSpPr>
          <p:cNvPr id="15" name="Shape 13"/>
          <p:cNvSpPr/>
          <p:nvPr/>
        </p:nvSpPr>
        <p:spPr>
          <a:xfrm>
            <a:off x="1457324" y="9578686"/>
            <a:ext cx="83127" cy="83127"/>
          </a:xfrm>
          <a:prstGeom prst="ellipse">
            <a:avLst/>
          </a:prstGeom>
          <a:solidFill>
            <a:srgbClr val="F3EEE3">
              <a:alpha val="28000"/>
            </a:srgbClr>
          </a:solidFill>
          <a:ln/>
        </p:spPr>
      </p:sp>
      <p:sp>
        <p:nvSpPr>
          <p:cNvPr id="16" name="Shape 14"/>
          <p:cNvSpPr/>
          <p:nvPr/>
        </p:nvSpPr>
        <p:spPr>
          <a:xfrm>
            <a:off x="1623578" y="9578686"/>
            <a:ext cx="83127" cy="83127"/>
          </a:xfrm>
          <a:prstGeom prst="ellipse">
            <a:avLst/>
          </a:prstGeom>
          <a:solidFill>
            <a:srgbClr val="F3EEE3">
              <a:alpha val="28000"/>
            </a:srgbClr>
          </a:solidFill>
          <a:ln/>
        </p:spPr>
      </p:sp>
      <p:sp>
        <p:nvSpPr>
          <p:cNvPr id="17" name="Shape 15"/>
          <p:cNvSpPr/>
          <p:nvPr/>
        </p:nvSpPr>
        <p:spPr>
          <a:xfrm>
            <a:off x="1789832" y="9578686"/>
            <a:ext cx="83127" cy="83127"/>
          </a:xfrm>
          <a:prstGeom prst="ellipse">
            <a:avLst/>
          </a:prstGeom>
          <a:solidFill>
            <a:srgbClr val="F3EEE3">
              <a:alpha val="28000"/>
            </a:srgbClr>
          </a:solidFill>
          <a:ln/>
        </p:spPr>
      </p:sp>
      <p:sp>
        <p:nvSpPr>
          <p:cNvPr id="18" name="Shape 16"/>
          <p:cNvSpPr/>
          <p:nvPr/>
        </p:nvSpPr>
        <p:spPr>
          <a:xfrm>
            <a:off x="1956086" y="9578686"/>
            <a:ext cx="83127" cy="83127"/>
          </a:xfrm>
          <a:prstGeom prst="ellipse">
            <a:avLst/>
          </a:prstGeom>
          <a:solidFill>
            <a:srgbClr val="F3EEE3">
              <a:alpha val="28000"/>
            </a:srgbClr>
          </a:solidFill>
          <a:ln/>
        </p:spPr>
      </p:sp>
      <p:sp>
        <p:nvSpPr>
          <p:cNvPr id="19" name="Shape 17"/>
          <p:cNvSpPr/>
          <p:nvPr/>
        </p:nvSpPr>
        <p:spPr>
          <a:xfrm>
            <a:off x="2122340" y="9578686"/>
            <a:ext cx="83127" cy="83127"/>
          </a:xfrm>
          <a:prstGeom prst="ellipse">
            <a:avLst/>
          </a:prstGeom>
          <a:solidFill>
            <a:srgbClr val="F3EEE3">
              <a:alpha val="28000"/>
            </a:srgbClr>
          </a:solidFill>
          <a:ln/>
        </p:spPr>
      </p:sp>
      <p:sp>
        <p:nvSpPr>
          <p:cNvPr id="20" name="Shape 18"/>
          <p:cNvSpPr/>
          <p:nvPr/>
        </p:nvSpPr>
        <p:spPr>
          <a:xfrm>
            <a:off x="2288594" y="9578686"/>
            <a:ext cx="83127" cy="83127"/>
          </a:xfrm>
          <a:prstGeom prst="ellipse">
            <a:avLst/>
          </a:prstGeom>
          <a:solidFill>
            <a:srgbClr val="F3EEE3">
              <a:alpha val="28000"/>
            </a:srgbClr>
          </a:solidFill>
          <a:ln/>
        </p:spPr>
      </p:sp>
      <p:sp>
        <p:nvSpPr>
          <p:cNvPr id="21" name="Shape 19"/>
          <p:cNvSpPr/>
          <p:nvPr/>
        </p:nvSpPr>
        <p:spPr>
          <a:xfrm>
            <a:off x="2454848" y="9578686"/>
            <a:ext cx="83127" cy="83127"/>
          </a:xfrm>
          <a:prstGeom prst="ellipse">
            <a:avLst/>
          </a:prstGeom>
          <a:solidFill>
            <a:srgbClr val="F3EEE3">
              <a:alpha val="28000"/>
            </a:srgbClr>
          </a:solidFill>
          <a:ln/>
        </p:spPr>
      </p:sp>
      <p:sp>
        <p:nvSpPr>
          <p:cNvPr id="22" name="Shape 20"/>
          <p:cNvSpPr/>
          <p:nvPr/>
        </p:nvSpPr>
        <p:spPr>
          <a:xfrm>
            <a:off x="2621102" y="9578686"/>
            <a:ext cx="83127" cy="83127"/>
          </a:xfrm>
          <a:prstGeom prst="ellipse">
            <a:avLst/>
          </a:prstGeom>
          <a:solidFill>
            <a:srgbClr val="F3EEE3">
              <a:alpha val="28000"/>
            </a:srgbClr>
          </a:solidFill>
          <a:ln/>
        </p:spPr>
      </p:sp>
      <p:sp>
        <p:nvSpPr>
          <p:cNvPr id="23" name="Shape 21"/>
          <p:cNvSpPr/>
          <p:nvPr/>
        </p:nvSpPr>
        <p:spPr>
          <a:xfrm>
            <a:off x="2787357" y="9578686"/>
            <a:ext cx="83127" cy="83127"/>
          </a:xfrm>
          <a:prstGeom prst="ellipse">
            <a:avLst/>
          </a:prstGeom>
          <a:solidFill>
            <a:srgbClr val="F3EEE3">
              <a:alpha val="28000"/>
            </a:srgbClr>
          </a:solidFill>
          <a:ln/>
        </p:spPr>
      </p:sp>
      <p:sp>
        <p:nvSpPr>
          <p:cNvPr id="24" name="Shape 22"/>
          <p:cNvSpPr/>
          <p:nvPr/>
        </p:nvSpPr>
        <p:spPr>
          <a:xfrm>
            <a:off x="2953611" y="9578686"/>
            <a:ext cx="83127" cy="83127"/>
          </a:xfrm>
          <a:prstGeom prst="ellipse">
            <a:avLst/>
          </a:prstGeom>
          <a:solidFill>
            <a:srgbClr val="F3EEE3">
              <a:alpha val="28000"/>
            </a:srgbClr>
          </a:solidFill>
          <a:ln/>
        </p:spPr>
      </p:sp>
      <p:sp>
        <p:nvSpPr>
          <p:cNvPr id="25" name="Shape 23"/>
          <p:cNvSpPr/>
          <p:nvPr/>
        </p:nvSpPr>
        <p:spPr>
          <a:xfrm>
            <a:off x="3119865" y="9578686"/>
            <a:ext cx="83127" cy="83127"/>
          </a:xfrm>
          <a:prstGeom prst="ellipse">
            <a:avLst/>
          </a:prstGeom>
          <a:solidFill>
            <a:srgbClr val="F3EEE3">
              <a:alpha val="28000"/>
            </a:srgbClr>
          </a:solidFill>
          <a:ln/>
        </p:spPr>
      </p:sp>
      <p:sp>
        <p:nvSpPr>
          <p:cNvPr id="26" name="Shape 24"/>
          <p:cNvSpPr/>
          <p:nvPr/>
        </p:nvSpPr>
        <p:spPr>
          <a:xfrm>
            <a:off x="3286119" y="9578686"/>
            <a:ext cx="83127" cy="83127"/>
          </a:xfrm>
          <a:prstGeom prst="ellipse">
            <a:avLst/>
          </a:prstGeom>
          <a:solidFill>
            <a:srgbClr val="F3EEE3">
              <a:alpha val="28000"/>
            </a:srgbClr>
          </a:solidFill>
          <a:ln/>
        </p:spPr>
      </p:sp>
      <p:sp>
        <p:nvSpPr>
          <p:cNvPr id="27" name="Shape 25"/>
          <p:cNvSpPr/>
          <p:nvPr/>
        </p:nvSpPr>
        <p:spPr>
          <a:xfrm>
            <a:off x="3452373" y="9578686"/>
            <a:ext cx="83127" cy="83127"/>
          </a:xfrm>
          <a:prstGeom prst="ellipse">
            <a:avLst/>
          </a:prstGeom>
          <a:solidFill>
            <a:srgbClr val="F3EEE3">
              <a:alpha val="28000"/>
            </a:srgbClr>
          </a:solidFill>
          <a:ln/>
        </p:spPr>
      </p:sp>
      <p:sp>
        <p:nvSpPr>
          <p:cNvPr id="28" name="Shape 26"/>
          <p:cNvSpPr/>
          <p:nvPr/>
        </p:nvSpPr>
        <p:spPr>
          <a:xfrm>
            <a:off x="3618627" y="9578686"/>
            <a:ext cx="83127" cy="83127"/>
          </a:xfrm>
          <a:prstGeom prst="ellipse">
            <a:avLst/>
          </a:prstGeom>
          <a:solidFill>
            <a:srgbClr val="F3EEE3">
              <a:alpha val="28000"/>
            </a:srgbClr>
          </a:solidFill>
          <a:ln/>
        </p:spPr>
      </p:sp>
      <p:sp>
        <p:nvSpPr>
          <p:cNvPr id="29" name="Shape 27"/>
          <p:cNvSpPr/>
          <p:nvPr/>
        </p:nvSpPr>
        <p:spPr>
          <a:xfrm>
            <a:off x="3784881" y="9578686"/>
            <a:ext cx="83127" cy="83127"/>
          </a:xfrm>
          <a:prstGeom prst="ellipse">
            <a:avLst/>
          </a:prstGeom>
          <a:solidFill>
            <a:srgbClr val="F3EEE3">
              <a:alpha val="28000"/>
            </a:srgbClr>
          </a:solidFill>
          <a:ln/>
        </p:spPr>
      </p:sp>
      <p:sp>
        <p:nvSpPr>
          <p:cNvPr id="30" name="Shape 28"/>
          <p:cNvSpPr/>
          <p:nvPr/>
        </p:nvSpPr>
        <p:spPr>
          <a:xfrm>
            <a:off x="3951135" y="9578686"/>
            <a:ext cx="83127" cy="83127"/>
          </a:xfrm>
          <a:prstGeom prst="ellipse">
            <a:avLst/>
          </a:prstGeom>
          <a:solidFill>
            <a:srgbClr val="F3EEE3">
              <a:alpha val="28000"/>
            </a:srgbClr>
          </a:solidFill>
          <a:ln/>
        </p:spPr>
      </p:sp>
      <p:sp>
        <p:nvSpPr>
          <p:cNvPr id="31" name="Shape 29"/>
          <p:cNvSpPr/>
          <p:nvPr/>
        </p:nvSpPr>
        <p:spPr>
          <a:xfrm>
            <a:off x="4117389" y="9578686"/>
            <a:ext cx="83127" cy="83127"/>
          </a:xfrm>
          <a:prstGeom prst="ellipse">
            <a:avLst/>
          </a:prstGeom>
          <a:solidFill>
            <a:srgbClr val="F3EEE3">
              <a:alpha val="28000"/>
            </a:srgbClr>
          </a:solidFill>
          <a:ln/>
        </p:spPr>
      </p:sp>
      <p:sp>
        <p:nvSpPr>
          <p:cNvPr id="32" name="Shape 30"/>
          <p:cNvSpPr/>
          <p:nvPr/>
        </p:nvSpPr>
        <p:spPr>
          <a:xfrm>
            <a:off x="4283644" y="9578686"/>
            <a:ext cx="83127" cy="83127"/>
          </a:xfrm>
          <a:prstGeom prst="ellipse">
            <a:avLst/>
          </a:prstGeom>
          <a:solidFill>
            <a:srgbClr val="F3EEE3">
              <a:alpha val="28000"/>
            </a:srgbClr>
          </a:solidFill>
          <a:ln/>
        </p:spPr>
      </p:sp>
      <p:sp>
        <p:nvSpPr>
          <p:cNvPr id="33" name="Shape 31"/>
          <p:cNvSpPr/>
          <p:nvPr/>
        </p:nvSpPr>
        <p:spPr>
          <a:xfrm>
            <a:off x="4449898" y="9578686"/>
            <a:ext cx="83127" cy="83127"/>
          </a:xfrm>
          <a:prstGeom prst="ellipse">
            <a:avLst/>
          </a:prstGeom>
          <a:solidFill>
            <a:srgbClr val="F3EEE3">
              <a:alpha val="28000"/>
            </a:srgbClr>
          </a:solidFill>
          <a:ln/>
        </p:spPr>
      </p:sp>
      <p:sp>
        <p:nvSpPr>
          <p:cNvPr id="34" name="Shape 32"/>
          <p:cNvSpPr/>
          <p:nvPr/>
        </p:nvSpPr>
        <p:spPr>
          <a:xfrm>
            <a:off x="4616152" y="9578686"/>
            <a:ext cx="83127" cy="83127"/>
          </a:xfrm>
          <a:prstGeom prst="ellipse">
            <a:avLst/>
          </a:prstGeom>
          <a:solidFill>
            <a:srgbClr val="F3EEE3">
              <a:alpha val="28000"/>
            </a:srgbClr>
          </a:solidFill>
          <a:ln/>
        </p:spPr>
      </p:sp>
      <p:sp>
        <p:nvSpPr>
          <p:cNvPr id="35" name="Shape 33"/>
          <p:cNvSpPr/>
          <p:nvPr/>
        </p:nvSpPr>
        <p:spPr>
          <a:xfrm>
            <a:off x="4782406" y="9578686"/>
            <a:ext cx="83127" cy="83127"/>
          </a:xfrm>
          <a:prstGeom prst="ellipse">
            <a:avLst/>
          </a:prstGeom>
          <a:solidFill>
            <a:srgbClr val="F3EEE3">
              <a:alpha val="28000"/>
            </a:srgbClr>
          </a:solidFill>
          <a:ln/>
        </p:spPr>
      </p:sp>
      <p:sp>
        <p:nvSpPr>
          <p:cNvPr id="36" name="Shape 34"/>
          <p:cNvSpPr/>
          <p:nvPr/>
        </p:nvSpPr>
        <p:spPr>
          <a:xfrm>
            <a:off x="4948660" y="9578686"/>
            <a:ext cx="83127" cy="83127"/>
          </a:xfrm>
          <a:prstGeom prst="ellipse">
            <a:avLst/>
          </a:prstGeom>
          <a:solidFill>
            <a:srgbClr val="F3EEE3">
              <a:alpha val="28000"/>
            </a:srgbClr>
          </a:solidFill>
          <a:ln/>
        </p:spPr>
      </p:sp>
      <p:sp>
        <p:nvSpPr>
          <p:cNvPr id="37" name="Shape 35"/>
          <p:cNvSpPr/>
          <p:nvPr/>
        </p:nvSpPr>
        <p:spPr>
          <a:xfrm>
            <a:off x="5114914" y="9578686"/>
            <a:ext cx="83127" cy="83127"/>
          </a:xfrm>
          <a:prstGeom prst="ellipse">
            <a:avLst/>
          </a:prstGeom>
          <a:solidFill>
            <a:srgbClr val="F3EEE3">
              <a:alpha val="28000"/>
            </a:srgbClr>
          </a:solidFill>
          <a:ln/>
        </p:spPr>
      </p:sp>
      <p:sp>
        <p:nvSpPr>
          <p:cNvPr id="38" name="Shape 36"/>
          <p:cNvSpPr/>
          <p:nvPr/>
        </p:nvSpPr>
        <p:spPr>
          <a:xfrm>
            <a:off x="5281168" y="9578686"/>
            <a:ext cx="83127" cy="83127"/>
          </a:xfrm>
          <a:prstGeom prst="ellipse">
            <a:avLst/>
          </a:prstGeom>
          <a:solidFill>
            <a:srgbClr val="F3EEE3">
              <a:alpha val="28000"/>
            </a:srgbClr>
          </a:solidFill>
          <a:ln/>
        </p:spPr>
      </p:sp>
      <p:sp>
        <p:nvSpPr>
          <p:cNvPr id="39" name="Shape 37"/>
          <p:cNvSpPr/>
          <p:nvPr/>
        </p:nvSpPr>
        <p:spPr>
          <a:xfrm>
            <a:off x="5447422" y="9578686"/>
            <a:ext cx="83127" cy="83127"/>
          </a:xfrm>
          <a:prstGeom prst="ellipse">
            <a:avLst/>
          </a:prstGeom>
          <a:solidFill>
            <a:srgbClr val="F3EEE3">
              <a:alpha val="28000"/>
            </a:srgbClr>
          </a:solidFill>
          <a:ln/>
        </p:spPr>
      </p:sp>
      <p:sp>
        <p:nvSpPr>
          <p:cNvPr id="40" name="Shape 38"/>
          <p:cNvSpPr/>
          <p:nvPr/>
        </p:nvSpPr>
        <p:spPr>
          <a:xfrm>
            <a:off x="5599822" y="9564832"/>
            <a:ext cx="110836" cy="110836"/>
          </a:xfrm>
          <a:prstGeom prst="ellipse">
            <a:avLst/>
          </a:prstGeom>
          <a:solidFill>
            <a:srgbClr val="FF6A4D"/>
          </a:solidFill>
          <a:ln/>
        </p:spPr>
      </p:sp>
      <p:sp>
        <p:nvSpPr>
          <p:cNvPr id="41" name="Shape 39"/>
          <p:cNvSpPr/>
          <p:nvPr/>
        </p:nvSpPr>
        <p:spPr>
          <a:xfrm>
            <a:off x="5779931" y="9578686"/>
            <a:ext cx="83127" cy="83127"/>
          </a:xfrm>
          <a:prstGeom prst="ellipse">
            <a:avLst/>
          </a:prstGeom>
          <a:solidFill>
            <a:srgbClr val="F3EEE3">
              <a:alpha val="28000"/>
            </a:srgbClr>
          </a:solidFill>
          <a:ln/>
        </p:spPr>
      </p:sp>
      <p:sp>
        <p:nvSpPr>
          <p:cNvPr id="42" name="Shape 40"/>
          <p:cNvSpPr/>
          <p:nvPr/>
        </p:nvSpPr>
        <p:spPr>
          <a:xfrm>
            <a:off x="5946185" y="9578686"/>
            <a:ext cx="83127" cy="83127"/>
          </a:xfrm>
          <a:prstGeom prst="ellipse">
            <a:avLst/>
          </a:prstGeom>
          <a:solidFill>
            <a:srgbClr val="F3EEE3">
              <a:alpha val="28000"/>
            </a:srgbClr>
          </a:solidFill>
          <a:ln/>
        </p:spPr>
      </p:sp>
      <p:sp>
        <p:nvSpPr>
          <p:cNvPr id="43" name="Shape 41"/>
          <p:cNvSpPr/>
          <p:nvPr/>
        </p:nvSpPr>
        <p:spPr>
          <a:xfrm>
            <a:off x="6112439" y="9578686"/>
            <a:ext cx="83127" cy="83127"/>
          </a:xfrm>
          <a:prstGeom prst="ellipse">
            <a:avLst/>
          </a:prstGeom>
          <a:solidFill>
            <a:srgbClr val="F3EEE3">
              <a:alpha val="28000"/>
            </a:srgbClr>
          </a:solidFill>
          <a:ln/>
        </p:spPr>
      </p:sp>
      <p:sp>
        <p:nvSpPr>
          <p:cNvPr id="44" name="Shape 42"/>
          <p:cNvSpPr/>
          <p:nvPr/>
        </p:nvSpPr>
        <p:spPr>
          <a:xfrm>
            <a:off x="6278693" y="9578686"/>
            <a:ext cx="83127" cy="83127"/>
          </a:xfrm>
          <a:prstGeom prst="ellipse">
            <a:avLst/>
          </a:prstGeom>
          <a:solidFill>
            <a:srgbClr val="F3EEE3">
              <a:alpha val="28000"/>
            </a:srgbClr>
          </a:solidFill>
          <a:ln/>
        </p:spPr>
      </p:sp>
      <p:sp>
        <p:nvSpPr>
          <p:cNvPr id="45" name="Shape 43"/>
          <p:cNvSpPr/>
          <p:nvPr/>
        </p:nvSpPr>
        <p:spPr>
          <a:xfrm>
            <a:off x="6444947" y="9578686"/>
            <a:ext cx="83127" cy="83127"/>
          </a:xfrm>
          <a:prstGeom prst="ellipse">
            <a:avLst/>
          </a:prstGeom>
          <a:solidFill>
            <a:srgbClr val="F3EEE3">
              <a:alpha val="28000"/>
            </a:srgbClr>
          </a:solidFill>
          <a:ln/>
        </p:spPr>
      </p:sp>
      <p:sp>
        <p:nvSpPr>
          <p:cNvPr id="46" name="Shape 44"/>
          <p:cNvSpPr/>
          <p:nvPr/>
        </p:nvSpPr>
        <p:spPr>
          <a:xfrm>
            <a:off x="6611201" y="9578686"/>
            <a:ext cx="83127" cy="83127"/>
          </a:xfrm>
          <a:prstGeom prst="ellipse">
            <a:avLst/>
          </a:prstGeom>
          <a:solidFill>
            <a:srgbClr val="F3EEE3">
              <a:alpha val="28000"/>
            </a:srgbClr>
          </a:solidFill>
          <a:ln/>
        </p:spPr>
      </p:sp>
      <p:sp>
        <p:nvSpPr>
          <p:cNvPr id="47" name="Shape 45"/>
          <p:cNvSpPr/>
          <p:nvPr/>
        </p:nvSpPr>
        <p:spPr>
          <a:xfrm>
            <a:off x="6777455" y="9578686"/>
            <a:ext cx="83127" cy="83127"/>
          </a:xfrm>
          <a:prstGeom prst="ellipse">
            <a:avLst/>
          </a:prstGeom>
          <a:solidFill>
            <a:srgbClr val="F3EEE3">
              <a:alpha val="28000"/>
            </a:srgbClr>
          </a:solidFill>
          <a:ln/>
        </p:spPr>
      </p:sp>
      <p:sp>
        <p:nvSpPr>
          <p:cNvPr id="48" name="Shape 46"/>
          <p:cNvSpPr/>
          <p:nvPr/>
        </p:nvSpPr>
        <p:spPr>
          <a:xfrm>
            <a:off x="6943709" y="9578686"/>
            <a:ext cx="83127" cy="83127"/>
          </a:xfrm>
          <a:prstGeom prst="ellipse">
            <a:avLst/>
          </a:prstGeom>
          <a:solidFill>
            <a:srgbClr val="F3EEE3">
              <a:alpha val="28000"/>
            </a:srgbClr>
          </a:solidFill>
          <a:ln/>
        </p:spPr>
      </p:sp>
      <p:sp>
        <p:nvSpPr>
          <p:cNvPr id="49" name="Shape 47"/>
          <p:cNvSpPr/>
          <p:nvPr/>
        </p:nvSpPr>
        <p:spPr>
          <a:xfrm>
            <a:off x="7109963" y="9578686"/>
            <a:ext cx="83127" cy="83127"/>
          </a:xfrm>
          <a:prstGeom prst="ellipse">
            <a:avLst/>
          </a:prstGeom>
          <a:solidFill>
            <a:srgbClr val="F3EEE3">
              <a:alpha val="28000"/>
            </a:srgbClr>
          </a:solidFill>
          <a:ln/>
        </p:spPr>
      </p:sp>
      <p:sp>
        <p:nvSpPr>
          <p:cNvPr id="50" name="Shape 48"/>
          <p:cNvSpPr/>
          <p:nvPr/>
        </p:nvSpPr>
        <p:spPr>
          <a:xfrm>
            <a:off x="7276218" y="9578686"/>
            <a:ext cx="83127" cy="83127"/>
          </a:xfrm>
          <a:prstGeom prst="ellipse">
            <a:avLst/>
          </a:prstGeom>
          <a:solidFill>
            <a:srgbClr val="F3EEE3">
              <a:alpha val="28000"/>
            </a:srgbClr>
          </a:solidFill>
          <a:ln/>
        </p:spPr>
      </p:sp>
      <p:sp>
        <p:nvSpPr>
          <p:cNvPr id="51" name="Shape 49"/>
          <p:cNvSpPr/>
          <p:nvPr/>
        </p:nvSpPr>
        <p:spPr>
          <a:xfrm>
            <a:off x="7442472" y="9578686"/>
            <a:ext cx="83127" cy="83127"/>
          </a:xfrm>
          <a:prstGeom prst="ellipse">
            <a:avLst/>
          </a:prstGeom>
          <a:solidFill>
            <a:srgbClr val="F3EEE3">
              <a:alpha val="28000"/>
            </a:srgbClr>
          </a:solidFill>
          <a:ln/>
        </p:spPr>
      </p:sp>
      <p:sp>
        <p:nvSpPr>
          <p:cNvPr id="52" name="Shape 50"/>
          <p:cNvSpPr/>
          <p:nvPr/>
        </p:nvSpPr>
        <p:spPr>
          <a:xfrm>
            <a:off x="7608726" y="9578686"/>
            <a:ext cx="83127" cy="83127"/>
          </a:xfrm>
          <a:prstGeom prst="ellipse">
            <a:avLst/>
          </a:prstGeom>
          <a:solidFill>
            <a:srgbClr val="F3EEE3">
              <a:alpha val="28000"/>
            </a:srgbClr>
          </a:solidFill>
          <a:ln/>
        </p:spPr>
      </p:sp>
      <p:sp>
        <p:nvSpPr>
          <p:cNvPr id="53" name="Shape 51"/>
          <p:cNvSpPr/>
          <p:nvPr/>
        </p:nvSpPr>
        <p:spPr>
          <a:xfrm>
            <a:off x="7774980" y="9578686"/>
            <a:ext cx="83127" cy="83127"/>
          </a:xfrm>
          <a:prstGeom prst="ellipse">
            <a:avLst/>
          </a:prstGeom>
          <a:solidFill>
            <a:srgbClr val="F3EEE3">
              <a:alpha val="28000"/>
            </a:srgbClr>
          </a:solidFill>
          <a:ln/>
        </p:spPr>
      </p:sp>
      <p:sp>
        <p:nvSpPr>
          <p:cNvPr id="54" name="Shape 52"/>
          <p:cNvSpPr/>
          <p:nvPr/>
        </p:nvSpPr>
        <p:spPr>
          <a:xfrm>
            <a:off x="7941234" y="9578686"/>
            <a:ext cx="83127" cy="83127"/>
          </a:xfrm>
          <a:prstGeom prst="ellipse">
            <a:avLst/>
          </a:prstGeom>
          <a:solidFill>
            <a:srgbClr val="F3EEE3">
              <a:alpha val="28000"/>
            </a:srgbClr>
          </a:solidFill>
          <a:ln/>
        </p:spPr>
      </p:sp>
      <p:sp>
        <p:nvSpPr>
          <p:cNvPr id="55" name="Shape 53"/>
          <p:cNvSpPr/>
          <p:nvPr/>
        </p:nvSpPr>
        <p:spPr>
          <a:xfrm>
            <a:off x="8107488" y="9578686"/>
            <a:ext cx="83127" cy="83127"/>
          </a:xfrm>
          <a:prstGeom prst="ellipse">
            <a:avLst/>
          </a:prstGeom>
          <a:solidFill>
            <a:srgbClr val="F3EEE3">
              <a:alpha val="28000"/>
            </a:srgbClr>
          </a:solidFill>
          <a:ln/>
        </p:spPr>
      </p:sp>
      <p:sp>
        <p:nvSpPr>
          <p:cNvPr id="56" name="Shape 54"/>
          <p:cNvSpPr/>
          <p:nvPr/>
        </p:nvSpPr>
        <p:spPr>
          <a:xfrm>
            <a:off x="8273742" y="9578686"/>
            <a:ext cx="83127" cy="83127"/>
          </a:xfrm>
          <a:prstGeom prst="ellipse">
            <a:avLst/>
          </a:prstGeom>
          <a:solidFill>
            <a:srgbClr val="F3EEE3">
              <a:alpha val="28000"/>
            </a:srgbClr>
          </a:solidFill>
          <a:ln/>
        </p:spPr>
      </p:sp>
      <p:sp>
        <p:nvSpPr>
          <p:cNvPr id="57" name="Shape 55"/>
          <p:cNvSpPr/>
          <p:nvPr/>
        </p:nvSpPr>
        <p:spPr>
          <a:xfrm>
            <a:off x="8439996" y="9578686"/>
            <a:ext cx="83127" cy="83127"/>
          </a:xfrm>
          <a:prstGeom prst="ellipse">
            <a:avLst/>
          </a:prstGeom>
          <a:solidFill>
            <a:srgbClr val="F3EEE3">
              <a:alpha val="28000"/>
            </a:srgbClr>
          </a:solidFill>
          <a:ln/>
        </p:spPr>
      </p:sp>
      <p:sp>
        <p:nvSpPr>
          <p:cNvPr id="58" name="Shape 56"/>
          <p:cNvSpPr/>
          <p:nvPr/>
        </p:nvSpPr>
        <p:spPr>
          <a:xfrm>
            <a:off x="8606251" y="9578686"/>
            <a:ext cx="83127" cy="83127"/>
          </a:xfrm>
          <a:prstGeom prst="ellipse">
            <a:avLst/>
          </a:prstGeom>
          <a:solidFill>
            <a:srgbClr val="F3EEE3">
              <a:alpha val="28000"/>
            </a:srgbClr>
          </a:solidFill>
          <a:ln/>
        </p:spPr>
      </p:sp>
      <p:sp>
        <p:nvSpPr>
          <p:cNvPr id="59" name="Shape 57"/>
          <p:cNvSpPr/>
          <p:nvPr/>
        </p:nvSpPr>
        <p:spPr>
          <a:xfrm>
            <a:off x="8772505" y="9578686"/>
            <a:ext cx="83127" cy="83127"/>
          </a:xfrm>
          <a:prstGeom prst="ellipse">
            <a:avLst/>
          </a:prstGeom>
          <a:solidFill>
            <a:srgbClr val="F3EEE3">
              <a:alpha val="28000"/>
            </a:srgbClr>
          </a:solidFill>
          <a:ln/>
        </p:spPr>
      </p:sp>
      <p:sp>
        <p:nvSpPr>
          <p:cNvPr id="60" name="Shape 58"/>
          <p:cNvSpPr/>
          <p:nvPr/>
        </p:nvSpPr>
        <p:spPr>
          <a:xfrm>
            <a:off x="8938759" y="9578686"/>
            <a:ext cx="83127" cy="83127"/>
          </a:xfrm>
          <a:prstGeom prst="ellipse">
            <a:avLst/>
          </a:prstGeom>
          <a:solidFill>
            <a:srgbClr val="F3EEE3">
              <a:alpha val="28000"/>
            </a:srgbClr>
          </a:solidFill>
          <a:ln/>
        </p:spPr>
      </p:sp>
      <p:sp>
        <p:nvSpPr>
          <p:cNvPr id="61" name="Shape 59"/>
          <p:cNvSpPr/>
          <p:nvPr/>
        </p:nvSpPr>
        <p:spPr>
          <a:xfrm>
            <a:off x="9105013" y="9578686"/>
            <a:ext cx="83127" cy="83127"/>
          </a:xfrm>
          <a:prstGeom prst="ellipse">
            <a:avLst/>
          </a:prstGeom>
          <a:solidFill>
            <a:srgbClr val="F3EEE3">
              <a:alpha val="28000"/>
            </a:srgbClr>
          </a:solidFill>
          <a:ln/>
        </p:spPr>
      </p:sp>
      <p:sp>
        <p:nvSpPr>
          <p:cNvPr id="62" name="Shape 60"/>
          <p:cNvSpPr/>
          <p:nvPr/>
        </p:nvSpPr>
        <p:spPr>
          <a:xfrm>
            <a:off x="9271267" y="9578686"/>
            <a:ext cx="83127" cy="83127"/>
          </a:xfrm>
          <a:prstGeom prst="ellipse">
            <a:avLst/>
          </a:prstGeom>
          <a:solidFill>
            <a:srgbClr val="F3EEE3">
              <a:alpha val="28000"/>
            </a:srgbClr>
          </a:solidFill>
          <a:ln/>
        </p:spPr>
      </p:sp>
      <p:sp>
        <p:nvSpPr>
          <p:cNvPr id="63" name="Shape 61"/>
          <p:cNvSpPr/>
          <p:nvPr/>
        </p:nvSpPr>
        <p:spPr>
          <a:xfrm>
            <a:off x="9437521" y="9578686"/>
            <a:ext cx="83127" cy="83127"/>
          </a:xfrm>
          <a:prstGeom prst="ellipse">
            <a:avLst/>
          </a:prstGeom>
          <a:solidFill>
            <a:srgbClr val="F3EEE3">
              <a:alpha val="28000"/>
            </a:srgbClr>
          </a:solidFill>
          <a:ln/>
        </p:spPr>
      </p:sp>
      <p:sp>
        <p:nvSpPr>
          <p:cNvPr id="64" name="Shape 62"/>
          <p:cNvSpPr/>
          <p:nvPr/>
        </p:nvSpPr>
        <p:spPr>
          <a:xfrm>
            <a:off x="9603775" y="9578686"/>
            <a:ext cx="83127" cy="83127"/>
          </a:xfrm>
          <a:prstGeom prst="ellipse">
            <a:avLst/>
          </a:prstGeom>
          <a:solidFill>
            <a:srgbClr val="F3EEE3">
              <a:alpha val="28000"/>
            </a:srgbClr>
          </a:solidFill>
          <a:ln/>
        </p:spPr>
      </p:sp>
      <p:sp>
        <p:nvSpPr>
          <p:cNvPr id="65" name="Shape 63"/>
          <p:cNvSpPr/>
          <p:nvPr/>
        </p:nvSpPr>
        <p:spPr>
          <a:xfrm>
            <a:off x="9770029" y="9578686"/>
            <a:ext cx="83127" cy="83127"/>
          </a:xfrm>
          <a:prstGeom prst="ellipse">
            <a:avLst/>
          </a:prstGeom>
          <a:solidFill>
            <a:srgbClr val="F3EEE3">
              <a:alpha val="28000"/>
            </a:srgbClr>
          </a:solidFill>
          <a:ln/>
        </p:spPr>
      </p:sp>
      <p:sp>
        <p:nvSpPr>
          <p:cNvPr id="66" name="Shape 64"/>
          <p:cNvSpPr/>
          <p:nvPr/>
        </p:nvSpPr>
        <p:spPr>
          <a:xfrm>
            <a:off x="9936283" y="9578686"/>
            <a:ext cx="83127" cy="83127"/>
          </a:xfrm>
          <a:prstGeom prst="ellipse">
            <a:avLst/>
          </a:prstGeom>
          <a:solidFill>
            <a:srgbClr val="F3EEE3">
              <a:alpha val="28000"/>
            </a:srgbClr>
          </a:solidFill>
          <a:ln/>
        </p:spPr>
      </p:sp>
      <p:sp>
        <p:nvSpPr>
          <p:cNvPr id="67" name="Text 65"/>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1" kern="0">
                <a:solidFill>
                  <a:srgbClr val="9AA0B5"/>
                </a:solidFill>
                <a:latin typeface="Be Vietnam Pro" pitchFamily="34" charset="0"/>
                <a:ea typeface="Be Vietnam Pro" pitchFamily="34" charset="-122"/>
                <a:cs typeface="Be Vietnam Pro" pitchFamily="34" charset="-120"/>
              </a:rPr>
              <a:t> 29/55</a:t>
            </a:r>
            <a:endParaRPr lang="en-US" sz="1800" dirty="0"/>
          </a:p>
        </p:txBody>
      </p:sp>
      <p:sp>
        <p:nvSpPr>
          <p:cNvPr id="68" name="Shape 66"/>
          <p:cNvSpPr/>
          <p:nvPr/>
        </p:nvSpPr>
        <p:spPr>
          <a:xfrm>
            <a:off x="15983712" y="9076331"/>
            <a:ext cx="1645920" cy="552301"/>
          </a:xfrm>
          <a:prstGeom prst="roundRect">
            <a:avLst>
              <a:gd name="adj" fmla="val 28000"/>
            </a:avLst>
          </a:prstGeom>
          <a:solidFill>
            <a:srgbClr val="FFFFFF">
              <a:alpha val="82000"/>
            </a:srgbClr>
          </a:solidFill>
          <a:ln/>
        </p:spPr>
      </p:sp>
      <p:pic>
        <p:nvPicPr>
          <p:cNvPr id="69" name="Moda image moda-export-watermark-cf66211a-9446-4cd8-87b1-fe7b85f6fda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Nhóm</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4:</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sáu</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cách</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dạy</a:t>
            </a:r>
            <a:r>
              <a:rPr lang="en-US" sz="5700" dirty="0" spc="-22" kern="0">
                <a:solidFill>
                  <a:srgbClr val="F3EEE3"/>
                </a:solidFill>
                <a:latin typeface="Bricolage Grotesque ExtraBold" pitchFamily="34" charset="0"/>
                <a:ea typeface="Bricolage Grotesque ExtraBold" pitchFamily="34" charset="-122"/>
                <a:cs typeface="Bricolage Grotesque ExtraBold" pitchFamily="34" charset="-120"/>
              </a:rPr>
              <a:t> agent</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thẩm</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mỹ</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FFB454"/>
          </a:solidFill>
          <a:ln/>
        </p:spPr>
      </p:sp>
      <p:sp>
        <p:nvSpPr>
          <p:cNvPr id="5" name="Text 3"/>
          <p:cNvSpPr/>
          <p:nvPr/>
        </p:nvSpPr>
        <p:spPr>
          <a:xfrm>
            <a:off x="1295400" y="2762250"/>
            <a:ext cx="5905500" cy="904875"/>
          </a:xfrm>
          <a:prstGeom prst="rect">
            <a:avLst/>
          </a:prstGeom>
          <a:noFill/>
          <a:ln/>
        </p:spPr>
        <p:txBody>
          <a:bodyPr wrap="square" lIns="0" tIns="16720" rIns="0" bIns="-16720" rtlCol="0" anchor="ctr"/>
          <a:lstStyle/>
          <a:p>
            <a:pPr algn="l" indent="0" marL="0">
              <a:lnSpc>
                <a:spcPts val="3450"/>
              </a:lnSpc>
              <a:buNone/>
            </a:pPr>
            <a:r>
              <a:rPr lang="en-US" sz="3000" dirty="0" spc="2" kern="0">
                <a:solidFill>
                  <a:srgbClr val="FFB454"/>
                </a:solidFill>
                <a:latin typeface="Be Vietnam Pro ExtraBold" pitchFamily="34" charset="0"/>
                <a:ea typeface="Be Vietnam Pro ExtraBold" pitchFamily="34" charset="-122"/>
                <a:cs typeface="Be Vietnam Pro ExtraBold" pitchFamily="34" charset="-120"/>
              </a:rPr>
              <a:t>UI</a:t>
            </a:r>
            <a:r>
              <a:rPr lang="en-US" sz="3000" dirty="0" spc="0" kern="0">
                <a:solidFill>
                  <a:srgbClr val="FFB454"/>
                </a:solidFill>
                <a:latin typeface="Be Vietnam Pro ExtraBold" pitchFamily="34" charset="0"/>
                <a:ea typeface="Be Vietnam Pro ExtraBold" pitchFamily="34" charset="-122"/>
                <a:cs typeface="Be Vietnam Pro ExtraBold" pitchFamily="34" charset="-120"/>
              </a:rPr>
              <a:t> UX</a:t>
            </a:r>
            <a:r>
              <a:rPr lang="en-US" sz="3000" dirty="0" spc="-13" kern="0">
                <a:solidFill>
                  <a:srgbClr val="FFB454"/>
                </a:solidFill>
                <a:latin typeface="Be Vietnam Pro ExtraBold" pitchFamily="34" charset="0"/>
                <a:ea typeface="Be Vietnam Pro ExtraBold" pitchFamily="34" charset="-122"/>
                <a:cs typeface="Be Vietnam Pro ExtraBold" pitchFamily="34" charset="-120"/>
              </a:rPr>
              <a:t> Pro</a:t>
            </a:r>
            <a:r>
              <a:rPr lang="en-US" sz="3000" dirty="0" spc="-6" kern="0">
                <a:solidFill>
                  <a:srgbClr val="FFB454"/>
                </a:solidFill>
                <a:latin typeface="Be Vietnam Pro ExtraBold" pitchFamily="34" charset="0"/>
                <a:ea typeface="Be Vietnam Pro ExtraBold" pitchFamily="34" charset="-122"/>
                <a:cs typeface="Be Vietnam Pro ExtraBold" pitchFamily="34" charset="-120"/>
              </a:rPr>
              <a:t> Max</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sinh</a:t>
            </a:r>
            <a:r>
              <a:rPr lang="en-US" sz="2700" dirty="0" spc="-3" kern="0">
                <a:solidFill>
                  <a:srgbClr val="F3EEE3"/>
                </a:solidFill>
                <a:latin typeface="Be Vietnam Pro" pitchFamily="34" charset="0"/>
                <a:ea typeface="Be Vietnam Pro" pitchFamily="34" charset="-122"/>
                <a:cs typeface="Be Vietnam Pro" pitchFamily="34" charset="-120"/>
              </a:rPr>
              <a:t> hệ</a:t>
            </a:r>
            <a:r>
              <a:rPr lang="en-US" sz="2700" dirty="0" spc="-1" kern="0">
                <a:solidFill>
                  <a:srgbClr val="F3EEE3"/>
                </a:solidFill>
                <a:latin typeface="Be Vietnam Pro" pitchFamily="34" charset="0"/>
                <a:ea typeface="Be Vietnam Pro" pitchFamily="34" charset="-122"/>
                <a:cs typeface="Be Vietnam Pro" pitchFamily="34" charset="-120"/>
              </a:rPr>
              <a:t> thống</a:t>
            </a:r>
            <a:r>
              <a:rPr lang="en-US" sz="2700" dirty="0" spc="-4" kern="0">
                <a:solidFill>
                  <a:srgbClr val="F3EEE3"/>
                </a:solidFill>
                <a:latin typeface="Be Vietnam Pro" pitchFamily="34" charset="0"/>
                <a:ea typeface="Be Vietnam Pro" pitchFamily="34" charset="-122"/>
                <a:cs typeface="Be Vietnam Pro" pitchFamily="34" charset="-120"/>
              </a:rPr>
              <a:t> thiết</a:t>
            </a:r>
            <a:r>
              <a:rPr lang="en-US" sz="2700" dirty="0" spc="-45" kern="0">
                <a:solidFill>
                  <a:srgbClr val="F3EEE3"/>
                </a:solidFill>
                <a:latin typeface="Be Vietnam Pro" pitchFamily="34" charset="0"/>
                <a:ea typeface="Be Vietnam Pro" pitchFamily="34" charset="-122"/>
                <a:cs typeface="Be Vietnam Pro" pitchFamily="34" charset="-120"/>
              </a:rPr>
              <a:t> kế</a:t>
            </a:r>
            <a:r>
              <a:rPr lang="en-US" sz="2700" dirty="0" spc="-1" kern="0">
                <a:solidFill>
                  <a:srgbClr val="F3EEE3"/>
                </a:solidFill>
                <a:latin typeface="Be Vietnam Pro" pitchFamily="34" charset="0"/>
                <a:ea typeface="Be Vietnam Pro" pitchFamily="34" charset="-122"/>
                <a:cs typeface="Be Vietnam Pro" pitchFamily="34" charset="-120"/>
              </a:rPr>
              <a:t> từ</a:t>
            </a:r>
            <a:r>
              <a:rPr lang="en-US" sz="2700" dirty="0" spc="-25" kern="0">
                <a:solidFill>
                  <a:srgbClr val="F3EEE3"/>
                </a:solidFill>
                <a:latin typeface="Be Vietnam Pro" pitchFamily="34" charset="0"/>
                <a:ea typeface="Be Vietnam Pro" pitchFamily="34" charset="-122"/>
                <a:cs typeface="Be Vietnam Pro" pitchFamily="34" charset="-120"/>
              </a:rPr>
              <a:t> yêu</a:t>
            </a:r>
            <a:r>
              <a:rPr lang="en-US" sz="2700" dirty="0" spc="1" kern="0">
                <a:solidFill>
                  <a:srgbClr val="F3EEE3"/>
                </a:solidFill>
                <a:latin typeface="Be Vietnam Pro" pitchFamily="34" charset="0"/>
                <a:ea typeface="Be Vietnam Pro" pitchFamily="34" charset="-122"/>
                <a:cs typeface="Be Vietnam Pro" pitchFamily="34" charset="-120"/>
              </a:rPr>
              <a:t> cầu</a:t>
            </a:r>
            <a:r>
              <a:rPr lang="en-US" sz="2700" dirty="0" spc="-4" kern="0">
                <a:solidFill>
                  <a:srgbClr val="F3EEE3"/>
                </a:solidFill>
                <a:latin typeface="Be Vietnam Pro" pitchFamily="34" charset="0"/>
                <a:ea typeface="Be Vietnam Pro" pitchFamily="34" charset="-122"/>
                <a:cs typeface="Be Vietnam Pro" pitchFamily="34" charset="-120"/>
              </a:rPr>
              <a:t> dự</a:t>
            </a:r>
            <a:r>
              <a:rPr lang="en-US" sz="2700" dirty="0" spc="-2" kern="0">
                <a:solidFill>
                  <a:srgbClr val="F3EEE3"/>
                </a:solidFill>
                <a:latin typeface="Be Vietnam Pro" pitchFamily="34" charset="0"/>
                <a:ea typeface="Be Vietnam Pro" pitchFamily="34" charset="-122"/>
                <a:cs typeface="Be Vietnam Pro" pitchFamily="34" charset="-120"/>
              </a:rPr>
              <a:t> án</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3DD6A0"/>
          </a:solidFill>
          <a:ln/>
        </p:spPr>
      </p:sp>
      <p:sp>
        <p:nvSpPr>
          <p:cNvPr id="9" name="Text 7"/>
          <p:cNvSpPr/>
          <p:nvPr/>
        </p:nvSpPr>
        <p:spPr>
          <a:xfrm>
            <a:off x="1295400" y="3800475"/>
            <a:ext cx="5905500" cy="904875"/>
          </a:xfrm>
          <a:prstGeom prst="rect">
            <a:avLst/>
          </a:prstGeom>
          <a:noFill/>
          <a:ln/>
        </p:spPr>
        <p:txBody>
          <a:bodyPr wrap="square" lIns="0" tIns="16720" rIns="0" bIns="-16720" rtlCol="0" anchor="ctr"/>
          <a:lstStyle/>
          <a:p>
            <a:pPr algn="l" indent="0" marL="0">
              <a:lnSpc>
                <a:spcPts val="3450"/>
              </a:lnSpc>
              <a:buNone/>
            </a:pPr>
            <a:r>
              <a:rPr lang="en-US" sz="3000" dirty="0" spc="-74" kern="0">
                <a:solidFill>
                  <a:srgbClr val="3DD6A0"/>
                </a:solidFill>
                <a:latin typeface="Be Vietnam Pro ExtraBold" pitchFamily="34" charset="0"/>
                <a:ea typeface="Be Vietnam Pro ExtraBold" pitchFamily="34" charset="-122"/>
                <a:cs typeface="Be Vietnam Pro ExtraBold" pitchFamily="34" charset="-120"/>
              </a:rPr>
              <a:t>Taste</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550" dirty="0" spc="26" kern="0">
                <a:solidFill>
                  <a:srgbClr val="F3EEE3"/>
                </a:solidFill>
                <a:latin typeface="Be Vietnam Pro" pitchFamily="34" charset="0"/>
                <a:ea typeface="Be Vietnam Pro" pitchFamily="34" charset="-122"/>
                <a:cs typeface="Be Vietnam Pro" pitchFamily="34" charset="-120"/>
              </a:rPr>
              <a:t>định</a:t>
            </a:r>
            <a:r>
              <a:rPr lang="en-US" sz="2550" dirty="0" spc="5" kern="0">
                <a:solidFill>
                  <a:srgbClr val="F3EEE3"/>
                </a:solidFill>
                <a:latin typeface="Be Vietnam Pro" pitchFamily="34" charset="0"/>
                <a:ea typeface="Be Vietnam Pro" pitchFamily="34" charset="-122"/>
                <a:cs typeface="Be Vietnam Pro" pitchFamily="34" charset="-120"/>
              </a:rPr>
              <a:t> hướng</a:t>
            </a:r>
            <a:r>
              <a:rPr lang="en-US" sz="2550" dirty="0" spc="1" kern="0">
                <a:solidFill>
                  <a:srgbClr val="F3EEE3"/>
                </a:solidFill>
                <a:latin typeface="Be Vietnam Pro" pitchFamily="34" charset="0"/>
                <a:ea typeface="Be Vietnam Pro" pitchFamily="34" charset="-122"/>
                <a:cs typeface="Be Vietnam Pro" pitchFamily="34" charset="-120"/>
              </a:rPr>
              <a:t> nghệ</a:t>
            </a:r>
            <a:r>
              <a:rPr lang="en-US" sz="2550" dirty="0" spc="-6" kern="0">
                <a:solidFill>
                  <a:srgbClr val="F3EEE3"/>
                </a:solidFill>
                <a:latin typeface="Be Vietnam Pro" pitchFamily="34" charset="0"/>
                <a:ea typeface="Be Vietnam Pro" pitchFamily="34" charset="-122"/>
                <a:cs typeface="Be Vietnam Pro" pitchFamily="34" charset="-120"/>
              </a:rPr>
              <a:t> thuật,</a:t>
            </a:r>
            <a:r>
              <a:rPr lang="en-US" sz="2550" dirty="0" spc="0" kern="0">
                <a:solidFill>
                  <a:srgbClr val="F3EEE3"/>
                </a:solidFill>
                <a:latin typeface="Be Vietnam Pro" pitchFamily="34" charset="0"/>
                <a:ea typeface="Be Vietnam Pro" pitchFamily="34" charset="-122"/>
                <a:cs typeface="Be Vietnam Pro" pitchFamily="34" charset="-120"/>
              </a:rPr>
              <a:t> ảnh</a:t>
            </a:r>
            <a:r>
              <a:rPr lang="en-US" sz="2550" dirty="0" spc="-7" kern="0">
                <a:solidFill>
                  <a:srgbClr val="F3EEE3"/>
                </a:solidFill>
                <a:latin typeface="Be Vietnam Pro" pitchFamily="34" charset="0"/>
                <a:ea typeface="Be Vietnam Pro" pitchFamily="34" charset="-122"/>
                <a:cs typeface="Be Vietnam Pro" pitchFamily="34" charset="-120"/>
              </a:rPr>
              <a:t> thật,</a:t>
            </a:r>
            <a:r>
              <a:rPr lang="en-US" sz="2550" dirty="0" spc="-2" kern="0">
                <a:solidFill>
                  <a:srgbClr val="F3EEE3"/>
                </a:solidFill>
                <a:latin typeface="Be Vietnam Pro" pitchFamily="34" charset="0"/>
                <a:ea typeface="Be Vietnam Pro" pitchFamily="34" charset="-122"/>
                <a:cs typeface="Be Vietnam Pro" pitchFamily="34" charset="-120"/>
              </a:rPr>
              <a:t> tự</a:t>
            </a:r>
            <a:r>
              <a:rPr lang="en-US" sz="2550" dirty="0" spc="1" kern="0">
                <a:solidFill>
                  <a:srgbClr val="F3EEE3"/>
                </a:solidFill>
                <a:latin typeface="Be Vietnam Pro" pitchFamily="34" charset="0"/>
                <a:ea typeface="Be Vietnam Pro" pitchFamily="34" charset="-122"/>
                <a:cs typeface="Be Vietnam Pro" pitchFamily="34" charset="-120"/>
              </a:rPr>
              <a:t> kiểm</a:t>
            </a:r>
            <a:r>
              <a:rPr lang="en-US" sz="2550" dirty="0" spc="9" kern="0">
                <a:solidFill>
                  <a:srgbClr val="F3EEE3"/>
                </a:solidFill>
                <a:latin typeface="Be Vietnam Pro" pitchFamily="34" charset="0"/>
                <a:ea typeface="Be Vietnam Pro" pitchFamily="34" charset="-122"/>
                <a:cs typeface="Be Vietnam Pro" pitchFamily="34" charset="-120"/>
              </a:rPr>
              <a:t> trình</a:t>
            </a:r>
            <a:r>
              <a:rPr lang="en-US" sz="2550" dirty="0" spc="-17" kern="0">
                <a:solidFill>
                  <a:srgbClr val="F3EEE3"/>
                </a:solidFill>
                <a:latin typeface="Be Vietnam Pro" pitchFamily="34" charset="0"/>
                <a:ea typeface="Be Vietnam Pro" pitchFamily="34" charset="-122"/>
                <a:cs typeface="Be Vietnam Pro" pitchFamily="34" charset="-120"/>
              </a:rPr>
              <a:t> duyệt</a:t>
            </a:r>
            <a:endParaRPr lang="en-US" sz="255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FF6A4D"/>
          </a:solidFill>
          <a:ln/>
        </p:spPr>
      </p:sp>
      <p:sp>
        <p:nvSpPr>
          <p:cNvPr id="13" name="Text 11"/>
          <p:cNvSpPr/>
          <p:nvPr/>
        </p:nvSpPr>
        <p:spPr>
          <a:xfrm>
            <a:off x="1295400" y="4838700"/>
            <a:ext cx="5905500" cy="904875"/>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FF6A4D"/>
                </a:solidFill>
                <a:latin typeface="Be Vietnam Pro ExtraBold" pitchFamily="34" charset="0"/>
                <a:ea typeface="Be Vietnam Pro ExtraBold" pitchFamily="34" charset="-122"/>
                <a:cs typeface="Be Vietnam Pro ExtraBold" pitchFamily="34" charset="-120"/>
              </a:rPr>
              <a:t>Archify</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17" kern="0">
                <a:solidFill>
                  <a:srgbClr val="F3EEE3"/>
                </a:solidFill>
                <a:latin typeface="Be Vietnam Pro" pitchFamily="34" charset="0"/>
                <a:ea typeface="Be Vietnam Pro" pitchFamily="34" charset="-122"/>
                <a:cs typeface="Be Vietnam Pro" pitchFamily="34" charset="-120"/>
              </a:rPr>
              <a:t>sơ</a:t>
            </a:r>
            <a:r>
              <a:rPr lang="en-US" sz="2700" dirty="0" spc="16" kern="0">
                <a:solidFill>
                  <a:srgbClr val="F3EEE3"/>
                </a:solidFill>
                <a:latin typeface="Be Vietnam Pro" pitchFamily="34" charset="0"/>
                <a:ea typeface="Be Vietnam Pro" pitchFamily="34" charset="-122"/>
                <a:cs typeface="Be Vietnam Pro" pitchFamily="34" charset="-120"/>
              </a:rPr>
              <a:t> đồ</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20" kern="0">
                <a:solidFill>
                  <a:srgbClr val="F3EEE3"/>
                </a:solidFill>
                <a:latin typeface="Be Vietnam Pro" pitchFamily="34" charset="0"/>
                <a:ea typeface="Be Vietnam Pro" pitchFamily="34" charset="-122"/>
                <a:cs typeface="Be Vietnam Pro" pitchFamily="34" charset="-120"/>
              </a:rPr>
              <a:t> trang</a:t>
            </a:r>
            <a:r>
              <a:rPr lang="en-US" sz="2700" dirty="0" spc="0" kern="0">
                <a:solidFill>
                  <a:srgbClr val="F3EEE3"/>
                </a:solidFill>
                <a:latin typeface="Be Vietnam Pro" pitchFamily="34" charset="0"/>
                <a:ea typeface="Be Vietnam Pro" pitchFamily="34" charset="-122"/>
                <a:cs typeface="Be Vietnam Pro" pitchFamily="34" charset="-120"/>
              </a:rPr>
              <a:t> giải thích</a:t>
            </a:r>
            <a:r>
              <a:rPr lang="en-US" sz="2700" dirty="0" spc="-2" kern="0">
                <a:solidFill>
                  <a:srgbClr val="F3EEE3"/>
                </a:solidFill>
                <a:latin typeface="Be Vietnam Pro" pitchFamily="34" charset="0"/>
                <a:ea typeface="Be Vietnam Pro" pitchFamily="34" charset="-122"/>
                <a:cs typeface="Be Vietnam Pro" pitchFamily="34" charset="-120"/>
              </a:rPr>
              <a:t> từ</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2" kern="0">
                <a:solidFill>
                  <a:srgbClr val="F3EEE3"/>
                </a:solidFill>
                <a:latin typeface="Be Vietnam Pro" pitchFamily="34" charset="0"/>
                <a:ea typeface="Be Vietnam Pro" pitchFamily="34" charset="-122"/>
                <a:cs typeface="Be Vietnam Pro" pitchFamily="34" charset="-120"/>
              </a:rPr>
              <a:t> mô</a:t>
            </a:r>
            <a:r>
              <a:rPr lang="en-US" sz="2700" dirty="0" spc="-18" kern="0">
                <a:solidFill>
                  <a:srgbClr val="F3EEE3"/>
                </a:solidFill>
                <a:latin typeface="Be Vietnam Pro" pitchFamily="34" charset="0"/>
                <a:ea typeface="Be Vietnam Pro" pitchFamily="34" charset="-122"/>
                <a:cs typeface="Be Vietnam Pro" pitchFamily="34" charset="-120"/>
              </a:rPr>
              <a:t> tả</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7C93FF"/>
          </a:solidFill>
          <a:ln/>
        </p:spPr>
      </p:sp>
      <p:sp>
        <p:nvSpPr>
          <p:cNvPr id="17" name="Text 15"/>
          <p:cNvSpPr/>
          <p:nvPr/>
        </p:nvSpPr>
        <p:spPr>
          <a:xfrm>
            <a:off x="1295400" y="5876925"/>
            <a:ext cx="5905500" cy="904875"/>
          </a:xfrm>
          <a:prstGeom prst="rect">
            <a:avLst/>
          </a:prstGeom>
          <a:noFill/>
          <a:ln/>
        </p:spPr>
        <p:txBody>
          <a:bodyPr wrap="square" lIns="0" tIns="16720" rIns="0" bIns="-16720" rtlCol="0" anchor="ctr"/>
          <a:lstStyle/>
          <a:p>
            <a:pPr algn="l" indent="0" marL="0">
              <a:lnSpc>
                <a:spcPts val="3450"/>
              </a:lnSpc>
              <a:buNone/>
            </a:pPr>
            <a:r>
              <a:rPr lang="en-US" sz="3000" dirty="0" spc="-12" kern="0">
                <a:solidFill>
                  <a:srgbClr val="7C93FF"/>
                </a:solidFill>
                <a:latin typeface="Be Vietnam Pro ExtraBold" pitchFamily="34" charset="0"/>
                <a:ea typeface="Be Vietnam Pro ExtraBold" pitchFamily="34" charset="-122"/>
                <a:cs typeface="Be Vietnam Pro ExtraBold" pitchFamily="34" charset="-120"/>
              </a:rPr>
              <a:t>Impeccable</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41" kern="0">
                <a:solidFill>
                  <a:srgbClr val="F3EEE3"/>
                </a:solidFill>
                <a:latin typeface="Be Vietnam Pro" pitchFamily="34" charset="0"/>
                <a:ea typeface="Be Vietnam Pro" pitchFamily="34" charset="-122"/>
                <a:cs typeface="Be Vietnam Pro" pitchFamily="34" charset="-120"/>
              </a:rPr>
              <a:t>24</a:t>
            </a:r>
            <a:r>
              <a:rPr lang="en-US" sz="2700" dirty="0" spc="-2" kern="0">
                <a:solidFill>
                  <a:srgbClr val="F3EEE3"/>
                </a:solidFill>
                <a:latin typeface="Be Vietnam Pro" pitchFamily="34" charset="0"/>
                <a:ea typeface="Be Vietnam Pro" pitchFamily="34" charset="-122"/>
                <a:cs typeface="Be Vietnam Pro" pitchFamily="34" charset="-120"/>
              </a:rPr>
              <a:t> lệnh</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3" kern="0">
                <a:solidFill>
                  <a:srgbClr val="F3EEE3"/>
                </a:solidFill>
                <a:latin typeface="Be Vietnam Pro" pitchFamily="34" charset="0"/>
                <a:ea typeface="Be Vietnam Pro" pitchFamily="34" charset="-122"/>
                <a:cs typeface="Be Vietnam Pro" pitchFamily="34" charset="-120"/>
              </a:rPr>
              <a:t> 62</a:t>
            </a:r>
            <a:r>
              <a:rPr lang="en-US" sz="2700" dirty="0" spc="-1" kern="0">
                <a:solidFill>
                  <a:srgbClr val="F3EEE3"/>
                </a:solidFill>
                <a:latin typeface="Be Vietnam Pro" pitchFamily="34" charset="0"/>
                <a:ea typeface="Be Vietnam Pro" pitchFamily="34" charset="-122"/>
                <a:cs typeface="Be Vietnam Pro" pitchFamily="34" charset="-120"/>
              </a:rPr>
              <a:t> quy</a:t>
            </a:r>
            <a:r>
              <a:rPr lang="en-US" sz="2700" dirty="0" spc="-12" kern="0">
                <a:solidFill>
                  <a:srgbClr val="F3EEE3"/>
                </a:solidFill>
                <a:latin typeface="Be Vietnam Pro" pitchFamily="34" charset="0"/>
                <a:ea typeface="Be Vietnam Pro" pitchFamily="34" charset="-122"/>
                <a:cs typeface="Be Vietnam Pro" pitchFamily="34" charset="-120"/>
              </a:rPr>
              <a:t> tắc</a:t>
            </a:r>
            <a:r>
              <a:rPr lang="en-US" sz="2700" dirty="0" spc="-1" kern="0">
                <a:solidFill>
                  <a:srgbClr val="F3EEE3"/>
                </a:solidFill>
                <a:latin typeface="Be Vietnam Pro" pitchFamily="34" charset="0"/>
                <a:ea typeface="Be Vietnam Pro" pitchFamily="34" charset="-122"/>
                <a:cs typeface="Be Vietnam Pro" pitchFamily="34" charset="-120"/>
              </a:rPr>
              <a:t> cho</a:t>
            </a:r>
            <a:r>
              <a:rPr lang="en-US" sz="2700" dirty="0" spc="-3" kern="0">
                <a:solidFill>
                  <a:srgbClr val="F3EEE3"/>
                </a:solidFill>
                <a:latin typeface="Be Vietnam Pro" pitchFamily="34" charset="0"/>
                <a:ea typeface="Be Vietnam Pro" pitchFamily="34" charset="-122"/>
                <a:cs typeface="Be Vietnam Pro" pitchFamily="34" charset="-120"/>
              </a:rPr>
              <a:t> giao</a:t>
            </a:r>
            <a:r>
              <a:rPr lang="en-US" sz="2700" dirty="0" spc="-2" kern="0">
                <a:solidFill>
                  <a:srgbClr val="F3EEE3"/>
                </a:solidFill>
                <a:latin typeface="Be Vietnam Pro" pitchFamily="34" charset="0"/>
                <a:ea typeface="Be Vietnam Pro" pitchFamily="34" charset="-122"/>
                <a:cs typeface="Be Vietnam Pro" pitchFamily="34" charset="-120"/>
              </a:rPr>
              <a:t> diện</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FFB454"/>
          </a:solidFill>
          <a:ln/>
        </p:spPr>
      </p:sp>
      <p:sp>
        <p:nvSpPr>
          <p:cNvPr id="21" name="Text 19"/>
          <p:cNvSpPr/>
          <p:nvPr/>
        </p:nvSpPr>
        <p:spPr>
          <a:xfrm>
            <a:off x="1295400" y="69151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9" kern="0">
                <a:solidFill>
                  <a:srgbClr val="FFB454"/>
                </a:solidFill>
                <a:latin typeface="Be Vietnam Pro ExtraBold" pitchFamily="34" charset="0"/>
                <a:ea typeface="Be Vietnam Pro ExtraBold" pitchFamily="34" charset="-122"/>
                <a:cs typeface="Be Vietnam Pro ExtraBold" pitchFamily="34" charset="-120"/>
              </a:rPr>
              <a:t>PPT</a:t>
            </a:r>
            <a:r>
              <a:rPr lang="en-US" sz="3000" dirty="0" spc="-10" kern="0">
                <a:solidFill>
                  <a:srgbClr val="FFB454"/>
                </a:solidFill>
                <a:latin typeface="Be Vietnam Pro ExtraBold" pitchFamily="34" charset="0"/>
                <a:ea typeface="Be Vietnam Pro ExtraBold" pitchFamily="34" charset="-122"/>
                <a:cs typeface="Be Vietnam Pro ExtraBold" pitchFamily="34" charset="-120"/>
              </a:rPr>
              <a:t> Master</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27" kern="0">
                <a:solidFill>
                  <a:srgbClr val="F3EEE3"/>
                </a:solidFill>
                <a:latin typeface="Be Vietnam Pro" pitchFamily="34" charset="0"/>
                <a:ea typeface="Be Vietnam Pro" pitchFamily="34" charset="-122"/>
                <a:cs typeface="Be Vietnam Pro" pitchFamily="34" charset="-120"/>
              </a:rPr>
              <a:t>PowerPoint</a:t>
            </a:r>
            <a:r>
              <a:rPr lang="en-US" sz="2700" dirty="0" spc="-18" kern="0">
                <a:solidFill>
                  <a:srgbClr val="F3EEE3"/>
                </a:solidFill>
                <a:latin typeface="Be Vietnam Pro" pitchFamily="34" charset="0"/>
                <a:ea typeface="Be Vietnam Pro" pitchFamily="34" charset="-122"/>
                <a:cs typeface="Be Vietnam Pro" pitchFamily="34" charset="-120"/>
              </a:rPr>
              <a:t> gốc</a:t>
            </a:r>
            <a:r>
              <a:rPr lang="en-US" sz="2700" dirty="0" spc="-1" kern="0">
                <a:solidFill>
                  <a:srgbClr val="F3EEE3"/>
                </a:solidFill>
                <a:latin typeface="Be Vietnam Pro" pitchFamily="34" charset="0"/>
                <a:ea typeface="Be Vietnam Pro" pitchFamily="34" charset="-122"/>
                <a:cs typeface="Be Vietnam Pro" pitchFamily="34" charset="-120"/>
              </a:rPr>
              <a:t> từ</a:t>
            </a:r>
            <a:r>
              <a:rPr lang="en-US" sz="2700" dirty="0" spc="-13" kern="0">
                <a:solidFill>
                  <a:srgbClr val="F3EEE3"/>
                </a:solidFill>
                <a:latin typeface="Be Vietnam Pro" pitchFamily="34" charset="0"/>
                <a:ea typeface="Be Vietnam Pro" pitchFamily="34" charset="-122"/>
                <a:cs typeface="Be Vietnam Pro" pitchFamily="34" charset="-120"/>
              </a:rPr>
              <a:t> tài</a:t>
            </a:r>
            <a:r>
              <a:rPr lang="en-US" sz="2700" dirty="0" spc="-1" kern="0">
                <a:solidFill>
                  <a:srgbClr val="F3EEE3"/>
                </a:solidFill>
                <a:latin typeface="Be Vietnam Pro" pitchFamily="34" charset="0"/>
                <a:ea typeface="Be Vietnam Pro" pitchFamily="34" charset="-122"/>
                <a:cs typeface="Be Vietnam Pro" pitchFamily="34" charset="-120"/>
              </a:rPr>
              <a:t> liệu</a:t>
            </a:r>
            <a:r>
              <a:rPr lang="en-US" sz="2700" dirty="0" spc="-17" kern="0">
                <a:solidFill>
                  <a:srgbClr val="F3EEE3"/>
                </a:solidFill>
                <a:latin typeface="Be Vietnam Pro" pitchFamily="34" charset="0"/>
                <a:ea typeface="Be Vietnam Pro" pitchFamily="34" charset="-122"/>
                <a:cs typeface="Be Vietnam Pro" pitchFamily="34" charset="-120"/>
              </a:rPr>
              <a:t> bất</a:t>
            </a:r>
            <a:r>
              <a:rPr lang="en-US" sz="2700" dirty="0" spc="-2" kern="0">
                <a:solidFill>
                  <a:srgbClr val="F3EEE3"/>
                </a:solidFill>
                <a:latin typeface="Be Vietnam Pro" pitchFamily="34" charset="0"/>
                <a:ea typeface="Be Vietnam Pro" pitchFamily="34" charset="-122"/>
                <a:cs typeface="Be Vietnam Pro" pitchFamily="34" charset="-120"/>
              </a:rPr>
              <a:t> kỳ</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3DD6A0"/>
          </a:solidFill>
          <a:ln/>
        </p:spPr>
      </p:sp>
      <p:sp>
        <p:nvSpPr>
          <p:cNvPr id="25" name="Text 23"/>
          <p:cNvSpPr/>
          <p:nvPr/>
        </p:nvSpPr>
        <p:spPr>
          <a:xfrm>
            <a:off x="1295400" y="7953375"/>
            <a:ext cx="5905500" cy="904875"/>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3DD6A0"/>
                </a:solidFill>
                <a:latin typeface="Be Vietnam Pro ExtraBold" pitchFamily="34" charset="0"/>
                <a:ea typeface="Be Vietnam Pro ExtraBold" pitchFamily="34" charset="-122"/>
                <a:cs typeface="Be Vietnam Pro ExtraBold" pitchFamily="34" charset="-120"/>
              </a:rPr>
              <a:t>Diagram Design</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45 kiểu</a:t>
            </a:r>
            <a:r>
              <a:rPr lang="en-US" sz="2700" dirty="0" spc="-13" kern="0">
                <a:solidFill>
                  <a:srgbClr val="F3EEE3"/>
                </a:solidFill>
                <a:latin typeface="Be Vietnam Pro" pitchFamily="34" charset="0"/>
                <a:ea typeface="Be Vietnam Pro" pitchFamily="34" charset="-122"/>
                <a:cs typeface="Be Vietnam Pro" pitchFamily="34" charset="-120"/>
              </a:rPr>
              <a:t> sơ</a:t>
            </a:r>
            <a:r>
              <a:rPr lang="en-US" sz="2700" dirty="0" spc="16" kern="0">
                <a:solidFill>
                  <a:srgbClr val="F3EEE3"/>
                </a:solidFill>
                <a:latin typeface="Be Vietnam Pro" pitchFamily="34" charset="0"/>
                <a:ea typeface="Be Vietnam Pro" pitchFamily="34" charset="-122"/>
                <a:cs typeface="Be Vietnam Pro" pitchFamily="34" charset="-120"/>
              </a:rPr>
              <a:t> đồ</a:t>
            </a:r>
            <a:r>
              <a:rPr lang="en-US" sz="2700" dirty="0" spc="-20" kern="0">
                <a:solidFill>
                  <a:srgbClr val="F3EEE3"/>
                </a:solidFill>
                <a:latin typeface="Be Vietnam Pro" pitchFamily="34" charset="0"/>
                <a:ea typeface="Be Vietnam Pro" pitchFamily="34" charset="-122"/>
                <a:cs typeface="Be Vietnam Pro" pitchFamily="34" charset="-120"/>
              </a:rPr>
              <a:t> trong</a:t>
            </a:r>
            <a:r>
              <a:rPr lang="en-US" sz="2700" dirty="0" spc="-7" kern="0">
                <a:solidFill>
                  <a:srgbClr val="F3EEE3"/>
                </a:solidFill>
                <a:latin typeface="Be Vietnam Pro" pitchFamily="34" charset="0"/>
                <a:ea typeface="Be Vietnam Pro" pitchFamily="34" charset="-122"/>
                <a:cs typeface="Be Vietnam Pro" pitchFamily="34" charset="-120"/>
              </a:rPr>
              <a:t> một</a:t>
            </a:r>
            <a:r>
              <a:rPr lang="en-US" sz="2700" dirty="0" spc="4" kern="0">
                <a:solidFill>
                  <a:srgbClr val="F3EEE3"/>
                </a:solidFill>
                <a:latin typeface="Be Vietnam Pro" pitchFamily="34" charset="0"/>
                <a:ea typeface="Be Vietnam Pro" pitchFamily="34" charset="-122"/>
                <a:cs typeface="Be Vietnam Pro" pitchFamily="34" charset="-120"/>
              </a:rPr>
              <a:t> file</a:t>
            </a:r>
            <a:r>
              <a:rPr lang="en-US" sz="2700" dirty="0" spc="1" kern="0">
                <a:solidFill>
                  <a:srgbClr val="F3EEE3"/>
                </a:solidFill>
                <a:latin typeface="Be Vietnam Pro" pitchFamily="34" charset="0"/>
                <a:ea typeface="Be Vietnam Pro" pitchFamily="34" charset="-122"/>
                <a:cs typeface="Be Vietnam Pro" pitchFamily="34" charset="-120"/>
              </a:rPr>
              <a:t> HTML</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2" kern="0">
                <a:solidFill>
                  <a:srgbClr val="9AA0B5"/>
                </a:solidFill>
                <a:latin typeface="Be Vietnam Pro" pitchFamily="34" charset="0"/>
                <a:ea typeface="Be Vietnam Pro" pitchFamily="34" charset="-122"/>
                <a:cs typeface="Be Vietnam Pro" pitchFamily="34" charset="-120"/>
              </a:rPr>
              <a:t> [S20] [S21]</a:t>
            </a:r>
            <a:r>
              <a:rPr lang="en-US" sz="1800" dirty="0" spc="0" kern="0">
                <a:solidFill>
                  <a:srgbClr val="9AA0B5"/>
                </a:solidFill>
                <a:latin typeface="Be Vietnam Pro" pitchFamily="34" charset="0"/>
                <a:ea typeface="Be Vietnam Pro" pitchFamily="34" charset="-122"/>
                <a:cs typeface="Be Vietnam Pro" pitchFamily="34" charset="-120"/>
              </a:rPr>
              <a:t> [S22]</a:t>
            </a:r>
            <a:r>
              <a:rPr lang="en-US" sz="1800" dirty="0" spc="1" kern="0">
                <a:solidFill>
                  <a:srgbClr val="9AA0B5"/>
                </a:solidFill>
                <a:latin typeface="Be Vietnam Pro" pitchFamily="34" charset="0"/>
                <a:ea typeface="Be Vietnam Pro" pitchFamily="34" charset="-122"/>
                <a:cs typeface="Be Vietnam Pro" pitchFamily="34" charset="-120"/>
              </a:rPr>
              <a:t> [S23]</a:t>
            </a:r>
            <a:r>
              <a:rPr lang="en-US" sz="1800" dirty="0" spc="-7" kern="0">
                <a:solidFill>
                  <a:srgbClr val="9AA0B5"/>
                </a:solidFill>
                <a:latin typeface="Be Vietnam Pro" pitchFamily="34" charset="0"/>
                <a:ea typeface="Be Vietnam Pro" pitchFamily="34" charset="-122"/>
                <a:cs typeface="Be Vietnam Pro" pitchFamily="34" charset="-120"/>
              </a:rPr>
              <a:t> [S24]</a:t>
            </a:r>
            <a:r>
              <a:rPr lang="en-US" sz="1800" dirty="0" spc="1" kern="0">
                <a:solidFill>
                  <a:srgbClr val="9AA0B5"/>
                </a:solidFill>
                <a:latin typeface="Be Vietnam Pro" pitchFamily="34" charset="0"/>
                <a:ea typeface="Be Vietnam Pro" pitchFamily="34" charset="-122"/>
                <a:cs typeface="Be Vietnam Pro" pitchFamily="34" charset="-120"/>
              </a:rPr>
              <a:t> [S25]</a:t>
            </a:r>
            <a:endParaRPr lang="en-US" sz="1800" dirty="0"/>
          </a:p>
        </p:txBody>
      </p:sp>
      <p:sp>
        <p:nvSpPr>
          <p:cNvPr id="28" name="Shape 26"/>
          <p:cNvSpPr/>
          <p:nvPr/>
        </p:nvSpPr>
        <p:spPr>
          <a:xfrm>
            <a:off x="958561" y="9578686"/>
            <a:ext cx="83127" cy="83127"/>
          </a:xfrm>
          <a:prstGeom prst="ellipse">
            <a:avLst/>
          </a:prstGeom>
          <a:solidFill>
            <a:srgbClr val="F3EEE3">
              <a:alpha val="28000"/>
            </a:srgbClr>
          </a:solidFill>
          <a:ln/>
        </p:spPr>
      </p:sp>
      <p:sp>
        <p:nvSpPr>
          <p:cNvPr id="29" name="Shape 27"/>
          <p:cNvSpPr/>
          <p:nvPr/>
        </p:nvSpPr>
        <p:spPr>
          <a:xfrm>
            <a:off x="1124815" y="9578686"/>
            <a:ext cx="83127" cy="83127"/>
          </a:xfrm>
          <a:prstGeom prst="ellipse">
            <a:avLst/>
          </a:prstGeom>
          <a:solidFill>
            <a:srgbClr val="F3EEE3">
              <a:alpha val="28000"/>
            </a:srgbClr>
          </a:solidFill>
          <a:ln/>
        </p:spPr>
      </p:sp>
      <p:sp>
        <p:nvSpPr>
          <p:cNvPr id="30" name="Shape 28"/>
          <p:cNvSpPr/>
          <p:nvPr/>
        </p:nvSpPr>
        <p:spPr>
          <a:xfrm>
            <a:off x="1291070" y="9578686"/>
            <a:ext cx="83127" cy="83127"/>
          </a:xfrm>
          <a:prstGeom prst="ellipse">
            <a:avLst/>
          </a:prstGeom>
          <a:solidFill>
            <a:srgbClr val="F3EEE3">
              <a:alpha val="28000"/>
            </a:srgbClr>
          </a:solidFill>
          <a:ln/>
        </p:spPr>
      </p:sp>
      <p:sp>
        <p:nvSpPr>
          <p:cNvPr id="31" name="Shape 29"/>
          <p:cNvSpPr/>
          <p:nvPr/>
        </p:nvSpPr>
        <p:spPr>
          <a:xfrm>
            <a:off x="1457324" y="9578686"/>
            <a:ext cx="83127" cy="83127"/>
          </a:xfrm>
          <a:prstGeom prst="ellipse">
            <a:avLst/>
          </a:prstGeom>
          <a:solidFill>
            <a:srgbClr val="F3EEE3">
              <a:alpha val="28000"/>
            </a:srgbClr>
          </a:solidFill>
          <a:ln/>
        </p:spPr>
      </p:sp>
      <p:sp>
        <p:nvSpPr>
          <p:cNvPr id="32" name="Shape 30"/>
          <p:cNvSpPr/>
          <p:nvPr/>
        </p:nvSpPr>
        <p:spPr>
          <a:xfrm>
            <a:off x="1623578" y="9578686"/>
            <a:ext cx="83127" cy="83127"/>
          </a:xfrm>
          <a:prstGeom prst="ellipse">
            <a:avLst/>
          </a:prstGeom>
          <a:solidFill>
            <a:srgbClr val="F3EEE3">
              <a:alpha val="28000"/>
            </a:srgbClr>
          </a:solidFill>
          <a:ln/>
        </p:spPr>
      </p:sp>
      <p:sp>
        <p:nvSpPr>
          <p:cNvPr id="33" name="Shape 31"/>
          <p:cNvSpPr/>
          <p:nvPr/>
        </p:nvSpPr>
        <p:spPr>
          <a:xfrm>
            <a:off x="1789832" y="9578686"/>
            <a:ext cx="83127" cy="83127"/>
          </a:xfrm>
          <a:prstGeom prst="ellipse">
            <a:avLst/>
          </a:prstGeom>
          <a:solidFill>
            <a:srgbClr val="F3EEE3">
              <a:alpha val="28000"/>
            </a:srgbClr>
          </a:solidFill>
          <a:ln/>
        </p:spPr>
      </p:sp>
      <p:sp>
        <p:nvSpPr>
          <p:cNvPr id="34" name="Shape 32"/>
          <p:cNvSpPr/>
          <p:nvPr/>
        </p:nvSpPr>
        <p:spPr>
          <a:xfrm>
            <a:off x="1956086" y="9578686"/>
            <a:ext cx="83127" cy="83127"/>
          </a:xfrm>
          <a:prstGeom prst="ellipse">
            <a:avLst/>
          </a:prstGeom>
          <a:solidFill>
            <a:srgbClr val="F3EEE3">
              <a:alpha val="28000"/>
            </a:srgbClr>
          </a:solidFill>
          <a:ln/>
        </p:spPr>
      </p:sp>
      <p:sp>
        <p:nvSpPr>
          <p:cNvPr id="35" name="Shape 33"/>
          <p:cNvSpPr/>
          <p:nvPr/>
        </p:nvSpPr>
        <p:spPr>
          <a:xfrm>
            <a:off x="2122340" y="9578686"/>
            <a:ext cx="83127" cy="83127"/>
          </a:xfrm>
          <a:prstGeom prst="ellipse">
            <a:avLst/>
          </a:prstGeom>
          <a:solidFill>
            <a:srgbClr val="F3EEE3">
              <a:alpha val="28000"/>
            </a:srgbClr>
          </a:solidFill>
          <a:ln/>
        </p:spPr>
      </p:sp>
      <p:sp>
        <p:nvSpPr>
          <p:cNvPr id="36" name="Shape 34"/>
          <p:cNvSpPr/>
          <p:nvPr/>
        </p:nvSpPr>
        <p:spPr>
          <a:xfrm>
            <a:off x="2288594" y="9578686"/>
            <a:ext cx="83127" cy="83127"/>
          </a:xfrm>
          <a:prstGeom prst="ellipse">
            <a:avLst/>
          </a:prstGeom>
          <a:solidFill>
            <a:srgbClr val="F3EEE3">
              <a:alpha val="28000"/>
            </a:srgbClr>
          </a:solidFill>
          <a:ln/>
        </p:spPr>
      </p:sp>
      <p:sp>
        <p:nvSpPr>
          <p:cNvPr id="37" name="Shape 35"/>
          <p:cNvSpPr/>
          <p:nvPr/>
        </p:nvSpPr>
        <p:spPr>
          <a:xfrm>
            <a:off x="2454848" y="9578686"/>
            <a:ext cx="83127" cy="83127"/>
          </a:xfrm>
          <a:prstGeom prst="ellipse">
            <a:avLst/>
          </a:prstGeom>
          <a:solidFill>
            <a:srgbClr val="F3EEE3">
              <a:alpha val="28000"/>
            </a:srgbClr>
          </a:solidFill>
          <a:ln/>
        </p:spPr>
      </p:sp>
      <p:sp>
        <p:nvSpPr>
          <p:cNvPr id="38" name="Shape 36"/>
          <p:cNvSpPr/>
          <p:nvPr/>
        </p:nvSpPr>
        <p:spPr>
          <a:xfrm>
            <a:off x="2621102" y="9578686"/>
            <a:ext cx="83127" cy="83127"/>
          </a:xfrm>
          <a:prstGeom prst="ellipse">
            <a:avLst/>
          </a:prstGeom>
          <a:solidFill>
            <a:srgbClr val="F3EEE3">
              <a:alpha val="28000"/>
            </a:srgbClr>
          </a:solidFill>
          <a:ln/>
        </p:spPr>
      </p:sp>
      <p:sp>
        <p:nvSpPr>
          <p:cNvPr id="39" name="Shape 37"/>
          <p:cNvSpPr/>
          <p:nvPr/>
        </p:nvSpPr>
        <p:spPr>
          <a:xfrm>
            <a:off x="2787357" y="9578686"/>
            <a:ext cx="83127" cy="83127"/>
          </a:xfrm>
          <a:prstGeom prst="ellipse">
            <a:avLst/>
          </a:prstGeom>
          <a:solidFill>
            <a:srgbClr val="F3EEE3">
              <a:alpha val="28000"/>
            </a:srgbClr>
          </a:solidFill>
          <a:ln/>
        </p:spPr>
      </p:sp>
      <p:sp>
        <p:nvSpPr>
          <p:cNvPr id="40" name="Shape 38"/>
          <p:cNvSpPr/>
          <p:nvPr/>
        </p:nvSpPr>
        <p:spPr>
          <a:xfrm>
            <a:off x="2953611" y="9578686"/>
            <a:ext cx="83127" cy="83127"/>
          </a:xfrm>
          <a:prstGeom prst="ellipse">
            <a:avLst/>
          </a:prstGeom>
          <a:solidFill>
            <a:srgbClr val="F3EEE3">
              <a:alpha val="28000"/>
            </a:srgbClr>
          </a:solidFill>
          <a:ln/>
        </p:spPr>
      </p:sp>
      <p:sp>
        <p:nvSpPr>
          <p:cNvPr id="41" name="Shape 39"/>
          <p:cNvSpPr/>
          <p:nvPr/>
        </p:nvSpPr>
        <p:spPr>
          <a:xfrm>
            <a:off x="3119865" y="9578686"/>
            <a:ext cx="83127" cy="83127"/>
          </a:xfrm>
          <a:prstGeom prst="ellipse">
            <a:avLst/>
          </a:prstGeom>
          <a:solidFill>
            <a:srgbClr val="F3EEE3">
              <a:alpha val="28000"/>
            </a:srgbClr>
          </a:solidFill>
          <a:ln/>
        </p:spPr>
      </p:sp>
      <p:sp>
        <p:nvSpPr>
          <p:cNvPr id="42" name="Shape 40"/>
          <p:cNvSpPr/>
          <p:nvPr/>
        </p:nvSpPr>
        <p:spPr>
          <a:xfrm>
            <a:off x="3286119" y="9578686"/>
            <a:ext cx="83127" cy="83127"/>
          </a:xfrm>
          <a:prstGeom prst="ellipse">
            <a:avLst/>
          </a:prstGeom>
          <a:solidFill>
            <a:srgbClr val="F3EEE3">
              <a:alpha val="28000"/>
            </a:srgbClr>
          </a:solidFill>
          <a:ln/>
        </p:spPr>
      </p:sp>
      <p:sp>
        <p:nvSpPr>
          <p:cNvPr id="43" name="Shape 41"/>
          <p:cNvSpPr/>
          <p:nvPr/>
        </p:nvSpPr>
        <p:spPr>
          <a:xfrm>
            <a:off x="3452373" y="9578686"/>
            <a:ext cx="83127" cy="83127"/>
          </a:xfrm>
          <a:prstGeom prst="ellipse">
            <a:avLst/>
          </a:prstGeom>
          <a:solidFill>
            <a:srgbClr val="F3EEE3">
              <a:alpha val="28000"/>
            </a:srgbClr>
          </a:solidFill>
          <a:ln/>
        </p:spPr>
      </p:sp>
      <p:sp>
        <p:nvSpPr>
          <p:cNvPr id="44" name="Shape 42"/>
          <p:cNvSpPr/>
          <p:nvPr/>
        </p:nvSpPr>
        <p:spPr>
          <a:xfrm>
            <a:off x="3618627" y="9578686"/>
            <a:ext cx="83127" cy="83127"/>
          </a:xfrm>
          <a:prstGeom prst="ellipse">
            <a:avLst/>
          </a:prstGeom>
          <a:solidFill>
            <a:srgbClr val="F3EEE3">
              <a:alpha val="28000"/>
            </a:srgbClr>
          </a:solidFill>
          <a:ln/>
        </p:spPr>
      </p:sp>
      <p:sp>
        <p:nvSpPr>
          <p:cNvPr id="45" name="Shape 43"/>
          <p:cNvSpPr/>
          <p:nvPr/>
        </p:nvSpPr>
        <p:spPr>
          <a:xfrm>
            <a:off x="3784881" y="9578686"/>
            <a:ext cx="83127" cy="83127"/>
          </a:xfrm>
          <a:prstGeom prst="ellipse">
            <a:avLst/>
          </a:prstGeom>
          <a:solidFill>
            <a:srgbClr val="F3EEE3">
              <a:alpha val="28000"/>
            </a:srgbClr>
          </a:solidFill>
          <a:ln/>
        </p:spPr>
      </p:sp>
      <p:sp>
        <p:nvSpPr>
          <p:cNvPr id="46" name="Shape 44"/>
          <p:cNvSpPr/>
          <p:nvPr/>
        </p:nvSpPr>
        <p:spPr>
          <a:xfrm>
            <a:off x="3951135" y="9578686"/>
            <a:ext cx="83127" cy="83127"/>
          </a:xfrm>
          <a:prstGeom prst="ellipse">
            <a:avLst/>
          </a:prstGeom>
          <a:solidFill>
            <a:srgbClr val="F3EEE3">
              <a:alpha val="28000"/>
            </a:srgbClr>
          </a:solidFill>
          <a:ln/>
        </p:spPr>
      </p:sp>
      <p:sp>
        <p:nvSpPr>
          <p:cNvPr id="47" name="Shape 45"/>
          <p:cNvSpPr/>
          <p:nvPr/>
        </p:nvSpPr>
        <p:spPr>
          <a:xfrm>
            <a:off x="4117389" y="9578686"/>
            <a:ext cx="83127" cy="83127"/>
          </a:xfrm>
          <a:prstGeom prst="ellipse">
            <a:avLst/>
          </a:prstGeom>
          <a:solidFill>
            <a:srgbClr val="F3EEE3">
              <a:alpha val="28000"/>
            </a:srgbClr>
          </a:solidFill>
          <a:ln/>
        </p:spPr>
      </p:sp>
      <p:sp>
        <p:nvSpPr>
          <p:cNvPr id="48" name="Shape 46"/>
          <p:cNvSpPr/>
          <p:nvPr/>
        </p:nvSpPr>
        <p:spPr>
          <a:xfrm>
            <a:off x="4283644" y="9578686"/>
            <a:ext cx="83127" cy="83127"/>
          </a:xfrm>
          <a:prstGeom prst="ellipse">
            <a:avLst/>
          </a:prstGeom>
          <a:solidFill>
            <a:srgbClr val="F3EEE3">
              <a:alpha val="28000"/>
            </a:srgbClr>
          </a:solidFill>
          <a:ln/>
        </p:spPr>
      </p:sp>
      <p:sp>
        <p:nvSpPr>
          <p:cNvPr id="49" name="Shape 47"/>
          <p:cNvSpPr/>
          <p:nvPr/>
        </p:nvSpPr>
        <p:spPr>
          <a:xfrm>
            <a:off x="4449898" y="9578686"/>
            <a:ext cx="83127" cy="83127"/>
          </a:xfrm>
          <a:prstGeom prst="ellipse">
            <a:avLst/>
          </a:prstGeom>
          <a:solidFill>
            <a:srgbClr val="F3EEE3">
              <a:alpha val="28000"/>
            </a:srgbClr>
          </a:solidFill>
          <a:ln/>
        </p:spPr>
      </p:sp>
      <p:sp>
        <p:nvSpPr>
          <p:cNvPr id="50" name="Shape 48"/>
          <p:cNvSpPr/>
          <p:nvPr/>
        </p:nvSpPr>
        <p:spPr>
          <a:xfrm>
            <a:off x="4616152" y="9578686"/>
            <a:ext cx="83127" cy="83127"/>
          </a:xfrm>
          <a:prstGeom prst="ellipse">
            <a:avLst/>
          </a:prstGeom>
          <a:solidFill>
            <a:srgbClr val="F3EEE3">
              <a:alpha val="28000"/>
            </a:srgbClr>
          </a:solidFill>
          <a:ln/>
        </p:spPr>
      </p:sp>
      <p:sp>
        <p:nvSpPr>
          <p:cNvPr id="51" name="Shape 49"/>
          <p:cNvSpPr/>
          <p:nvPr/>
        </p:nvSpPr>
        <p:spPr>
          <a:xfrm>
            <a:off x="4782406" y="9578686"/>
            <a:ext cx="83127" cy="83127"/>
          </a:xfrm>
          <a:prstGeom prst="ellipse">
            <a:avLst/>
          </a:prstGeom>
          <a:solidFill>
            <a:srgbClr val="F3EEE3">
              <a:alpha val="28000"/>
            </a:srgbClr>
          </a:solidFill>
          <a:ln/>
        </p:spPr>
      </p:sp>
      <p:sp>
        <p:nvSpPr>
          <p:cNvPr id="52" name="Shape 50"/>
          <p:cNvSpPr/>
          <p:nvPr/>
        </p:nvSpPr>
        <p:spPr>
          <a:xfrm>
            <a:off x="4948660" y="9578686"/>
            <a:ext cx="83127" cy="83127"/>
          </a:xfrm>
          <a:prstGeom prst="ellipse">
            <a:avLst/>
          </a:prstGeom>
          <a:solidFill>
            <a:srgbClr val="F3EEE3">
              <a:alpha val="28000"/>
            </a:srgbClr>
          </a:solidFill>
          <a:ln/>
        </p:spPr>
      </p:sp>
      <p:sp>
        <p:nvSpPr>
          <p:cNvPr id="53" name="Shape 51"/>
          <p:cNvSpPr/>
          <p:nvPr/>
        </p:nvSpPr>
        <p:spPr>
          <a:xfrm>
            <a:off x="5114914" y="9578686"/>
            <a:ext cx="83127" cy="83127"/>
          </a:xfrm>
          <a:prstGeom prst="ellipse">
            <a:avLst/>
          </a:prstGeom>
          <a:solidFill>
            <a:srgbClr val="F3EEE3">
              <a:alpha val="28000"/>
            </a:srgbClr>
          </a:solidFill>
          <a:ln/>
        </p:spPr>
      </p:sp>
      <p:sp>
        <p:nvSpPr>
          <p:cNvPr id="54" name="Shape 52"/>
          <p:cNvSpPr/>
          <p:nvPr/>
        </p:nvSpPr>
        <p:spPr>
          <a:xfrm>
            <a:off x="5281168" y="9578686"/>
            <a:ext cx="83127" cy="83127"/>
          </a:xfrm>
          <a:prstGeom prst="ellipse">
            <a:avLst/>
          </a:prstGeom>
          <a:solidFill>
            <a:srgbClr val="F3EEE3">
              <a:alpha val="28000"/>
            </a:srgbClr>
          </a:solidFill>
          <a:ln/>
        </p:spPr>
      </p:sp>
      <p:sp>
        <p:nvSpPr>
          <p:cNvPr id="55" name="Shape 53"/>
          <p:cNvSpPr/>
          <p:nvPr/>
        </p:nvSpPr>
        <p:spPr>
          <a:xfrm>
            <a:off x="5447422" y="9578686"/>
            <a:ext cx="83127" cy="83127"/>
          </a:xfrm>
          <a:prstGeom prst="ellipse">
            <a:avLst/>
          </a:prstGeom>
          <a:solidFill>
            <a:srgbClr val="F3EEE3">
              <a:alpha val="28000"/>
            </a:srgbClr>
          </a:solidFill>
          <a:ln/>
        </p:spPr>
      </p:sp>
      <p:sp>
        <p:nvSpPr>
          <p:cNvPr id="56" name="Shape 54"/>
          <p:cNvSpPr/>
          <p:nvPr/>
        </p:nvSpPr>
        <p:spPr>
          <a:xfrm>
            <a:off x="5613676" y="9578686"/>
            <a:ext cx="83127" cy="83127"/>
          </a:xfrm>
          <a:prstGeom prst="ellipse">
            <a:avLst/>
          </a:prstGeom>
          <a:solidFill>
            <a:srgbClr val="F3EEE3">
              <a:alpha val="28000"/>
            </a:srgbClr>
          </a:solidFill>
          <a:ln/>
        </p:spPr>
      </p:sp>
      <p:sp>
        <p:nvSpPr>
          <p:cNvPr id="57" name="Shape 55"/>
          <p:cNvSpPr/>
          <p:nvPr/>
        </p:nvSpPr>
        <p:spPr>
          <a:xfrm>
            <a:off x="5766076" y="9564832"/>
            <a:ext cx="110836" cy="110836"/>
          </a:xfrm>
          <a:prstGeom prst="ellipse">
            <a:avLst/>
          </a:prstGeom>
          <a:solidFill>
            <a:srgbClr val="FF6A4D"/>
          </a:solidFill>
          <a:ln/>
        </p:spPr>
      </p:sp>
      <p:sp>
        <p:nvSpPr>
          <p:cNvPr id="58" name="Shape 56"/>
          <p:cNvSpPr/>
          <p:nvPr/>
        </p:nvSpPr>
        <p:spPr>
          <a:xfrm>
            <a:off x="5946185" y="9578686"/>
            <a:ext cx="83127" cy="83127"/>
          </a:xfrm>
          <a:prstGeom prst="ellipse">
            <a:avLst/>
          </a:prstGeom>
          <a:solidFill>
            <a:srgbClr val="F3EEE3">
              <a:alpha val="28000"/>
            </a:srgbClr>
          </a:solidFill>
          <a:ln/>
        </p:spPr>
      </p:sp>
      <p:sp>
        <p:nvSpPr>
          <p:cNvPr id="59" name="Shape 57"/>
          <p:cNvSpPr/>
          <p:nvPr/>
        </p:nvSpPr>
        <p:spPr>
          <a:xfrm>
            <a:off x="6112439" y="9578686"/>
            <a:ext cx="83127" cy="83127"/>
          </a:xfrm>
          <a:prstGeom prst="ellipse">
            <a:avLst/>
          </a:prstGeom>
          <a:solidFill>
            <a:srgbClr val="F3EEE3">
              <a:alpha val="28000"/>
            </a:srgbClr>
          </a:solidFill>
          <a:ln/>
        </p:spPr>
      </p:sp>
      <p:sp>
        <p:nvSpPr>
          <p:cNvPr id="60" name="Shape 58"/>
          <p:cNvSpPr/>
          <p:nvPr/>
        </p:nvSpPr>
        <p:spPr>
          <a:xfrm>
            <a:off x="6278693" y="9578686"/>
            <a:ext cx="83127" cy="83127"/>
          </a:xfrm>
          <a:prstGeom prst="ellipse">
            <a:avLst/>
          </a:prstGeom>
          <a:solidFill>
            <a:srgbClr val="F3EEE3">
              <a:alpha val="28000"/>
            </a:srgbClr>
          </a:solidFill>
          <a:ln/>
        </p:spPr>
      </p:sp>
      <p:sp>
        <p:nvSpPr>
          <p:cNvPr id="61" name="Shape 59"/>
          <p:cNvSpPr/>
          <p:nvPr/>
        </p:nvSpPr>
        <p:spPr>
          <a:xfrm>
            <a:off x="6444947" y="9578686"/>
            <a:ext cx="83127" cy="83127"/>
          </a:xfrm>
          <a:prstGeom prst="ellipse">
            <a:avLst/>
          </a:prstGeom>
          <a:solidFill>
            <a:srgbClr val="F3EEE3">
              <a:alpha val="28000"/>
            </a:srgbClr>
          </a:solidFill>
          <a:ln/>
        </p:spPr>
      </p:sp>
      <p:sp>
        <p:nvSpPr>
          <p:cNvPr id="62" name="Shape 60"/>
          <p:cNvSpPr/>
          <p:nvPr/>
        </p:nvSpPr>
        <p:spPr>
          <a:xfrm>
            <a:off x="6611201" y="9578686"/>
            <a:ext cx="83127" cy="83127"/>
          </a:xfrm>
          <a:prstGeom prst="ellipse">
            <a:avLst/>
          </a:prstGeom>
          <a:solidFill>
            <a:srgbClr val="F3EEE3">
              <a:alpha val="28000"/>
            </a:srgbClr>
          </a:solidFill>
          <a:ln/>
        </p:spPr>
      </p:sp>
      <p:sp>
        <p:nvSpPr>
          <p:cNvPr id="63" name="Shape 61"/>
          <p:cNvSpPr/>
          <p:nvPr/>
        </p:nvSpPr>
        <p:spPr>
          <a:xfrm>
            <a:off x="6777455" y="9578686"/>
            <a:ext cx="83127" cy="83127"/>
          </a:xfrm>
          <a:prstGeom prst="ellipse">
            <a:avLst/>
          </a:prstGeom>
          <a:solidFill>
            <a:srgbClr val="F3EEE3">
              <a:alpha val="28000"/>
            </a:srgbClr>
          </a:solidFill>
          <a:ln/>
        </p:spPr>
      </p:sp>
      <p:sp>
        <p:nvSpPr>
          <p:cNvPr id="64" name="Shape 62"/>
          <p:cNvSpPr/>
          <p:nvPr/>
        </p:nvSpPr>
        <p:spPr>
          <a:xfrm>
            <a:off x="6943709" y="9578686"/>
            <a:ext cx="83127" cy="83127"/>
          </a:xfrm>
          <a:prstGeom prst="ellipse">
            <a:avLst/>
          </a:prstGeom>
          <a:solidFill>
            <a:srgbClr val="F3EEE3">
              <a:alpha val="28000"/>
            </a:srgbClr>
          </a:solidFill>
          <a:ln/>
        </p:spPr>
      </p:sp>
      <p:sp>
        <p:nvSpPr>
          <p:cNvPr id="65" name="Shape 63"/>
          <p:cNvSpPr/>
          <p:nvPr/>
        </p:nvSpPr>
        <p:spPr>
          <a:xfrm>
            <a:off x="7109963" y="9578686"/>
            <a:ext cx="83127" cy="83127"/>
          </a:xfrm>
          <a:prstGeom prst="ellipse">
            <a:avLst/>
          </a:prstGeom>
          <a:solidFill>
            <a:srgbClr val="F3EEE3">
              <a:alpha val="28000"/>
            </a:srgbClr>
          </a:solidFill>
          <a:ln/>
        </p:spPr>
      </p:sp>
      <p:sp>
        <p:nvSpPr>
          <p:cNvPr id="66" name="Shape 64"/>
          <p:cNvSpPr/>
          <p:nvPr/>
        </p:nvSpPr>
        <p:spPr>
          <a:xfrm>
            <a:off x="7276218" y="9578686"/>
            <a:ext cx="83127" cy="83127"/>
          </a:xfrm>
          <a:prstGeom prst="ellipse">
            <a:avLst/>
          </a:prstGeom>
          <a:solidFill>
            <a:srgbClr val="F3EEE3">
              <a:alpha val="28000"/>
            </a:srgbClr>
          </a:solidFill>
          <a:ln/>
        </p:spPr>
      </p:sp>
      <p:sp>
        <p:nvSpPr>
          <p:cNvPr id="67" name="Shape 65"/>
          <p:cNvSpPr/>
          <p:nvPr/>
        </p:nvSpPr>
        <p:spPr>
          <a:xfrm>
            <a:off x="7442472" y="9578686"/>
            <a:ext cx="83127" cy="83127"/>
          </a:xfrm>
          <a:prstGeom prst="ellipse">
            <a:avLst/>
          </a:prstGeom>
          <a:solidFill>
            <a:srgbClr val="F3EEE3">
              <a:alpha val="28000"/>
            </a:srgbClr>
          </a:solidFill>
          <a:ln/>
        </p:spPr>
      </p:sp>
      <p:sp>
        <p:nvSpPr>
          <p:cNvPr id="68" name="Shape 66"/>
          <p:cNvSpPr/>
          <p:nvPr/>
        </p:nvSpPr>
        <p:spPr>
          <a:xfrm>
            <a:off x="7608726" y="9578686"/>
            <a:ext cx="83127" cy="83127"/>
          </a:xfrm>
          <a:prstGeom prst="ellipse">
            <a:avLst/>
          </a:prstGeom>
          <a:solidFill>
            <a:srgbClr val="F3EEE3">
              <a:alpha val="28000"/>
            </a:srgbClr>
          </a:solidFill>
          <a:ln/>
        </p:spPr>
      </p:sp>
      <p:sp>
        <p:nvSpPr>
          <p:cNvPr id="69" name="Shape 67"/>
          <p:cNvSpPr/>
          <p:nvPr/>
        </p:nvSpPr>
        <p:spPr>
          <a:xfrm>
            <a:off x="7774980" y="9578686"/>
            <a:ext cx="83127" cy="83127"/>
          </a:xfrm>
          <a:prstGeom prst="ellipse">
            <a:avLst/>
          </a:prstGeom>
          <a:solidFill>
            <a:srgbClr val="F3EEE3">
              <a:alpha val="28000"/>
            </a:srgbClr>
          </a:solidFill>
          <a:ln/>
        </p:spPr>
      </p:sp>
      <p:sp>
        <p:nvSpPr>
          <p:cNvPr id="70" name="Shape 68"/>
          <p:cNvSpPr/>
          <p:nvPr/>
        </p:nvSpPr>
        <p:spPr>
          <a:xfrm>
            <a:off x="7941234" y="9578686"/>
            <a:ext cx="83127" cy="83127"/>
          </a:xfrm>
          <a:prstGeom prst="ellipse">
            <a:avLst/>
          </a:prstGeom>
          <a:solidFill>
            <a:srgbClr val="F3EEE3">
              <a:alpha val="28000"/>
            </a:srgbClr>
          </a:solidFill>
          <a:ln/>
        </p:spPr>
      </p:sp>
      <p:sp>
        <p:nvSpPr>
          <p:cNvPr id="71" name="Shape 69"/>
          <p:cNvSpPr/>
          <p:nvPr/>
        </p:nvSpPr>
        <p:spPr>
          <a:xfrm>
            <a:off x="8107488" y="9578686"/>
            <a:ext cx="83127" cy="83127"/>
          </a:xfrm>
          <a:prstGeom prst="ellipse">
            <a:avLst/>
          </a:prstGeom>
          <a:solidFill>
            <a:srgbClr val="F3EEE3">
              <a:alpha val="28000"/>
            </a:srgbClr>
          </a:solidFill>
          <a:ln/>
        </p:spPr>
      </p:sp>
      <p:sp>
        <p:nvSpPr>
          <p:cNvPr id="72" name="Shape 70"/>
          <p:cNvSpPr/>
          <p:nvPr/>
        </p:nvSpPr>
        <p:spPr>
          <a:xfrm>
            <a:off x="8273742" y="9578686"/>
            <a:ext cx="83127" cy="83127"/>
          </a:xfrm>
          <a:prstGeom prst="ellipse">
            <a:avLst/>
          </a:prstGeom>
          <a:solidFill>
            <a:srgbClr val="F3EEE3">
              <a:alpha val="28000"/>
            </a:srgbClr>
          </a:solidFill>
          <a:ln/>
        </p:spPr>
      </p:sp>
      <p:sp>
        <p:nvSpPr>
          <p:cNvPr id="73" name="Shape 71"/>
          <p:cNvSpPr/>
          <p:nvPr/>
        </p:nvSpPr>
        <p:spPr>
          <a:xfrm>
            <a:off x="8439996" y="9578686"/>
            <a:ext cx="83127" cy="83127"/>
          </a:xfrm>
          <a:prstGeom prst="ellipse">
            <a:avLst/>
          </a:prstGeom>
          <a:solidFill>
            <a:srgbClr val="F3EEE3">
              <a:alpha val="28000"/>
            </a:srgbClr>
          </a:solidFill>
          <a:ln/>
        </p:spPr>
      </p:sp>
      <p:sp>
        <p:nvSpPr>
          <p:cNvPr id="74" name="Shape 72"/>
          <p:cNvSpPr/>
          <p:nvPr/>
        </p:nvSpPr>
        <p:spPr>
          <a:xfrm>
            <a:off x="8606251" y="9578686"/>
            <a:ext cx="83127" cy="83127"/>
          </a:xfrm>
          <a:prstGeom prst="ellipse">
            <a:avLst/>
          </a:prstGeom>
          <a:solidFill>
            <a:srgbClr val="F3EEE3">
              <a:alpha val="28000"/>
            </a:srgbClr>
          </a:solidFill>
          <a:ln/>
        </p:spPr>
      </p:sp>
      <p:sp>
        <p:nvSpPr>
          <p:cNvPr id="75" name="Shape 73"/>
          <p:cNvSpPr/>
          <p:nvPr/>
        </p:nvSpPr>
        <p:spPr>
          <a:xfrm>
            <a:off x="8772505" y="9578686"/>
            <a:ext cx="83127" cy="83127"/>
          </a:xfrm>
          <a:prstGeom prst="ellipse">
            <a:avLst/>
          </a:prstGeom>
          <a:solidFill>
            <a:srgbClr val="F3EEE3">
              <a:alpha val="28000"/>
            </a:srgbClr>
          </a:solidFill>
          <a:ln/>
        </p:spPr>
      </p:sp>
      <p:sp>
        <p:nvSpPr>
          <p:cNvPr id="76" name="Shape 74"/>
          <p:cNvSpPr/>
          <p:nvPr/>
        </p:nvSpPr>
        <p:spPr>
          <a:xfrm>
            <a:off x="8938759" y="9578686"/>
            <a:ext cx="83127" cy="83127"/>
          </a:xfrm>
          <a:prstGeom prst="ellipse">
            <a:avLst/>
          </a:prstGeom>
          <a:solidFill>
            <a:srgbClr val="F3EEE3">
              <a:alpha val="28000"/>
            </a:srgbClr>
          </a:solidFill>
          <a:ln/>
        </p:spPr>
      </p:sp>
      <p:sp>
        <p:nvSpPr>
          <p:cNvPr id="77" name="Shape 75"/>
          <p:cNvSpPr/>
          <p:nvPr/>
        </p:nvSpPr>
        <p:spPr>
          <a:xfrm>
            <a:off x="9105013" y="9578686"/>
            <a:ext cx="83127" cy="83127"/>
          </a:xfrm>
          <a:prstGeom prst="ellipse">
            <a:avLst/>
          </a:prstGeom>
          <a:solidFill>
            <a:srgbClr val="F3EEE3">
              <a:alpha val="28000"/>
            </a:srgbClr>
          </a:solidFill>
          <a:ln/>
        </p:spPr>
      </p:sp>
      <p:sp>
        <p:nvSpPr>
          <p:cNvPr id="78" name="Shape 76"/>
          <p:cNvSpPr/>
          <p:nvPr/>
        </p:nvSpPr>
        <p:spPr>
          <a:xfrm>
            <a:off x="9271267" y="9578686"/>
            <a:ext cx="83127" cy="83127"/>
          </a:xfrm>
          <a:prstGeom prst="ellipse">
            <a:avLst/>
          </a:prstGeom>
          <a:solidFill>
            <a:srgbClr val="F3EEE3">
              <a:alpha val="28000"/>
            </a:srgbClr>
          </a:solidFill>
          <a:ln/>
        </p:spPr>
      </p:sp>
      <p:sp>
        <p:nvSpPr>
          <p:cNvPr id="79" name="Shape 77"/>
          <p:cNvSpPr/>
          <p:nvPr/>
        </p:nvSpPr>
        <p:spPr>
          <a:xfrm>
            <a:off x="9437521" y="9578686"/>
            <a:ext cx="83127" cy="83127"/>
          </a:xfrm>
          <a:prstGeom prst="ellipse">
            <a:avLst/>
          </a:prstGeom>
          <a:solidFill>
            <a:srgbClr val="F3EEE3">
              <a:alpha val="28000"/>
            </a:srgbClr>
          </a:solidFill>
          <a:ln/>
        </p:spPr>
      </p:sp>
      <p:sp>
        <p:nvSpPr>
          <p:cNvPr id="80" name="Shape 78"/>
          <p:cNvSpPr/>
          <p:nvPr/>
        </p:nvSpPr>
        <p:spPr>
          <a:xfrm>
            <a:off x="9603775" y="9578686"/>
            <a:ext cx="83127" cy="83127"/>
          </a:xfrm>
          <a:prstGeom prst="ellipse">
            <a:avLst/>
          </a:prstGeom>
          <a:solidFill>
            <a:srgbClr val="F3EEE3">
              <a:alpha val="28000"/>
            </a:srgbClr>
          </a:solidFill>
          <a:ln/>
        </p:spPr>
      </p:sp>
      <p:sp>
        <p:nvSpPr>
          <p:cNvPr id="81" name="Shape 79"/>
          <p:cNvSpPr/>
          <p:nvPr/>
        </p:nvSpPr>
        <p:spPr>
          <a:xfrm>
            <a:off x="9770029" y="9578686"/>
            <a:ext cx="83127" cy="83127"/>
          </a:xfrm>
          <a:prstGeom prst="ellipse">
            <a:avLst/>
          </a:prstGeom>
          <a:solidFill>
            <a:srgbClr val="F3EEE3">
              <a:alpha val="28000"/>
            </a:srgbClr>
          </a:solidFill>
          <a:ln/>
        </p:spPr>
      </p:sp>
      <p:sp>
        <p:nvSpPr>
          <p:cNvPr id="82" name="Shape 80"/>
          <p:cNvSpPr/>
          <p:nvPr/>
        </p:nvSpPr>
        <p:spPr>
          <a:xfrm>
            <a:off x="9936283" y="9578686"/>
            <a:ext cx="83127" cy="83127"/>
          </a:xfrm>
          <a:prstGeom prst="ellipse">
            <a:avLst/>
          </a:prstGeom>
          <a:solidFill>
            <a:srgbClr val="F3EEE3">
              <a:alpha val="28000"/>
            </a:srgbClr>
          </a:solidFill>
          <a:ln/>
        </p:spPr>
      </p:sp>
      <p:sp>
        <p:nvSpPr>
          <p:cNvPr id="83" name="Text 8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 30/55</a:t>
            </a:r>
            <a:endParaRPr lang="en-US" sz="1800" dirty="0"/>
          </a:p>
        </p:txBody>
      </p:sp>
      <p:sp>
        <p:nvSpPr>
          <p:cNvPr id="84" name="Shape 82"/>
          <p:cNvSpPr/>
          <p:nvPr/>
        </p:nvSpPr>
        <p:spPr>
          <a:xfrm>
            <a:off x="15983712" y="9076331"/>
            <a:ext cx="1645920" cy="552301"/>
          </a:xfrm>
          <a:prstGeom prst="roundRect">
            <a:avLst>
              <a:gd name="adj" fmla="val 28000"/>
            </a:avLst>
          </a:prstGeom>
          <a:solidFill>
            <a:srgbClr val="FFFFFF">
              <a:alpha val="82000"/>
            </a:srgbClr>
          </a:solidFill>
          <a:ln/>
        </p:spPr>
      </p:sp>
      <p:pic>
        <p:nvPicPr>
          <p:cNvPr id="85" name="Moda image moda-export-watermark-bbeb92ca-0a53-4c8e-837b-54e528fe359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UI</a:t>
            </a:r>
            <a:r>
              <a:rPr lang="en-US" sz="5700" dirty="0" spc="-7" kern="0">
                <a:solidFill>
                  <a:srgbClr val="14161C"/>
                </a:solidFill>
                <a:latin typeface="Bricolage Grotesque ExtraBold" pitchFamily="34" charset="0"/>
                <a:ea typeface="Bricolage Grotesque ExtraBold" pitchFamily="34" charset="-122"/>
                <a:cs typeface="Bricolage Grotesque ExtraBold" pitchFamily="34" charset="-120"/>
              </a:rPr>
              <a:t> UX</a:t>
            </a:r>
            <a:r>
              <a:rPr lang="en-US" sz="5700" dirty="0" spc="-18" kern="0">
                <a:solidFill>
                  <a:srgbClr val="14161C"/>
                </a:solidFill>
                <a:latin typeface="Bricolage Grotesque ExtraBold" pitchFamily="34" charset="0"/>
                <a:ea typeface="Bricolage Grotesque ExtraBold" pitchFamily="34" charset="-122"/>
                <a:cs typeface="Bricolage Grotesque ExtraBold" pitchFamily="34" charset="-120"/>
              </a:rPr>
              <a:t> Pro</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Max:</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bộ</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sinh</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hệ</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thống</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thiết</a:t>
            </a:r>
            <a:r>
              <a:rPr lang="en-US" sz="5700" dirty="0" spc="-48" kern="0">
                <a:solidFill>
                  <a:srgbClr val="14161C"/>
                </a:solidFill>
                <a:latin typeface="Bricolage Grotesque ExtraBold" pitchFamily="34" charset="0"/>
                <a:ea typeface="Bricolage Grotesque ExtraBold" pitchFamily="34" charset="-122"/>
                <a:cs typeface="Bricolage Grotesque ExtraBold" pitchFamily="34" charset="-120"/>
              </a:rPr>
              <a:t> kế</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cho</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dự</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án</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50" kern="0">
                <a:solidFill>
                  <a:srgbClr val="14161C"/>
                </a:solidFill>
                <a:latin typeface="Be Vietnam Pro Medium" pitchFamily="34" charset="0"/>
                <a:ea typeface="Be Vietnam Pro Medium" pitchFamily="34" charset="-122"/>
                <a:cs typeface="Be Vietnam Pro Medium" pitchFamily="34" charset="-120"/>
              </a:rPr>
              <a:t>"A</a:t>
            </a:r>
            <a:r>
              <a:rPr lang="en-US" sz="2550" dirty="0" spc="0" kern="0">
                <a:solidFill>
                  <a:srgbClr val="14161C"/>
                </a:solidFill>
                <a:latin typeface="Be Vietnam Pro Medium" pitchFamily="34" charset="0"/>
                <a:ea typeface="Be Vietnam Pro Medium" pitchFamily="34" charset="-122"/>
                <a:cs typeface="Be Vietnam Pro Medium" pitchFamily="34" charset="-120"/>
              </a:rPr>
              <a:t> designer's</a:t>
            </a:r>
            <a:r>
              <a:rPr lang="en-US" sz="2550" dirty="0" spc="-41" kern="0">
                <a:solidFill>
                  <a:srgbClr val="14161C"/>
                </a:solidFill>
                <a:latin typeface="Be Vietnam Pro Medium" pitchFamily="34" charset="0"/>
                <a:ea typeface="Be Vietnam Pro Medium" pitchFamily="34" charset="-122"/>
                <a:cs typeface="Be Vietnam Pro Medium" pitchFamily="34" charset="-120"/>
              </a:rPr>
              <a:t> eye</a:t>
            </a:r>
            <a:r>
              <a:rPr lang="en-US" sz="2550" dirty="0" spc="-14" kern="0">
                <a:solidFill>
                  <a:srgbClr val="14161C"/>
                </a:solidFill>
                <a:latin typeface="Be Vietnam Pro Medium" pitchFamily="34" charset="0"/>
                <a:ea typeface="Be Vietnam Pro Medium" pitchFamily="34" charset="-122"/>
                <a:cs typeface="Be Vietnam Pro Medium" pitchFamily="34" charset="-120"/>
              </a:rPr>
              <a:t> for</a:t>
            </a:r>
            <a:r>
              <a:rPr lang="en-US" sz="2550" dirty="0" spc="-2" kern="0">
                <a:solidFill>
                  <a:srgbClr val="14161C"/>
                </a:solidFill>
                <a:latin typeface="Be Vietnam Pro Medium" pitchFamily="34" charset="0"/>
                <a:ea typeface="Be Vietnam Pro Medium" pitchFamily="34" charset="-122"/>
                <a:cs typeface="Be Vietnam Pro Medium" pitchFamily="34" charset="-120"/>
              </a:rPr>
              <a:t> apps and</a:t>
            </a:r>
            <a:r>
              <a:rPr lang="en-US" sz="2550" dirty="0" spc="-7" kern="0">
                <a:solidFill>
                  <a:srgbClr val="14161C"/>
                </a:solidFill>
                <a:latin typeface="Be Vietnam Pro Medium" pitchFamily="34" charset="0"/>
                <a:ea typeface="Be Vietnam Pro Medium" pitchFamily="34" charset="-122"/>
                <a:cs typeface="Be Vietnam Pro Medium" pitchFamily="34" charset="-120"/>
              </a:rPr>
              <a:t> sites"</a:t>
            </a:r>
            <a:r>
              <a:rPr lang="en-US" sz="2550" dirty="0" spc="4" kern="0">
                <a:solidFill>
                  <a:srgbClr val="14161C"/>
                </a:solidFill>
                <a:latin typeface="Be Vietnam Pro Medium" pitchFamily="34" charset="0"/>
                <a:ea typeface="Be Vietnam Pro Medium" pitchFamily="34" charset="-122"/>
                <a:cs typeface="Be Vietnam Pro Medium" pitchFamily="34" charset="-120"/>
              </a:rPr>
              <a:t> ·</a:t>
            </a:r>
            <a:r>
              <a:rPr lang="en-US" sz="2550" dirty="0" spc="0" kern="0">
                <a:solidFill>
                  <a:srgbClr val="14161C"/>
                </a:solidFill>
                <a:latin typeface="Be Vietnam Pro Medium" pitchFamily="34" charset="0"/>
                <a:ea typeface="Be Vietnam Pro Medium" pitchFamily="34" charset="-122"/>
                <a:cs typeface="Be Vietnam Pro Medium" pitchFamily="34" charset="-120"/>
              </a:rPr>
              <a:t> 139k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5" kern="0">
                <a:solidFill>
                  <a:srgbClr val="14161C"/>
                </a:solidFill>
                <a:latin typeface="Be Vietnam Pro Medium" pitchFamily="34" charset="0"/>
                <a:ea typeface="Be Vietnam Pro Medium" pitchFamily="34" charset="-122"/>
                <a:cs typeface="Be Vietnam Pro Medium" pitchFamily="34" charset="-120"/>
              </a:rPr>
              <a:t>Phân</a:t>
            </a:r>
            <a:r>
              <a:rPr lang="en-US" sz="2550" dirty="0" spc="-1" kern="0">
                <a:solidFill>
                  <a:srgbClr val="14161C"/>
                </a:solidFill>
                <a:latin typeface="Be Vietnam Pro Medium" pitchFamily="34" charset="0"/>
                <a:ea typeface="Be Vietnam Pro Medium" pitchFamily="34" charset="-122"/>
                <a:cs typeface="Be Vietnam Pro Medium" pitchFamily="34" charset="-120"/>
              </a:rPr>
              <a:t> tích</a:t>
            </a:r>
            <a:r>
              <a:rPr lang="en-US" sz="2550" dirty="0" spc="-22" kern="0">
                <a:solidFill>
                  <a:srgbClr val="14161C"/>
                </a:solidFill>
                <a:latin typeface="Be Vietnam Pro Medium" pitchFamily="34" charset="0"/>
                <a:ea typeface="Be Vietnam Pro Medium" pitchFamily="34" charset="-122"/>
                <a:cs typeface="Be Vietnam Pro Medium" pitchFamily="34" charset="-120"/>
              </a:rPr>
              <a:t> yêu</a:t>
            </a:r>
            <a:r>
              <a:rPr lang="en-US" sz="2550" dirty="0" spc="-1" kern="0">
                <a:solidFill>
                  <a:srgbClr val="14161C"/>
                </a:solidFill>
                <a:latin typeface="Be Vietnam Pro Medium" pitchFamily="34" charset="0"/>
                <a:ea typeface="Be Vietnam Pro Medium" pitchFamily="34" charset="-122"/>
                <a:cs typeface="Be Vietnam Pro Medium" pitchFamily="34" charset="-120"/>
              </a:rPr>
              <a:t> cầu</a:t>
            </a:r>
            <a:r>
              <a:rPr lang="en-US" sz="2550" dirty="0" spc="-19" kern="0">
                <a:solidFill>
                  <a:srgbClr val="14161C"/>
                </a:solidFill>
                <a:latin typeface="Be Vietnam Pro Medium" pitchFamily="34" charset="0"/>
                <a:ea typeface="Be Vietnam Pro Medium" pitchFamily="34" charset="-122"/>
                <a:cs typeface="Be Vietnam Pro Medium" pitchFamily="34" charset="-120"/>
              </a:rPr>
              <a:t> rồi</a:t>
            </a:r>
            <a:r>
              <a:rPr lang="en-US" sz="2550" dirty="0" spc="-3" kern="0">
                <a:solidFill>
                  <a:srgbClr val="14161C"/>
                </a:solidFill>
                <a:latin typeface="Be Vietnam Pro Medium" pitchFamily="34" charset="0"/>
                <a:ea typeface="Be Vietnam Pro Medium" pitchFamily="34" charset="-122"/>
                <a:cs typeface="Be Vietnam Pro Medium" pitchFamily="34" charset="-120"/>
              </a:rPr>
              <a:t> sinh</a:t>
            </a:r>
            <a:r>
              <a:rPr lang="en-US" sz="2550" dirty="0" spc="-5" kern="0">
                <a:solidFill>
                  <a:srgbClr val="14161C"/>
                </a:solidFill>
                <a:latin typeface="Be Vietnam Pro Medium" pitchFamily="34" charset="0"/>
                <a:ea typeface="Be Vietnam Pro Medium" pitchFamily="34" charset="-122"/>
                <a:cs typeface="Be Vietnam Pro Medium" pitchFamily="34" charset="-120"/>
              </a:rPr>
              <a:t> hệ</a:t>
            </a:r>
            <a:r>
              <a:rPr lang="en-US" sz="2550" dirty="0" spc="-4" kern="0">
                <a:solidFill>
                  <a:srgbClr val="14161C"/>
                </a:solidFill>
                <a:latin typeface="Be Vietnam Pro Medium" pitchFamily="34" charset="0"/>
                <a:ea typeface="Be Vietnam Pro Medium" pitchFamily="34" charset="-122"/>
                <a:cs typeface="Be Vietnam Pro Medium" pitchFamily="34" charset="-120"/>
              </a:rPr>
              <a:t> thống</a:t>
            </a:r>
            <a:r>
              <a:rPr lang="en-US" sz="2550" dirty="0" spc="-5" kern="0">
                <a:solidFill>
                  <a:srgbClr val="14161C"/>
                </a:solidFill>
                <a:latin typeface="Be Vietnam Pro Medium" pitchFamily="34" charset="0"/>
                <a:ea typeface="Be Vietnam Pro Medium" pitchFamily="34" charset="-122"/>
                <a:cs typeface="Be Vietnam Pro Medium" pitchFamily="34" charset="-120"/>
              </a:rPr>
              <a:t> thiết</a:t>
            </a:r>
            <a:r>
              <a:rPr lang="en-US" sz="2550" dirty="0" spc="-29" kern="0">
                <a:solidFill>
                  <a:srgbClr val="14161C"/>
                </a:solidFill>
                <a:latin typeface="Be Vietnam Pro Medium" pitchFamily="34" charset="0"/>
                <a:ea typeface="Be Vietnam Pro Medium" pitchFamily="34" charset="-122"/>
                <a:cs typeface="Be Vietnam Pro Medium" pitchFamily="34" charset="-120"/>
              </a:rPr>
              <a:t> kế;</a:t>
            </a:r>
            <a:r>
              <a:rPr lang="en-US" sz="2550" dirty="0" spc="-2" kern="0">
                <a:solidFill>
                  <a:srgbClr val="14161C"/>
                </a:solidFill>
                <a:latin typeface="Be Vietnam Pro Medium" pitchFamily="34" charset="0"/>
                <a:ea typeface="Be Vietnam Pro Medium" pitchFamily="34" charset="-122"/>
                <a:cs typeface="Be Vietnam Pro Medium" pitchFamily="34" charset="-120"/>
              </a:rPr>
              <a:t> 192</a:t>
            </a:r>
            <a:r>
              <a:rPr lang="en-US" sz="2550" dirty="0" spc="-3" kern="0">
                <a:solidFill>
                  <a:srgbClr val="14161C"/>
                </a:solidFill>
                <a:latin typeface="Be Vietnam Pro Medium" pitchFamily="34" charset="0"/>
                <a:ea typeface="Be Vietnam Pro Medium" pitchFamily="34" charset="-122"/>
                <a:cs typeface="Be Vietnam Pro Medium" pitchFamily="34" charset="-120"/>
              </a:rPr>
              <a:t> loại</a:t>
            </a:r>
            <a:r>
              <a:rPr lang="en-US" sz="2550" dirty="0" spc="-7" kern="0">
                <a:solidFill>
                  <a:srgbClr val="14161C"/>
                </a:solidFill>
                <a:latin typeface="Be Vietnam Pro Medium" pitchFamily="34" charset="0"/>
                <a:ea typeface="Be Vietnam Pro Medium" pitchFamily="34" charset="-122"/>
                <a:cs typeface="Be Vietnam Pro Medium" pitchFamily="34" charset="-120"/>
              </a:rPr>
              <a:t> sản</a:t>
            </a:r>
            <a:r>
              <a:rPr lang="en-US" sz="2550" dirty="0" spc="-3" kern="0">
                <a:solidFill>
                  <a:srgbClr val="14161C"/>
                </a:solidFill>
                <a:latin typeface="Be Vietnam Pro Medium" pitchFamily="34" charset="0"/>
                <a:ea typeface="Be Vietnam Pro Medium" pitchFamily="34" charset="-122"/>
                <a:cs typeface="Be Vietnam Pro Medium" pitchFamily="34" charset="-120"/>
              </a:rPr>
              <a:t> phẩm,</a:t>
            </a:r>
            <a:r>
              <a:rPr lang="en-US" sz="2550" dirty="0" spc="11" kern="0">
                <a:solidFill>
                  <a:srgbClr val="14161C"/>
                </a:solidFill>
                <a:latin typeface="Be Vietnam Pro Medium" pitchFamily="34" charset="0"/>
                <a:ea typeface="Be Vietnam Pro Medium" pitchFamily="34" charset="-122"/>
                <a:cs typeface="Be Vietnam Pro Medium" pitchFamily="34" charset="-120"/>
              </a:rPr>
              <a:t> 79</a:t>
            </a:r>
            <a:r>
              <a:rPr lang="en-US" sz="2550" dirty="0" spc="0" kern="0">
                <a:solidFill>
                  <a:srgbClr val="14161C"/>
                </a:solidFill>
                <a:latin typeface="Be Vietnam Pro Medium" pitchFamily="34" charset="0"/>
                <a:ea typeface="Be Vietnam Pro Medium" pitchFamily="34" charset="-122"/>
                <a:cs typeface="Be Vietnam Pro Medium" pitchFamily="34" charset="-120"/>
              </a:rPr>
              <a:t> kiểu</a:t>
            </a:r>
            <a:r>
              <a:rPr lang="en-US" sz="2550" dirty="0" spc="2" kern="0">
                <a:solidFill>
                  <a:srgbClr val="14161C"/>
                </a:solidFill>
                <a:latin typeface="Be Vietnam Pro Medium" pitchFamily="34" charset="0"/>
                <a:ea typeface="Be Vietnam Pro Medium" pitchFamily="34" charset="-122"/>
                <a:cs typeface="Be Vietnam Pro Medium" pitchFamily="34" charset="-120"/>
              </a:rPr>
              <a:t> giao</a:t>
            </a:r>
            <a:r>
              <a:rPr lang="en-US" sz="2550" dirty="0" spc="-3" kern="0">
                <a:solidFill>
                  <a:srgbClr val="14161C"/>
                </a:solidFill>
                <a:latin typeface="Be Vietnam Pro Medium" pitchFamily="34" charset="0"/>
                <a:ea typeface="Be Vietnam Pro Medium" pitchFamily="34" charset="-122"/>
                <a:cs typeface="Be Vietnam Pro Medium" pitchFamily="34" charset="-120"/>
              </a:rPr>
              <a:t> diện.</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npm</a:t>
            </a:r>
            <a:r>
              <a:rPr lang="en-US" sz="2550" dirty="0" spc="-9" kern="0">
                <a:solidFill>
                  <a:srgbClr val="14161C"/>
                </a:solidFill>
                <a:latin typeface="Be Vietnam Pro Medium" pitchFamily="34" charset="0"/>
                <a:ea typeface="Be Vietnam Pro Medium" pitchFamily="34" charset="-122"/>
                <a:cs typeface="Be Vietnam Pro Medium" pitchFamily="34" charset="-120"/>
              </a:rPr>
              <a:t> install</a:t>
            </a:r>
            <a:r>
              <a:rPr lang="en-US" sz="2550" dirty="0" spc="2" kern="0">
                <a:solidFill>
                  <a:srgbClr val="14161C"/>
                </a:solidFill>
                <a:latin typeface="Be Vietnam Pro Medium" pitchFamily="34" charset="0"/>
                <a:ea typeface="Be Vietnam Pro Medium" pitchFamily="34" charset="-122"/>
                <a:cs typeface="Be Vietnam Pro Medium" pitchFamily="34" charset="-120"/>
              </a:rPr>
              <a:t> -g</a:t>
            </a:r>
            <a:r>
              <a:rPr lang="en-US" sz="2550" dirty="0" spc="-4" kern="0">
                <a:solidFill>
                  <a:srgbClr val="14161C"/>
                </a:solidFill>
                <a:latin typeface="Be Vietnam Pro Medium" pitchFamily="34" charset="0"/>
                <a:ea typeface="Be Vietnam Pro Medium" pitchFamily="34" charset="-122"/>
                <a:cs typeface="Be Vietnam Pro Medium" pitchFamily="34" charset="-120"/>
              </a:rPr>
              <a:t> ui-ux-pro-max-cli</a:t>
            </a:r>
            <a:r>
              <a:rPr lang="en-US" sz="2550" dirty="0" spc="-19" kern="0">
                <a:solidFill>
                  <a:srgbClr val="14161C"/>
                </a:solidFill>
                <a:latin typeface="Be Vietnam Pro Medium" pitchFamily="34" charset="0"/>
                <a:ea typeface="Be Vietnam Pro Medium" pitchFamily="34" charset="-122"/>
                <a:cs typeface="Be Vietnam Pro Medium" pitchFamily="34" charset="-120"/>
              </a:rPr>
              <a:t> rồi</a:t>
            </a:r>
            <a:r>
              <a:rPr lang="en-US" sz="2550" dirty="0" spc="-13" kern="0">
                <a:solidFill>
                  <a:srgbClr val="14161C"/>
                </a:solidFill>
                <a:latin typeface="Be Vietnam Pro Medium" pitchFamily="34" charset="0"/>
                <a:ea typeface="Be Vietnam Pro Medium" pitchFamily="34" charset="-122"/>
                <a:cs typeface="Be Vietnam Pro Medium" pitchFamily="34" charset="-120"/>
              </a:rPr>
              <a:t> uipro</a:t>
            </a:r>
            <a:r>
              <a:rPr lang="en-US" sz="2550" dirty="0" spc="-2" kern="0">
                <a:solidFill>
                  <a:srgbClr val="14161C"/>
                </a:solidFill>
                <a:latin typeface="Be Vietnam Pro Medium" pitchFamily="34" charset="0"/>
                <a:ea typeface="Be Vietnam Pro Medium" pitchFamily="34" charset="-122"/>
                <a:cs typeface="Be Vietnam Pro Medium" pitchFamily="34" charset="-120"/>
              </a:rPr>
              <a:t> init</a:t>
            </a:r>
            <a:r>
              <a:rPr lang="en-US" sz="2550" dirty="0" spc="1" kern="0">
                <a:solidFill>
                  <a:srgbClr val="14161C"/>
                </a:solidFill>
                <a:latin typeface="Be Vietnam Pro Medium" pitchFamily="34" charset="0"/>
                <a:ea typeface="Be Vietnam Pro Medium" pitchFamily="34" charset="-122"/>
                <a:cs typeface="Be Vietnam Pro Medium" pitchFamily="34" charset="-120"/>
              </a:rPr>
              <a:t> --ai</a:t>
            </a:r>
            <a:r>
              <a:rPr lang="en-US" sz="2550" dirty="0" spc="0" kern="0">
                <a:solidFill>
                  <a:srgbClr val="14161C"/>
                </a:solidFill>
                <a:latin typeface="Be Vietnam Pro Medium" pitchFamily="34" charset="0"/>
                <a:ea typeface="Be Vietnam Pro Medium" pitchFamily="34" charset="-122"/>
                <a:cs typeface="Be Vietnam Pro Medium" pitchFamily="34" charset="-120"/>
              </a:rPr>
              <a:t> claude</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34" kern="0">
                <a:solidFill>
                  <a:srgbClr val="14161C"/>
                </a:solidFill>
                <a:latin typeface="Be Vietnam Pro Medium" pitchFamily="34" charset="0"/>
                <a:ea typeface="Be Vietnam Pro Medium" pitchFamily="34" charset="-122"/>
                <a:cs typeface="Be Vietnam Pro Medium" pitchFamily="34" charset="-120"/>
              </a:rPr>
              <a:t>Repo</a:t>
            </a:r>
            <a:r>
              <a:rPr lang="en-US" sz="2550" dirty="0" spc="-2" kern="0">
                <a:solidFill>
                  <a:srgbClr val="14161C"/>
                </a:solidFill>
                <a:latin typeface="Be Vietnam Pro Medium" pitchFamily="34" charset="0"/>
                <a:ea typeface="Be Vietnam Pro Medium" pitchFamily="34" charset="-122"/>
                <a:cs typeface="Be Vietnam Pro Medium" pitchFamily="34" charset="-120"/>
              </a:rPr>
              <a:t> là</a:t>
            </a:r>
            <a:r>
              <a:rPr lang="en-US" sz="2550" dirty="0" spc="-4" kern="0">
                <a:solidFill>
                  <a:srgbClr val="14161C"/>
                </a:solidFill>
                <a:latin typeface="Be Vietnam Pro Medium" pitchFamily="34" charset="0"/>
                <a:ea typeface="Be Vietnam Pro Medium" pitchFamily="34" charset="-122"/>
                <a:cs typeface="Be Vietnam Pro Medium" pitchFamily="34" charset="-120"/>
              </a:rPr>
              <a:t> bản</a:t>
            </a:r>
            <a:r>
              <a:rPr lang="en-US" sz="2550" dirty="0" spc="-1" kern="0">
                <a:solidFill>
                  <a:srgbClr val="14161C"/>
                </a:solidFill>
                <a:latin typeface="Be Vietnam Pro Medium" pitchFamily="34" charset="0"/>
                <a:ea typeface="Be Vietnam Pro Medium" pitchFamily="34" charset="-122"/>
                <a:cs typeface="Be Vietnam Pro Medium" pitchFamily="34" charset="-120"/>
              </a:rPr>
              <a:t> Basic;</a:t>
            </a:r>
            <a:r>
              <a:rPr lang="en-US" sz="2550" dirty="0" spc="-5" kern="0">
                <a:solidFill>
                  <a:srgbClr val="14161C"/>
                </a:solidFill>
                <a:latin typeface="Be Vietnam Pro Medium" pitchFamily="34" charset="0"/>
                <a:ea typeface="Be Vietnam Pro Medium" pitchFamily="34" charset="-122"/>
                <a:cs typeface="Be Vietnam Pro Medium" pitchFamily="34" charset="-120"/>
              </a:rPr>
              <a:t> bản</a:t>
            </a:r>
            <a:r>
              <a:rPr lang="en-US" sz="2550" dirty="0" spc="-10" kern="0">
                <a:solidFill>
                  <a:srgbClr val="14161C"/>
                </a:solidFill>
                <a:latin typeface="Be Vietnam Pro Medium" pitchFamily="34" charset="0"/>
                <a:ea typeface="Be Vietnam Pro Medium" pitchFamily="34" charset="-122"/>
                <a:cs typeface="Be Vietnam Pro Medium" pitchFamily="34" charset="-120"/>
              </a:rPr>
              <a:t> Premium</a:t>
            </a:r>
            <a:r>
              <a:rPr lang="en-US" sz="2550" dirty="0" spc="-2" kern="0">
                <a:solidFill>
                  <a:srgbClr val="14161C"/>
                </a:solidFill>
                <a:latin typeface="Be Vietnam Pro Medium" pitchFamily="34" charset="0"/>
                <a:ea typeface="Be Vietnam Pro Medium" pitchFamily="34" charset="-122"/>
                <a:cs typeface="Be Vietnam Pro Medium" pitchFamily="34" charset="-120"/>
              </a:rPr>
              <a:t> thêm</a:t>
            </a:r>
            <a:r>
              <a:rPr lang="en-US" sz="2550" dirty="0" spc="-10" kern="0">
                <a:solidFill>
                  <a:srgbClr val="14161C"/>
                </a:solidFill>
                <a:latin typeface="Be Vietnam Pro Medium" pitchFamily="34" charset="0"/>
                <a:ea typeface="Be Vietnam Pro Medium" pitchFamily="34" charset="-122"/>
                <a:cs typeface="Be Vietnam Pro Medium" pitchFamily="34" charset="-120"/>
              </a:rPr>
              <a:t> logo,</a:t>
            </a:r>
            <a:r>
              <a:rPr lang="en-US" sz="2550" dirty="0" spc="-3" kern="0">
                <a:solidFill>
                  <a:srgbClr val="14161C"/>
                </a:solidFill>
                <a:latin typeface="Be Vietnam Pro Medium" pitchFamily="34" charset="0"/>
                <a:ea typeface="Be Vietnam Pro Medium" pitchFamily="34" charset="-122"/>
                <a:cs typeface="Be Vietnam Pro Medium" pitchFamily="34" charset="-120"/>
              </a:rPr>
              <a:t> ảnh</a:t>
            </a:r>
            <a:r>
              <a:rPr lang="en-US" sz="2550" dirty="0" spc="-1" kern="0">
                <a:solidFill>
                  <a:srgbClr val="14161C"/>
                </a:solidFill>
                <a:latin typeface="Be Vietnam Pro Medium" pitchFamily="34" charset="0"/>
                <a:ea typeface="Be Vietnam Pro Medium" pitchFamily="34" charset="-122"/>
                <a:cs typeface="Be Vietnam Pro Medium" pitchFamily="34" charset="-120"/>
              </a:rPr>
              <a:t> AI, design</a:t>
            </a:r>
            <a:r>
              <a:rPr lang="en-US" sz="2550" dirty="0" spc="-26" kern="0">
                <a:solidFill>
                  <a:srgbClr val="14161C"/>
                </a:solidFill>
                <a:latin typeface="Be Vietnam Pro Medium" pitchFamily="34" charset="0"/>
                <a:ea typeface="Be Vietnam Pro Medium" pitchFamily="34" charset="-122"/>
                <a:cs typeface="Be Vietnam Pro Medium" pitchFamily="34" charset="-120"/>
              </a:rPr>
              <a:t> token</a:t>
            </a:r>
            <a:r>
              <a:rPr lang="en-US" sz="2550" dirty="0" spc="-3" kern="0">
                <a:solidFill>
                  <a:srgbClr val="14161C"/>
                </a:solidFill>
                <a:latin typeface="Be Vietnam Pro Medium" pitchFamily="34" charset="0"/>
                <a:ea typeface="Be Vietnam Pro Medium" pitchFamily="34" charset="-122"/>
                <a:cs typeface="Be Vietnam Pro Medium" pitchFamily="34" charset="-120"/>
              </a:rPr>
              <a:t> cho</a:t>
            </a:r>
            <a:r>
              <a:rPr lang="en-US" sz="2550" dirty="0" spc="13" kern="0">
                <a:solidFill>
                  <a:srgbClr val="14161C"/>
                </a:solidFill>
                <a:latin typeface="Be Vietnam Pro Medium" pitchFamily="34" charset="0"/>
                <a:ea typeface="Be Vietnam Pro Medium" pitchFamily="34" charset="-122"/>
                <a:cs typeface="Be Vietnam Pro Medium" pitchFamily="34" charset="-120"/>
              </a:rPr>
              <a:t> đội</a:t>
            </a:r>
            <a:r>
              <a:rPr lang="en-US" sz="2550" dirty="0" spc="-2" kern="0">
                <a:solidFill>
                  <a:srgbClr val="14161C"/>
                </a:solidFill>
                <a:latin typeface="Be Vietnam Pro Medium" pitchFamily="34" charset="0"/>
                <a:ea typeface="Be Vietnam Pro Medium" pitchFamily="34" charset="-122"/>
                <a:cs typeface="Be Vietnam Pro Medium" pitchFamily="34" charset="-120"/>
              </a:rPr>
              <a:t> lớn.</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[S20]</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32330" y="9564832"/>
            <a:ext cx="110836" cy="110836"/>
          </a:xfrm>
          <a:prstGeom prst="ellipse">
            <a:avLst/>
          </a:prstGeom>
          <a:solidFill>
            <a:srgbClr val="E8472B"/>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31/55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fad4f0c2-7cd7-477b-ac10-397e10a3fc8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84" kern="0">
                <a:solidFill>
                  <a:srgbClr val="14161C"/>
                </a:solidFill>
                <a:latin typeface="Bricolage Grotesque ExtraBold" pitchFamily="34" charset="0"/>
                <a:ea typeface="Bricolage Grotesque ExtraBold" pitchFamily="34" charset="-122"/>
                <a:cs typeface="Bricolage Grotesque ExtraBold" pitchFamily="34" charset="-120"/>
              </a:rPr>
              <a:t>Taste:</a:t>
            </a:r>
            <a:r>
              <a:rPr lang="en-US" sz="5700" dirty="0" spc="18" kern="0">
                <a:solidFill>
                  <a:srgbClr val="14161C"/>
                </a:solidFill>
                <a:latin typeface="Bricolage Grotesque ExtraBold" pitchFamily="34" charset="0"/>
                <a:ea typeface="Bricolage Grotesque ExtraBold" pitchFamily="34" charset="-122"/>
                <a:cs typeface="Bricolage Grotesque ExtraBold" pitchFamily="34" charset="-120"/>
              </a:rPr>
              <a:t> định</a:t>
            </a:r>
            <a:r>
              <a:rPr lang="en-US" sz="5700" dirty="0" spc="-59" kern="0">
                <a:solidFill>
                  <a:srgbClr val="14161C"/>
                </a:solidFill>
                <a:latin typeface="Bricolage Grotesque ExtraBold" pitchFamily="34" charset="0"/>
                <a:ea typeface="Bricolage Grotesque ExtraBold" pitchFamily="34" charset="-122"/>
                <a:cs typeface="Bricolage Grotesque ExtraBold" pitchFamily="34" charset="-120"/>
              </a:rPr>
              <a:t> hướng</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nghệ</a:t>
            </a:r>
            <a:r>
              <a:rPr lang="en-US" sz="5700" dirty="0" spc="7" kern="0">
                <a:solidFill>
                  <a:srgbClr val="14161C"/>
                </a:solidFill>
                <a:latin typeface="Bricolage Grotesque ExtraBold" pitchFamily="34" charset="0"/>
                <a:ea typeface="Bricolage Grotesque ExtraBold" pitchFamily="34" charset="-122"/>
                <a:cs typeface="Bricolage Grotesque ExtraBold" pitchFamily="34" charset="-120"/>
              </a:rPr>
              <a:t> thuật,</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tự kiểm</a:t>
            </a:r>
            <a:r>
              <a:rPr lang="en-US" sz="5700" dirty="0" spc="-12" kern="0">
                <a:solidFill>
                  <a:srgbClr val="14161C"/>
                </a:solidFill>
                <a:latin typeface="Bricolage Grotesque ExtraBold" pitchFamily="34" charset="0"/>
                <a:ea typeface="Bricolage Grotesque ExtraBold" pitchFamily="34" charset="-122"/>
                <a:cs typeface="Bricolage Grotesque ExtraBold" pitchFamily="34" charset="-120"/>
              </a:rPr>
              <a:t> trên</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trình</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duyệt</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8" kern="0">
                <a:solidFill>
                  <a:srgbClr val="14161C"/>
                </a:solidFill>
                <a:latin typeface="Be Vietnam Pro" pitchFamily="34" charset="0"/>
                <a:ea typeface="Be Vietnam Pro" pitchFamily="34" charset="-122"/>
                <a:cs typeface="Be Vietnam Pro" pitchFamily="34" charset="-120"/>
              </a:rPr>
              <a:t>"Gives</a:t>
            </a:r>
            <a:r>
              <a:rPr lang="en-US" sz="2700" dirty="0" spc="0" kern="0">
                <a:solidFill>
                  <a:srgbClr val="14161C"/>
                </a:solidFill>
                <a:latin typeface="Be Vietnam Pro" pitchFamily="34" charset="0"/>
                <a:ea typeface="Be Vietnam Pro" pitchFamily="34" charset="-122"/>
                <a:cs typeface="Be Vietnam Pro" pitchFamily="34" charset="-120"/>
              </a:rPr>
              <a:t> Claude</a:t>
            </a:r>
            <a:r>
              <a:rPr lang="en-US" sz="2700" dirty="0" spc="-1" kern="0">
                <a:solidFill>
                  <a:srgbClr val="14161C"/>
                </a:solidFill>
                <a:latin typeface="Be Vietnam Pro" pitchFamily="34" charset="0"/>
                <a:ea typeface="Be Vietnam Pro" pitchFamily="34" charset="-122"/>
                <a:cs typeface="Be Vietnam Pro" pitchFamily="34" charset="-120"/>
              </a:rPr>
              <a:t> art</a:t>
            </a:r>
            <a:r>
              <a:rPr lang="en-US" sz="2700" dirty="0" spc="-12" kern="0">
                <a:solidFill>
                  <a:srgbClr val="14161C"/>
                </a:solidFill>
                <a:latin typeface="Be Vietnam Pro" pitchFamily="34" charset="0"/>
                <a:ea typeface="Be Vietnam Pro" pitchFamily="34" charset="-122"/>
                <a:cs typeface="Be Vietnam Pro" pitchFamily="34" charset="-120"/>
              </a:rPr>
              <a:t> direction"</a:t>
            </a:r>
            <a:r>
              <a:rPr lang="en-US" sz="2700" dirty="0" spc="1" kern="0">
                <a:solidFill>
                  <a:srgbClr val="14161C"/>
                </a:solidFill>
                <a:latin typeface="Be Vietnam Pro" pitchFamily="34" charset="0"/>
                <a:ea typeface="Be Vietnam Pro" pitchFamily="34" charset="-122"/>
                <a:cs typeface="Be Vietnam Pro" pitchFamily="34" charset="-120"/>
              </a:rPr>
              <a:t> ·</a:t>
            </a:r>
            <a:r>
              <a:rPr lang="en-US" sz="2700" dirty="0" spc="0" kern="0">
                <a:solidFill>
                  <a:srgbClr val="14161C"/>
                </a:solidFill>
                <a:latin typeface="Be Vietnam Pro" pitchFamily="34" charset="0"/>
                <a:ea typeface="Be Vietnam Pro" pitchFamily="34" charset="-122"/>
                <a:cs typeface="Be Vietnam Pro" pitchFamily="34" charset="-120"/>
              </a:rPr>
              <a:t> 101k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26" kern="0">
                <a:solidFill>
                  <a:srgbClr val="14161C"/>
                </a:solidFill>
                <a:latin typeface="Be Vietnam Pro" pitchFamily="34" charset="0"/>
                <a:ea typeface="Be Vietnam Pro" pitchFamily="34" charset="-122"/>
                <a:cs typeface="Be Vietnam Pro" pitchFamily="34" charset="-120"/>
              </a:rPr>
              <a:t>Dựng</a:t>
            </a:r>
            <a:r>
              <a:rPr lang="en-US" sz="2700" dirty="0" spc="-14" kern="0">
                <a:solidFill>
                  <a:srgbClr val="14161C"/>
                </a:solidFill>
                <a:latin typeface="Be Vietnam Pro" pitchFamily="34" charset="0"/>
                <a:ea typeface="Be Vietnam Pro" pitchFamily="34" charset="-122"/>
                <a:cs typeface="Be Vietnam Pro" pitchFamily="34" charset="-120"/>
              </a:rPr>
              <a:t> web</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2" kern="0">
                <a:solidFill>
                  <a:srgbClr val="14161C"/>
                </a:solidFill>
                <a:latin typeface="Be Vietnam Pro" pitchFamily="34" charset="0"/>
                <a:ea typeface="Be Vietnam Pro" pitchFamily="34" charset="-122"/>
                <a:cs typeface="Be Vietnam Pro" pitchFamily="34" charset="-120"/>
              </a:rPr>
              <a:t> màn</a:t>
            </a:r>
            <a:r>
              <a:rPr lang="en-US" sz="2700" dirty="0" spc="-3" kern="0">
                <a:solidFill>
                  <a:srgbClr val="14161C"/>
                </a:solidFill>
                <a:latin typeface="Be Vietnam Pro" pitchFamily="34" charset="0"/>
                <a:ea typeface="Be Vietnam Pro" pitchFamily="34" charset="-122"/>
                <a:cs typeface="Be Vietnam Pro" pitchFamily="34" charset="-120"/>
              </a:rPr>
              <a:t> hình</a:t>
            </a:r>
            <a:r>
              <a:rPr lang="en-US" sz="2700" dirty="0" spc="24" kern="0">
                <a:solidFill>
                  <a:srgbClr val="14161C"/>
                </a:solidFill>
                <a:latin typeface="Be Vietnam Pro" pitchFamily="34" charset="0"/>
                <a:ea typeface="Be Vietnam Pro" pitchFamily="34" charset="-122"/>
                <a:cs typeface="Be Vietnam Pro" pitchFamily="34" charset="-120"/>
              </a:rPr>
              <a:t> ứng</a:t>
            </a:r>
            <a:r>
              <a:rPr lang="en-US" sz="2700" dirty="0" spc="-3" kern="0">
                <a:solidFill>
                  <a:srgbClr val="14161C"/>
                </a:solidFill>
                <a:latin typeface="Be Vietnam Pro" pitchFamily="34" charset="0"/>
                <a:ea typeface="Be Vietnam Pro" pitchFamily="34" charset="-122"/>
                <a:cs typeface="Be Vietnam Pro" pitchFamily="34" charset="-120"/>
              </a:rPr>
              <a:t> dụng</a:t>
            </a:r>
            <a:r>
              <a:rPr lang="en-US" sz="2700" dirty="0" spc="0" kern="0">
                <a:solidFill>
                  <a:srgbClr val="14161C"/>
                </a:solidFill>
                <a:latin typeface="Be Vietnam Pro" pitchFamily="34" charset="0"/>
                <a:ea typeface="Be Vietnam Pro" pitchFamily="34" charset="-122"/>
                <a:cs typeface="Be Vietnam Pro" pitchFamily="34" charset="-120"/>
              </a:rPr>
              <a:t> từ</a:t>
            </a:r>
            <a:r>
              <a:rPr lang="en-US" sz="2700" dirty="0" spc="-8" kern="0">
                <a:solidFill>
                  <a:srgbClr val="14161C"/>
                </a:solidFill>
                <a:latin typeface="Be Vietnam Pro" pitchFamily="34" charset="0"/>
                <a:ea typeface="Be Vietnam Pro" pitchFamily="34" charset="-122"/>
                <a:cs typeface="Be Vietnam Pro" pitchFamily="34" charset="-120"/>
              </a:rPr>
              <a:t> một</a:t>
            </a:r>
            <a:r>
              <a:rPr lang="en-US" sz="2700" dirty="0" spc="9" kern="0">
                <a:solidFill>
                  <a:srgbClr val="14161C"/>
                </a:solidFill>
                <a:latin typeface="Be Vietnam Pro" pitchFamily="34" charset="0"/>
                <a:ea typeface="Be Vietnam Pro" pitchFamily="34" charset="-122"/>
                <a:cs typeface="Be Vietnam Pro" pitchFamily="34" charset="-120"/>
              </a:rPr>
              <a:t> brief,</a:t>
            </a:r>
            <a:r>
              <a:rPr lang="en-US" sz="2700" dirty="0" spc="-14" kern="0">
                <a:solidFill>
                  <a:srgbClr val="14161C"/>
                </a:solidFill>
                <a:latin typeface="Be Vietnam Pro" pitchFamily="34" charset="0"/>
                <a:ea typeface="Be Vietnam Pro" pitchFamily="34" charset="-122"/>
                <a:cs typeface="Be Vietnam Pro" pitchFamily="34" charset="-120"/>
              </a:rPr>
              <a:t> với</a:t>
            </a:r>
            <a:r>
              <a:rPr lang="en-US" sz="2700" dirty="0" spc="-2" kern="0">
                <a:solidFill>
                  <a:srgbClr val="14161C"/>
                </a:solidFill>
                <a:latin typeface="Be Vietnam Pro" pitchFamily="34" charset="0"/>
                <a:ea typeface="Be Vietnam Pro" pitchFamily="34" charset="-122"/>
                <a:cs typeface="Be Vietnam Pro" pitchFamily="34" charset="-120"/>
              </a:rPr>
              <a:t> ảnh</a:t>
            </a:r>
            <a:r>
              <a:rPr lang="en-US" sz="2700" dirty="0" spc="-9" kern="0">
                <a:solidFill>
                  <a:srgbClr val="14161C"/>
                </a:solidFill>
                <a:latin typeface="Be Vietnam Pro" pitchFamily="34" charset="0"/>
                <a:ea typeface="Be Vietnam Pro" pitchFamily="34" charset="-122"/>
                <a:cs typeface="Be Vietnam Pro" pitchFamily="34" charset="-120"/>
              </a:rPr>
              <a:t> thật</a:t>
            </a:r>
            <a:r>
              <a:rPr lang="en-US" sz="2700" dirty="0" spc="-1" kern="0">
                <a:solidFill>
                  <a:srgbClr val="14161C"/>
                </a:solidFill>
                <a:latin typeface="Be Vietnam Pro" pitchFamily="34" charset="0"/>
                <a:ea typeface="Be Vietnam Pro" pitchFamily="34" charset="-122"/>
                <a:cs typeface="Be Vietnam Pro" pitchFamily="34" charset="-120"/>
              </a:rPr>
              <a:t> có ghi</a:t>
            </a:r>
            <a:r>
              <a:rPr lang="en-US" sz="2700" dirty="0" spc="-2" kern="0">
                <a:solidFill>
                  <a:srgbClr val="14161C"/>
                </a:solidFill>
                <a:latin typeface="Be Vietnam Pro" pitchFamily="34" charset="0"/>
                <a:ea typeface="Be Vietnam Pro" pitchFamily="34" charset="-122"/>
                <a:cs typeface="Be Vietnam Pro" pitchFamily="34" charset="-120"/>
              </a:rPr>
              <a:t> nguồn.</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550" dirty="0" spc="-26" kern="0">
                <a:solidFill>
                  <a:srgbClr val="14161C"/>
                </a:solidFill>
                <a:latin typeface="Be Vietnam Pro" pitchFamily="34" charset="0"/>
                <a:ea typeface="Be Vietnam Pro" pitchFamily="34" charset="-122"/>
                <a:cs typeface="Be Vietnam Pro" pitchFamily="34" charset="-120"/>
              </a:rPr>
              <a:t>npx</a:t>
            </a:r>
            <a:r>
              <a:rPr lang="en-US" sz="2550" dirty="0" spc="-1" kern="0">
                <a:solidFill>
                  <a:srgbClr val="14161C"/>
                </a:solidFill>
                <a:latin typeface="Be Vietnam Pro" pitchFamily="34" charset="0"/>
                <a:ea typeface="Be Vietnam Pro" pitchFamily="34" charset="-122"/>
                <a:cs typeface="Be Vietnam Pro" pitchFamily="34" charset="-120"/>
              </a:rPr>
              <a:t> skills add</a:t>
            </a:r>
            <a:r>
              <a:rPr lang="en-US" sz="2550" dirty="0" spc="-20" kern="0">
                <a:solidFill>
                  <a:srgbClr val="14161C"/>
                </a:solidFill>
                <a:latin typeface="Be Vietnam Pro" pitchFamily="34" charset="0"/>
                <a:ea typeface="Be Vietnam Pro" pitchFamily="34" charset="-122"/>
                <a:cs typeface="Be Vietnam Pro" pitchFamily="34" charset="-120"/>
              </a:rPr>
              <a:t> https://github.com/Leonxlnx/taste-skill</a:t>
            </a:r>
            <a:r>
              <a:rPr lang="en-US" sz="2550" dirty="0" spc="1" kern="0">
                <a:solidFill>
                  <a:srgbClr val="14161C"/>
                </a:solidFill>
                <a:latin typeface="Be Vietnam Pro" pitchFamily="34" charset="0"/>
                <a:ea typeface="Be Vietnam Pro" pitchFamily="34" charset="-122"/>
                <a:cs typeface="Be Vietnam Pro" pitchFamily="34" charset="-120"/>
              </a:rPr>
              <a:t> --skill</a:t>
            </a:r>
            <a:r>
              <a:rPr lang="en-US" sz="2550" dirty="0" spc="-14" kern="0">
                <a:solidFill>
                  <a:srgbClr val="14161C"/>
                </a:solidFill>
                <a:latin typeface="Be Vietnam Pro" pitchFamily="34" charset="0"/>
                <a:ea typeface="Be Vietnam Pro" pitchFamily="34" charset="-122"/>
                <a:cs typeface="Be Vietnam Pro" pitchFamily="34" charset="-120"/>
              </a:rPr>
              <a:t> "design-taste-frontend"</a:t>
            </a:r>
            <a:endParaRPr lang="en-US" sz="255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7" kern="0">
                <a:solidFill>
                  <a:srgbClr val="14161C"/>
                </a:solidFill>
                <a:latin typeface="Be Vietnam Pro" pitchFamily="34" charset="0"/>
                <a:ea typeface="Be Vietnam Pro" pitchFamily="34" charset="-122"/>
                <a:cs typeface="Be Vietnam Pro" pitchFamily="34" charset="-120"/>
              </a:rPr>
              <a:t>Một</a:t>
            </a:r>
            <a:r>
              <a:rPr lang="en-US" sz="2700" dirty="0" spc="9" kern="0">
                <a:solidFill>
                  <a:srgbClr val="14161C"/>
                </a:solidFill>
                <a:latin typeface="Be Vietnam Pro" pitchFamily="34" charset="0"/>
                <a:ea typeface="Be Vietnam Pro" pitchFamily="34" charset="-122"/>
                <a:cs typeface="Be Vietnam Pro" pitchFamily="34" charset="-120"/>
              </a:rPr>
              <a:t> lượt</a:t>
            </a:r>
            <a:r>
              <a:rPr lang="en-US" sz="2700" dirty="0" spc="19" kern="0">
                <a:solidFill>
                  <a:srgbClr val="14161C"/>
                </a:solidFill>
                <a:latin typeface="Be Vietnam Pro" pitchFamily="34" charset="0"/>
                <a:ea typeface="Be Vietnam Pro" pitchFamily="34" charset="-122"/>
                <a:cs typeface="Be Vietnam Pro" pitchFamily="34" charset="-120"/>
              </a:rPr>
              <a:t> dựng</a:t>
            </a:r>
            <a:r>
              <a:rPr lang="en-US" sz="2700" dirty="0" spc="-4" kern="0">
                <a:solidFill>
                  <a:srgbClr val="14161C"/>
                </a:solidFill>
                <a:latin typeface="Be Vietnam Pro" pitchFamily="34" charset="0"/>
                <a:ea typeface="Be Vietnam Pro" pitchFamily="34" charset="-122"/>
                <a:cs typeface="Be Vietnam Pro" pitchFamily="34" charset="-120"/>
              </a:rPr>
              <a:t> khoảng</a:t>
            </a:r>
            <a:r>
              <a:rPr lang="en-US" sz="2700" dirty="0" spc="-12" kern="0">
                <a:solidFill>
                  <a:srgbClr val="14161C"/>
                </a:solidFill>
                <a:latin typeface="Be Vietnam Pro" pitchFamily="34" charset="0"/>
                <a:ea typeface="Be Vietnam Pro" pitchFamily="34" charset="-122"/>
                <a:cs typeface="Be Vietnam Pro" pitchFamily="34" charset="-120"/>
              </a:rPr>
              <a:t> 30</a:t>
            </a:r>
            <a:r>
              <a:rPr lang="en-US" sz="2700" dirty="0" spc="10" kern="0">
                <a:solidFill>
                  <a:srgbClr val="14161C"/>
                </a:solidFill>
                <a:latin typeface="Be Vietnam Pro" pitchFamily="34" charset="0"/>
                <a:ea typeface="Be Vietnam Pro" pitchFamily="34" charset="-122"/>
                <a:cs typeface="Be Vietnam Pro" pitchFamily="34" charset="-120"/>
              </a:rPr>
              <a:t> đến</a:t>
            </a:r>
            <a:r>
              <a:rPr lang="en-US" sz="2700" dirty="0" spc="-1" kern="0">
                <a:solidFill>
                  <a:srgbClr val="14161C"/>
                </a:solidFill>
                <a:latin typeface="Be Vietnam Pro" pitchFamily="34" charset="0"/>
                <a:ea typeface="Be Vietnam Pro" pitchFamily="34" charset="-122"/>
                <a:cs typeface="Be Vietnam Pro" pitchFamily="34" charset="-120"/>
              </a:rPr>
              <a:t> 45 phút</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13" kern="0">
                <a:solidFill>
                  <a:srgbClr val="14161C"/>
                </a:solidFill>
                <a:latin typeface="Be Vietnam Pro" pitchFamily="34" charset="0"/>
                <a:ea typeface="Be Vietnam Pro" pitchFamily="34" charset="-122"/>
                <a:cs typeface="Be Vietnam Pro" pitchFamily="34" charset="-120"/>
              </a:rPr>
              <a:t> vài</a:t>
            </a:r>
            <a:r>
              <a:rPr lang="en-US" sz="2700" dirty="0" spc="-22" kern="0">
                <a:solidFill>
                  <a:srgbClr val="14161C"/>
                </a:solidFill>
                <a:latin typeface="Be Vietnam Pro" pitchFamily="34" charset="0"/>
                <a:ea typeface="Be Vietnam Pro" pitchFamily="34" charset="-122"/>
                <a:cs typeface="Be Vietnam Pro" pitchFamily="34" charset="-120"/>
              </a:rPr>
              <a:t> trăm</a:t>
            </a:r>
            <a:r>
              <a:rPr lang="en-US" sz="2700" dirty="0" spc="-3" kern="0">
                <a:solidFill>
                  <a:srgbClr val="14161C"/>
                </a:solidFill>
                <a:latin typeface="Be Vietnam Pro" pitchFamily="34" charset="0"/>
                <a:ea typeface="Be Vietnam Pro" pitchFamily="34" charset="-122"/>
                <a:cs typeface="Be Vietnam Pro" pitchFamily="34" charset="-120"/>
              </a:rPr>
              <a:t> nghìn</a:t>
            </a:r>
            <a:r>
              <a:rPr lang="en-US" sz="2700" dirty="0" spc="-25" kern="0">
                <a:solidFill>
                  <a:srgbClr val="14161C"/>
                </a:solidFill>
                <a:latin typeface="Be Vietnam Pro" pitchFamily="34" charset="0"/>
                <a:ea typeface="Be Vietnam Pro" pitchFamily="34" charset="-122"/>
                <a:cs typeface="Be Vietnam Pro" pitchFamily="34" charset="-120"/>
              </a:rPr>
              <a:t> token;</a:t>
            </a:r>
            <a:r>
              <a:rPr lang="en-US" sz="2700" dirty="0" spc="1" kern="0">
                <a:solidFill>
                  <a:srgbClr val="14161C"/>
                </a:solidFill>
                <a:latin typeface="Be Vietnam Pro" pitchFamily="34" charset="0"/>
                <a:ea typeface="Be Vietnam Pro" pitchFamily="34" charset="-122"/>
                <a:cs typeface="Be Vietnam Pro" pitchFamily="34" charset="-120"/>
              </a:rPr>
              <a:t> cần</a:t>
            </a:r>
            <a:r>
              <a:rPr lang="en-US" sz="2700" dirty="0" spc="-4" kern="0">
                <a:solidFill>
                  <a:srgbClr val="14161C"/>
                </a:solidFill>
                <a:latin typeface="Be Vietnam Pro" pitchFamily="34" charset="0"/>
                <a:ea typeface="Be Vietnam Pro" pitchFamily="34" charset="-122"/>
                <a:cs typeface="Be Vietnam Pro" pitchFamily="34" charset="-120"/>
              </a:rPr>
              <a:t> Node</a:t>
            </a:r>
            <a:r>
              <a:rPr lang="en-US" sz="2700" dirty="0" spc="-2" kern="0">
                <a:solidFill>
                  <a:srgbClr val="14161C"/>
                </a:solidFill>
                <a:latin typeface="Be Vietnam Pro" pitchFamily="34" charset="0"/>
                <a:ea typeface="Be Vietnam Pro" pitchFamily="34" charset="-122"/>
                <a:cs typeface="Be Vietnam Pro" pitchFamily="34" charset="-120"/>
              </a:rPr>
              <a:t> 22+</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14" kern="0">
                <a:solidFill>
                  <a:srgbClr val="14161C"/>
                </a:solidFill>
                <a:latin typeface="Be Vietnam Pro" pitchFamily="34" charset="0"/>
                <a:ea typeface="Be Vietnam Pro" pitchFamily="34" charset="-122"/>
                <a:cs typeface="Be Vietnam Pro" pitchFamily="34" charset="-120"/>
              </a:rPr>
              <a:t> Chrome.</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[S21]</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098584" y="9564832"/>
            <a:ext cx="110836" cy="110836"/>
          </a:xfrm>
          <a:prstGeom prst="ellipse">
            <a:avLst/>
          </a:prstGeom>
          <a:solidFill>
            <a:srgbClr val="E8472B"/>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 kern="0">
                <a:solidFill>
                  <a:srgbClr val="6B6A66"/>
                </a:solidFill>
                <a:latin typeface="Be Vietnam Pro" pitchFamily="34" charset="0"/>
                <a:ea typeface="Be Vietnam Pro" pitchFamily="34" charset="-122"/>
                <a:cs typeface="Be Vietnam Pro" pitchFamily="34" charset="-120"/>
              </a:rPr>
              <a:t> 32/55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dc2d7213-6594-4403-af70-e6b2420fb3e3"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9" kern="0">
                <a:solidFill>
                  <a:srgbClr val="F3EEE3"/>
                </a:solidFill>
                <a:latin typeface="Bricolage Grotesque ExtraBold" pitchFamily="34" charset="0"/>
                <a:ea typeface="Bricolage Grotesque ExtraBold" pitchFamily="34" charset="-122"/>
                <a:cs typeface="Bricolage Grotesque ExtraBold" pitchFamily="34" charset="-120"/>
              </a:rPr>
              <a:t>Archify:</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mô</a:t>
            </a:r>
            <a:r>
              <a:rPr lang="en-US" sz="5700" dirty="0" spc="-10" kern="0">
                <a:solidFill>
                  <a:srgbClr val="F3EEE3"/>
                </a:solidFill>
                <a:latin typeface="Bricolage Grotesque ExtraBold" pitchFamily="34" charset="0"/>
                <a:ea typeface="Bricolage Grotesque ExtraBold" pitchFamily="34" charset="-122"/>
                <a:cs typeface="Bricolage Grotesque ExtraBold" pitchFamily="34" charset="-120"/>
              </a:rPr>
              <a:t> tả</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một ý,</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nhận</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sơ</a:t>
            </a:r>
            <a:r>
              <a:rPr lang="en-US" sz="5700" dirty="0" spc="11" kern="0">
                <a:solidFill>
                  <a:srgbClr val="F3EEE3"/>
                </a:solidFill>
                <a:latin typeface="Bricolage Grotesque ExtraBold" pitchFamily="34" charset="0"/>
                <a:ea typeface="Bricolage Grotesque ExtraBold" pitchFamily="34" charset="-122"/>
                <a:cs typeface="Bricolage Grotesque ExtraBold" pitchFamily="34" charset="-120"/>
              </a:rPr>
              <a:t> đồ</a:t>
            </a:r>
            <a:r>
              <a:rPr lang="en-US" sz="5700" dirty="0" spc="-65"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5700" dirty="0" spc="-16" kern="0">
                <a:solidFill>
                  <a:srgbClr val="F3EEE3"/>
                </a:solidFill>
                <a:latin typeface="Bricolage Grotesque ExtraBold" pitchFamily="34" charset="0"/>
                <a:ea typeface="Bricolage Grotesque ExtraBold" pitchFamily="34" charset="-122"/>
                <a:cs typeface="Bricolage Grotesque ExtraBold" pitchFamily="34" charset="-120"/>
              </a:rPr>
              <a:t> trang</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giải</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thích</a:t>
            </a:r>
            <a:endParaRPr lang="en-US" sz="5700" dirty="0"/>
          </a:p>
        </p:txBody>
      </p:sp>
      <p:sp>
        <p:nvSpPr>
          <p:cNvPr id="3" name="Shape 1"/>
          <p:cNvSpPr/>
          <p:nvPr/>
        </p:nvSpPr>
        <p:spPr>
          <a:xfrm>
            <a:off x="914400" y="2724150"/>
            <a:ext cx="8096250" cy="2838450"/>
          </a:xfrm>
          <a:prstGeom prst="roundRect">
            <a:avLst>
              <a:gd name="adj" fmla="val 8054"/>
            </a:avLst>
          </a:prstGeom>
          <a:solidFill>
            <a:srgbClr val="1E212B"/>
          </a:solidFill>
          <a:ln/>
        </p:spPr>
      </p:sp>
      <p:sp>
        <p:nvSpPr>
          <p:cNvPr id="4" name="Shape 2"/>
          <p:cNvSpPr/>
          <p:nvPr/>
        </p:nvSpPr>
        <p:spPr>
          <a:xfrm>
            <a:off x="914400" y="2724150"/>
            <a:ext cx="114300" cy="2838450"/>
          </a:xfrm>
          <a:prstGeom prst="roundRect">
            <a:avLst>
              <a:gd name="adj" fmla="val 50000"/>
            </a:avLst>
          </a:prstGeom>
          <a:solidFill>
            <a:srgbClr val="FFB454"/>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FFB454"/>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FFB454"/>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40" kern="0">
                <a:solidFill>
                  <a:srgbClr val="F3EEE3"/>
                </a:solidFill>
                <a:latin typeface="Be Vietnam Pro Medium" pitchFamily="34" charset="0"/>
                <a:ea typeface="Be Vietnam Pro Medium" pitchFamily="34" charset="-122"/>
                <a:cs typeface="Be Vietnam Pro Medium" pitchFamily="34" charset="-120"/>
              </a:rPr>
              <a:t>"Turns</a:t>
            </a:r>
            <a:r>
              <a:rPr lang="en-US" sz="2550" dirty="0" spc="-18" kern="0">
                <a:solidFill>
                  <a:srgbClr val="F3EEE3"/>
                </a:solidFill>
                <a:latin typeface="Be Vietnam Pro Medium" pitchFamily="34" charset="0"/>
                <a:ea typeface="Be Vietnam Pro Medium" pitchFamily="34" charset="-122"/>
                <a:cs typeface="Be Vietnam Pro Medium" pitchFamily="34" charset="-120"/>
              </a:rPr>
              <a:t> any</a:t>
            </a:r>
            <a:r>
              <a:rPr lang="en-US" sz="2550" dirty="0" spc="-2" kern="0">
                <a:solidFill>
                  <a:srgbClr val="F3EEE3"/>
                </a:solidFill>
                <a:latin typeface="Be Vietnam Pro Medium" pitchFamily="34" charset="0"/>
                <a:ea typeface="Be Vietnam Pro Medium" pitchFamily="34" charset="-122"/>
                <a:cs typeface="Be Vietnam Pro Medium" pitchFamily="34" charset="-120"/>
              </a:rPr>
              <a:t> idea</a:t>
            </a:r>
            <a:r>
              <a:rPr lang="en-US" sz="2550" dirty="0" spc="-18" kern="0">
                <a:solidFill>
                  <a:srgbClr val="F3EEE3"/>
                </a:solidFill>
                <a:latin typeface="Be Vietnam Pro Medium" pitchFamily="34" charset="0"/>
                <a:ea typeface="Be Vietnam Pro Medium" pitchFamily="34" charset="-122"/>
                <a:cs typeface="Be Vietnam Pro Medium" pitchFamily="34" charset="-120"/>
              </a:rPr>
              <a:t> into</a:t>
            </a:r>
            <a:r>
              <a:rPr lang="en-US" sz="2550" dirty="0" spc="-1" kern="0">
                <a:solidFill>
                  <a:srgbClr val="F3EEE3"/>
                </a:solidFill>
                <a:latin typeface="Be Vietnam Pro Medium" pitchFamily="34" charset="0"/>
                <a:ea typeface="Be Vietnam Pro Medium" pitchFamily="34" charset="-122"/>
                <a:cs typeface="Be Vietnam Pro Medium" pitchFamily="34" charset="-120"/>
              </a:rPr>
              <a:t> a</a:t>
            </a:r>
            <a:r>
              <a:rPr lang="en-US" sz="2550" dirty="0" spc="-8" kern="0">
                <a:solidFill>
                  <a:srgbClr val="F3EEE3"/>
                </a:solidFill>
                <a:latin typeface="Be Vietnam Pro Medium" pitchFamily="34" charset="0"/>
                <a:ea typeface="Be Vietnam Pro Medium" pitchFamily="34" charset="-122"/>
                <a:cs typeface="Be Vietnam Pro Medium" pitchFamily="34" charset="-120"/>
              </a:rPr>
              <a:t> diagram"</a:t>
            </a:r>
            <a:r>
              <a:rPr lang="en-US" sz="2550" dirty="0" spc="4" kern="0">
                <a:solidFill>
                  <a:srgbClr val="F3EEE3"/>
                </a:solidFill>
                <a:latin typeface="Be Vietnam Pro Medium" pitchFamily="34" charset="0"/>
                <a:ea typeface="Be Vietnam Pro Medium" pitchFamily="34" charset="-122"/>
                <a:cs typeface="Be Vietnam Pro Medium" pitchFamily="34" charset="-120"/>
              </a:rPr>
              <a:t> ·</a:t>
            </a:r>
            <a:r>
              <a:rPr lang="en-US" sz="2550" dirty="0" spc="-2" kern="0">
                <a:solidFill>
                  <a:srgbClr val="F3EEE3"/>
                </a:solidFill>
                <a:latin typeface="Be Vietnam Pro Medium" pitchFamily="34" charset="0"/>
                <a:ea typeface="Be Vietnam Pro Medium" pitchFamily="34" charset="-122"/>
                <a:cs typeface="Be Vietnam Pro Medium" pitchFamily="34" charset="-120"/>
              </a:rPr>
              <a:t> 88k</a:t>
            </a:r>
            <a:r>
              <a:rPr lang="en-US" sz="2550" dirty="0" spc="-5" kern="0">
                <a:solidFill>
                  <a:srgbClr val="F3EEE3"/>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1E212B"/>
          </a:solidFill>
          <a:ln/>
        </p:spPr>
      </p:sp>
      <p:sp>
        <p:nvSpPr>
          <p:cNvPr id="8" name="Shape 6"/>
          <p:cNvSpPr/>
          <p:nvPr/>
        </p:nvSpPr>
        <p:spPr>
          <a:xfrm>
            <a:off x="9277350" y="2724150"/>
            <a:ext cx="114300" cy="2838450"/>
          </a:xfrm>
          <a:prstGeom prst="roundRect">
            <a:avLst>
              <a:gd name="adj" fmla="val 50000"/>
            </a:avLst>
          </a:prstGeom>
          <a:solidFill>
            <a:srgbClr val="3DD6A0"/>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3DD6A0"/>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3DD6A0"/>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5" kern="0">
                <a:solidFill>
                  <a:srgbClr val="F3EEE3"/>
                </a:solidFill>
                <a:latin typeface="Be Vietnam Pro Medium" pitchFamily="34" charset="0"/>
                <a:ea typeface="Be Vietnam Pro Medium" pitchFamily="34" charset="-122"/>
                <a:cs typeface="Be Vietnam Pro Medium" pitchFamily="34" charset="-120"/>
              </a:rPr>
              <a:t>Agent</a:t>
            </a:r>
            <a:r>
              <a:rPr lang="en-US" sz="2550" dirty="0" spc="-21" kern="0">
                <a:solidFill>
                  <a:srgbClr val="F3EEE3"/>
                </a:solidFill>
                <a:latin typeface="Be Vietnam Pro Medium" pitchFamily="34" charset="0"/>
                <a:ea typeface="Be Vietnam Pro Medium" pitchFamily="34" charset="-122"/>
                <a:cs typeface="Be Vietnam Pro Medium" pitchFamily="34" charset="-120"/>
              </a:rPr>
              <a:t> vẽ</a:t>
            </a:r>
            <a:r>
              <a:rPr lang="en-US" sz="2550" dirty="0" spc="-10" kern="0">
                <a:solidFill>
                  <a:srgbClr val="F3EEE3"/>
                </a:solidFill>
                <a:latin typeface="Be Vietnam Pro Medium" pitchFamily="34" charset="0"/>
                <a:ea typeface="Be Vietnam Pro Medium" pitchFamily="34" charset="-122"/>
                <a:cs typeface="Be Vietnam Pro Medium" pitchFamily="34" charset="-120"/>
              </a:rPr>
              <a:t> sơ</a:t>
            </a:r>
            <a:r>
              <a:rPr lang="en-US" sz="2550" dirty="0" spc="17" kern="0">
                <a:solidFill>
                  <a:srgbClr val="F3EEE3"/>
                </a:solidFill>
                <a:latin typeface="Be Vietnam Pro Medium" pitchFamily="34" charset="0"/>
                <a:ea typeface="Be Vietnam Pro Medium" pitchFamily="34" charset="-122"/>
                <a:cs typeface="Be Vietnam Pro Medium" pitchFamily="34" charset="-120"/>
              </a:rPr>
              <a:t> đồ</a:t>
            </a:r>
            <a:r>
              <a:rPr lang="en-US" sz="2550" dirty="0" spc="0" kern="0">
                <a:solidFill>
                  <a:srgbClr val="F3EEE3"/>
                </a:solidFill>
                <a:latin typeface="Be Vietnam Pro Medium" pitchFamily="34" charset="0"/>
                <a:ea typeface="Be Vietnam Pro Medium" pitchFamily="34" charset="-122"/>
                <a:cs typeface="Be Vietnam Pro Medium" pitchFamily="34" charset="-120"/>
              </a:rPr>
              <a:t> từ</a:t>
            </a:r>
            <a:r>
              <a:rPr lang="en-US" sz="2550" dirty="0" spc="2" kern="0">
                <a:solidFill>
                  <a:srgbClr val="F3EEE3"/>
                </a:solidFill>
                <a:latin typeface="Be Vietnam Pro Medium" pitchFamily="34" charset="0"/>
                <a:ea typeface="Be Vietnam Pro Medium" pitchFamily="34" charset="-122"/>
                <a:cs typeface="Be Vietnam Pro Medium" pitchFamily="34" charset="-120"/>
              </a:rPr>
              <a:t> mô</a:t>
            </a:r>
            <a:r>
              <a:rPr lang="en-US" sz="2550" dirty="0" spc="-15" kern="0">
                <a:solidFill>
                  <a:srgbClr val="F3EEE3"/>
                </a:solidFill>
                <a:latin typeface="Be Vietnam Pro Medium" pitchFamily="34" charset="0"/>
                <a:ea typeface="Be Vietnam Pro Medium" pitchFamily="34" charset="-122"/>
                <a:cs typeface="Be Vietnam Pro Medium" pitchFamily="34" charset="-120"/>
              </a:rPr>
              <a:t> tả</a:t>
            </a:r>
            <a:r>
              <a:rPr lang="en-US" sz="2550" dirty="0" spc="-4" kern="0">
                <a:solidFill>
                  <a:srgbClr val="F3EEE3"/>
                </a:solidFill>
                <a:latin typeface="Be Vietnam Pro Medium" pitchFamily="34" charset="0"/>
                <a:ea typeface="Be Vietnam Pro Medium" pitchFamily="34" charset="-122"/>
                <a:cs typeface="Be Vietnam Pro Medium" pitchFamily="34" charset="-120"/>
              </a:rPr>
              <a:t> hoặc</a:t>
            </a:r>
            <a:r>
              <a:rPr lang="en-US" sz="2550" dirty="0" spc="-1" kern="0">
                <a:solidFill>
                  <a:srgbClr val="F3EEE3"/>
                </a:solidFill>
                <a:latin typeface="Be Vietnam Pro Medium" pitchFamily="34" charset="0"/>
                <a:ea typeface="Be Vietnam Pro Medium" pitchFamily="34" charset="-122"/>
                <a:cs typeface="Be Vietnam Pro Medium" pitchFamily="34" charset="-120"/>
              </a:rPr>
              <a:t> từ</a:t>
            </a:r>
            <a:r>
              <a:rPr lang="en-US" sz="2550" dirty="0" spc="-16" kern="0">
                <a:solidFill>
                  <a:srgbClr val="F3EEE3"/>
                </a:solidFill>
                <a:latin typeface="Be Vietnam Pro Medium" pitchFamily="34" charset="0"/>
                <a:ea typeface="Be Vietnam Pro Medium" pitchFamily="34" charset="-122"/>
                <a:cs typeface="Be Vietnam Pro Medium" pitchFamily="34" charset="-120"/>
              </a:rPr>
              <a:t> repo;</a:t>
            </a:r>
            <a:r>
              <a:rPr lang="en-US" sz="2550" dirty="0" spc="-9" kern="0">
                <a:solidFill>
                  <a:srgbClr val="F3EEE3"/>
                </a:solidFill>
                <a:latin typeface="Be Vietnam Pro Medium" pitchFamily="34" charset="0"/>
                <a:ea typeface="Be Vietnam Pro Medium" pitchFamily="34" charset="-122"/>
                <a:cs typeface="Be Vietnam Pro Medium" pitchFamily="34" charset="-120"/>
              </a:rPr>
              <a:t> xuất</a:t>
            </a:r>
            <a:r>
              <a:rPr lang="en-US" sz="2550" dirty="0" spc="-5" kern="0">
                <a:solidFill>
                  <a:srgbClr val="F3EEE3"/>
                </a:solidFill>
                <a:latin typeface="Be Vietnam Pro Medium" pitchFamily="34" charset="0"/>
                <a:ea typeface="Be Vietnam Pro Medium" pitchFamily="34" charset="-122"/>
                <a:cs typeface="Be Vietnam Pro Medium" pitchFamily="34" charset="-120"/>
              </a:rPr>
              <a:t> một</a:t>
            </a:r>
            <a:r>
              <a:rPr lang="en-US" sz="2550" dirty="0" spc="3" kern="0">
                <a:solidFill>
                  <a:srgbClr val="F3EEE3"/>
                </a:solidFill>
                <a:latin typeface="Be Vietnam Pro Medium" pitchFamily="34" charset="0"/>
                <a:ea typeface="Be Vietnam Pro Medium" pitchFamily="34" charset="-122"/>
                <a:cs typeface="Be Vietnam Pro Medium" pitchFamily="34" charset="-120"/>
              </a:rPr>
              <a:t> file</a:t>
            </a:r>
            <a:r>
              <a:rPr lang="en-US" sz="2550" dirty="0" spc="0" kern="0">
                <a:solidFill>
                  <a:srgbClr val="F3EEE3"/>
                </a:solidFill>
                <a:latin typeface="Be Vietnam Pro Medium" pitchFamily="34" charset="0"/>
                <a:ea typeface="Be Vietnam Pro Medium" pitchFamily="34" charset="-122"/>
                <a:cs typeface="Be Vietnam Pro Medium" pitchFamily="34" charset="-120"/>
              </a:rPr>
              <a:t> HTML,</a:t>
            </a:r>
            <a:r>
              <a:rPr lang="en-US" sz="2550" dirty="0" spc="-3" kern="0">
                <a:solidFill>
                  <a:srgbClr val="F3EEE3"/>
                </a:solidFill>
                <a:latin typeface="Be Vietnam Pro Medium" pitchFamily="34" charset="0"/>
                <a:ea typeface="Be Vietnam Pro Medium" pitchFamily="34" charset="-122"/>
                <a:cs typeface="Be Vietnam Pro Medium" pitchFamily="34" charset="-120"/>
              </a:rPr>
              <a:t> ảnh</a:t>
            </a:r>
            <a:r>
              <a:rPr lang="en-US" sz="2550" dirty="0" spc="-2" kern="0">
                <a:solidFill>
                  <a:srgbClr val="F3EEE3"/>
                </a:solidFill>
                <a:latin typeface="Be Vietnam Pro Medium" pitchFamily="34" charset="0"/>
                <a:ea typeface="Be Vietnam Pro Medium" pitchFamily="34" charset="-122"/>
                <a:cs typeface="Be Vietnam Pro Medium" pitchFamily="34" charset="-120"/>
              </a:rPr>
              <a:t> PNG,</a:t>
            </a:r>
            <a:r>
              <a:rPr lang="en-US" sz="2550" dirty="0" spc="-22" kern="0">
                <a:solidFill>
                  <a:srgbClr val="F3EEE3"/>
                </a:solidFill>
                <a:latin typeface="Be Vietnam Pro Medium" pitchFamily="34" charset="0"/>
                <a:ea typeface="Be Vietnam Pro Medium" pitchFamily="34" charset="-122"/>
                <a:cs typeface="Be Vietnam Pro Medium" pitchFamily="34" charset="-120"/>
              </a:rPr>
              <a:t> WebP,</a:t>
            </a:r>
            <a:r>
              <a:rPr lang="en-US" sz="2550" dirty="0" spc="-2" kern="0">
                <a:solidFill>
                  <a:srgbClr val="F3EEE3"/>
                </a:solidFill>
                <a:latin typeface="Be Vietnam Pro Medium" pitchFamily="34" charset="0"/>
                <a:ea typeface="Be Vietnam Pro Medium" pitchFamily="34" charset="-122"/>
                <a:cs typeface="Be Vietnam Pro Medium" pitchFamily="34" charset="-120"/>
              </a:rPr>
              <a:t> JPG</a:t>
            </a:r>
            <a:r>
              <a:rPr lang="en-US" sz="2550" dirty="0" spc="-4" kern="0">
                <a:solidFill>
                  <a:srgbClr val="F3EEE3"/>
                </a:solidFill>
                <a:latin typeface="Be Vietnam Pro Medium" pitchFamily="34" charset="0"/>
                <a:ea typeface="Be Vietnam Pro Medium" pitchFamily="34" charset="-122"/>
                <a:cs typeface="Be Vietnam Pro Medium" pitchFamily="34" charset="-120"/>
              </a:rPr>
              <a:t> hoặc</a:t>
            </a:r>
            <a:r>
              <a:rPr lang="en-US" sz="2550" dirty="0" spc="-1" kern="0">
                <a:solidFill>
                  <a:srgbClr val="F3EEE3"/>
                </a:solidFill>
                <a:latin typeface="Be Vietnam Pro Medium" pitchFamily="34" charset="0"/>
                <a:ea typeface="Be Vietnam Pro Medium" pitchFamily="34" charset="-122"/>
                <a:cs typeface="Be Vietnam Pro Medium" pitchFamily="34" charset="-120"/>
              </a:rPr>
              <a:t> PDF.</a:t>
            </a:r>
            <a:endParaRPr lang="en-US" sz="2550" dirty="0"/>
          </a:p>
        </p:txBody>
      </p:sp>
      <p:sp>
        <p:nvSpPr>
          <p:cNvPr id="11" name="Shape 9"/>
          <p:cNvSpPr/>
          <p:nvPr/>
        </p:nvSpPr>
        <p:spPr>
          <a:xfrm>
            <a:off x="914400" y="5829300"/>
            <a:ext cx="8096250" cy="2838450"/>
          </a:xfrm>
          <a:prstGeom prst="roundRect">
            <a:avLst>
              <a:gd name="adj" fmla="val 8054"/>
            </a:avLst>
          </a:prstGeom>
          <a:solidFill>
            <a:srgbClr val="1E212B"/>
          </a:solidFill>
          <a:ln/>
        </p:spPr>
      </p:sp>
      <p:sp>
        <p:nvSpPr>
          <p:cNvPr id="12" name="Shape 10"/>
          <p:cNvSpPr/>
          <p:nvPr/>
        </p:nvSpPr>
        <p:spPr>
          <a:xfrm>
            <a:off x="914400" y="5829300"/>
            <a:ext cx="114300" cy="2838450"/>
          </a:xfrm>
          <a:prstGeom prst="roundRect">
            <a:avLst>
              <a:gd name="adj" fmla="val 50000"/>
            </a:avLst>
          </a:prstGeom>
          <a:solidFill>
            <a:srgbClr val="FF6A4D"/>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FF6A4D"/>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FF6A4D"/>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6" kern="0">
                <a:solidFill>
                  <a:srgbClr val="F3EEE3"/>
                </a:solidFill>
                <a:latin typeface="Be Vietnam Pro Medium" pitchFamily="34" charset="0"/>
                <a:ea typeface="Be Vietnam Pro Medium" pitchFamily="34" charset="-122"/>
                <a:cs typeface="Be Vietnam Pro Medium" pitchFamily="34" charset="-120"/>
              </a:rPr>
              <a:t>npx</a:t>
            </a:r>
            <a:r>
              <a:rPr lang="en-US" sz="2550" dirty="0" spc="0" kern="0">
                <a:solidFill>
                  <a:srgbClr val="F3EEE3"/>
                </a:solidFill>
                <a:latin typeface="Be Vietnam Pro Medium" pitchFamily="34" charset="0"/>
                <a:ea typeface="Be Vietnam Pro Medium" pitchFamily="34" charset="-122"/>
                <a:cs typeface="Be Vietnam Pro Medium" pitchFamily="34" charset="-120"/>
              </a:rPr>
              <a:t> skills</a:t>
            </a:r>
            <a:r>
              <a:rPr lang="en-US" sz="2550" dirty="0" spc="-1" kern="0">
                <a:solidFill>
                  <a:srgbClr val="F3EEE3"/>
                </a:solidFill>
                <a:latin typeface="Be Vietnam Pro Medium" pitchFamily="34" charset="0"/>
                <a:ea typeface="Be Vietnam Pro Medium" pitchFamily="34" charset="-122"/>
                <a:cs typeface="Be Vietnam Pro Medium" pitchFamily="34" charset="-120"/>
              </a:rPr>
              <a:t> add</a:t>
            </a:r>
            <a:r>
              <a:rPr lang="en-US" sz="2550" dirty="0" spc="-15" kern="0">
                <a:solidFill>
                  <a:srgbClr val="F3EEE3"/>
                </a:solidFill>
                <a:latin typeface="Be Vietnam Pro Medium" pitchFamily="34" charset="0"/>
                <a:ea typeface="Be Vietnam Pro Medium" pitchFamily="34" charset="-122"/>
                <a:cs typeface="Be Vietnam Pro Medium" pitchFamily="34" charset="-120"/>
              </a:rPr>
              <a:t> tt-a1i/archify</a:t>
            </a:r>
            <a:r>
              <a:rPr lang="en-US" sz="2550" dirty="0" spc="0" kern="0">
                <a:solidFill>
                  <a:srgbClr val="F3EEE3"/>
                </a:solidFill>
                <a:latin typeface="Be Vietnam Pro Medium" pitchFamily="34" charset="0"/>
                <a:ea typeface="Be Vietnam Pro Medium" pitchFamily="34" charset="-122"/>
                <a:cs typeface="Be Vietnam Pro Medium" pitchFamily="34" charset="-120"/>
              </a:rPr>
              <a:t> -g</a:t>
            </a:r>
            <a:endParaRPr lang="en-US" sz="2550" dirty="0"/>
          </a:p>
        </p:txBody>
      </p:sp>
      <p:sp>
        <p:nvSpPr>
          <p:cNvPr id="15" name="Shape 13"/>
          <p:cNvSpPr/>
          <p:nvPr/>
        </p:nvSpPr>
        <p:spPr>
          <a:xfrm>
            <a:off x="9277350" y="5829300"/>
            <a:ext cx="8096250" cy="2838450"/>
          </a:xfrm>
          <a:prstGeom prst="roundRect">
            <a:avLst>
              <a:gd name="adj" fmla="val 8054"/>
            </a:avLst>
          </a:prstGeom>
          <a:solidFill>
            <a:srgbClr val="1E212B"/>
          </a:solidFill>
          <a:ln/>
        </p:spPr>
      </p:sp>
      <p:sp>
        <p:nvSpPr>
          <p:cNvPr id="16" name="Shape 14"/>
          <p:cNvSpPr/>
          <p:nvPr/>
        </p:nvSpPr>
        <p:spPr>
          <a:xfrm>
            <a:off x="9277350" y="5829300"/>
            <a:ext cx="114300" cy="2838450"/>
          </a:xfrm>
          <a:prstGeom prst="roundRect">
            <a:avLst>
              <a:gd name="adj" fmla="val 50000"/>
            </a:avLst>
          </a:prstGeom>
          <a:solidFill>
            <a:srgbClr val="7C93FF"/>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7C93FF"/>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F3EEE3"/>
                </a:solidFill>
                <a:latin typeface="Be Vietnam Pro Medium" pitchFamily="34" charset="0"/>
                <a:ea typeface="Be Vietnam Pro Medium" pitchFamily="34" charset="-122"/>
                <a:cs typeface="Be Vietnam Pro Medium" pitchFamily="34" charset="-120"/>
              </a:rPr>
              <a:t>Dịch</a:t>
            </a:r>
            <a:r>
              <a:rPr lang="en-US" sz="2550" dirty="0" spc="-1" kern="0">
                <a:solidFill>
                  <a:srgbClr val="F3EEE3"/>
                </a:solidFill>
                <a:latin typeface="Be Vietnam Pro Medium" pitchFamily="34" charset="0"/>
                <a:ea typeface="Be Vietnam Pro Medium" pitchFamily="34" charset="-122"/>
                <a:cs typeface="Be Vietnam Pro Medium" pitchFamily="34" charset="-120"/>
              </a:rPr>
              <a:t> vụ</a:t>
            </a:r>
            <a:r>
              <a:rPr lang="en-US" sz="2550" dirty="0" spc="10" kern="0">
                <a:solidFill>
                  <a:srgbClr val="F3EEE3"/>
                </a:solidFill>
                <a:latin typeface="Be Vietnam Pro Medium" pitchFamily="34" charset="0"/>
                <a:ea typeface="Be Vietnam Pro Medium" pitchFamily="34" charset="-122"/>
                <a:cs typeface="Be Vietnam Pro Medium" pitchFamily="34" charset="-120"/>
              </a:rPr>
              <a:t> trực</a:t>
            </a:r>
            <a:r>
              <a:rPr lang="en-US" sz="2550" dirty="0" spc="-17" kern="0">
                <a:solidFill>
                  <a:srgbClr val="F3EEE3"/>
                </a:solidFill>
                <a:latin typeface="Be Vietnam Pro Medium" pitchFamily="34" charset="0"/>
                <a:ea typeface="Be Vietnam Pro Medium" pitchFamily="34" charset="-122"/>
                <a:cs typeface="Be Vietnam Pro Medium" pitchFamily="34" charset="-120"/>
              </a:rPr>
              <a:t> tuyến</a:t>
            </a:r>
            <a:r>
              <a:rPr lang="en-US" sz="2550" dirty="0" spc="-7" kern="0">
                <a:solidFill>
                  <a:srgbClr val="F3EEE3"/>
                </a:solidFill>
                <a:latin typeface="Be Vietnam Pro Medium" pitchFamily="34" charset="0"/>
                <a:ea typeface="Be Vietnam Pro Medium" pitchFamily="34" charset="-122"/>
                <a:cs typeface="Be Vietnam Pro Medium" pitchFamily="34" charset="-120"/>
              </a:rPr>
              <a:t> bên</a:t>
            </a:r>
            <a:r>
              <a:rPr lang="en-US" sz="2550" dirty="0" spc="-1" kern="0">
                <a:solidFill>
                  <a:srgbClr val="F3EEE3"/>
                </a:solidFill>
                <a:latin typeface="Be Vietnam Pro Medium" pitchFamily="34" charset="0"/>
                <a:ea typeface="Be Vietnam Pro Medium" pitchFamily="34" charset="-122"/>
                <a:cs typeface="Be Vietnam Pro Medium" pitchFamily="34" charset="-120"/>
              </a:rPr>
              <a:t> thứ</a:t>
            </a:r>
            <a:r>
              <a:rPr lang="en-US" sz="2550" dirty="0" spc="-5" kern="0">
                <a:solidFill>
                  <a:srgbClr val="F3EEE3"/>
                </a:solidFill>
                <a:latin typeface="Be Vietnam Pro Medium" pitchFamily="34" charset="0"/>
                <a:ea typeface="Be Vietnam Pro Medium" pitchFamily="34" charset="-122"/>
                <a:cs typeface="Be Vietnam Pro Medium" pitchFamily="34" charset="-120"/>
              </a:rPr>
              <a:t> ba</a:t>
            </a:r>
            <a:r>
              <a:rPr lang="en-US" sz="2550" dirty="0" spc="-21" kern="0">
                <a:solidFill>
                  <a:srgbClr val="F3EEE3"/>
                </a:solidFill>
                <a:latin typeface="Be Vietnam Pro Medium" pitchFamily="34" charset="0"/>
                <a:ea typeface="Be Vietnam Pro Medium" pitchFamily="34" charset="-122"/>
                <a:cs typeface="Be Vietnam Pro Medium" pitchFamily="34" charset="-120"/>
              </a:rPr>
              <a:t> và</a:t>
            </a:r>
            <a:r>
              <a:rPr lang="en-US" sz="2550" dirty="0" spc="-8" kern="0">
                <a:solidFill>
                  <a:srgbClr val="F3EEE3"/>
                </a:solidFill>
                <a:latin typeface="Be Vietnam Pro Medium" pitchFamily="34" charset="0"/>
                <a:ea typeface="Be Vietnam Pro Medium" pitchFamily="34" charset="-122"/>
                <a:cs typeface="Be Vietnam Pro Medium" pitchFamily="34" charset="-120"/>
              </a:rPr>
              <a:t> gói</a:t>
            </a:r>
            <a:r>
              <a:rPr lang="en-US" sz="2550" dirty="0" spc="-22" kern="0">
                <a:solidFill>
                  <a:srgbClr val="F3EEE3"/>
                </a:solidFill>
                <a:latin typeface="Be Vietnam Pro Medium" pitchFamily="34" charset="0"/>
                <a:ea typeface="Be Vietnam Pro Medium" pitchFamily="34" charset="-122"/>
                <a:cs typeface="Be Vietnam Pro Medium" pitchFamily="34" charset="-120"/>
              </a:rPr>
              <a:t> trả</a:t>
            </a:r>
            <a:r>
              <a:rPr lang="en-US" sz="2550" dirty="0" spc="-2" kern="0">
                <a:solidFill>
                  <a:srgbClr val="F3EEE3"/>
                </a:solidFill>
                <a:latin typeface="Be Vietnam Pro Medium" pitchFamily="34" charset="0"/>
                <a:ea typeface="Be Vietnam Pro Medium" pitchFamily="34" charset="-122"/>
                <a:cs typeface="Be Vietnam Pro Medium" pitchFamily="34" charset="-120"/>
              </a:rPr>
              <a:t> phí</a:t>
            </a:r>
            <a:r>
              <a:rPr lang="en-US" sz="2550" dirty="0" spc="-3" kern="0">
                <a:solidFill>
                  <a:srgbClr val="F3EEE3"/>
                </a:solidFill>
                <a:latin typeface="Be Vietnam Pro Medium" pitchFamily="34" charset="0"/>
                <a:ea typeface="Be Vietnam Pro Medium" pitchFamily="34" charset="-122"/>
                <a:cs typeface="Be Vietnam Pro Medium" pitchFamily="34" charset="-120"/>
              </a:rPr>
              <a:t> không</a:t>
            </a:r>
            <a:r>
              <a:rPr lang="en-US" sz="2550" dirty="0" spc="-2" kern="0">
                <a:solidFill>
                  <a:srgbClr val="F3EEE3"/>
                </a:solidFill>
                <a:latin typeface="Be Vietnam Pro Medium" pitchFamily="34" charset="0"/>
                <a:ea typeface="Be Vietnam Pro Medium" pitchFamily="34" charset="-122"/>
                <a:cs typeface="Be Vietnam Pro Medium" pitchFamily="34" charset="-120"/>
              </a:rPr>
              <a:t> thuộc</a:t>
            </a:r>
            <a:r>
              <a:rPr lang="en-US" sz="2550" dirty="0" spc="0" kern="0">
                <a:solidFill>
                  <a:srgbClr val="F3EEE3"/>
                </a:solidFill>
                <a:latin typeface="Be Vietnam Pro Medium" pitchFamily="34" charset="0"/>
                <a:ea typeface="Be Vietnam Pro Medium" pitchFamily="34" charset="-122"/>
                <a:cs typeface="Be Vietnam Pro Medium" pitchFamily="34" charset="-120"/>
              </a:rPr>
              <a:t> dự</a:t>
            </a:r>
            <a:r>
              <a:rPr lang="en-US" sz="2550" dirty="0" spc="-3" kern="0">
                <a:solidFill>
                  <a:srgbClr val="F3EEE3"/>
                </a:solidFill>
                <a:latin typeface="Be Vietnam Pro Medium" pitchFamily="34" charset="0"/>
                <a:ea typeface="Be Vietnam Pro Medium" pitchFamily="34" charset="-122"/>
                <a:cs typeface="Be Vietnam Pro Medium" pitchFamily="34" charset="-120"/>
              </a:rPr>
              <a:t> án,</a:t>
            </a:r>
            <a:r>
              <a:rPr lang="en-US" sz="2550" dirty="0" spc="-4" kern="0">
                <a:solidFill>
                  <a:srgbClr val="F3EEE3"/>
                </a:solidFill>
                <a:latin typeface="Be Vietnam Pro Medium" pitchFamily="34" charset="0"/>
                <a:ea typeface="Be Vietnam Pro Medium" pitchFamily="34" charset="-122"/>
                <a:cs typeface="Be Vietnam Pro Medium" pitchFamily="34" charset="-120"/>
              </a:rPr>
              <a:t> theo</a:t>
            </a:r>
            <a:r>
              <a:rPr lang="en-US" sz="2550" dirty="0" spc="1" kern="0">
                <a:solidFill>
                  <a:srgbClr val="F3EEE3"/>
                </a:solidFill>
                <a:latin typeface="Be Vietnam Pro Medium" pitchFamily="34" charset="0"/>
                <a:ea typeface="Be Vietnam Pro Medium" pitchFamily="34" charset="-122"/>
                <a:cs typeface="Be Vietnam Pro Medium" pitchFamily="34" charset="-120"/>
              </a:rPr>
              <a:t> README.</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1" kern="0">
                <a:solidFill>
                  <a:srgbClr val="9AA0B5"/>
                </a:solidFill>
                <a:latin typeface="Be Vietnam Pro" pitchFamily="34" charset="0"/>
                <a:ea typeface="Be Vietnam Pro" pitchFamily="34" charset="-122"/>
                <a:cs typeface="Be Vietnam Pro" pitchFamily="34" charset="-120"/>
              </a:rPr>
              <a:t> [S22]</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64838" y="9564832"/>
            <a:ext cx="110836" cy="110836"/>
          </a:xfrm>
          <a:prstGeom prst="ellipse">
            <a:avLst/>
          </a:prstGeom>
          <a:solidFill>
            <a:srgbClr val="FF6A4D"/>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 33/55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0e31f2b0-e7b0-4567-be29-6b815c902d9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Impeccable:</a:t>
            </a:r>
            <a:r>
              <a:rPr lang="en-US" sz="5700" dirty="0" spc="-27" kern="0">
                <a:solidFill>
                  <a:srgbClr val="F3EEE3"/>
                </a:solidFill>
                <a:latin typeface="Bricolage Grotesque ExtraBold" pitchFamily="34" charset="0"/>
                <a:ea typeface="Bricolage Grotesque ExtraBold" pitchFamily="34" charset="-122"/>
                <a:cs typeface="Bricolage Grotesque ExtraBold" pitchFamily="34" charset="-120"/>
              </a:rPr>
              <a:t> ngôn</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ngữ</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thiết</a:t>
            </a:r>
            <a:r>
              <a:rPr lang="en-US" sz="5700" dirty="0" spc="-48" kern="0">
                <a:solidFill>
                  <a:srgbClr val="F3EEE3"/>
                </a:solidFill>
                <a:latin typeface="Bricolage Grotesque ExtraBold" pitchFamily="34" charset="0"/>
                <a:ea typeface="Bricolage Grotesque ExtraBold" pitchFamily="34" charset="-122"/>
                <a:cs typeface="Bricolage Grotesque ExtraBold" pitchFamily="34" charset="-120"/>
              </a:rPr>
              <a:t> kế</a:t>
            </a:r>
            <a:r>
              <a:rPr lang="en-US" sz="5700" dirty="0" spc="-65"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quy</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tắc</a:t>
            </a:r>
            <a:r>
              <a:rPr lang="en-US" sz="5700" dirty="0" spc="-7" kern="0">
                <a:solidFill>
                  <a:srgbClr val="F3EEE3"/>
                </a:solidFill>
                <a:latin typeface="Bricolage Grotesque ExtraBold" pitchFamily="34" charset="0"/>
                <a:ea typeface="Bricolage Grotesque ExtraBold" pitchFamily="34" charset="-122"/>
                <a:cs typeface="Bricolage Grotesque ExtraBold" pitchFamily="34" charset="-120"/>
              </a:rPr>
              <a:t> bắt</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dấu</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hiệu</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AI</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FFB454"/>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FFB454"/>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56" kern="0">
                <a:solidFill>
                  <a:srgbClr val="F3EEE3"/>
                </a:solidFill>
                <a:latin typeface="Be Vietnam Pro" pitchFamily="34" charset="0"/>
                <a:ea typeface="Be Vietnam Pro" pitchFamily="34" charset="-122"/>
                <a:cs typeface="Be Vietnam Pro" pitchFamily="34" charset="-120"/>
              </a:rPr>
              <a:t>"A</a:t>
            </a:r>
            <a:r>
              <a:rPr lang="en-US" sz="2700" dirty="0" spc="-1" kern="0">
                <a:solidFill>
                  <a:srgbClr val="F3EEE3"/>
                </a:solidFill>
                <a:latin typeface="Be Vietnam Pro" pitchFamily="34" charset="0"/>
                <a:ea typeface="Be Vietnam Pro" pitchFamily="34" charset="-122"/>
                <a:cs typeface="Be Vietnam Pro" pitchFamily="34" charset="-120"/>
              </a:rPr>
              <a:t> design</a:t>
            </a:r>
            <a:r>
              <a:rPr lang="en-US" sz="2700" dirty="0" spc="-7" kern="0">
                <a:solidFill>
                  <a:srgbClr val="F3EEE3"/>
                </a:solidFill>
                <a:latin typeface="Be Vietnam Pro" pitchFamily="34" charset="0"/>
                <a:ea typeface="Be Vietnam Pro" pitchFamily="34" charset="-122"/>
                <a:cs typeface="Be Vietnam Pro" pitchFamily="34" charset="-120"/>
              </a:rPr>
              <a:t> language</a:t>
            </a:r>
            <a:r>
              <a:rPr lang="en-US" sz="2700" dirty="0" spc="-23" kern="0">
                <a:solidFill>
                  <a:srgbClr val="F3EEE3"/>
                </a:solidFill>
                <a:latin typeface="Be Vietnam Pro" pitchFamily="34" charset="0"/>
                <a:ea typeface="Be Vietnam Pro" pitchFamily="34" charset="-122"/>
                <a:cs typeface="Be Vietnam Pro" pitchFamily="34" charset="-120"/>
              </a:rPr>
              <a:t> for</a:t>
            </a:r>
            <a:r>
              <a:rPr lang="en-US" sz="2700" dirty="0" spc="0" kern="0">
                <a:solidFill>
                  <a:srgbClr val="F3EEE3"/>
                </a:solidFill>
                <a:latin typeface="Be Vietnam Pro" pitchFamily="34" charset="0"/>
                <a:ea typeface="Be Vietnam Pro" pitchFamily="34" charset="-122"/>
                <a:cs typeface="Be Vietnam Pro" pitchFamily="34" charset="-120"/>
              </a:rPr>
              <a:t> Claude"</a:t>
            </a:r>
            <a:r>
              <a:rPr lang="en-US" sz="2700" dirty="0" spc="-1" kern="0">
                <a:solidFill>
                  <a:srgbClr val="F3EEE3"/>
                </a:solidFill>
                <a:latin typeface="Be Vietnam Pro" pitchFamily="34" charset="0"/>
                <a:ea typeface="Be Vietnam Pro" pitchFamily="34" charset="-122"/>
                <a:cs typeface="Be Vietnam Pro" pitchFamily="34" charset="-120"/>
              </a:rPr>
              <a:t> ·</a:t>
            </a:r>
            <a:r>
              <a:rPr lang="en-US" sz="2700" dirty="0" spc="-3" kern="0">
                <a:solidFill>
                  <a:srgbClr val="F3EEE3"/>
                </a:solidFill>
                <a:latin typeface="Be Vietnam Pro" pitchFamily="34" charset="0"/>
                <a:ea typeface="Be Vietnam Pro" pitchFamily="34" charset="-122"/>
                <a:cs typeface="Be Vietnam Pro" pitchFamily="34" charset="-120"/>
              </a:rPr>
              <a:t> 85k</a:t>
            </a:r>
            <a:r>
              <a:rPr lang="en-US" sz="2700" dirty="0" spc="-10" kern="0">
                <a:solidFill>
                  <a:srgbClr val="F3EEE3"/>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3DD6A0"/>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3DD6A0"/>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3DD6A0"/>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1</a:t>
            </a:r>
            <a:r>
              <a:rPr lang="en-US" sz="2700" dirty="0" spc="0" kern="0">
                <a:solidFill>
                  <a:srgbClr val="F3EEE3"/>
                </a:solidFill>
                <a:latin typeface="Be Vietnam Pro" pitchFamily="34" charset="0"/>
                <a:ea typeface="Be Vietnam Pro" pitchFamily="34" charset="-122"/>
                <a:cs typeface="Be Vietnam Pro" pitchFamily="34" charset="-120"/>
              </a:rPr>
              <a:t> skill,</a:t>
            </a:r>
            <a:r>
              <a:rPr lang="en-US" sz="2700" dirty="0" spc="-29" kern="0">
                <a:solidFill>
                  <a:srgbClr val="F3EEE3"/>
                </a:solidFill>
                <a:latin typeface="Be Vietnam Pro" pitchFamily="34" charset="0"/>
                <a:ea typeface="Be Vietnam Pro" pitchFamily="34" charset="-122"/>
                <a:cs typeface="Be Vietnam Pro" pitchFamily="34" charset="-120"/>
              </a:rPr>
              <a:t> 24</a:t>
            </a:r>
            <a:r>
              <a:rPr lang="en-US" sz="2700" dirty="0" spc="-1" kern="0">
                <a:solidFill>
                  <a:srgbClr val="F3EEE3"/>
                </a:solidFill>
                <a:latin typeface="Be Vietnam Pro" pitchFamily="34" charset="0"/>
                <a:ea typeface="Be Vietnam Pro" pitchFamily="34" charset="-122"/>
                <a:cs typeface="Be Vietnam Pro" pitchFamily="34" charset="-120"/>
              </a:rPr>
              <a:t> lệnh,</a:t>
            </a:r>
            <a:r>
              <a:rPr lang="en-US" sz="2700" dirty="0" spc="-4" kern="0">
                <a:solidFill>
                  <a:srgbClr val="F3EEE3"/>
                </a:solidFill>
                <a:latin typeface="Be Vietnam Pro" pitchFamily="34" charset="0"/>
                <a:ea typeface="Be Vietnam Pro" pitchFamily="34" charset="-122"/>
                <a:cs typeface="Be Vietnam Pro" pitchFamily="34" charset="-120"/>
              </a:rPr>
              <a:t> 62</a:t>
            </a:r>
            <a:r>
              <a:rPr lang="en-US" sz="2700" dirty="0" spc="-1" kern="0">
                <a:solidFill>
                  <a:srgbClr val="F3EEE3"/>
                </a:solidFill>
                <a:latin typeface="Be Vietnam Pro" pitchFamily="34" charset="0"/>
                <a:ea typeface="Be Vietnam Pro" pitchFamily="34" charset="-122"/>
                <a:cs typeface="Be Vietnam Pro" pitchFamily="34" charset="-120"/>
              </a:rPr>
              <a:t> quy</a:t>
            </a:r>
            <a:r>
              <a:rPr lang="en-US" sz="2700" dirty="0" spc="-11" kern="0">
                <a:solidFill>
                  <a:srgbClr val="F3EEE3"/>
                </a:solidFill>
                <a:latin typeface="Be Vietnam Pro" pitchFamily="34" charset="0"/>
                <a:ea typeface="Be Vietnam Pro" pitchFamily="34" charset="-122"/>
                <a:cs typeface="Be Vietnam Pro" pitchFamily="34" charset="-120"/>
              </a:rPr>
              <a:t> tắc phát</a:t>
            </a:r>
            <a:r>
              <a:rPr lang="en-US" sz="2700" dirty="0" spc="-3" kern="0">
                <a:solidFill>
                  <a:srgbClr val="F3EEE3"/>
                </a:solidFill>
                <a:latin typeface="Be Vietnam Pro" pitchFamily="34" charset="0"/>
                <a:ea typeface="Be Vietnam Pro" pitchFamily="34" charset="-122"/>
                <a:cs typeface="Be Vietnam Pro" pitchFamily="34" charset="-120"/>
              </a:rPr>
              <a:t> hiện</a:t>
            </a:r>
            <a:r>
              <a:rPr lang="en-US" sz="2700" dirty="0" spc="-20" kern="0">
                <a:solidFill>
                  <a:srgbClr val="F3EEE3"/>
                </a:solidFill>
                <a:latin typeface="Be Vietnam Pro" pitchFamily="34" charset="0"/>
                <a:ea typeface="Be Vietnam Pro" pitchFamily="34" charset="-122"/>
                <a:cs typeface="Be Vietnam Pro" pitchFamily="34" charset="-120"/>
              </a:rPr>
              <a:t> xác</a:t>
            </a:r>
            <a:r>
              <a:rPr lang="en-US" sz="2700" dirty="0" spc="19" kern="0">
                <a:solidFill>
                  <a:srgbClr val="F3EEE3"/>
                </a:solidFill>
                <a:latin typeface="Be Vietnam Pro" pitchFamily="34" charset="0"/>
                <a:ea typeface="Be Vietnam Pro" pitchFamily="34" charset="-122"/>
                <a:cs typeface="Be Vietnam Pro" pitchFamily="34" charset="-120"/>
              </a:rPr>
              <a:t> định</a:t>
            </a:r>
            <a:r>
              <a:rPr lang="en-US" sz="2700" dirty="0" spc="-1" kern="0">
                <a:solidFill>
                  <a:srgbClr val="F3EEE3"/>
                </a:solidFill>
                <a:latin typeface="Be Vietnam Pro" pitchFamily="34" charset="0"/>
                <a:ea typeface="Be Vietnam Pro" pitchFamily="34" charset="-122"/>
                <a:cs typeface="Be Vietnam Pro" pitchFamily="34" charset="-120"/>
              </a:rPr>
              <a:t> cho</a:t>
            </a:r>
            <a:r>
              <a:rPr lang="en-US" sz="2700" dirty="0" spc="-3" kern="0">
                <a:solidFill>
                  <a:srgbClr val="F3EEE3"/>
                </a:solidFill>
                <a:latin typeface="Be Vietnam Pro" pitchFamily="34" charset="0"/>
                <a:ea typeface="Be Vietnam Pro" pitchFamily="34" charset="-122"/>
                <a:cs typeface="Be Vietnam Pro" pitchFamily="34" charset="-120"/>
              </a:rPr>
              <a:t> giao diện do AI</a:t>
            </a:r>
            <a:r>
              <a:rPr lang="en-US" sz="2700" dirty="0" spc="-2" kern="0">
                <a:solidFill>
                  <a:srgbClr val="F3EEE3"/>
                </a:solidFill>
                <a:latin typeface="Be Vietnam Pro" pitchFamily="34" charset="0"/>
                <a:ea typeface="Be Vietnam Pro" pitchFamily="34" charset="-122"/>
                <a:cs typeface="Be Vietnam Pro" pitchFamily="34" charset="-120"/>
              </a:rPr>
              <a:t> sinh.</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FF6A4D"/>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FF6A4D"/>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FF6A4D"/>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30" kern="0">
                <a:solidFill>
                  <a:srgbClr val="F3EEE3"/>
                </a:solidFill>
                <a:latin typeface="Be Vietnam Pro" pitchFamily="34" charset="0"/>
                <a:ea typeface="Be Vietnam Pro" pitchFamily="34" charset="-122"/>
                <a:cs typeface="Be Vietnam Pro" pitchFamily="34" charset="-120"/>
              </a:rPr>
              <a:t>npx</a:t>
            </a:r>
            <a:r>
              <a:rPr lang="en-US" sz="2700" dirty="0" spc="-2" kern="0">
                <a:solidFill>
                  <a:srgbClr val="F3EEE3"/>
                </a:solidFill>
                <a:latin typeface="Be Vietnam Pro" pitchFamily="34" charset="0"/>
                <a:ea typeface="Be Vietnam Pro" pitchFamily="34" charset="-122"/>
                <a:cs typeface="Be Vietnam Pro" pitchFamily="34" charset="-120"/>
              </a:rPr>
              <a:t> impeccable</a:t>
            </a:r>
            <a:r>
              <a:rPr lang="en-US" sz="2700" dirty="0" spc="-9" kern="0">
                <a:solidFill>
                  <a:srgbClr val="F3EEE3"/>
                </a:solidFill>
                <a:latin typeface="Be Vietnam Pro" pitchFamily="34" charset="0"/>
                <a:ea typeface="Be Vietnam Pro" pitchFamily="34" charset="-122"/>
                <a:cs typeface="Be Vietnam Pro" pitchFamily="34" charset="-120"/>
              </a:rPr>
              <a:t> install,</a:t>
            </a:r>
            <a:r>
              <a:rPr lang="en-US" sz="2700" dirty="0" spc="-29" kern="0">
                <a:solidFill>
                  <a:srgbClr val="F3EEE3"/>
                </a:solidFill>
                <a:latin typeface="Be Vietnam Pro" pitchFamily="34" charset="0"/>
                <a:ea typeface="Be Vietnam Pro" pitchFamily="34" charset="-122"/>
                <a:cs typeface="Be Vietnam Pro" pitchFamily="34" charset="-120"/>
              </a:rPr>
              <a:t> rồi</a:t>
            </a:r>
            <a:r>
              <a:rPr lang="en-US" sz="2700" dirty="0" spc="-2" kern="0">
                <a:solidFill>
                  <a:srgbClr val="F3EEE3"/>
                </a:solidFill>
                <a:latin typeface="Be Vietnam Pro" pitchFamily="34" charset="0"/>
                <a:ea typeface="Be Vietnam Pro" pitchFamily="34" charset="-122"/>
                <a:cs typeface="Be Vietnam Pro" pitchFamily="34" charset="-120"/>
              </a:rPr>
              <a:t> /impeccable</a:t>
            </a:r>
            <a:r>
              <a:rPr lang="en-US" sz="2700" dirty="0" spc="0" kern="0">
                <a:solidFill>
                  <a:srgbClr val="F3EEE3"/>
                </a:solidFill>
                <a:latin typeface="Be Vietnam Pro" pitchFamily="34" charset="0"/>
                <a:ea typeface="Be Vietnam Pro" pitchFamily="34" charset="-122"/>
                <a:cs typeface="Be Vietnam Pro" pitchFamily="34" charset="-120"/>
              </a:rPr>
              <a:t> init</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7C93FF"/>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7C93FF"/>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18" kern="0">
                <a:solidFill>
                  <a:srgbClr val="F3EEE3"/>
                </a:solidFill>
                <a:latin typeface="Be Vietnam Pro" pitchFamily="34" charset="0"/>
                <a:ea typeface="Be Vietnam Pro" pitchFamily="34" charset="-122"/>
                <a:cs typeface="Be Vietnam Pro" pitchFamily="34" charset="-120"/>
              </a:rPr>
              <a:t>Bắt</a:t>
            </a:r>
            <a:r>
              <a:rPr lang="en-US" sz="2700" dirty="0" spc="14" kern="0">
                <a:solidFill>
                  <a:srgbClr val="F3EEE3"/>
                </a:solidFill>
                <a:latin typeface="Be Vietnam Pro" pitchFamily="34" charset="0"/>
                <a:ea typeface="Be Vietnam Pro" pitchFamily="34" charset="-122"/>
                <a:cs typeface="Be Vietnam Pro" pitchFamily="34" charset="-120"/>
              </a:rPr>
              <a:t> đầu</a:t>
            </a:r>
            <a:r>
              <a:rPr lang="en-US" sz="2700" dirty="0" spc="-5" kern="0">
                <a:solidFill>
                  <a:srgbClr val="F3EEE3"/>
                </a:solidFill>
                <a:latin typeface="Be Vietnam Pro" pitchFamily="34" charset="0"/>
                <a:ea typeface="Be Vietnam Pro" pitchFamily="34" charset="-122"/>
                <a:cs typeface="Be Vietnam Pro" pitchFamily="34" charset="-120"/>
              </a:rPr>
              <a:t> thiết</a:t>
            </a:r>
            <a:r>
              <a:rPr lang="en-US" sz="2700" dirty="0" spc="-43" kern="0">
                <a:solidFill>
                  <a:srgbClr val="F3EEE3"/>
                </a:solidFill>
                <a:latin typeface="Be Vietnam Pro" pitchFamily="34" charset="0"/>
                <a:ea typeface="Be Vietnam Pro" pitchFamily="34" charset="-122"/>
                <a:cs typeface="Be Vietnam Pro" pitchFamily="34" charset="-120"/>
              </a:rPr>
              <a:t> kế</a:t>
            </a:r>
            <a:r>
              <a:rPr lang="en-US" sz="2700" dirty="0" spc="-1" kern="0">
                <a:solidFill>
                  <a:srgbClr val="F3EEE3"/>
                </a:solidFill>
                <a:latin typeface="Be Vietnam Pro" pitchFamily="34" charset="0"/>
                <a:ea typeface="Be Vietnam Pro" pitchFamily="34" charset="-122"/>
                <a:cs typeface="Be Vietnam Pro" pitchFamily="34" charset="-120"/>
              </a:rPr>
              <a:t> là</a:t>
            </a:r>
            <a:r>
              <a:rPr lang="en-US" sz="2700" dirty="0" spc="-15" kern="0">
                <a:solidFill>
                  <a:srgbClr val="F3EEE3"/>
                </a:solidFill>
                <a:latin typeface="Be Vietnam Pro" pitchFamily="34" charset="0"/>
                <a:ea typeface="Be Vietnam Pro" pitchFamily="34" charset="-122"/>
                <a:cs typeface="Be Vietnam Pro" pitchFamily="34" charset="-120"/>
              </a:rPr>
              <a:t> gọi</a:t>
            </a:r>
            <a:r>
              <a:rPr lang="en-US" sz="2700" dirty="0" spc="-2" kern="0">
                <a:solidFill>
                  <a:srgbClr val="F3EEE3"/>
                </a:solidFill>
                <a:latin typeface="Be Vietnam Pro" pitchFamily="34" charset="0"/>
                <a:ea typeface="Be Vietnam Pro" pitchFamily="34" charset="-122"/>
                <a:cs typeface="Be Vietnam Pro" pitchFamily="34" charset="-120"/>
              </a:rPr>
              <a:t> API</a:t>
            </a:r>
            <a:r>
              <a:rPr lang="en-US" sz="2700" dirty="0" spc="-4" kern="0">
                <a:solidFill>
                  <a:srgbClr val="F3EEE3"/>
                </a:solidFill>
                <a:latin typeface="Be Vietnam Pro" pitchFamily="34" charset="0"/>
                <a:ea typeface="Be Vietnam Pro" pitchFamily="34" charset="-122"/>
                <a:cs typeface="Be Vietnam Pro" pitchFamily="34" charset="-120"/>
              </a:rPr>
              <a:t> impeccable.style;</a:t>
            </a:r>
            <a:r>
              <a:rPr lang="en-US" sz="2700" dirty="0" spc="-3" kern="0">
                <a:solidFill>
                  <a:srgbClr val="F3EEE3"/>
                </a:solidFill>
                <a:latin typeface="Be Vietnam Pro" pitchFamily="34" charset="0"/>
                <a:ea typeface="Be Vietnam Pro" pitchFamily="34" charset="-122"/>
                <a:cs typeface="Be Vietnam Pro" pitchFamily="34" charset="-120"/>
              </a:rPr>
              <a:t> bản</a:t>
            </a:r>
            <a:r>
              <a:rPr lang="en-US" sz="2700" dirty="0" spc="-2" kern="0">
                <a:solidFill>
                  <a:srgbClr val="F3EEE3"/>
                </a:solidFill>
                <a:latin typeface="Be Vietnam Pro" pitchFamily="34" charset="0"/>
                <a:ea typeface="Be Vietnam Pro" pitchFamily="34" charset="-122"/>
                <a:cs typeface="Be Vietnam Pro" pitchFamily="34" charset="-120"/>
              </a:rPr>
              <a:t> ghi ẩn</a:t>
            </a:r>
            <a:r>
              <a:rPr lang="en-US" sz="2700" dirty="0" spc="-3" kern="0">
                <a:solidFill>
                  <a:srgbClr val="F3EEE3"/>
                </a:solidFill>
                <a:latin typeface="Be Vietnam Pro" pitchFamily="34" charset="0"/>
                <a:ea typeface="Be Vietnam Pro" pitchFamily="34" charset="-122"/>
                <a:cs typeface="Be Vietnam Pro" pitchFamily="34" charset="-120"/>
              </a:rPr>
              <a:t> danh</a:t>
            </a:r>
            <a:r>
              <a:rPr lang="en-US" sz="2700" dirty="0" spc="42" kern="0">
                <a:solidFill>
                  <a:srgbClr val="F3EEE3"/>
                </a:solidFill>
                <a:latin typeface="Be Vietnam Pro" pitchFamily="34" charset="0"/>
                <a:ea typeface="Be Vietnam Pro" pitchFamily="34" charset="-122"/>
                <a:cs typeface="Be Vietnam Pro" pitchFamily="34" charset="-120"/>
              </a:rPr>
              <a:t> gửi</a:t>
            </a:r>
            <a:r>
              <a:rPr lang="en-US" sz="2700" dirty="0" spc="34" kern="0">
                <a:solidFill>
                  <a:srgbClr val="F3EEE3"/>
                </a:solidFill>
                <a:latin typeface="Be Vietnam Pro" pitchFamily="34" charset="0"/>
                <a:ea typeface="Be Vietnam Pro" pitchFamily="34" charset="-122"/>
                <a:cs typeface="Be Vietnam Pro" pitchFamily="34" charset="-120"/>
              </a:rPr>
              <a:t> đi</a:t>
            </a:r>
            <a:r>
              <a:rPr lang="en-US" sz="2700" dirty="0" spc="-1" kern="0">
                <a:solidFill>
                  <a:srgbClr val="F3EEE3"/>
                </a:solidFill>
                <a:latin typeface="Be Vietnam Pro" pitchFamily="34" charset="0"/>
                <a:ea typeface="Be Vietnam Pro" pitchFamily="34" charset="-122"/>
                <a:cs typeface="Be Vietnam Pro" pitchFamily="34" charset="-120"/>
              </a:rPr>
              <a:t> trừ</a:t>
            </a:r>
            <a:r>
              <a:rPr lang="en-US" sz="2700" dirty="0" spc="-2" kern="0">
                <a:solidFill>
                  <a:srgbClr val="F3EEE3"/>
                </a:solidFill>
                <a:latin typeface="Be Vietnam Pro" pitchFamily="34" charset="0"/>
                <a:ea typeface="Be Vietnam Pro" pitchFamily="34" charset="-122"/>
                <a:cs typeface="Be Vietnam Pro" pitchFamily="34" charset="-120"/>
              </a:rPr>
              <a:t> khi</a:t>
            </a:r>
            <a:r>
              <a:rPr lang="en-US" sz="2700" dirty="0" spc="-5" kern="0">
                <a:solidFill>
                  <a:srgbClr val="F3EEE3"/>
                </a:solidFill>
                <a:latin typeface="Be Vietnam Pro" pitchFamily="34" charset="0"/>
                <a:ea typeface="Be Vietnam Pro" pitchFamily="34" charset="-122"/>
                <a:cs typeface="Be Vietnam Pro" pitchFamily="34" charset="-120"/>
              </a:rPr>
              <a:t> bạn</a:t>
            </a:r>
            <a:r>
              <a:rPr lang="en-US" sz="2700" dirty="0" spc="-1" kern="0">
                <a:solidFill>
                  <a:srgbClr val="F3EEE3"/>
                </a:solidFill>
                <a:latin typeface="Be Vietnam Pro" pitchFamily="34" charset="0"/>
                <a:ea typeface="Be Vietnam Pro" pitchFamily="34" charset="-122"/>
                <a:cs typeface="Be Vietnam Pro" pitchFamily="34" charset="-120"/>
              </a:rPr>
              <a:t> từ chối.</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1" kern="0">
                <a:solidFill>
                  <a:srgbClr val="9AA0B5"/>
                </a:solidFill>
                <a:latin typeface="Be Vietnam Pro" pitchFamily="34" charset="0"/>
                <a:ea typeface="Be Vietnam Pro" pitchFamily="34" charset="-122"/>
                <a:cs typeface="Be Vietnam Pro" pitchFamily="34" charset="-120"/>
              </a:rPr>
              <a:t> [S23]</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31093" y="9564832"/>
            <a:ext cx="110836" cy="110836"/>
          </a:xfrm>
          <a:prstGeom prst="ellipse">
            <a:avLst/>
          </a:prstGeom>
          <a:solidFill>
            <a:srgbClr val="FF6A4D"/>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34/55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233921c2-082d-4731-9dd6-54a34967f50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PPT</a:t>
            </a:r>
            <a:r>
              <a:rPr lang="en-US" sz="5700" dirty="0" spc="-12" kern="0">
                <a:solidFill>
                  <a:srgbClr val="14161C"/>
                </a:solidFill>
                <a:latin typeface="Bricolage Grotesque ExtraBold" pitchFamily="34" charset="0"/>
                <a:ea typeface="Bricolage Grotesque ExtraBold" pitchFamily="34" charset="-122"/>
                <a:cs typeface="Bricolage Grotesque ExtraBold" pitchFamily="34" charset="-120"/>
              </a:rPr>
              <a:t> Master:</a:t>
            </a:r>
            <a:r>
              <a:rPr lang="en-US" sz="5700" dirty="0" spc="-28" kern="0">
                <a:solidFill>
                  <a:srgbClr val="14161C"/>
                </a:solidFill>
                <a:latin typeface="Bricolage Grotesque ExtraBold" pitchFamily="34" charset="0"/>
                <a:ea typeface="Bricolage Grotesque ExtraBold" pitchFamily="34" charset="-122"/>
                <a:cs typeface="Bricolage Grotesque ExtraBold" pitchFamily="34" charset="-120"/>
              </a:rPr>
              <a:t> PowerPoint</a:t>
            </a:r>
            <a:r>
              <a:rPr lang="en-US" sz="5700" dirty="0" spc="-29" kern="0">
                <a:solidFill>
                  <a:srgbClr val="14161C"/>
                </a:solidFill>
                <a:latin typeface="Bricolage Grotesque ExtraBold" pitchFamily="34" charset="0"/>
                <a:ea typeface="Bricolage Grotesque ExtraBold" pitchFamily="34" charset="-122"/>
                <a:cs typeface="Bricolage Grotesque ExtraBold" pitchFamily="34" charset="-120"/>
              </a:rPr>
              <a:t> gốc,</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chỉnh</a:t>
            </a:r>
            <a:r>
              <a:rPr lang="en-US" sz="5700" dirty="0" spc="-50" kern="0">
                <a:solidFill>
                  <a:srgbClr val="14161C"/>
                </a:solidFill>
                <a:latin typeface="Bricolage Grotesque ExtraBold" pitchFamily="34" charset="0"/>
                <a:ea typeface="Bricolage Grotesque ExtraBold" pitchFamily="34" charset="-122"/>
                <a:cs typeface="Bricolage Grotesque ExtraBold" pitchFamily="34" charset="-120"/>
              </a:rPr>
              <a:t> sửa</a:t>
            </a:r>
            <a:r>
              <a:rPr lang="en-US" sz="5700" dirty="0" spc="-74" kern="0">
                <a:solidFill>
                  <a:srgbClr val="14161C"/>
                </a:solidFill>
                <a:latin typeface="Bricolage Grotesque ExtraBold" pitchFamily="34" charset="0"/>
                <a:ea typeface="Bricolage Grotesque ExtraBold" pitchFamily="34" charset="-122"/>
                <a:cs typeface="Bricolage Grotesque ExtraBold" pitchFamily="34" charset="-120"/>
              </a:rPr>
              <a:t> được</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2" kern="0">
                <a:solidFill>
                  <a:srgbClr val="14161C"/>
                </a:solidFill>
                <a:latin typeface="Be Vietnam Pro Medium" pitchFamily="34" charset="0"/>
                <a:ea typeface="Be Vietnam Pro Medium" pitchFamily="34" charset="-122"/>
                <a:cs typeface="Be Vietnam Pro Medium" pitchFamily="34" charset="-120"/>
              </a:rPr>
              <a:t>"Real,</a:t>
            </a:r>
            <a:r>
              <a:rPr lang="en-US" sz="2550" dirty="0" spc="-5" kern="0">
                <a:solidFill>
                  <a:srgbClr val="14161C"/>
                </a:solidFill>
                <a:latin typeface="Be Vietnam Pro Medium" pitchFamily="34" charset="0"/>
                <a:ea typeface="Be Vietnam Pro Medium" pitchFamily="34" charset="-122"/>
                <a:cs typeface="Be Vietnam Pro Medium" pitchFamily="34" charset="-120"/>
              </a:rPr>
              <a:t> editable</a:t>
            </a:r>
            <a:r>
              <a:rPr lang="en-US" sz="2550" dirty="0" spc="-25" kern="0">
                <a:solidFill>
                  <a:srgbClr val="14161C"/>
                </a:solidFill>
                <a:latin typeface="Be Vietnam Pro Medium" pitchFamily="34" charset="0"/>
                <a:ea typeface="Be Vietnam Pro Medium" pitchFamily="34" charset="-122"/>
                <a:cs typeface="Be Vietnam Pro Medium" pitchFamily="34" charset="-120"/>
              </a:rPr>
              <a:t> PowerPoint</a:t>
            </a:r>
            <a:r>
              <a:rPr lang="en-US" sz="2550" dirty="0" spc="-11" kern="0">
                <a:solidFill>
                  <a:srgbClr val="14161C"/>
                </a:solidFill>
                <a:latin typeface="Be Vietnam Pro Medium" pitchFamily="34" charset="0"/>
                <a:ea typeface="Be Vietnam Pro Medium" pitchFamily="34" charset="-122"/>
                <a:cs typeface="Be Vietnam Pro Medium" pitchFamily="34" charset="-120"/>
              </a:rPr>
              <a:t> decks"</a:t>
            </a:r>
            <a:r>
              <a:rPr lang="en-US" sz="2550" dirty="0" spc="2" kern="0">
                <a:solidFill>
                  <a:srgbClr val="14161C"/>
                </a:solidFill>
                <a:latin typeface="Be Vietnam Pro Medium" pitchFamily="34" charset="0"/>
                <a:ea typeface="Be Vietnam Pro Medium" pitchFamily="34" charset="-122"/>
                <a:cs typeface="Be Vietnam Pro Medium" pitchFamily="34" charset="-120"/>
              </a:rPr>
              <a:t> ·</a:t>
            </a:r>
            <a:r>
              <a:rPr lang="en-US" sz="2550" dirty="0" spc="-13" kern="0">
                <a:solidFill>
                  <a:srgbClr val="14161C"/>
                </a:solidFill>
                <a:latin typeface="Be Vietnam Pro Medium" pitchFamily="34" charset="0"/>
                <a:ea typeface="Be Vietnam Pro Medium" pitchFamily="34" charset="-122"/>
                <a:cs typeface="Be Vietnam Pro Medium" pitchFamily="34" charset="-120"/>
              </a:rPr>
              <a:t> 67k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79" kern="0">
                <a:solidFill>
                  <a:srgbClr val="14161C"/>
                </a:solidFill>
                <a:latin typeface="Be Vietnam Pro Medium" pitchFamily="34" charset="0"/>
                <a:ea typeface="Be Vietnam Pro Medium" pitchFamily="34" charset="-122"/>
                <a:cs typeface="Be Vietnam Pro Medium" pitchFamily="34" charset="-120"/>
              </a:rPr>
              <a:t>Tạo</a:t>
            </a:r>
            <a:r>
              <a:rPr lang="en-US" sz="2550" dirty="0" spc="-25" kern="0">
                <a:solidFill>
                  <a:srgbClr val="14161C"/>
                </a:solidFill>
                <a:latin typeface="Be Vietnam Pro Medium" pitchFamily="34" charset="0"/>
                <a:ea typeface="Be Vietnam Pro Medium" pitchFamily="34" charset="-122"/>
                <a:cs typeface="Be Vietnam Pro Medium" pitchFamily="34" charset="-120"/>
              </a:rPr>
              <a:t> PowerPoint</a:t>
            </a:r>
            <a:r>
              <a:rPr lang="en-US" sz="2550" dirty="0" spc="1" kern="0">
                <a:solidFill>
                  <a:srgbClr val="14161C"/>
                </a:solidFill>
                <a:latin typeface="Be Vietnam Pro Medium" pitchFamily="34" charset="0"/>
                <a:ea typeface="Be Vietnam Pro Medium" pitchFamily="34" charset="-122"/>
                <a:cs typeface="Be Vietnam Pro Medium" pitchFamily="34" charset="-120"/>
              </a:rPr>
              <a:t> từ</a:t>
            </a:r>
            <a:r>
              <a:rPr lang="en-US" sz="2550" dirty="0" spc="-10" kern="0">
                <a:solidFill>
                  <a:srgbClr val="14161C"/>
                </a:solidFill>
                <a:latin typeface="Be Vietnam Pro Medium" pitchFamily="34" charset="0"/>
                <a:ea typeface="Be Vietnam Pro Medium" pitchFamily="34" charset="-122"/>
                <a:cs typeface="Be Vietnam Pro Medium" pitchFamily="34" charset="-120"/>
              </a:rPr>
              <a:t> tài</a:t>
            </a:r>
            <a:r>
              <a:rPr lang="en-US" sz="2550" dirty="0" spc="0" kern="0">
                <a:solidFill>
                  <a:srgbClr val="14161C"/>
                </a:solidFill>
                <a:latin typeface="Be Vietnam Pro Medium" pitchFamily="34" charset="0"/>
                <a:ea typeface="Be Vietnam Pro Medium" pitchFamily="34" charset="-122"/>
                <a:cs typeface="Be Vietnam Pro Medium" pitchFamily="34" charset="-120"/>
              </a:rPr>
              <a:t> liệu</a:t>
            </a:r>
            <a:r>
              <a:rPr lang="en-US" sz="2550" dirty="0" spc="-14" kern="0">
                <a:solidFill>
                  <a:srgbClr val="14161C"/>
                </a:solidFill>
                <a:latin typeface="Be Vietnam Pro Medium" pitchFamily="34" charset="0"/>
                <a:ea typeface="Be Vietnam Pro Medium" pitchFamily="34" charset="-122"/>
                <a:cs typeface="Be Vietnam Pro Medium" pitchFamily="34" charset="-120"/>
              </a:rPr>
              <a:t> bất</a:t>
            </a:r>
            <a:r>
              <a:rPr lang="en-US" sz="2550" dirty="0" spc="0" kern="0">
                <a:solidFill>
                  <a:srgbClr val="14161C"/>
                </a:solidFill>
                <a:latin typeface="Be Vietnam Pro Medium" pitchFamily="34" charset="0"/>
                <a:ea typeface="Be Vietnam Pro Medium" pitchFamily="34" charset="-122"/>
                <a:cs typeface="Be Vietnam Pro Medium" pitchFamily="34" charset="-120"/>
              </a:rPr>
              <a:t> kỳ</a:t>
            </a:r>
            <a:r>
              <a:rPr lang="en-US" sz="2550" dirty="0" spc="-12" kern="0">
                <a:solidFill>
                  <a:srgbClr val="14161C"/>
                </a:solidFill>
                <a:latin typeface="Be Vietnam Pro Medium" pitchFamily="34" charset="0"/>
                <a:ea typeface="Be Vietnam Pro Medium" pitchFamily="34" charset="-122"/>
                <a:cs typeface="Be Vietnam Pro Medium" pitchFamily="34" charset="-120"/>
              </a:rPr>
              <a:t> với</a:t>
            </a:r>
            <a:r>
              <a:rPr lang="en-US" sz="2550" dirty="0" spc="-1" kern="0">
                <a:solidFill>
                  <a:srgbClr val="14161C"/>
                </a:solidFill>
                <a:latin typeface="Be Vietnam Pro Medium" pitchFamily="34" charset="0"/>
                <a:ea typeface="Be Vietnam Pro Medium" pitchFamily="34" charset="-122"/>
                <a:cs typeface="Be Vietnam Pro Medium" pitchFamily="34" charset="-120"/>
              </a:rPr>
              <a:t> slide</a:t>
            </a:r>
            <a:r>
              <a:rPr lang="en-US" sz="2550" dirty="0" spc="-8" kern="0">
                <a:solidFill>
                  <a:srgbClr val="14161C"/>
                </a:solidFill>
                <a:latin typeface="Be Vietnam Pro Medium" pitchFamily="34" charset="0"/>
                <a:ea typeface="Be Vietnam Pro Medium" pitchFamily="34" charset="-122"/>
                <a:cs typeface="Be Vietnam Pro Medium" pitchFamily="34" charset="-120"/>
              </a:rPr>
              <a:t> master,</a:t>
            </a:r>
            <a:r>
              <a:rPr lang="en-US" sz="2550" dirty="0" spc="-3" kern="0">
                <a:solidFill>
                  <a:srgbClr val="14161C"/>
                </a:solidFill>
                <a:latin typeface="Be Vietnam Pro Medium" pitchFamily="34" charset="0"/>
                <a:ea typeface="Be Vietnam Pro Medium" pitchFamily="34" charset="-122"/>
                <a:cs typeface="Be Vietnam Pro Medium" pitchFamily="34" charset="-120"/>
              </a:rPr>
              <a:t> hình</a:t>
            </a:r>
            <a:r>
              <a:rPr lang="en-US" sz="2550" dirty="0" spc="-10" kern="0">
                <a:solidFill>
                  <a:srgbClr val="14161C"/>
                </a:solidFill>
                <a:latin typeface="Be Vietnam Pro Medium" pitchFamily="34" charset="0"/>
                <a:ea typeface="Be Vietnam Pro Medium" pitchFamily="34" charset="-122"/>
                <a:cs typeface="Be Vietnam Pro Medium" pitchFamily="34" charset="-120"/>
              </a:rPr>
              <a:t> gốc,</a:t>
            </a:r>
            <a:r>
              <a:rPr lang="en-US" sz="2550" dirty="0" spc="-1" kern="0">
                <a:solidFill>
                  <a:srgbClr val="14161C"/>
                </a:solidFill>
                <a:latin typeface="Be Vietnam Pro Medium" pitchFamily="34" charset="0"/>
                <a:ea typeface="Be Vietnam Pro Medium" pitchFamily="34" charset="-122"/>
                <a:cs typeface="Be Vietnam Pro Medium" pitchFamily="34" charset="-120"/>
              </a:rPr>
              <a:t> biểu</a:t>
            </a:r>
            <a:r>
              <a:rPr lang="en-US" sz="2550" dirty="0" spc="17" kern="0">
                <a:solidFill>
                  <a:srgbClr val="14161C"/>
                </a:solidFill>
                <a:latin typeface="Be Vietnam Pro Medium" pitchFamily="34" charset="0"/>
                <a:ea typeface="Be Vietnam Pro Medium" pitchFamily="34" charset="-122"/>
                <a:cs typeface="Be Vietnam Pro Medium" pitchFamily="34" charset="-120"/>
              </a:rPr>
              <a:t> đồ</a:t>
            </a:r>
            <a:r>
              <a:rPr lang="en-US" sz="2550" dirty="0" spc="-21" kern="0">
                <a:solidFill>
                  <a:srgbClr val="14161C"/>
                </a:solidFill>
                <a:latin typeface="Be Vietnam Pro Medium" pitchFamily="34" charset="0"/>
                <a:ea typeface="Be Vietnam Pro Medium" pitchFamily="34" charset="-122"/>
                <a:cs typeface="Be Vietnam Pro Medium" pitchFamily="34" charset="-120"/>
              </a:rPr>
              <a:t> và</a:t>
            </a:r>
            <a:r>
              <a:rPr lang="en-US" sz="2550" dirty="0" spc="-4" kern="0">
                <a:solidFill>
                  <a:srgbClr val="14161C"/>
                </a:solidFill>
                <a:latin typeface="Be Vietnam Pro Medium" pitchFamily="34" charset="0"/>
                <a:ea typeface="Be Vietnam Pro Medium" pitchFamily="34" charset="-122"/>
                <a:cs typeface="Be Vietnam Pro Medium" pitchFamily="34" charset="-120"/>
              </a:rPr>
              <a:t> bảng</a:t>
            </a:r>
            <a:r>
              <a:rPr lang="en-US" sz="2550" dirty="0" spc="0" kern="0">
                <a:solidFill>
                  <a:srgbClr val="14161C"/>
                </a:solidFill>
                <a:latin typeface="Be Vietnam Pro Medium" pitchFamily="34" charset="0"/>
                <a:ea typeface="Be Vietnam Pro Medium" pitchFamily="34" charset="-122"/>
                <a:cs typeface="Be Vietnam Pro Medium" pitchFamily="34" charset="-120"/>
              </a:rPr>
              <a:t> có dữ</a:t>
            </a:r>
            <a:r>
              <a:rPr lang="en-US" sz="2550" dirty="0" spc="-1" kern="0">
                <a:solidFill>
                  <a:srgbClr val="14161C"/>
                </a:solidFill>
                <a:latin typeface="Be Vietnam Pro Medium" pitchFamily="34" charset="0"/>
                <a:ea typeface="Be Vietnam Pro Medium" pitchFamily="34" charset="-122"/>
                <a:cs typeface="Be Vietnam Pro Medium" pitchFamily="34" charset="-120"/>
              </a:rPr>
              <a:t> liệu.</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4" kern="0">
                <a:solidFill>
                  <a:srgbClr val="14161C"/>
                </a:solidFill>
                <a:latin typeface="Be Vietnam Pro Medium" pitchFamily="34" charset="0"/>
                <a:ea typeface="Be Vietnam Pro Medium" pitchFamily="34" charset="-122"/>
                <a:cs typeface="Be Vietnam Pro Medium" pitchFamily="34" charset="-120"/>
              </a:rPr>
              <a:t>Cần</a:t>
            </a:r>
            <a:r>
              <a:rPr lang="en-US" sz="2550" dirty="0" spc="3" kern="0">
                <a:solidFill>
                  <a:srgbClr val="14161C"/>
                </a:solidFill>
                <a:latin typeface="Be Vietnam Pro Medium" pitchFamily="34" charset="0"/>
                <a:ea typeface="Be Vietnam Pro Medium" pitchFamily="34" charset="-122"/>
                <a:cs typeface="Be Vietnam Pro Medium" pitchFamily="34" charset="-120"/>
              </a:rPr>
              <a:t> Python</a:t>
            </a:r>
            <a:r>
              <a:rPr lang="en-US" sz="2550" dirty="0" spc="-3" kern="0">
                <a:solidFill>
                  <a:srgbClr val="14161C"/>
                </a:solidFill>
                <a:latin typeface="Be Vietnam Pro Medium" pitchFamily="34" charset="0"/>
                <a:ea typeface="Be Vietnam Pro Medium" pitchFamily="34" charset="-122"/>
                <a:cs typeface="Be Vietnam Pro Medium" pitchFamily="34" charset="-120"/>
              </a:rPr>
              <a:t> 3.10+,</a:t>
            </a:r>
            <a:r>
              <a:rPr lang="en-US" sz="2550" dirty="0" spc="-19" kern="0">
                <a:solidFill>
                  <a:srgbClr val="14161C"/>
                </a:solidFill>
                <a:latin typeface="Be Vietnam Pro Medium" pitchFamily="34" charset="0"/>
                <a:ea typeface="Be Vietnam Pro Medium" pitchFamily="34" charset="-122"/>
                <a:cs typeface="Be Vietnam Pro Medium" pitchFamily="34" charset="-120"/>
              </a:rPr>
              <a:t> rồi</a:t>
            </a:r>
            <a:r>
              <a:rPr lang="en-US" sz="2550" dirty="0" spc="0" kern="0">
                <a:solidFill>
                  <a:srgbClr val="14161C"/>
                </a:solidFill>
                <a:latin typeface="Be Vietnam Pro Medium" pitchFamily="34" charset="0"/>
                <a:ea typeface="Be Vietnam Pro Medium" pitchFamily="34" charset="-122"/>
                <a:cs typeface="Be Vietnam Pro Medium" pitchFamily="34" charset="-120"/>
              </a:rPr>
              <a:t> pip</a:t>
            </a:r>
            <a:r>
              <a:rPr lang="en-US" sz="2550" dirty="0" spc="-8" kern="0">
                <a:solidFill>
                  <a:srgbClr val="14161C"/>
                </a:solidFill>
                <a:latin typeface="Be Vietnam Pro Medium" pitchFamily="34" charset="0"/>
                <a:ea typeface="Be Vietnam Pro Medium" pitchFamily="34" charset="-122"/>
                <a:cs typeface="Be Vietnam Pro Medium" pitchFamily="34" charset="-120"/>
              </a:rPr>
              <a:t> install</a:t>
            </a:r>
            <a:r>
              <a:rPr lang="en-US" sz="2550" dirty="0" spc="1" kern="0">
                <a:solidFill>
                  <a:srgbClr val="14161C"/>
                </a:solidFill>
                <a:latin typeface="Be Vietnam Pro Medium" pitchFamily="34" charset="0"/>
                <a:ea typeface="Be Vietnam Pro Medium" pitchFamily="34" charset="-122"/>
                <a:cs typeface="Be Vietnam Pro Medium" pitchFamily="34" charset="-120"/>
              </a:rPr>
              <a:t> -r</a:t>
            </a:r>
            <a:r>
              <a:rPr lang="en-US" sz="2550" dirty="0" spc="-13" kern="0">
                <a:solidFill>
                  <a:srgbClr val="14161C"/>
                </a:solidFill>
                <a:latin typeface="Be Vietnam Pro Medium" pitchFamily="34" charset="0"/>
                <a:ea typeface="Be Vietnam Pro Medium" pitchFamily="34" charset="-122"/>
                <a:cs typeface="Be Vietnam Pro Medium" pitchFamily="34" charset="-120"/>
              </a:rPr>
              <a:t> requirements.txt</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README</a:t>
            </a:r>
            <a:r>
              <a:rPr lang="en-US" sz="2550" dirty="0" spc="-2" kern="0">
                <a:solidFill>
                  <a:srgbClr val="14161C"/>
                </a:solidFill>
                <a:latin typeface="Be Vietnam Pro Medium" pitchFamily="34" charset="0"/>
                <a:ea typeface="Be Vietnam Pro Medium" pitchFamily="34" charset="-122"/>
                <a:cs typeface="Be Vietnam Pro Medium" pitchFamily="34" charset="-120"/>
              </a:rPr>
              <a:t> nhiều</a:t>
            </a:r>
            <a:r>
              <a:rPr lang="en-US" sz="2550" dirty="0" spc="3" kern="0">
                <a:solidFill>
                  <a:srgbClr val="14161C"/>
                </a:solidFill>
                <a:latin typeface="Be Vietnam Pro Medium" pitchFamily="34" charset="0"/>
                <a:ea typeface="Be Vietnam Pro Medium" pitchFamily="34" charset="-122"/>
                <a:cs typeface="Be Vietnam Pro Medium" pitchFamily="34" charset="-120"/>
              </a:rPr>
              <a:t> lời mời</a:t>
            </a:r>
            <a:r>
              <a:rPr lang="en-US" sz="2550" dirty="0" spc="-21" kern="0">
                <a:solidFill>
                  <a:srgbClr val="14161C"/>
                </a:solidFill>
                <a:latin typeface="Be Vietnam Pro Medium" pitchFamily="34" charset="0"/>
                <a:ea typeface="Be Vietnam Pro Medium" pitchFamily="34" charset="-122"/>
                <a:cs typeface="Be Vietnam Pro Medium" pitchFamily="34" charset="-120"/>
              </a:rPr>
              <a:t> và</a:t>
            </a:r>
            <a:r>
              <a:rPr lang="en-US" sz="2550" dirty="0" spc="-2" kern="0">
                <a:solidFill>
                  <a:srgbClr val="14161C"/>
                </a:solidFill>
                <a:latin typeface="Be Vietnam Pro Medium" pitchFamily="34" charset="0"/>
                <a:ea typeface="Be Vietnam Pro Medium" pitchFamily="34" charset="-122"/>
                <a:cs typeface="Be Vietnam Pro Medium" pitchFamily="34" charset="-120"/>
              </a:rPr>
              <a:t> liên</a:t>
            </a:r>
            <a:r>
              <a:rPr lang="en-US" sz="2550" dirty="0" spc="-34" kern="0">
                <a:solidFill>
                  <a:srgbClr val="14161C"/>
                </a:solidFill>
                <a:latin typeface="Be Vietnam Pro Medium" pitchFamily="34" charset="0"/>
                <a:ea typeface="Be Vietnam Pro Medium" pitchFamily="34" charset="-122"/>
                <a:cs typeface="Be Vietnam Pro Medium" pitchFamily="34" charset="-120"/>
              </a:rPr>
              <a:t> kết</a:t>
            </a:r>
            <a:r>
              <a:rPr lang="en-US" sz="2550" dirty="0" spc="4" kern="0">
                <a:solidFill>
                  <a:srgbClr val="14161C"/>
                </a:solidFill>
                <a:latin typeface="Be Vietnam Pro Medium" pitchFamily="34" charset="0"/>
                <a:ea typeface="Be Vietnam Pro Medium" pitchFamily="34" charset="-122"/>
                <a:cs typeface="Be Vietnam Pro Medium" pitchFamily="34" charset="-120"/>
              </a:rPr>
              <a:t> giới</a:t>
            </a:r>
            <a:r>
              <a:rPr lang="en-US" sz="2550" dirty="0" spc="-2" kern="0">
                <a:solidFill>
                  <a:srgbClr val="14161C"/>
                </a:solidFill>
                <a:latin typeface="Be Vietnam Pro Medium" pitchFamily="34" charset="0"/>
                <a:ea typeface="Be Vietnam Pro Medium" pitchFamily="34" charset="-122"/>
                <a:cs typeface="Be Vietnam Pro Medium" pitchFamily="34" charset="-120"/>
              </a:rPr>
              <a:t> thiệu</a:t>
            </a:r>
            <a:r>
              <a:rPr lang="en-US" sz="2550" dirty="0" spc="-14" kern="0">
                <a:solidFill>
                  <a:srgbClr val="14161C"/>
                </a:solidFill>
                <a:latin typeface="Be Vietnam Pro Medium" pitchFamily="34" charset="0"/>
                <a:ea typeface="Be Vietnam Pro Medium" pitchFamily="34" charset="-122"/>
                <a:cs typeface="Be Vietnam Pro Medium" pitchFamily="34" charset="-120"/>
              </a:rPr>
              <a:t> aff=;</a:t>
            </a:r>
            <a:r>
              <a:rPr lang="en-US" sz="2550" dirty="0" spc="-19" kern="0">
                <a:solidFill>
                  <a:srgbClr val="14161C"/>
                </a:solidFill>
                <a:latin typeface="Be Vietnam Pro Medium" pitchFamily="34" charset="0"/>
                <a:ea typeface="Be Vietnam Pro Medium" pitchFamily="34" charset="-122"/>
                <a:cs typeface="Be Vietnam Pro Medium" pitchFamily="34" charset="-120"/>
              </a:rPr>
              <a:t> repo</a:t>
            </a:r>
            <a:r>
              <a:rPr lang="en-US" sz="2550" dirty="0" spc="0" kern="0">
                <a:solidFill>
                  <a:srgbClr val="14161C"/>
                </a:solidFill>
                <a:latin typeface="Be Vietnam Pro Medium" pitchFamily="34" charset="0"/>
                <a:ea typeface="Be Vietnam Pro Medium" pitchFamily="34" charset="-122"/>
                <a:cs typeface="Be Vietnam Pro Medium" pitchFamily="34" charset="-120"/>
              </a:rPr>
              <a:t> có</a:t>
            </a:r>
            <a:r>
              <a:rPr lang="en-US" sz="2550" dirty="0" spc="-4" kern="0">
                <a:solidFill>
                  <a:srgbClr val="14161C"/>
                </a:solidFill>
                <a:latin typeface="Be Vietnam Pro Medium" pitchFamily="34" charset="0"/>
                <a:ea typeface="Be Vietnam Pro Medium" pitchFamily="34" charset="-122"/>
                <a:cs typeface="Be Vietnam Pro Medium" pitchFamily="34" charset="-120"/>
              </a:rPr>
              <a:t> 13.111</a:t>
            </a:r>
            <a:r>
              <a:rPr lang="en-US" sz="2550" dirty="0" spc="3" kern="0">
                <a:solidFill>
                  <a:srgbClr val="14161C"/>
                </a:solidFill>
                <a:latin typeface="Be Vietnam Pro Medium" pitchFamily="34" charset="0"/>
                <a:ea typeface="Be Vietnam Pro Medium" pitchFamily="34" charset="-122"/>
                <a:cs typeface="Be Vietnam Pro Medium" pitchFamily="34" charset="-120"/>
              </a:rPr>
              <a:t> file,</a:t>
            </a:r>
            <a:r>
              <a:rPr lang="en-US" sz="2550" dirty="0" spc="-1" kern="0">
                <a:solidFill>
                  <a:srgbClr val="14161C"/>
                </a:solidFill>
                <a:latin typeface="Be Vietnam Pro Medium" pitchFamily="34" charset="0"/>
                <a:ea typeface="Be Vietnam Pro Medium" pitchFamily="34" charset="-122"/>
                <a:cs typeface="Be Vietnam Pro Medium" pitchFamily="34" charset="-120"/>
              </a:rPr>
              <a:t> lớn</a:t>
            </a:r>
            <a:r>
              <a:rPr lang="en-US" sz="2550" dirty="0" spc="-13" kern="0">
                <a:solidFill>
                  <a:srgbClr val="14161C"/>
                </a:solidFill>
                <a:latin typeface="Be Vietnam Pro Medium" pitchFamily="34" charset="0"/>
                <a:ea typeface="Be Vietnam Pro Medium" pitchFamily="34" charset="-122"/>
                <a:cs typeface="Be Vietnam Pro Medium" pitchFamily="34" charset="-120"/>
              </a:rPr>
              <a:t> nhất</a:t>
            </a:r>
            <a:r>
              <a:rPr lang="en-US" sz="2550" dirty="0" spc="-16" kern="0">
                <a:solidFill>
                  <a:srgbClr val="14161C"/>
                </a:solidFill>
                <a:latin typeface="Be Vietnam Pro Medium" pitchFamily="34" charset="0"/>
                <a:ea typeface="Be Vietnam Pro Medium" pitchFamily="34" charset="-122"/>
                <a:cs typeface="Be Vietnam Pro Medium" pitchFamily="34" charset="-120"/>
              </a:rPr>
              <a:t> trong</a:t>
            </a:r>
            <a:r>
              <a:rPr lang="en-US" sz="2550" dirty="0" spc="-10" kern="0">
                <a:solidFill>
                  <a:srgbClr val="14161C"/>
                </a:solidFill>
                <a:latin typeface="Be Vietnam Pro Medium" pitchFamily="34" charset="0"/>
                <a:ea typeface="Be Vietnam Pro Medium" pitchFamily="34" charset="-122"/>
                <a:cs typeface="Be Vietnam Pro Medium" pitchFamily="34" charset="-120"/>
              </a:rPr>
              <a:t> 30.</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7" kern="0">
                <a:solidFill>
                  <a:srgbClr val="6B6A66"/>
                </a:solidFill>
                <a:latin typeface="Be Vietnam Pro" pitchFamily="34" charset="0"/>
                <a:ea typeface="Be Vietnam Pro" pitchFamily="34" charset="-122"/>
                <a:cs typeface="Be Vietnam Pro" pitchFamily="34" charset="-120"/>
              </a:rPr>
              <a:t> [S24]</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597347" y="9564832"/>
            <a:ext cx="110836" cy="110836"/>
          </a:xfrm>
          <a:prstGeom prst="ellipse">
            <a:avLst/>
          </a:prstGeom>
          <a:solidFill>
            <a:srgbClr val="E8472B"/>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35/55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a398992c-7968-42a1-bbd6-1247e1fe61d7"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2" kern="0">
                <a:solidFill>
                  <a:srgbClr val="14161C"/>
                </a:solidFill>
                <a:latin typeface="Bricolage Grotesque ExtraBold" pitchFamily="34" charset="0"/>
                <a:ea typeface="Bricolage Grotesque ExtraBold" pitchFamily="34" charset="-122"/>
                <a:cs typeface="Bricolage Grotesque ExtraBold" pitchFamily="34" charset="-120"/>
              </a:rPr>
              <a:t>Diagram</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Design:</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45</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kiểu</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sơ</a:t>
            </a:r>
            <a:r>
              <a:rPr lang="en-US" sz="5700" dirty="0" spc="-13" kern="0">
                <a:solidFill>
                  <a:srgbClr val="14161C"/>
                </a:solidFill>
                <a:latin typeface="Bricolage Grotesque ExtraBold" pitchFamily="34" charset="0"/>
                <a:ea typeface="Bricolage Grotesque ExtraBold" pitchFamily="34" charset="-122"/>
                <a:cs typeface="Bricolage Grotesque ExtraBold" pitchFamily="34" charset="-120"/>
              </a:rPr>
              <a:t> đồ,</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một</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file</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HTML</a:t>
            </a:r>
            <a:r>
              <a:rPr lang="en-US" sz="5700" dirty="0" spc="-32" kern="0">
                <a:solidFill>
                  <a:srgbClr val="14161C"/>
                </a:solidFill>
                <a:latin typeface="Bricolage Grotesque ExtraBold" pitchFamily="34" charset="0"/>
                <a:ea typeface="Bricolage Grotesque ExtraBold" pitchFamily="34" charset="-122"/>
                <a:cs typeface="Bricolage Grotesque ExtraBold" pitchFamily="34" charset="-120"/>
              </a:rPr>
              <a:t> kèm</a:t>
            </a:r>
            <a:r>
              <a:rPr lang="en-US" sz="5700" dirty="0" spc="-98" kern="0">
                <a:solidFill>
                  <a:srgbClr val="14161C"/>
                </a:solidFill>
                <a:latin typeface="Bricolage Grotesque ExtraBold" pitchFamily="34" charset="0"/>
                <a:ea typeface="Bricolage Grotesque ExtraBold" pitchFamily="34" charset="-122"/>
                <a:cs typeface="Bricolage Grotesque ExtraBold" pitchFamily="34" charset="-120"/>
              </a:rPr>
              <a:t> SVG</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2" kern="0">
                <a:solidFill>
                  <a:srgbClr val="14161C"/>
                </a:solidFill>
                <a:latin typeface="Be Vietnam Pro" pitchFamily="34" charset="0"/>
                <a:ea typeface="Be Vietnam Pro" pitchFamily="34" charset="-122"/>
                <a:cs typeface="Be Vietnam Pro" pitchFamily="34" charset="-120"/>
              </a:rPr>
              <a:t>"Clean editorial</a:t>
            </a:r>
            <a:r>
              <a:rPr lang="en-US" sz="2700" dirty="0" spc="-14" kern="0">
                <a:solidFill>
                  <a:srgbClr val="14161C"/>
                </a:solidFill>
                <a:latin typeface="Be Vietnam Pro" pitchFamily="34" charset="0"/>
                <a:ea typeface="Be Vietnam Pro" pitchFamily="34" charset="-122"/>
                <a:cs typeface="Be Vietnam Pro" pitchFamily="34" charset="-120"/>
              </a:rPr>
              <a:t> diagrams"</a:t>
            </a:r>
            <a:r>
              <a:rPr lang="en-US" sz="2700" dirty="0" spc="0" kern="0">
                <a:solidFill>
                  <a:srgbClr val="14161C"/>
                </a:solidFill>
                <a:latin typeface="Be Vietnam Pro" pitchFamily="34" charset="0"/>
                <a:ea typeface="Be Vietnam Pro" pitchFamily="34" charset="-122"/>
                <a:cs typeface="Be Vietnam Pro" pitchFamily="34" charset="-120"/>
              </a:rPr>
              <a:t> ·</a:t>
            </a:r>
            <a:r>
              <a:rPr lang="en-US" sz="2700" dirty="0" spc="-2" kern="0">
                <a:solidFill>
                  <a:srgbClr val="14161C"/>
                </a:solidFill>
                <a:latin typeface="Be Vietnam Pro" pitchFamily="34" charset="0"/>
                <a:ea typeface="Be Vietnam Pro" pitchFamily="34" charset="-122"/>
                <a:cs typeface="Be Vietnam Pro" pitchFamily="34" charset="-120"/>
              </a:rPr>
              <a:t> 60k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60" kern="0">
                <a:solidFill>
                  <a:srgbClr val="14161C"/>
                </a:solidFill>
                <a:latin typeface="Be Vietnam Pro" pitchFamily="34" charset="0"/>
                <a:ea typeface="Be Vietnam Pro" pitchFamily="34" charset="-122"/>
                <a:cs typeface="Be Vietnam Pro" pitchFamily="34" charset="-120"/>
              </a:rPr>
              <a:t>Vẽ</a:t>
            </a:r>
            <a:r>
              <a:rPr lang="en-US" sz="2700" dirty="0" spc="-13" kern="0">
                <a:solidFill>
                  <a:srgbClr val="14161C"/>
                </a:solidFill>
                <a:latin typeface="Be Vietnam Pro" pitchFamily="34" charset="0"/>
                <a:ea typeface="Be Vietnam Pro" pitchFamily="34" charset="-122"/>
                <a:cs typeface="Be Vietnam Pro" pitchFamily="34" charset="-120"/>
              </a:rPr>
              <a:t> sơ</a:t>
            </a:r>
            <a:r>
              <a:rPr lang="en-US" sz="2700" dirty="0" spc="16" kern="0">
                <a:solidFill>
                  <a:srgbClr val="14161C"/>
                </a:solidFill>
                <a:latin typeface="Be Vietnam Pro" pitchFamily="34" charset="0"/>
                <a:ea typeface="Be Vietnam Pro" pitchFamily="34" charset="-122"/>
                <a:cs typeface="Be Vietnam Pro" pitchFamily="34" charset="-120"/>
              </a:rPr>
              <a:t> đồ</a:t>
            </a:r>
            <a:r>
              <a:rPr lang="en-US" sz="2700" dirty="0" spc="-1" kern="0">
                <a:solidFill>
                  <a:srgbClr val="14161C"/>
                </a:solidFill>
                <a:latin typeface="Be Vietnam Pro" pitchFamily="34" charset="0"/>
                <a:ea typeface="Be Vietnam Pro" pitchFamily="34" charset="-122"/>
                <a:cs typeface="Be Vietnam Pro" pitchFamily="34" charset="-120"/>
              </a:rPr>
              <a:t> thành</a:t>
            </a:r>
            <a:r>
              <a:rPr lang="en-US" sz="2700" dirty="0" spc="-7" kern="0">
                <a:solidFill>
                  <a:srgbClr val="14161C"/>
                </a:solidFill>
                <a:latin typeface="Be Vietnam Pro" pitchFamily="34" charset="0"/>
                <a:ea typeface="Be Vietnam Pro" pitchFamily="34" charset="-122"/>
                <a:cs typeface="Be Vietnam Pro" pitchFamily="34" charset="-120"/>
              </a:rPr>
              <a:t> một</a:t>
            </a:r>
            <a:r>
              <a:rPr lang="en-US" sz="2700" dirty="0" spc="5" kern="0">
                <a:solidFill>
                  <a:srgbClr val="14161C"/>
                </a:solidFill>
                <a:latin typeface="Be Vietnam Pro" pitchFamily="34" charset="0"/>
                <a:ea typeface="Be Vietnam Pro" pitchFamily="34" charset="-122"/>
                <a:cs typeface="Be Vietnam Pro" pitchFamily="34" charset="-120"/>
              </a:rPr>
              <a:t> file</a:t>
            </a:r>
            <a:r>
              <a:rPr lang="en-US" sz="2700" dirty="0" spc="1" kern="0">
                <a:solidFill>
                  <a:srgbClr val="14161C"/>
                </a:solidFill>
                <a:latin typeface="Be Vietnam Pro" pitchFamily="34" charset="0"/>
                <a:ea typeface="Be Vietnam Pro" pitchFamily="34" charset="-122"/>
                <a:cs typeface="Be Vietnam Pro" pitchFamily="34" charset="-120"/>
              </a:rPr>
              <a:t> HTML</a:t>
            </a:r>
            <a:r>
              <a:rPr lang="en-US" sz="2700" dirty="0" spc="-34" kern="0">
                <a:solidFill>
                  <a:srgbClr val="14161C"/>
                </a:solidFill>
                <a:latin typeface="Be Vietnam Pro" pitchFamily="34" charset="0"/>
                <a:ea typeface="Be Vietnam Pro" pitchFamily="34" charset="-122"/>
                <a:cs typeface="Be Vietnam Pro" pitchFamily="34" charset="-120"/>
              </a:rPr>
              <a:t> kèm</a:t>
            </a:r>
            <a:r>
              <a:rPr lang="en-US" sz="2700" dirty="0" spc="-19" kern="0">
                <a:solidFill>
                  <a:srgbClr val="14161C"/>
                </a:solidFill>
                <a:latin typeface="Be Vietnam Pro" pitchFamily="34" charset="0"/>
                <a:ea typeface="Be Vietnam Pro" pitchFamily="34" charset="-122"/>
                <a:cs typeface="Be Vietnam Pro" pitchFamily="34" charset="-120"/>
              </a:rPr>
              <a:t> SVG</a:t>
            </a:r>
            <a:r>
              <a:rPr lang="en-US" sz="2700" dirty="0" spc="-1" kern="0">
                <a:solidFill>
                  <a:srgbClr val="14161C"/>
                </a:solidFill>
                <a:latin typeface="Be Vietnam Pro" pitchFamily="34" charset="0"/>
                <a:ea typeface="Be Vietnam Pro" pitchFamily="34" charset="-122"/>
                <a:cs typeface="Be Vietnam Pro" pitchFamily="34" charset="-120"/>
              </a:rPr>
              <a:t> tự</a:t>
            </a:r>
            <a:r>
              <a:rPr lang="en-US" sz="2700" dirty="0" spc="6" kern="0">
                <a:solidFill>
                  <a:srgbClr val="14161C"/>
                </a:solidFill>
                <a:latin typeface="Be Vietnam Pro" pitchFamily="34" charset="0"/>
                <a:ea typeface="Be Vietnam Pro" pitchFamily="34" charset="-122"/>
                <a:cs typeface="Be Vietnam Pro" pitchFamily="34" charset="-120"/>
              </a:rPr>
              <a:t> chứa,</a:t>
            </a:r>
            <a:r>
              <a:rPr lang="en-US" sz="2700" dirty="0" spc="-2" kern="0">
                <a:solidFill>
                  <a:srgbClr val="14161C"/>
                </a:solidFill>
                <a:latin typeface="Be Vietnam Pro" pitchFamily="34" charset="0"/>
                <a:ea typeface="Be Vietnam Pro" pitchFamily="34" charset="-122"/>
                <a:cs typeface="Be Vietnam Pro" pitchFamily="34" charset="-120"/>
              </a:rPr>
              <a:t> theo</a:t>
            </a:r>
            <a:r>
              <a:rPr lang="en-US" sz="2700" dirty="0" spc="6" kern="0">
                <a:solidFill>
                  <a:srgbClr val="14161C"/>
                </a:solidFill>
                <a:latin typeface="Be Vietnam Pro" pitchFamily="34" charset="0"/>
                <a:ea typeface="Be Vietnam Pro" pitchFamily="34" charset="-122"/>
                <a:cs typeface="Be Vietnam Pro" pitchFamily="34" charset="-120"/>
              </a:rPr>
              <a:t> thương</a:t>
            </a:r>
            <a:r>
              <a:rPr lang="en-US" sz="2700" dirty="0" spc="-2" kern="0">
                <a:solidFill>
                  <a:srgbClr val="14161C"/>
                </a:solidFill>
                <a:latin typeface="Be Vietnam Pro" pitchFamily="34" charset="0"/>
                <a:ea typeface="Be Vietnam Pro" pitchFamily="34" charset="-122"/>
                <a:cs typeface="Be Vietnam Pro" pitchFamily="34" charset="-120"/>
              </a:rPr>
              <a:t> hiệu của</a:t>
            </a:r>
            <a:r>
              <a:rPr lang="en-US" sz="2700" dirty="0" spc="-5" kern="0">
                <a:solidFill>
                  <a:srgbClr val="14161C"/>
                </a:solidFill>
                <a:latin typeface="Be Vietnam Pro" pitchFamily="34" charset="0"/>
                <a:ea typeface="Be Vietnam Pro" pitchFamily="34" charset="-122"/>
                <a:cs typeface="Be Vietnam Pro" pitchFamily="34" charset="-120"/>
              </a:rPr>
              <a:t> bạn.</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30" kern="0">
                <a:solidFill>
                  <a:srgbClr val="14161C"/>
                </a:solidFill>
                <a:latin typeface="Be Vietnam Pro" pitchFamily="34" charset="0"/>
                <a:ea typeface="Be Vietnam Pro" pitchFamily="34" charset="-122"/>
                <a:cs typeface="Be Vietnam Pro" pitchFamily="34" charset="-120"/>
              </a:rPr>
              <a:t>npx</a:t>
            </a:r>
            <a:r>
              <a:rPr lang="en-US" sz="2700" dirty="0" spc="-1" kern="0">
                <a:solidFill>
                  <a:srgbClr val="14161C"/>
                </a:solidFill>
                <a:latin typeface="Be Vietnam Pro" pitchFamily="34" charset="0"/>
                <a:ea typeface="Be Vietnam Pro" pitchFamily="34" charset="-122"/>
                <a:cs typeface="Be Vietnam Pro" pitchFamily="34" charset="-120"/>
              </a:rPr>
              <a:t> skills</a:t>
            </a:r>
            <a:r>
              <a:rPr lang="en-US" sz="2700" dirty="0" spc="-4" kern="0">
                <a:solidFill>
                  <a:srgbClr val="14161C"/>
                </a:solidFill>
                <a:latin typeface="Be Vietnam Pro" pitchFamily="34" charset="0"/>
                <a:ea typeface="Be Vietnam Pro" pitchFamily="34" charset="-122"/>
                <a:cs typeface="Be Vietnam Pro" pitchFamily="34" charset="-120"/>
              </a:rPr>
              <a:t> add</a:t>
            </a:r>
            <a:r>
              <a:rPr lang="en-US" sz="2700" dirty="0" spc="-16" kern="0">
                <a:solidFill>
                  <a:srgbClr val="14161C"/>
                </a:solidFill>
                <a:latin typeface="Be Vietnam Pro" pitchFamily="34" charset="0"/>
                <a:ea typeface="Be Vietnam Pro" pitchFamily="34" charset="-122"/>
                <a:cs typeface="Be Vietnam Pro" pitchFamily="34" charset="-120"/>
              </a:rPr>
              <a:t> cathrynlavery/diagram-design</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3" kern="0">
                <a:solidFill>
                  <a:srgbClr val="14161C"/>
                </a:solidFill>
                <a:latin typeface="Be Vietnam Pro" pitchFamily="34" charset="0"/>
                <a:ea typeface="Be Vietnam Pro" pitchFamily="34" charset="-122"/>
                <a:cs typeface="Be Vietnam Pro" pitchFamily="34" charset="-120"/>
              </a:rPr>
              <a:t>Bản</a:t>
            </a:r>
            <a:r>
              <a:rPr lang="en-US" sz="2700" dirty="0" spc="-1" kern="0">
                <a:solidFill>
                  <a:srgbClr val="14161C"/>
                </a:solidFill>
                <a:latin typeface="Be Vietnam Pro" pitchFamily="34" charset="0"/>
                <a:ea typeface="Be Vietnam Pro" pitchFamily="34" charset="-122"/>
                <a:cs typeface="Be Vietnam Pro" pitchFamily="34" charset="-120"/>
              </a:rPr>
              <a:t> chính</a:t>
            </a:r>
            <a:r>
              <a:rPr lang="en-US" sz="2700" dirty="0" spc="8" kern="0">
                <a:solidFill>
                  <a:srgbClr val="14161C"/>
                </a:solidFill>
                <a:latin typeface="Be Vietnam Pro" pitchFamily="34" charset="0"/>
                <a:ea typeface="Be Vietnam Pro" pitchFamily="34" charset="-122"/>
                <a:cs typeface="Be Vietnam Pro" pitchFamily="34" charset="-120"/>
              </a:rPr>
              <a:t> thức</a:t>
            </a:r>
            <a:r>
              <a:rPr lang="en-US" sz="2700" dirty="0" spc="-1" kern="0">
                <a:solidFill>
                  <a:srgbClr val="14161C"/>
                </a:solidFill>
                <a:latin typeface="Be Vietnam Pro" pitchFamily="34" charset="0"/>
                <a:ea typeface="Be Vietnam Pro" pitchFamily="34" charset="-122"/>
                <a:cs typeface="Be Vietnam Pro" pitchFamily="34" charset="-120"/>
              </a:rPr>
              <a:t> chỉ từ</a:t>
            </a:r>
            <a:r>
              <a:rPr lang="en-US" sz="2700" dirty="0" spc="-26" kern="0">
                <a:solidFill>
                  <a:srgbClr val="14161C"/>
                </a:solidFill>
                <a:latin typeface="Be Vietnam Pro" pitchFamily="34" charset="0"/>
                <a:ea typeface="Be Vietnam Pro" pitchFamily="34" charset="-122"/>
                <a:cs typeface="Be Vietnam Pro" pitchFamily="34" charset="-120"/>
              </a:rPr>
              <a:t> repo</a:t>
            </a:r>
            <a:r>
              <a:rPr lang="en-US" sz="2700" dirty="0" spc="-8" kern="0">
                <a:solidFill>
                  <a:srgbClr val="14161C"/>
                </a:solidFill>
                <a:latin typeface="Be Vietnam Pro" pitchFamily="34" charset="0"/>
                <a:ea typeface="Be Vietnam Pro" pitchFamily="34" charset="-122"/>
                <a:cs typeface="Be Vietnam Pro" pitchFamily="34" charset="-120"/>
              </a:rPr>
              <a:t> này;</a:t>
            </a:r>
            <a:r>
              <a:rPr lang="en-US" sz="2700" dirty="0" spc="-45" kern="0">
                <a:solidFill>
                  <a:srgbClr val="14161C"/>
                </a:solidFill>
                <a:latin typeface="Be Vietnam Pro" pitchFamily="34" charset="0"/>
                <a:ea typeface="Be Vietnam Pro" pitchFamily="34" charset="-122"/>
                <a:cs typeface="Be Vietnam Pro" pitchFamily="34" charset="-120"/>
              </a:rPr>
              <a:t> PRIVACY.md</a:t>
            </a:r>
            <a:r>
              <a:rPr lang="en-US" sz="2700" dirty="0" spc="-5" kern="0">
                <a:solidFill>
                  <a:srgbClr val="14161C"/>
                </a:solidFill>
                <a:latin typeface="Be Vietnam Pro" pitchFamily="34" charset="0"/>
                <a:ea typeface="Be Vietnam Pro" pitchFamily="34" charset="-122"/>
                <a:cs typeface="Be Vietnam Pro" pitchFamily="34" charset="-120"/>
              </a:rPr>
              <a:t> liệt</a:t>
            </a:r>
            <a:r>
              <a:rPr lang="en-US" sz="2700" dirty="0" spc="-44" kern="0">
                <a:solidFill>
                  <a:srgbClr val="14161C"/>
                </a:solidFill>
                <a:latin typeface="Be Vietnam Pro" pitchFamily="34" charset="0"/>
                <a:ea typeface="Be Vietnam Pro" pitchFamily="34" charset="-122"/>
                <a:cs typeface="Be Vietnam Pro" pitchFamily="34" charset="-120"/>
              </a:rPr>
              <a:t> kê</a:t>
            </a:r>
            <a:r>
              <a:rPr lang="en-US" sz="2700" dirty="0" spc="15" kern="0">
                <a:solidFill>
                  <a:srgbClr val="14161C"/>
                </a:solidFill>
                <a:latin typeface="Be Vietnam Pro" pitchFamily="34" charset="0"/>
                <a:ea typeface="Be Vietnam Pro" pitchFamily="34" charset="-122"/>
                <a:cs typeface="Be Vietnam Pro" pitchFamily="34" charset="-120"/>
              </a:rPr>
              <a:t> những</a:t>
            </a:r>
            <a:r>
              <a:rPr lang="en-US" sz="2700" dirty="0" spc="-3" kern="0">
                <a:solidFill>
                  <a:srgbClr val="14161C"/>
                </a:solidFill>
                <a:latin typeface="Be Vietnam Pro" pitchFamily="34" charset="0"/>
                <a:ea typeface="Be Vietnam Pro" pitchFamily="34" charset="-122"/>
                <a:cs typeface="Be Vietnam Pro" pitchFamily="34" charset="-120"/>
              </a:rPr>
              <a:t> gì</a:t>
            </a:r>
            <a:r>
              <a:rPr lang="en-US" sz="2700" dirty="0" spc="-1" kern="0">
                <a:solidFill>
                  <a:srgbClr val="14161C"/>
                </a:solidFill>
                <a:latin typeface="Be Vietnam Pro" pitchFamily="34" charset="0"/>
                <a:ea typeface="Be Vietnam Pro" pitchFamily="34" charset="-122"/>
                <a:cs typeface="Be Vietnam Pro" pitchFamily="34" charset="-120"/>
              </a:rPr>
              <a:t> skill</a:t>
            </a:r>
            <a:r>
              <a:rPr lang="en-US" sz="2700" dirty="0" spc="41" kern="0">
                <a:solidFill>
                  <a:srgbClr val="14161C"/>
                </a:solidFill>
                <a:latin typeface="Be Vietnam Pro" pitchFamily="34" charset="0"/>
                <a:ea typeface="Be Vietnam Pro" pitchFamily="34" charset="-122"/>
                <a:cs typeface="Be Vietnam Pro" pitchFamily="34" charset="-120"/>
              </a:rPr>
              <a:t> gửi</a:t>
            </a:r>
            <a:r>
              <a:rPr lang="en-US" sz="2700" dirty="0" spc="-2" kern="0">
                <a:solidFill>
                  <a:srgbClr val="14161C"/>
                </a:solidFill>
                <a:latin typeface="Be Vietnam Pro" pitchFamily="34" charset="0"/>
                <a:ea typeface="Be Vietnam Pro" pitchFamily="34" charset="-122"/>
                <a:cs typeface="Be Vietnam Pro" pitchFamily="34" charset="-120"/>
              </a:rPr>
              <a:t> qua mạng.</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[S25]</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63601" y="9564832"/>
            <a:ext cx="110836" cy="110836"/>
          </a:xfrm>
          <a:prstGeom prst="ellipse">
            <a:avLst/>
          </a:prstGeom>
          <a:solidFill>
            <a:srgbClr val="E8472B"/>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 kern="0">
                <a:solidFill>
                  <a:srgbClr val="6B6A66"/>
                </a:solidFill>
                <a:latin typeface="Be Vietnam Pro" pitchFamily="34" charset="0"/>
                <a:ea typeface="Be Vietnam Pro" pitchFamily="34" charset="-122"/>
                <a:cs typeface="Be Vietnam Pro" pitchFamily="34" charset="-120"/>
              </a:rPr>
              <a:t> 36/55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518fbbe6-9452-48a0-a87b-1d3487439551"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Ba cách</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ép</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giao</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diện</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khỏi</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"mặt</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trung</a:t>
            </a:r>
            <a:r>
              <a:rPr lang="en-US" sz="5700" dirty="0" spc="-33" kern="0">
                <a:solidFill>
                  <a:srgbClr val="F3EEE3"/>
                </a:solidFill>
                <a:latin typeface="Bricolage Grotesque ExtraBold" pitchFamily="34" charset="0"/>
                <a:ea typeface="Bricolage Grotesque ExtraBold" pitchFamily="34" charset="-122"/>
                <a:cs typeface="Bricolage Grotesque ExtraBold" pitchFamily="34" charset="-120"/>
              </a:rPr>
              <a:t> bình"</a:t>
            </a:r>
            <a:endParaRPr lang="en-US" sz="5700" dirty="0"/>
          </a:p>
        </p:txBody>
      </p:sp>
      <p:sp>
        <p:nvSpPr>
          <p:cNvPr id="3" name="Text 1"/>
          <p:cNvSpPr/>
          <p:nvPr/>
        </p:nvSpPr>
        <p:spPr>
          <a:xfrm>
            <a:off x="914400" y="2667000"/>
            <a:ext cx="1619250" cy="1428750"/>
          </a:xfrm>
          <a:prstGeom prst="rect">
            <a:avLst/>
          </a:prstGeom>
          <a:noFill/>
          <a:ln/>
        </p:spPr>
        <p:txBody>
          <a:bodyPr wrap="square" lIns="0" tIns="0" rIns="0" bIns="0" rtlCol="0" anchor="ctr"/>
          <a:lstStyle/>
          <a:p>
            <a:pPr algn="l" indent="0" marL="0">
              <a:buNone/>
            </a:pPr>
            <a:r>
              <a:rPr lang="en-US" sz="8700" dirty="0" spc="-3" kern="0">
                <a:solidFill>
                  <a:srgbClr val="FFB454"/>
                </a:solidFill>
                <a:latin typeface="Bricolage Grotesque ExtraBold" pitchFamily="34" charset="0"/>
                <a:ea typeface="Bricolage Grotesque ExtraBold" pitchFamily="34" charset="-122"/>
                <a:cs typeface="Bricolage Grotesque ExtraBold" pitchFamily="34" charset="-120"/>
              </a:rPr>
              <a:t>1</a:t>
            </a:r>
            <a:endParaRPr lang="en-US" sz="8700" dirty="0"/>
          </a:p>
        </p:txBody>
      </p:sp>
      <p:sp>
        <p:nvSpPr>
          <p:cNvPr id="4" name="Shape 2"/>
          <p:cNvSpPr/>
          <p:nvPr/>
        </p:nvSpPr>
        <p:spPr>
          <a:xfrm>
            <a:off x="2724150" y="2762250"/>
            <a:ext cx="14649450" cy="1238250"/>
          </a:xfrm>
          <a:prstGeom prst="roundRect">
            <a:avLst>
              <a:gd name="adj" fmla="val 15385"/>
            </a:avLst>
          </a:prstGeom>
          <a:solidFill>
            <a:srgbClr val="1E212B"/>
          </a:solidFill>
          <a:ln/>
        </p:spPr>
      </p:sp>
      <p:sp>
        <p:nvSpPr>
          <p:cNvPr id="5" name="Text 3"/>
          <p:cNvSpPr/>
          <p:nvPr/>
        </p:nvSpPr>
        <p:spPr>
          <a:xfrm>
            <a:off x="3105150" y="2762250"/>
            <a:ext cx="14001750" cy="1238250"/>
          </a:xfrm>
          <a:prstGeom prst="rect">
            <a:avLst/>
          </a:prstGeom>
          <a:noFill/>
          <a:ln/>
        </p:spPr>
        <p:txBody>
          <a:bodyPr wrap="square" lIns="0" tIns="0" rIns="0" bIns="0" rtlCol="0" anchor="ctr"/>
          <a:lstStyle/>
          <a:p>
            <a:pPr algn="l" indent="0" marL="0">
              <a:buNone/>
            </a:pPr>
            <a:r>
              <a:rPr lang="en-US" sz="3000" dirty="0" spc="1" kern="0">
                <a:solidFill>
                  <a:srgbClr val="F3EEE3"/>
                </a:solidFill>
                <a:latin typeface="Be Vietnam Pro SemiBold" pitchFamily="34" charset="0"/>
                <a:ea typeface="Be Vietnam Pro SemiBold" pitchFamily="34" charset="-122"/>
                <a:cs typeface="Be Vietnam Pro SemiBold" pitchFamily="34" charset="-120"/>
              </a:rPr>
              <a:t>UI</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UX</a:t>
            </a:r>
            <a:r>
              <a:rPr lang="en-US" sz="3000" dirty="0" spc="-19" kern="0">
                <a:solidFill>
                  <a:srgbClr val="F3EEE3"/>
                </a:solidFill>
                <a:latin typeface="Be Vietnam Pro SemiBold" pitchFamily="34" charset="0"/>
                <a:ea typeface="Be Vietnam Pro SemiBold" pitchFamily="34" charset="-122"/>
                <a:cs typeface="Be Vietnam Pro SemiBold" pitchFamily="34" charset="-120"/>
              </a:rPr>
              <a:t> Pro</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Max:</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sinh</a:t>
            </a:r>
            <a:r>
              <a:rPr lang="en-US" sz="3000" dirty="0" spc="-9" kern="0">
                <a:solidFill>
                  <a:srgbClr val="F3EEE3"/>
                </a:solidFill>
                <a:latin typeface="Be Vietnam Pro SemiBold" pitchFamily="34" charset="0"/>
                <a:ea typeface="Be Vietnam Pro SemiBold" pitchFamily="34" charset="-122"/>
                <a:cs typeface="Be Vietnam Pro SemiBold" pitchFamily="34" charset="-120"/>
              </a:rPr>
              <a:t> một</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hệ thống</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thiết</a:t>
            </a:r>
            <a:r>
              <a:rPr lang="en-US" sz="3000" dirty="0" spc="-41" kern="0">
                <a:solidFill>
                  <a:srgbClr val="F3EEE3"/>
                </a:solidFill>
                <a:latin typeface="Be Vietnam Pro SemiBold" pitchFamily="34" charset="0"/>
                <a:ea typeface="Be Vietnam Pro SemiBold" pitchFamily="34" charset="-122"/>
                <a:cs typeface="Be Vietnam Pro SemiBold" pitchFamily="34" charset="-120"/>
              </a:rPr>
              <a:t> kế</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riêng</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cho</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dự</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án</a:t>
            </a:r>
            <a:endParaRPr lang="en-US" sz="3000" dirty="0"/>
          </a:p>
        </p:txBody>
      </p:sp>
      <p:sp>
        <p:nvSpPr>
          <p:cNvPr id="6" name="Text 4"/>
          <p:cNvSpPr/>
          <p:nvPr/>
        </p:nvSpPr>
        <p:spPr>
          <a:xfrm>
            <a:off x="914400" y="4210050"/>
            <a:ext cx="1619250" cy="1428750"/>
          </a:xfrm>
          <a:prstGeom prst="rect">
            <a:avLst/>
          </a:prstGeom>
          <a:noFill/>
          <a:ln/>
        </p:spPr>
        <p:txBody>
          <a:bodyPr wrap="square" lIns="0" tIns="0" rIns="0" bIns="0" rtlCol="0" anchor="ctr"/>
          <a:lstStyle/>
          <a:p>
            <a:pPr algn="l" indent="0" marL="0">
              <a:buNone/>
            </a:pPr>
            <a:r>
              <a:rPr lang="en-US" sz="8700" dirty="0" spc="6" kern="0">
                <a:solidFill>
                  <a:srgbClr val="3DD6A0"/>
                </a:solidFill>
                <a:latin typeface="Bricolage Grotesque ExtraBold" pitchFamily="34" charset="0"/>
                <a:ea typeface="Bricolage Grotesque ExtraBold" pitchFamily="34" charset="-122"/>
                <a:cs typeface="Bricolage Grotesque ExtraBold" pitchFamily="34" charset="-120"/>
              </a:rPr>
              <a:t>2</a:t>
            </a:r>
            <a:endParaRPr lang="en-US" sz="8700" dirty="0"/>
          </a:p>
        </p:txBody>
      </p:sp>
      <p:sp>
        <p:nvSpPr>
          <p:cNvPr id="7" name="Shape 5"/>
          <p:cNvSpPr/>
          <p:nvPr/>
        </p:nvSpPr>
        <p:spPr>
          <a:xfrm>
            <a:off x="2724150" y="4305300"/>
            <a:ext cx="14649450" cy="1238250"/>
          </a:xfrm>
          <a:prstGeom prst="roundRect">
            <a:avLst>
              <a:gd name="adj" fmla="val 15385"/>
            </a:avLst>
          </a:prstGeom>
          <a:solidFill>
            <a:srgbClr val="1E212B"/>
          </a:solidFill>
          <a:ln/>
        </p:spPr>
      </p:sp>
      <p:sp>
        <p:nvSpPr>
          <p:cNvPr id="8" name="Text 6"/>
          <p:cNvSpPr/>
          <p:nvPr/>
        </p:nvSpPr>
        <p:spPr>
          <a:xfrm>
            <a:off x="3105150" y="4305300"/>
            <a:ext cx="14001750" cy="1238250"/>
          </a:xfrm>
          <a:prstGeom prst="rect">
            <a:avLst/>
          </a:prstGeom>
          <a:noFill/>
          <a:ln/>
        </p:spPr>
        <p:txBody>
          <a:bodyPr wrap="square" lIns="0" tIns="0" rIns="0" bIns="0" rtlCol="0" anchor="ctr"/>
          <a:lstStyle/>
          <a:p>
            <a:pPr algn="l" indent="0" marL="0">
              <a:buNone/>
            </a:pPr>
            <a:r>
              <a:rPr lang="en-US" sz="3000" dirty="0" spc="-60" kern="0">
                <a:solidFill>
                  <a:srgbClr val="F3EEE3"/>
                </a:solidFill>
                <a:latin typeface="Be Vietnam Pro SemiBold" pitchFamily="34" charset="0"/>
                <a:ea typeface="Be Vietnam Pro SemiBold" pitchFamily="34" charset="-122"/>
                <a:cs typeface="Be Vietnam Pro SemiBold" pitchFamily="34" charset="-120"/>
              </a:rPr>
              <a:t>Taste:</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chọn</a:t>
            </a:r>
            <a:r>
              <a:rPr lang="en-US" sz="3000" dirty="0" spc="-8" kern="0">
                <a:solidFill>
                  <a:srgbClr val="F3EEE3"/>
                </a:solidFill>
                <a:latin typeface="Be Vietnam Pro SemiBold" pitchFamily="34" charset="0"/>
                <a:ea typeface="Be Vietnam Pro SemiBold" pitchFamily="34" charset="-122"/>
                <a:cs typeface="Be Vietnam Pro SemiBold" pitchFamily="34" charset="-120"/>
              </a:rPr>
              <a:t> một</a:t>
            </a:r>
            <a:r>
              <a:rPr lang="en-US" sz="3000" dirty="0" spc="8" kern="0">
                <a:solidFill>
                  <a:srgbClr val="F3EEE3"/>
                </a:solidFill>
                <a:latin typeface="Be Vietnam Pro SemiBold" pitchFamily="34" charset="0"/>
                <a:ea typeface="Be Vietnam Pro SemiBold" pitchFamily="34" charset="-122"/>
                <a:cs typeface="Be Vietnam Pro SemiBold" pitchFamily="34" charset="-120"/>
              </a:rPr>
              <a:t> hướng</a:t>
            </a:r>
            <a:r>
              <a:rPr lang="en-US" sz="3000" dirty="0" spc="-7" kern="0">
                <a:solidFill>
                  <a:srgbClr val="F3EEE3"/>
                </a:solidFill>
                <a:latin typeface="Be Vietnam Pro SemiBold" pitchFamily="34" charset="0"/>
                <a:ea typeface="Be Vietnam Pro SemiBold" pitchFamily="34" charset="-122"/>
                <a:cs typeface="Be Vietnam Pro SemiBold" pitchFamily="34" charset="-120"/>
              </a:rPr>
              <a:t> nghệ</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thuật,</a:t>
            </a:r>
            <a:r>
              <a:rPr lang="en-US" sz="3000" dirty="0" spc="19" kern="0">
                <a:solidFill>
                  <a:srgbClr val="F3EEE3"/>
                </a:solidFill>
                <a:latin typeface="Be Vietnam Pro SemiBold" pitchFamily="34" charset="0"/>
                <a:ea typeface="Be Vietnam Pro SemiBold" pitchFamily="34" charset="-122"/>
                <a:cs typeface="Be Vietnam Pro SemiBold" pitchFamily="34" charset="-120"/>
              </a:rPr>
              <a:t> dựng,</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tự</a:t>
            </a:r>
            <a:r>
              <a:rPr lang="en-US" sz="3000" dirty="0" spc="-30" kern="0">
                <a:solidFill>
                  <a:srgbClr val="F3EEE3"/>
                </a:solidFill>
                <a:latin typeface="Be Vietnam Pro SemiBold" pitchFamily="34" charset="0"/>
                <a:ea typeface="Be Vietnam Pro SemiBold" pitchFamily="34" charset="-122"/>
                <a:cs typeface="Be Vietnam Pro SemiBold" pitchFamily="34" charset="-120"/>
              </a:rPr>
              <a:t> xem</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ảnh</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chụp</a:t>
            </a:r>
            <a:r>
              <a:rPr lang="en-US" sz="3000" dirty="0" spc="-20" kern="0">
                <a:solidFill>
                  <a:srgbClr val="F3EEE3"/>
                </a:solidFill>
                <a:latin typeface="Be Vietnam Pro SemiBold" pitchFamily="34" charset="0"/>
                <a:ea typeface="Be Vietnam Pro SemiBold" pitchFamily="34" charset="-122"/>
                <a:cs typeface="Be Vietnam Pro SemiBold" pitchFamily="34" charset="-120"/>
              </a:rPr>
              <a:t> và</a:t>
            </a:r>
            <a:r>
              <a:rPr lang="en-US" sz="3000" dirty="0" spc="16" kern="0">
                <a:solidFill>
                  <a:srgbClr val="F3EEE3"/>
                </a:solidFill>
                <a:latin typeface="Be Vietnam Pro SemiBold" pitchFamily="34" charset="0"/>
                <a:ea typeface="Be Vietnam Pro SemiBold" pitchFamily="34" charset="-122"/>
                <a:cs typeface="Be Vietnam Pro SemiBold" pitchFamily="34" charset="-120"/>
              </a:rPr>
              <a:t> sửa</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tối</a:t>
            </a:r>
            <a:r>
              <a:rPr lang="en-US" sz="3000" dirty="0" spc="17" kern="0">
                <a:solidFill>
                  <a:srgbClr val="F3EEE3"/>
                </a:solidFill>
                <a:latin typeface="Be Vietnam Pro SemiBold" pitchFamily="34" charset="0"/>
                <a:ea typeface="Be Vietnam Pro SemiBold" pitchFamily="34" charset="-122"/>
                <a:cs typeface="Be Vietnam Pro SemiBold" pitchFamily="34" charset="-120"/>
              </a:rPr>
              <a:t> đa</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ba</a:t>
            </a:r>
            <a:r>
              <a:rPr lang="en-US" sz="3000" dirty="0" spc="-18" kern="0">
                <a:solidFill>
                  <a:srgbClr val="F3EEE3"/>
                </a:solidFill>
                <a:latin typeface="Be Vietnam Pro SemiBold" pitchFamily="34" charset="0"/>
                <a:ea typeface="Be Vietnam Pro SemiBold" pitchFamily="34" charset="-122"/>
                <a:cs typeface="Be Vietnam Pro SemiBold" pitchFamily="34" charset="-120"/>
              </a:rPr>
              <a:t> vòng</a:t>
            </a:r>
            <a:endParaRPr lang="en-US" sz="3000" dirty="0"/>
          </a:p>
        </p:txBody>
      </p:sp>
      <p:sp>
        <p:nvSpPr>
          <p:cNvPr id="9" name="Text 7"/>
          <p:cNvSpPr/>
          <p:nvPr/>
        </p:nvSpPr>
        <p:spPr>
          <a:xfrm>
            <a:off x="914400" y="5753100"/>
            <a:ext cx="1619250" cy="1428750"/>
          </a:xfrm>
          <a:prstGeom prst="rect">
            <a:avLst/>
          </a:prstGeom>
          <a:noFill/>
          <a:ln/>
        </p:spPr>
        <p:txBody>
          <a:bodyPr wrap="square" lIns="0" tIns="0" rIns="0" bIns="0" rtlCol="0" anchor="ctr"/>
          <a:lstStyle/>
          <a:p>
            <a:pPr algn="l" indent="0" marL="0">
              <a:buNone/>
            </a:pPr>
            <a:r>
              <a:rPr lang="en-US" sz="8700" dirty="0" spc="3" kern="0">
                <a:solidFill>
                  <a:srgbClr val="FF6A4D"/>
                </a:solidFill>
                <a:latin typeface="Bricolage Grotesque ExtraBold" pitchFamily="34" charset="0"/>
                <a:ea typeface="Bricolage Grotesque ExtraBold" pitchFamily="34" charset="-122"/>
                <a:cs typeface="Bricolage Grotesque ExtraBold" pitchFamily="34" charset="-120"/>
              </a:rPr>
              <a:t>3</a:t>
            </a:r>
            <a:endParaRPr lang="en-US" sz="8700" dirty="0"/>
          </a:p>
        </p:txBody>
      </p:sp>
      <p:sp>
        <p:nvSpPr>
          <p:cNvPr id="10" name="Shape 8"/>
          <p:cNvSpPr/>
          <p:nvPr/>
        </p:nvSpPr>
        <p:spPr>
          <a:xfrm>
            <a:off x="2724150" y="5848350"/>
            <a:ext cx="14649450" cy="1238250"/>
          </a:xfrm>
          <a:prstGeom prst="roundRect">
            <a:avLst>
              <a:gd name="adj" fmla="val 15385"/>
            </a:avLst>
          </a:prstGeom>
          <a:solidFill>
            <a:srgbClr val="1E212B"/>
          </a:solidFill>
          <a:ln/>
        </p:spPr>
      </p:sp>
      <p:sp>
        <p:nvSpPr>
          <p:cNvPr id="11" name="Text 9"/>
          <p:cNvSpPr/>
          <p:nvPr/>
        </p:nvSpPr>
        <p:spPr>
          <a:xfrm>
            <a:off x="3105150" y="5848350"/>
            <a:ext cx="14001750" cy="1238250"/>
          </a:xfrm>
          <a:prstGeom prst="rect">
            <a:avLst/>
          </a:prstGeom>
          <a:noFill/>
          <a:ln/>
        </p:spPr>
        <p:txBody>
          <a:bodyPr wrap="square" lIns="0" tIns="0" rIns="0" bIns="0" rtlCol="0" anchor="ctr"/>
          <a:lstStyle/>
          <a:p>
            <a:pPr algn="l" indent="0" marL="0">
              <a:buNone/>
            </a:pPr>
            <a:r>
              <a:rPr lang="en-US" sz="3000" dirty="0" spc="-8" kern="0">
                <a:solidFill>
                  <a:srgbClr val="F3EEE3"/>
                </a:solidFill>
                <a:latin typeface="Be Vietnam Pro SemiBold" pitchFamily="34" charset="0"/>
                <a:ea typeface="Be Vietnam Pro SemiBold" pitchFamily="34" charset="-122"/>
                <a:cs typeface="Be Vietnam Pro SemiBold" pitchFamily="34" charset="-120"/>
              </a:rPr>
              <a:t>Impeccable:</a:t>
            </a:r>
            <a:r>
              <a:rPr lang="en-US" sz="3000" dirty="0" spc="-10" kern="0">
                <a:solidFill>
                  <a:srgbClr val="F3EEE3"/>
                </a:solidFill>
                <a:latin typeface="Be Vietnam Pro SemiBold" pitchFamily="34" charset="0"/>
                <a:ea typeface="Be Vietnam Pro SemiBold" pitchFamily="34" charset="-122"/>
                <a:cs typeface="Be Vietnam Pro SemiBold" pitchFamily="34" charset="-120"/>
              </a:rPr>
              <a:t> bắt</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các</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dấu</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hiệu</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quen</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thuộc</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như</a:t>
            </a:r>
            <a:r>
              <a:rPr lang="en-US" sz="3000" dirty="0" spc="-13" kern="0">
                <a:solidFill>
                  <a:srgbClr val="F3EEE3"/>
                </a:solidFill>
                <a:latin typeface="Be Vietnam Pro SemiBold" pitchFamily="34" charset="0"/>
                <a:ea typeface="Be Vietnam Pro SemiBold" pitchFamily="34" charset="-122"/>
                <a:cs typeface="Be Vietnam Pro SemiBold" pitchFamily="34" charset="-120"/>
              </a:rPr>
              <a:t> Inter</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cho</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mọi</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thứ,</a:t>
            </a:r>
            <a:r>
              <a:rPr lang="en-US" sz="3000" dirty="0" spc="-13" kern="0">
                <a:solidFill>
                  <a:srgbClr val="F3EEE3"/>
                </a:solidFill>
                <a:latin typeface="Be Vietnam Pro SemiBold" pitchFamily="34" charset="0"/>
                <a:ea typeface="Be Vietnam Pro SemiBold" pitchFamily="34" charset="-122"/>
                <a:cs typeface="Be Vietnam Pro SemiBold" pitchFamily="34" charset="-120"/>
              </a:rPr>
              <a:t> gradient</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tím</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sang</a:t>
            </a:r>
            <a:r>
              <a:rPr lang="en-US" sz="3000" dirty="0" spc="-19" kern="0">
                <a:solidFill>
                  <a:srgbClr val="F3EEE3"/>
                </a:solidFill>
                <a:latin typeface="Be Vietnam Pro SemiBold" pitchFamily="34" charset="0"/>
                <a:ea typeface="Be Vietnam Pro SemiBold" pitchFamily="34" charset="-122"/>
                <a:cs typeface="Be Vietnam Pro SemiBold" pitchFamily="34" charset="-120"/>
              </a:rPr>
              <a:t> xanh</a:t>
            </a:r>
            <a:endParaRPr lang="en-US" sz="3000" dirty="0"/>
          </a:p>
        </p:txBody>
      </p:sp>
      <p:sp>
        <p:nvSpPr>
          <p:cNvPr id="12" name="Text 10"/>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2" kern="0">
                <a:solidFill>
                  <a:srgbClr val="9AA0B5"/>
                </a:solidFill>
                <a:latin typeface="Be Vietnam Pro" pitchFamily="34" charset="0"/>
                <a:ea typeface="Be Vietnam Pro" pitchFamily="34" charset="-122"/>
                <a:cs typeface="Be Vietnam Pro" pitchFamily="34" charset="-120"/>
              </a:rPr>
              <a:t> [S20] [S21]</a:t>
            </a:r>
            <a:r>
              <a:rPr lang="en-US" sz="1800" dirty="0" spc="1" kern="0">
                <a:solidFill>
                  <a:srgbClr val="9AA0B5"/>
                </a:solidFill>
                <a:latin typeface="Be Vietnam Pro" pitchFamily="34" charset="0"/>
                <a:ea typeface="Be Vietnam Pro" pitchFamily="34" charset="-122"/>
                <a:cs typeface="Be Vietnam Pro" pitchFamily="34" charset="-120"/>
              </a:rPr>
              <a:t> [S23]</a:t>
            </a:r>
            <a:endParaRPr lang="en-US" sz="1800" dirty="0"/>
          </a:p>
        </p:txBody>
      </p:sp>
      <p:sp>
        <p:nvSpPr>
          <p:cNvPr id="13" name="Shape 11"/>
          <p:cNvSpPr/>
          <p:nvPr/>
        </p:nvSpPr>
        <p:spPr>
          <a:xfrm>
            <a:off x="958561" y="9578686"/>
            <a:ext cx="83127" cy="83127"/>
          </a:xfrm>
          <a:prstGeom prst="ellipse">
            <a:avLst/>
          </a:prstGeom>
          <a:solidFill>
            <a:srgbClr val="F3EEE3">
              <a:alpha val="28000"/>
            </a:srgbClr>
          </a:solidFill>
          <a:ln/>
        </p:spPr>
      </p:sp>
      <p:sp>
        <p:nvSpPr>
          <p:cNvPr id="14" name="Shape 12"/>
          <p:cNvSpPr/>
          <p:nvPr/>
        </p:nvSpPr>
        <p:spPr>
          <a:xfrm>
            <a:off x="1124815" y="9578686"/>
            <a:ext cx="83127" cy="83127"/>
          </a:xfrm>
          <a:prstGeom prst="ellipse">
            <a:avLst/>
          </a:prstGeom>
          <a:solidFill>
            <a:srgbClr val="F3EEE3">
              <a:alpha val="28000"/>
            </a:srgbClr>
          </a:solidFill>
          <a:ln/>
        </p:spPr>
      </p:sp>
      <p:sp>
        <p:nvSpPr>
          <p:cNvPr id="15" name="Shape 13"/>
          <p:cNvSpPr/>
          <p:nvPr/>
        </p:nvSpPr>
        <p:spPr>
          <a:xfrm>
            <a:off x="1291070" y="9578686"/>
            <a:ext cx="83127" cy="83127"/>
          </a:xfrm>
          <a:prstGeom prst="ellipse">
            <a:avLst/>
          </a:prstGeom>
          <a:solidFill>
            <a:srgbClr val="F3EEE3">
              <a:alpha val="28000"/>
            </a:srgbClr>
          </a:solidFill>
          <a:ln/>
        </p:spPr>
      </p:sp>
      <p:sp>
        <p:nvSpPr>
          <p:cNvPr id="16" name="Shape 14"/>
          <p:cNvSpPr/>
          <p:nvPr/>
        </p:nvSpPr>
        <p:spPr>
          <a:xfrm>
            <a:off x="1457324" y="9578686"/>
            <a:ext cx="83127" cy="83127"/>
          </a:xfrm>
          <a:prstGeom prst="ellipse">
            <a:avLst/>
          </a:prstGeom>
          <a:solidFill>
            <a:srgbClr val="F3EEE3">
              <a:alpha val="28000"/>
            </a:srgbClr>
          </a:solidFill>
          <a:ln/>
        </p:spPr>
      </p:sp>
      <p:sp>
        <p:nvSpPr>
          <p:cNvPr id="17" name="Shape 15"/>
          <p:cNvSpPr/>
          <p:nvPr/>
        </p:nvSpPr>
        <p:spPr>
          <a:xfrm>
            <a:off x="1623578" y="9578686"/>
            <a:ext cx="83127" cy="83127"/>
          </a:xfrm>
          <a:prstGeom prst="ellipse">
            <a:avLst/>
          </a:prstGeom>
          <a:solidFill>
            <a:srgbClr val="F3EEE3">
              <a:alpha val="28000"/>
            </a:srgbClr>
          </a:solidFill>
          <a:ln/>
        </p:spPr>
      </p:sp>
      <p:sp>
        <p:nvSpPr>
          <p:cNvPr id="18" name="Shape 16"/>
          <p:cNvSpPr/>
          <p:nvPr/>
        </p:nvSpPr>
        <p:spPr>
          <a:xfrm>
            <a:off x="1789832" y="9578686"/>
            <a:ext cx="83127" cy="83127"/>
          </a:xfrm>
          <a:prstGeom prst="ellipse">
            <a:avLst/>
          </a:prstGeom>
          <a:solidFill>
            <a:srgbClr val="F3EEE3">
              <a:alpha val="28000"/>
            </a:srgbClr>
          </a:solidFill>
          <a:ln/>
        </p:spPr>
      </p:sp>
      <p:sp>
        <p:nvSpPr>
          <p:cNvPr id="19" name="Shape 17"/>
          <p:cNvSpPr/>
          <p:nvPr/>
        </p:nvSpPr>
        <p:spPr>
          <a:xfrm>
            <a:off x="1956086" y="9578686"/>
            <a:ext cx="83127" cy="83127"/>
          </a:xfrm>
          <a:prstGeom prst="ellipse">
            <a:avLst/>
          </a:prstGeom>
          <a:solidFill>
            <a:srgbClr val="F3EEE3">
              <a:alpha val="28000"/>
            </a:srgbClr>
          </a:solidFill>
          <a:ln/>
        </p:spPr>
      </p:sp>
      <p:sp>
        <p:nvSpPr>
          <p:cNvPr id="20" name="Shape 18"/>
          <p:cNvSpPr/>
          <p:nvPr/>
        </p:nvSpPr>
        <p:spPr>
          <a:xfrm>
            <a:off x="2122340" y="9578686"/>
            <a:ext cx="83127" cy="83127"/>
          </a:xfrm>
          <a:prstGeom prst="ellipse">
            <a:avLst/>
          </a:prstGeom>
          <a:solidFill>
            <a:srgbClr val="F3EEE3">
              <a:alpha val="28000"/>
            </a:srgbClr>
          </a:solidFill>
          <a:ln/>
        </p:spPr>
      </p:sp>
      <p:sp>
        <p:nvSpPr>
          <p:cNvPr id="21" name="Shape 19"/>
          <p:cNvSpPr/>
          <p:nvPr/>
        </p:nvSpPr>
        <p:spPr>
          <a:xfrm>
            <a:off x="2288594" y="9578686"/>
            <a:ext cx="83127" cy="83127"/>
          </a:xfrm>
          <a:prstGeom prst="ellipse">
            <a:avLst/>
          </a:prstGeom>
          <a:solidFill>
            <a:srgbClr val="F3EEE3">
              <a:alpha val="28000"/>
            </a:srgbClr>
          </a:solidFill>
          <a:ln/>
        </p:spPr>
      </p:sp>
      <p:sp>
        <p:nvSpPr>
          <p:cNvPr id="22" name="Shape 20"/>
          <p:cNvSpPr/>
          <p:nvPr/>
        </p:nvSpPr>
        <p:spPr>
          <a:xfrm>
            <a:off x="2454848" y="9578686"/>
            <a:ext cx="83127" cy="83127"/>
          </a:xfrm>
          <a:prstGeom prst="ellipse">
            <a:avLst/>
          </a:prstGeom>
          <a:solidFill>
            <a:srgbClr val="F3EEE3">
              <a:alpha val="28000"/>
            </a:srgbClr>
          </a:solidFill>
          <a:ln/>
        </p:spPr>
      </p:sp>
      <p:sp>
        <p:nvSpPr>
          <p:cNvPr id="23" name="Shape 21"/>
          <p:cNvSpPr/>
          <p:nvPr/>
        </p:nvSpPr>
        <p:spPr>
          <a:xfrm>
            <a:off x="2621102" y="9578686"/>
            <a:ext cx="83127" cy="83127"/>
          </a:xfrm>
          <a:prstGeom prst="ellipse">
            <a:avLst/>
          </a:prstGeom>
          <a:solidFill>
            <a:srgbClr val="F3EEE3">
              <a:alpha val="28000"/>
            </a:srgbClr>
          </a:solidFill>
          <a:ln/>
        </p:spPr>
      </p:sp>
      <p:sp>
        <p:nvSpPr>
          <p:cNvPr id="24" name="Shape 22"/>
          <p:cNvSpPr/>
          <p:nvPr/>
        </p:nvSpPr>
        <p:spPr>
          <a:xfrm>
            <a:off x="2787357" y="9578686"/>
            <a:ext cx="83127" cy="83127"/>
          </a:xfrm>
          <a:prstGeom prst="ellipse">
            <a:avLst/>
          </a:prstGeom>
          <a:solidFill>
            <a:srgbClr val="F3EEE3">
              <a:alpha val="28000"/>
            </a:srgbClr>
          </a:solidFill>
          <a:ln/>
        </p:spPr>
      </p:sp>
      <p:sp>
        <p:nvSpPr>
          <p:cNvPr id="25" name="Shape 23"/>
          <p:cNvSpPr/>
          <p:nvPr/>
        </p:nvSpPr>
        <p:spPr>
          <a:xfrm>
            <a:off x="2953611" y="9578686"/>
            <a:ext cx="83127" cy="83127"/>
          </a:xfrm>
          <a:prstGeom prst="ellipse">
            <a:avLst/>
          </a:prstGeom>
          <a:solidFill>
            <a:srgbClr val="F3EEE3">
              <a:alpha val="28000"/>
            </a:srgbClr>
          </a:solidFill>
          <a:ln/>
        </p:spPr>
      </p:sp>
      <p:sp>
        <p:nvSpPr>
          <p:cNvPr id="26" name="Shape 24"/>
          <p:cNvSpPr/>
          <p:nvPr/>
        </p:nvSpPr>
        <p:spPr>
          <a:xfrm>
            <a:off x="3119865" y="9578686"/>
            <a:ext cx="83127" cy="83127"/>
          </a:xfrm>
          <a:prstGeom prst="ellipse">
            <a:avLst/>
          </a:prstGeom>
          <a:solidFill>
            <a:srgbClr val="F3EEE3">
              <a:alpha val="28000"/>
            </a:srgbClr>
          </a:solidFill>
          <a:ln/>
        </p:spPr>
      </p:sp>
      <p:sp>
        <p:nvSpPr>
          <p:cNvPr id="27" name="Shape 25"/>
          <p:cNvSpPr/>
          <p:nvPr/>
        </p:nvSpPr>
        <p:spPr>
          <a:xfrm>
            <a:off x="3286119" y="9578686"/>
            <a:ext cx="83127" cy="83127"/>
          </a:xfrm>
          <a:prstGeom prst="ellipse">
            <a:avLst/>
          </a:prstGeom>
          <a:solidFill>
            <a:srgbClr val="F3EEE3">
              <a:alpha val="28000"/>
            </a:srgbClr>
          </a:solidFill>
          <a:ln/>
        </p:spPr>
      </p:sp>
      <p:sp>
        <p:nvSpPr>
          <p:cNvPr id="28" name="Shape 26"/>
          <p:cNvSpPr/>
          <p:nvPr/>
        </p:nvSpPr>
        <p:spPr>
          <a:xfrm>
            <a:off x="3452373" y="9578686"/>
            <a:ext cx="83127" cy="83127"/>
          </a:xfrm>
          <a:prstGeom prst="ellipse">
            <a:avLst/>
          </a:prstGeom>
          <a:solidFill>
            <a:srgbClr val="F3EEE3">
              <a:alpha val="28000"/>
            </a:srgbClr>
          </a:solidFill>
          <a:ln/>
        </p:spPr>
      </p:sp>
      <p:sp>
        <p:nvSpPr>
          <p:cNvPr id="29" name="Shape 27"/>
          <p:cNvSpPr/>
          <p:nvPr/>
        </p:nvSpPr>
        <p:spPr>
          <a:xfrm>
            <a:off x="3618627" y="9578686"/>
            <a:ext cx="83127" cy="83127"/>
          </a:xfrm>
          <a:prstGeom prst="ellipse">
            <a:avLst/>
          </a:prstGeom>
          <a:solidFill>
            <a:srgbClr val="F3EEE3">
              <a:alpha val="28000"/>
            </a:srgbClr>
          </a:solidFill>
          <a:ln/>
        </p:spPr>
      </p:sp>
      <p:sp>
        <p:nvSpPr>
          <p:cNvPr id="30" name="Shape 28"/>
          <p:cNvSpPr/>
          <p:nvPr/>
        </p:nvSpPr>
        <p:spPr>
          <a:xfrm>
            <a:off x="3784881" y="9578686"/>
            <a:ext cx="83127" cy="83127"/>
          </a:xfrm>
          <a:prstGeom prst="ellipse">
            <a:avLst/>
          </a:prstGeom>
          <a:solidFill>
            <a:srgbClr val="F3EEE3">
              <a:alpha val="28000"/>
            </a:srgbClr>
          </a:solidFill>
          <a:ln/>
        </p:spPr>
      </p:sp>
      <p:sp>
        <p:nvSpPr>
          <p:cNvPr id="31" name="Shape 29"/>
          <p:cNvSpPr/>
          <p:nvPr/>
        </p:nvSpPr>
        <p:spPr>
          <a:xfrm>
            <a:off x="3951135" y="9578686"/>
            <a:ext cx="83127" cy="83127"/>
          </a:xfrm>
          <a:prstGeom prst="ellipse">
            <a:avLst/>
          </a:prstGeom>
          <a:solidFill>
            <a:srgbClr val="F3EEE3">
              <a:alpha val="28000"/>
            </a:srgbClr>
          </a:solidFill>
          <a:ln/>
        </p:spPr>
      </p:sp>
      <p:sp>
        <p:nvSpPr>
          <p:cNvPr id="32" name="Shape 30"/>
          <p:cNvSpPr/>
          <p:nvPr/>
        </p:nvSpPr>
        <p:spPr>
          <a:xfrm>
            <a:off x="4117389" y="9578686"/>
            <a:ext cx="83127" cy="83127"/>
          </a:xfrm>
          <a:prstGeom prst="ellipse">
            <a:avLst/>
          </a:prstGeom>
          <a:solidFill>
            <a:srgbClr val="F3EEE3">
              <a:alpha val="28000"/>
            </a:srgbClr>
          </a:solidFill>
          <a:ln/>
        </p:spPr>
      </p:sp>
      <p:sp>
        <p:nvSpPr>
          <p:cNvPr id="33" name="Shape 31"/>
          <p:cNvSpPr/>
          <p:nvPr/>
        </p:nvSpPr>
        <p:spPr>
          <a:xfrm>
            <a:off x="4283644" y="9578686"/>
            <a:ext cx="83127" cy="83127"/>
          </a:xfrm>
          <a:prstGeom prst="ellipse">
            <a:avLst/>
          </a:prstGeom>
          <a:solidFill>
            <a:srgbClr val="F3EEE3">
              <a:alpha val="28000"/>
            </a:srgbClr>
          </a:solidFill>
          <a:ln/>
        </p:spPr>
      </p:sp>
      <p:sp>
        <p:nvSpPr>
          <p:cNvPr id="34" name="Shape 32"/>
          <p:cNvSpPr/>
          <p:nvPr/>
        </p:nvSpPr>
        <p:spPr>
          <a:xfrm>
            <a:off x="4449898" y="9578686"/>
            <a:ext cx="83127" cy="83127"/>
          </a:xfrm>
          <a:prstGeom prst="ellipse">
            <a:avLst/>
          </a:prstGeom>
          <a:solidFill>
            <a:srgbClr val="F3EEE3">
              <a:alpha val="28000"/>
            </a:srgbClr>
          </a:solidFill>
          <a:ln/>
        </p:spPr>
      </p:sp>
      <p:sp>
        <p:nvSpPr>
          <p:cNvPr id="35" name="Shape 33"/>
          <p:cNvSpPr/>
          <p:nvPr/>
        </p:nvSpPr>
        <p:spPr>
          <a:xfrm>
            <a:off x="4616152" y="9578686"/>
            <a:ext cx="83127" cy="83127"/>
          </a:xfrm>
          <a:prstGeom prst="ellipse">
            <a:avLst/>
          </a:prstGeom>
          <a:solidFill>
            <a:srgbClr val="F3EEE3">
              <a:alpha val="28000"/>
            </a:srgbClr>
          </a:solidFill>
          <a:ln/>
        </p:spPr>
      </p:sp>
      <p:sp>
        <p:nvSpPr>
          <p:cNvPr id="36" name="Shape 34"/>
          <p:cNvSpPr/>
          <p:nvPr/>
        </p:nvSpPr>
        <p:spPr>
          <a:xfrm>
            <a:off x="4782406" y="9578686"/>
            <a:ext cx="83127" cy="83127"/>
          </a:xfrm>
          <a:prstGeom prst="ellipse">
            <a:avLst/>
          </a:prstGeom>
          <a:solidFill>
            <a:srgbClr val="F3EEE3">
              <a:alpha val="28000"/>
            </a:srgbClr>
          </a:solidFill>
          <a:ln/>
        </p:spPr>
      </p:sp>
      <p:sp>
        <p:nvSpPr>
          <p:cNvPr id="37" name="Shape 35"/>
          <p:cNvSpPr/>
          <p:nvPr/>
        </p:nvSpPr>
        <p:spPr>
          <a:xfrm>
            <a:off x="4948660" y="9578686"/>
            <a:ext cx="83127" cy="83127"/>
          </a:xfrm>
          <a:prstGeom prst="ellipse">
            <a:avLst/>
          </a:prstGeom>
          <a:solidFill>
            <a:srgbClr val="F3EEE3">
              <a:alpha val="28000"/>
            </a:srgbClr>
          </a:solidFill>
          <a:ln/>
        </p:spPr>
      </p:sp>
      <p:sp>
        <p:nvSpPr>
          <p:cNvPr id="38" name="Shape 36"/>
          <p:cNvSpPr/>
          <p:nvPr/>
        </p:nvSpPr>
        <p:spPr>
          <a:xfrm>
            <a:off x="5114914" y="9578686"/>
            <a:ext cx="83127" cy="83127"/>
          </a:xfrm>
          <a:prstGeom prst="ellipse">
            <a:avLst/>
          </a:prstGeom>
          <a:solidFill>
            <a:srgbClr val="F3EEE3">
              <a:alpha val="28000"/>
            </a:srgbClr>
          </a:solidFill>
          <a:ln/>
        </p:spPr>
      </p:sp>
      <p:sp>
        <p:nvSpPr>
          <p:cNvPr id="39" name="Shape 37"/>
          <p:cNvSpPr/>
          <p:nvPr/>
        </p:nvSpPr>
        <p:spPr>
          <a:xfrm>
            <a:off x="5281168" y="9578686"/>
            <a:ext cx="83127" cy="83127"/>
          </a:xfrm>
          <a:prstGeom prst="ellipse">
            <a:avLst/>
          </a:prstGeom>
          <a:solidFill>
            <a:srgbClr val="F3EEE3">
              <a:alpha val="28000"/>
            </a:srgbClr>
          </a:solidFill>
          <a:ln/>
        </p:spPr>
      </p:sp>
      <p:sp>
        <p:nvSpPr>
          <p:cNvPr id="40" name="Shape 38"/>
          <p:cNvSpPr/>
          <p:nvPr/>
        </p:nvSpPr>
        <p:spPr>
          <a:xfrm>
            <a:off x="5447422" y="9578686"/>
            <a:ext cx="83127" cy="83127"/>
          </a:xfrm>
          <a:prstGeom prst="ellipse">
            <a:avLst/>
          </a:prstGeom>
          <a:solidFill>
            <a:srgbClr val="F3EEE3">
              <a:alpha val="28000"/>
            </a:srgbClr>
          </a:solidFill>
          <a:ln/>
        </p:spPr>
      </p:sp>
      <p:sp>
        <p:nvSpPr>
          <p:cNvPr id="41" name="Shape 39"/>
          <p:cNvSpPr/>
          <p:nvPr/>
        </p:nvSpPr>
        <p:spPr>
          <a:xfrm>
            <a:off x="5613676" y="9578686"/>
            <a:ext cx="83127" cy="83127"/>
          </a:xfrm>
          <a:prstGeom prst="ellipse">
            <a:avLst/>
          </a:prstGeom>
          <a:solidFill>
            <a:srgbClr val="F3EEE3">
              <a:alpha val="28000"/>
            </a:srgbClr>
          </a:solidFill>
          <a:ln/>
        </p:spPr>
      </p:sp>
      <p:sp>
        <p:nvSpPr>
          <p:cNvPr id="42" name="Shape 40"/>
          <p:cNvSpPr/>
          <p:nvPr/>
        </p:nvSpPr>
        <p:spPr>
          <a:xfrm>
            <a:off x="5779931" y="9578686"/>
            <a:ext cx="83127" cy="83127"/>
          </a:xfrm>
          <a:prstGeom prst="ellipse">
            <a:avLst/>
          </a:prstGeom>
          <a:solidFill>
            <a:srgbClr val="F3EEE3">
              <a:alpha val="28000"/>
            </a:srgbClr>
          </a:solidFill>
          <a:ln/>
        </p:spPr>
      </p:sp>
      <p:sp>
        <p:nvSpPr>
          <p:cNvPr id="43" name="Shape 41"/>
          <p:cNvSpPr/>
          <p:nvPr/>
        </p:nvSpPr>
        <p:spPr>
          <a:xfrm>
            <a:off x="5946185" y="9578686"/>
            <a:ext cx="83127" cy="83127"/>
          </a:xfrm>
          <a:prstGeom prst="ellipse">
            <a:avLst/>
          </a:prstGeom>
          <a:solidFill>
            <a:srgbClr val="F3EEE3">
              <a:alpha val="28000"/>
            </a:srgbClr>
          </a:solidFill>
          <a:ln/>
        </p:spPr>
      </p:sp>
      <p:sp>
        <p:nvSpPr>
          <p:cNvPr id="44" name="Shape 42"/>
          <p:cNvSpPr/>
          <p:nvPr/>
        </p:nvSpPr>
        <p:spPr>
          <a:xfrm>
            <a:off x="6112439" y="9578686"/>
            <a:ext cx="83127" cy="83127"/>
          </a:xfrm>
          <a:prstGeom prst="ellipse">
            <a:avLst/>
          </a:prstGeom>
          <a:solidFill>
            <a:srgbClr val="F3EEE3">
              <a:alpha val="28000"/>
            </a:srgbClr>
          </a:solidFill>
          <a:ln/>
        </p:spPr>
      </p:sp>
      <p:sp>
        <p:nvSpPr>
          <p:cNvPr id="45" name="Shape 43"/>
          <p:cNvSpPr/>
          <p:nvPr/>
        </p:nvSpPr>
        <p:spPr>
          <a:xfrm>
            <a:off x="6278693" y="9578686"/>
            <a:ext cx="83127" cy="83127"/>
          </a:xfrm>
          <a:prstGeom prst="ellipse">
            <a:avLst/>
          </a:prstGeom>
          <a:solidFill>
            <a:srgbClr val="F3EEE3">
              <a:alpha val="28000"/>
            </a:srgbClr>
          </a:solidFill>
          <a:ln/>
        </p:spPr>
      </p:sp>
      <p:sp>
        <p:nvSpPr>
          <p:cNvPr id="46" name="Shape 44"/>
          <p:cNvSpPr/>
          <p:nvPr/>
        </p:nvSpPr>
        <p:spPr>
          <a:xfrm>
            <a:off x="6444947" y="9578686"/>
            <a:ext cx="83127" cy="83127"/>
          </a:xfrm>
          <a:prstGeom prst="ellipse">
            <a:avLst/>
          </a:prstGeom>
          <a:solidFill>
            <a:srgbClr val="F3EEE3">
              <a:alpha val="28000"/>
            </a:srgbClr>
          </a:solidFill>
          <a:ln/>
        </p:spPr>
      </p:sp>
      <p:sp>
        <p:nvSpPr>
          <p:cNvPr id="47" name="Shape 45"/>
          <p:cNvSpPr/>
          <p:nvPr/>
        </p:nvSpPr>
        <p:spPr>
          <a:xfrm>
            <a:off x="6611201" y="9578686"/>
            <a:ext cx="83127" cy="83127"/>
          </a:xfrm>
          <a:prstGeom prst="ellipse">
            <a:avLst/>
          </a:prstGeom>
          <a:solidFill>
            <a:srgbClr val="F3EEE3">
              <a:alpha val="28000"/>
            </a:srgbClr>
          </a:solidFill>
          <a:ln/>
        </p:spPr>
      </p:sp>
      <p:sp>
        <p:nvSpPr>
          <p:cNvPr id="48" name="Shape 46"/>
          <p:cNvSpPr/>
          <p:nvPr/>
        </p:nvSpPr>
        <p:spPr>
          <a:xfrm>
            <a:off x="6777455" y="9578686"/>
            <a:ext cx="83127" cy="83127"/>
          </a:xfrm>
          <a:prstGeom prst="ellipse">
            <a:avLst/>
          </a:prstGeom>
          <a:solidFill>
            <a:srgbClr val="F3EEE3">
              <a:alpha val="28000"/>
            </a:srgbClr>
          </a:solidFill>
          <a:ln/>
        </p:spPr>
      </p:sp>
      <p:sp>
        <p:nvSpPr>
          <p:cNvPr id="49" name="Shape 47"/>
          <p:cNvSpPr/>
          <p:nvPr/>
        </p:nvSpPr>
        <p:spPr>
          <a:xfrm>
            <a:off x="6929855" y="9564832"/>
            <a:ext cx="110836" cy="110836"/>
          </a:xfrm>
          <a:prstGeom prst="ellipse">
            <a:avLst/>
          </a:prstGeom>
          <a:solidFill>
            <a:srgbClr val="FF6A4D"/>
          </a:solidFill>
          <a:ln/>
        </p:spPr>
      </p:sp>
      <p:sp>
        <p:nvSpPr>
          <p:cNvPr id="50" name="Shape 48"/>
          <p:cNvSpPr/>
          <p:nvPr/>
        </p:nvSpPr>
        <p:spPr>
          <a:xfrm>
            <a:off x="7109963" y="9578686"/>
            <a:ext cx="83127" cy="83127"/>
          </a:xfrm>
          <a:prstGeom prst="ellipse">
            <a:avLst/>
          </a:prstGeom>
          <a:solidFill>
            <a:srgbClr val="F3EEE3">
              <a:alpha val="28000"/>
            </a:srgbClr>
          </a:solidFill>
          <a:ln/>
        </p:spPr>
      </p:sp>
      <p:sp>
        <p:nvSpPr>
          <p:cNvPr id="51" name="Shape 49"/>
          <p:cNvSpPr/>
          <p:nvPr/>
        </p:nvSpPr>
        <p:spPr>
          <a:xfrm>
            <a:off x="7276218" y="9578686"/>
            <a:ext cx="83127" cy="83127"/>
          </a:xfrm>
          <a:prstGeom prst="ellipse">
            <a:avLst/>
          </a:prstGeom>
          <a:solidFill>
            <a:srgbClr val="F3EEE3">
              <a:alpha val="28000"/>
            </a:srgbClr>
          </a:solidFill>
          <a:ln/>
        </p:spPr>
      </p:sp>
      <p:sp>
        <p:nvSpPr>
          <p:cNvPr id="52" name="Shape 50"/>
          <p:cNvSpPr/>
          <p:nvPr/>
        </p:nvSpPr>
        <p:spPr>
          <a:xfrm>
            <a:off x="7442472" y="9578686"/>
            <a:ext cx="83127" cy="83127"/>
          </a:xfrm>
          <a:prstGeom prst="ellipse">
            <a:avLst/>
          </a:prstGeom>
          <a:solidFill>
            <a:srgbClr val="F3EEE3">
              <a:alpha val="28000"/>
            </a:srgbClr>
          </a:solidFill>
          <a:ln/>
        </p:spPr>
      </p:sp>
      <p:sp>
        <p:nvSpPr>
          <p:cNvPr id="53" name="Shape 51"/>
          <p:cNvSpPr/>
          <p:nvPr/>
        </p:nvSpPr>
        <p:spPr>
          <a:xfrm>
            <a:off x="7608726" y="9578686"/>
            <a:ext cx="83127" cy="83127"/>
          </a:xfrm>
          <a:prstGeom prst="ellipse">
            <a:avLst/>
          </a:prstGeom>
          <a:solidFill>
            <a:srgbClr val="F3EEE3">
              <a:alpha val="28000"/>
            </a:srgbClr>
          </a:solidFill>
          <a:ln/>
        </p:spPr>
      </p:sp>
      <p:sp>
        <p:nvSpPr>
          <p:cNvPr id="54" name="Shape 52"/>
          <p:cNvSpPr/>
          <p:nvPr/>
        </p:nvSpPr>
        <p:spPr>
          <a:xfrm>
            <a:off x="7774980" y="9578686"/>
            <a:ext cx="83127" cy="83127"/>
          </a:xfrm>
          <a:prstGeom prst="ellipse">
            <a:avLst/>
          </a:prstGeom>
          <a:solidFill>
            <a:srgbClr val="F3EEE3">
              <a:alpha val="28000"/>
            </a:srgbClr>
          </a:solidFill>
          <a:ln/>
        </p:spPr>
      </p:sp>
      <p:sp>
        <p:nvSpPr>
          <p:cNvPr id="55" name="Shape 53"/>
          <p:cNvSpPr/>
          <p:nvPr/>
        </p:nvSpPr>
        <p:spPr>
          <a:xfrm>
            <a:off x="7941234" y="9578686"/>
            <a:ext cx="83127" cy="83127"/>
          </a:xfrm>
          <a:prstGeom prst="ellipse">
            <a:avLst/>
          </a:prstGeom>
          <a:solidFill>
            <a:srgbClr val="F3EEE3">
              <a:alpha val="28000"/>
            </a:srgbClr>
          </a:solidFill>
          <a:ln/>
        </p:spPr>
      </p:sp>
      <p:sp>
        <p:nvSpPr>
          <p:cNvPr id="56" name="Shape 54"/>
          <p:cNvSpPr/>
          <p:nvPr/>
        </p:nvSpPr>
        <p:spPr>
          <a:xfrm>
            <a:off x="8107488" y="9578686"/>
            <a:ext cx="83127" cy="83127"/>
          </a:xfrm>
          <a:prstGeom prst="ellipse">
            <a:avLst/>
          </a:prstGeom>
          <a:solidFill>
            <a:srgbClr val="F3EEE3">
              <a:alpha val="28000"/>
            </a:srgbClr>
          </a:solidFill>
          <a:ln/>
        </p:spPr>
      </p:sp>
      <p:sp>
        <p:nvSpPr>
          <p:cNvPr id="57" name="Shape 55"/>
          <p:cNvSpPr/>
          <p:nvPr/>
        </p:nvSpPr>
        <p:spPr>
          <a:xfrm>
            <a:off x="8273742" y="9578686"/>
            <a:ext cx="83127" cy="83127"/>
          </a:xfrm>
          <a:prstGeom prst="ellipse">
            <a:avLst/>
          </a:prstGeom>
          <a:solidFill>
            <a:srgbClr val="F3EEE3">
              <a:alpha val="28000"/>
            </a:srgbClr>
          </a:solidFill>
          <a:ln/>
        </p:spPr>
      </p:sp>
      <p:sp>
        <p:nvSpPr>
          <p:cNvPr id="58" name="Shape 56"/>
          <p:cNvSpPr/>
          <p:nvPr/>
        </p:nvSpPr>
        <p:spPr>
          <a:xfrm>
            <a:off x="8439996" y="9578686"/>
            <a:ext cx="83127" cy="83127"/>
          </a:xfrm>
          <a:prstGeom prst="ellipse">
            <a:avLst/>
          </a:prstGeom>
          <a:solidFill>
            <a:srgbClr val="F3EEE3">
              <a:alpha val="28000"/>
            </a:srgbClr>
          </a:solidFill>
          <a:ln/>
        </p:spPr>
      </p:sp>
      <p:sp>
        <p:nvSpPr>
          <p:cNvPr id="59" name="Shape 57"/>
          <p:cNvSpPr/>
          <p:nvPr/>
        </p:nvSpPr>
        <p:spPr>
          <a:xfrm>
            <a:off x="8606251" y="9578686"/>
            <a:ext cx="83127" cy="83127"/>
          </a:xfrm>
          <a:prstGeom prst="ellipse">
            <a:avLst/>
          </a:prstGeom>
          <a:solidFill>
            <a:srgbClr val="F3EEE3">
              <a:alpha val="28000"/>
            </a:srgbClr>
          </a:solidFill>
          <a:ln/>
        </p:spPr>
      </p:sp>
      <p:sp>
        <p:nvSpPr>
          <p:cNvPr id="60" name="Shape 58"/>
          <p:cNvSpPr/>
          <p:nvPr/>
        </p:nvSpPr>
        <p:spPr>
          <a:xfrm>
            <a:off x="8772505" y="9578686"/>
            <a:ext cx="83127" cy="83127"/>
          </a:xfrm>
          <a:prstGeom prst="ellipse">
            <a:avLst/>
          </a:prstGeom>
          <a:solidFill>
            <a:srgbClr val="F3EEE3">
              <a:alpha val="28000"/>
            </a:srgbClr>
          </a:solidFill>
          <a:ln/>
        </p:spPr>
      </p:sp>
      <p:sp>
        <p:nvSpPr>
          <p:cNvPr id="61" name="Shape 59"/>
          <p:cNvSpPr/>
          <p:nvPr/>
        </p:nvSpPr>
        <p:spPr>
          <a:xfrm>
            <a:off x="8938759" y="9578686"/>
            <a:ext cx="83127" cy="83127"/>
          </a:xfrm>
          <a:prstGeom prst="ellipse">
            <a:avLst/>
          </a:prstGeom>
          <a:solidFill>
            <a:srgbClr val="F3EEE3">
              <a:alpha val="28000"/>
            </a:srgbClr>
          </a:solidFill>
          <a:ln/>
        </p:spPr>
      </p:sp>
      <p:sp>
        <p:nvSpPr>
          <p:cNvPr id="62" name="Shape 60"/>
          <p:cNvSpPr/>
          <p:nvPr/>
        </p:nvSpPr>
        <p:spPr>
          <a:xfrm>
            <a:off x="9105013" y="9578686"/>
            <a:ext cx="83127" cy="83127"/>
          </a:xfrm>
          <a:prstGeom prst="ellipse">
            <a:avLst/>
          </a:prstGeom>
          <a:solidFill>
            <a:srgbClr val="F3EEE3">
              <a:alpha val="28000"/>
            </a:srgbClr>
          </a:solidFill>
          <a:ln/>
        </p:spPr>
      </p:sp>
      <p:sp>
        <p:nvSpPr>
          <p:cNvPr id="63" name="Shape 61"/>
          <p:cNvSpPr/>
          <p:nvPr/>
        </p:nvSpPr>
        <p:spPr>
          <a:xfrm>
            <a:off x="9271267" y="9578686"/>
            <a:ext cx="83127" cy="83127"/>
          </a:xfrm>
          <a:prstGeom prst="ellipse">
            <a:avLst/>
          </a:prstGeom>
          <a:solidFill>
            <a:srgbClr val="F3EEE3">
              <a:alpha val="28000"/>
            </a:srgbClr>
          </a:solidFill>
          <a:ln/>
        </p:spPr>
      </p:sp>
      <p:sp>
        <p:nvSpPr>
          <p:cNvPr id="64" name="Shape 62"/>
          <p:cNvSpPr/>
          <p:nvPr/>
        </p:nvSpPr>
        <p:spPr>
          <a:xfrm>
            <a:off x="9437521" y="9578686"/>
            <a:ext cx="83127" cy="83127"/>
          </a:xfrm>
          <a:prstGeom prst="ellipse">
            <a:avLst/>
          </a:prstGeom>
          <a:solidFill>
            <a:srgbClr val="F3EEE3">
              <a:alpha val="28000"/>
            </a:srgbClr>
          </a:solidFill>
          <a:ln/>
        </p:spPr>
      </p:sp>
      <p:sp>
        <p:nvSpPr>
          <p:cNvPr id="65" name="Shape 63"/>
          <p:cNvSpPr/>
          <p:nvPr/>
        </p:nvSpPr>
        <p:spPr>
          <a:xfrm>
            <a:off x="9603775" y="9578686"/>
            <a:ext cx="83127" cy="83127"/>
          </a:xfrm>
          <a:prstGeom prst="ellipse">
            <a:avLst/>
          </a:prstGeom>
          <a:solidFill>
            <a:srgbClr val="F3EEE3">
              <a:alpha val="28000"/>
            </a:srgbClr>
          </a:solidFill>
          <a:ln/>
        </p:spPr>
      </p:sp>
      <p:sp>
        <p:nvSpPr>
          <p:cNvPr id="66" name="Shape 64"/>
          <p:cNvSpPr/>
          <p:nvPr/>
        </p:nvSpPr>
        <p:spPr>
          <a:xfrm>
            <a:off x="9770029" y="9578686"/>
            <a:ext cx="83127" cy="83127"/>
          </a:xfrm>
          <a:prstGeom prst="ellipse">
            <a:avLst/>
          </a:prstGeom>
          <a:solidFill>
            <a:srgbClr val="F3EEE3">
              <a:alpha val="28000"/>
            </a:srgbClr>
          </a:solidFill>
          <a:ln/>
        </p:spPr>
      </p:sp>
      <p:sp>
        <p:nvSpPr>
          <p:cNvPr id="67" name="Shape 65"/>
          <p:cNvSpPr/>
          <p:nvPr/>
        </p:nvSpPr>
        <p:spPr>
          <a:xfrm>
            <a:off x="9936283" y="9578686"/>
            <a:ext cx="83127" cy="83127"/>
          </a:xfrm>
          <a:prstGeom prst="ellipse">
            <a:avLst/>
          </a:prstGeom>
          <a:solidFill>
            <a:srgbClr val="F3EEE3">
              <a:alpha val="28000"/>
            </a:srgbClr>
          </a:solidFill>
          <a:ln/>
        </p:spPr>
      </p:sp>
      <p:sp>
        <p:nvSpPr>
          <p:cNvPr id="68" name="Text 6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12" kern="0">
                <a:solidFill>
                  <a:srgbClr val="9AA0B5"/>
                </a:solidFill>
                <a:latin typeface="Be Vietnam Pro" pitchFamily="34" charset="0"/>
                <a:ea typeface="Be Vietnam Pro" pitchFamily="34" charset="-122"/>
                <a:cs typeface="Be Vietnam Pro" pitchFamily="34" charset="-120"/>
              </a:rPr>
              <a:t> 37/55</a:t>
            </a:r>
            <a:endParaRPr lang="en-US" sz="1800" dirty="0"/>
          </a:p>
        </p:txBody>
      </p:sp>
      <p:sp>
        <p:nvSpPr>
          <p:cNvPr id="69" name="Shape 67"/>
          <p:cNvSpPr/>
          <p:nvPr/>
        </p:nvSpPr>
        <p:spPr>
          <a:xfrm>
            <a:off x="15983712" y="9076331"/>
            <a:ext cx="1645920" cy="552301"/>
          </a:xfrm>
          <a:prstGeom prst="roundRect">
            <a:avLst>
              <a:gd name="adj" fmla="val 28000"/>
            </a:avLst>
          </a:prstGeom>
          <a:solidFill>
            <a:srgbClr val="FFFFFF">
              <a:alpha val="82000"/>
            </a:srgbClr>
          </a:solidFill>
          <a:ln/>
        </p:spPr>
      </p:sp>
      <p:pic>
        <p:nvPicPr>
          <p:cNvPr id="70" name="Moda image moda-export-watermark-e6f0d109-0fa9-4ca0-9e35-e875f048495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Nhóm</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5:</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sáu</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việc</a:t>
            </a:r>
            <a:r>
              <a:rPr lang="en-US" sz="5700" dirty="0" spc="-30" kern="0">
                <a:solidFill>
                  <a:srgbClr val="F3EEE3"/>
                </a:solidFill>
                <a:latin typeface="Bricolage Grotesque ExtraBold" pitchFamily="34" charset="0"/>
                <a:ea typeface="Bricolage Grotesque ExtraBold" pitchFamily="34" charset="-122"/>
                <a:cs typeface="Bricolage Grotesque ExtraBold" pitchFamily="34" charset="-120"/>
              </a:rPr>
              <a:t> ngoài</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code</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FFB454"/>
          </a:solidFill>
          <a:ln/>
        </p:spPr>
      </p:sp>
      <p:sp>
        <p:nvSpPr>
          <p:cNvPr id="5" name="Text 3"/>
          <p:cNvSpPr/>
          <p:nvPr/>
        </p:nvSpPr>
        <p:spPr>
          <a:xfrm>
            <a:off x="1295400" y="2762250"/>
            <a:ext cx="5905500" cy="904875"/>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FFB454"/>
                </a:solidFill>
                <a:latin typeface="Be Vietnam Pro ExtraBold" pitchFamily="34" charset="0"/>
                <a:ea typeface="Be Vietnam Pro ExtraBold" pitchFamily="34" charset="-122"/>
                <a:cs typeface="Be Vietnam Pro ExtraBold" pitchFamily="34" charset="-120"/>
              </a:rPr>
              <a:t>Skills</a:t>
            </a:r>
            <a:r>
              <a:rPr lang="en-US" sz="3000" dirty="0" spc="-7" kern="0">
                <a:solidFill>
                  <a:srgbClr val="FFB454"/>
                </a:solidFill>
                <a:latin typeface="Be Vietnam Pro ExtraBold" pitchFamily="34" charset="0"/>
                <a:ea typeface="Be Vietnam Pro ExtraBold" pitchFamily="34" charset="-122"/>
                <a:cs typeface="Be Vietnam Pro ExtraBold" pitchFamily="34" charset="-120"/>
              </a:rPr>
              <a:t> (Anthropic)</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700" dirty="0" spc="0" kern="0">
                <a:solidFill>
                  <a:srgbClr val="F3EEE3"/>
                </a:solidFill>
                <a:latin typeface="Be Vietnam Pro" pitchFamily="34" charset="0"/>
                <a:ea typeface="Be Vietnam Pro" pitchFamily="34" charset="-122"/>
                <a:cs typeface="Be Vietnam Pro" pitchFamily="34" charset="-120"/>
              </a:rPr>
              <a:t>ví</a:t>
            </a:r>
            <a:r>
              <a:rPr lang="en-US" sz="2700" dirty="0" spc="-3" kern="0">
                <a:solidFill>
                  <a:srgbClr val="F3EEE3"/>
                </a:solidFill>
                <a:latin typeface="Be Vietnam Pro" pitchFamily="34" charset="0"/>
                <a:ea typeface="Be Vietnam Pro" pitchFamily="34" charset="-122"/>
                <a:cs typeface="Be Vietnam Pro" pitchFamily="34" charset="-120"/>
              </a:rPr>
              <a:t> dụ</a:t>
            </a:r>
            <a:r>
              <a:rPr lang="en-US" sz="2700" dirty="0" spc="-2" kern="0">
                <a:solidFill>
                  <a:srgbClr val="F3EEE3"/>
                </a:solidFill>
                <a:latin typeface="Be Vietnam Pro" pitchFamily="34" charset="0"/>
                <a:ea typeface="Be Vietnam Pro" pitchFamily="34" charset="-122"/>
                <a:cs typeface="Be Vietnam Pro" pitchFamily="34" charset="-120"/>
              </a:rPr>
              <a:t> chính</a:t>
            </a:r>
            <a:r>
              <a:rPr lang="en-US" sz="2700" dirty="0" spc="8" kern="0">
                <a:solidFill>
                  <a:srgbClr val="F3EEE3"/>
                </a:solidFill>
                <a:latin typeface="Be Vietnam Pro" pitchFamily="34" charset="0"/>
                <a:ea typeface="Be Vietnam Pro" pitchFamily="34" charset="-122"/>
                <a:cs typeface="Be Vietnam Pro" pitchFamily="34" charset="-120"/>
              </a:rPr>
              <a:t> thức,</a:t>
            </a:r>
            <a:r>
              <a:rPr lang="en-US" sz="2700" dirty="0" spc="-15" kern="0">
                <a:solidFill>
                  <a:srgbClr val="F3EEE3"/>
                </a:solidFill>
                <a:latin typeface="Be Vietnam Pro" pitchFamily="34" charset="0"/>
                <a:ea typeface="Be Vietnam Pro" pitchFamily="34" charset="-122"/>
                <a:cs typeface="Be Vietnam Pro" pitchFamily="34" charset="-120"/>
              </a:rPr>
              <a:t> gồm</a:t>
            </a:r>
            <a:r>
              <a:rPr lang="en-US" sz="2700" dirty="0" spc="-1" kern="0">
                <a:solidFill>
                  <a:srgbClr val="F3EEE3"/>
                </a:solidFill>
                <a:latin typeface="Be Vietnam Pro" pitchFamily="34" charset="0"/>
                <a:ea typeface="Be Vietnam Pro" pitchFamily="34" charset="-122"/>
                <a:cs typeface="Be Vietnam Pro" pitchFamily="34" charset="-120"/>
              </a:rPr>
              <a:t> skill</a:t>
            </a:r>
            <a:r>
              <a:rPr lang="en-US" sz="2700" dirty="0" spc="-13" kern="0">
                <a:solidFill>
                  <a:srgbClr val="F3EEE3"/>
                </a:solidFill>
                <a:latin typeface="Be Vietnam Pro" pitchFamily="34" charset="0"/>
                <a:ea typeface="Be Vietnam Pro" pitchFamily="34" charset="-122"/>
                <a:cs typeface="Be Vietnam Pro" pitchFamily="34" charset="-120"/>
              </a:rPr>
              <a:t> tài</a:t>
            </a:r>
            <a:r>
              <a:rPr lang="en-US" sz="2700" dirty="0" spc="-1" kern="0">
                <a:solidFill>
                  <a:srgbClr val="F3EEE3"/>
                </a:solidFill>
                <a:latin typeface="Be Vietnam Pro" pitchFamily="34" charset="0"/>
                <a:ea typeface="Be Vietnam Pro" pitchFamily="34" charset="-122"/>
                <a:cs typeface="Be Vietnam Pro" pitchFamily="34" charset="-120"/>
              </a:rPr>
              <a:t> liệu</a:t>
            </a:r>
            <a:endParaRPr lang="en-US" sz="27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3DD6A0"/>
          </a:solidFill>
          <a:ln/>
        </p:spPr>
      </p:sp>
      <p:sp>
        <p:nvSpPr>
          <p:cNvPr id="9" name="Text 7"/>
          <p:cNvSpPr/>
          <p:nvPr/>
        </p:nvSpPr>
        <p:spPr>
          <a:xfrm>
            <a:off x="1295400" y="3800475"/>
            <a:ext cx="5905500" cy="904875"/>
          </a:xfrm>
          <a:prstGeom prst="rect">
            <a:avLst/>
          </a:prstGeom>
          <a:noFill/>
          <a:ln/>
        </p:spPr>
        <p:txBody>
          <a:bodyPr wrap="square" lIns="0" tIns="16720" rIns="0" bIns="-16720" rtlCol="0" anchor="ctr"/>
          <a:lstStyle/>
          <a:p>
            <a:pPr algn="l" indent="0" marL="0">
              <a:lnSpc>
                <a:spcPts val="3450"/>
              </a:lnSpc>
              <a:buNone/>
            </a:pPr>
            <a:r>
              <a:rPr lang="en-US" sz="3000" dirty="0" spc="-11" kern="0">
                <a:solidFill>
                  <a:srgbClr val="3DD6A0"/>
                </a:solidFill>
                <a:latin typeface="Be Vietnam Pro ExtraBold" pitchFamily="34" charset="0"/>
                <a:ea typeface="Be Vietnam Pro ExtraBold" pitchFamily="34" charset="-122"/>
                <a:cs typeface="Be Vietnam Pro ExtraBold" pitchFamily="34" charset="-120"/>
              </a:rPr>
              <a:t>OpenMontage</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7" kern="0">
                <a:solidFill>
                  <a:srgbClr val="F3EEE3"/>
                </a:solidFill>
                <a:latin typeface="Be Vietnam Pro" pitchFamily="34" charset="0"/>
                <a:ea typeface="Be Vietnam Pro" pitchFamily="34" charset="-122"/>
                <a:cs typeface="Be Vietnam Pro" pitchFamily="34" charset="-120"/>
              </a:rPr>
              <a:t>xưởng</a:t>
            </a:r>
            <a:r>
              <a:rPr lang="en-US" sz="2700" dirty="0" spc="-2" kern="0">
                <a:solidFill>
                  <a:srgbClr val="F3EEE3"/>
                </a:solidFill>
                <a:latin typeface="Be Vietnam Pro" pitchFamily="34" charset="0"/>
                <a:ea typeface="Be Vietnam Pro" pitchFamily="34" charset="-122"/>
                <a:cs typeface="Be Vietnam Pro" pitchFamily="34" charset="-120"/>
              </a:rPr>
              <a:t> video</a:t>
            </a:r>
            <a:r>
              <a:rPr lang="en-US" sz="2700" dirty="0" spc="-1" kern="0">
                <a:solidFill>
                  <a:srgbClr val="F3EEE3"/>
                </a:solidFill>
                <a:latin typeface="Be Vietnam Pro" pitchFamily="34" charset="0"/>
                <a:ea typeface="Be Vietnam Pro" pitchFamily="34" charset="-122"/>
                <a:cs typeface="Be Vietnam Pro" pitchFamily="34" charset="-120"/>
              </a:rPr>
              <a:t> AI,</a:t>
            </a:r>
            <a:r>
              <a:rPr lang="en-US" sz="2700" dirty="0" spc="-9" kern="0">
                <a:solidFill>
                  <a:srgbClr val="F3EEE3"/>
                </a:solidFill>
                <a:latin typeface="Be Vietnam Pro" pitchFamily="34" charset="0"/>
                <a:ea typeface="Be Vietnam Pro" pitchFamily="34" charset="-122"/>
                <a:cs typeface="Be Vietnam Pro" pitchFamily="34" charset="-120"/>
              </a:rPr>
              <a:t> giấy</a:t>
            </a:r>
            <a:r>
              <a:rPr lang="en-US" sz="2700" dirty="0" spc="-3" kern="0">
                <a:solidFill>
                  <a:srgbClr val="F3EEE3"/>
                </a:solidFill>
                <a:latin typeface="Be Vietnam Pro" pitchFamily="34" charset="0"/>
                <a:ea typeface="Be Vietnam Pro" pitchFamily="34" charset="-122"/>
                <a:cs typeface="Be Vietnam Pro" pitchFamily="34" charset="-120"/>
              </a:rPr>
              <a:t> phép</a:t>
            </a:r>
            <a:r>
              <a:rPr lang="en-US" sz="2700" dirty="0" spc="-43" kern="0">
                <a:solidFill>
                  <a:srgbClr val="F3EEE3"/>
                </a:solidFill>
                <a:latin typeface="Be Vietnam Pro" pitchFamily="34" charset="0"/>
                <a:ea typeface="Be Vietnam Pro" pitchFamily="34" charset="-122"/>
                <a:cs typeface="Be Vietnam Pro" pitchFamily="34" charset="-120"/>
              </a:rPr>
              <a:t> AGPLv3</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FF6A4D"/>
          </a:solidFill>
          <a:ln/>
        </p:spPr>
      </p:sp>
      <p:sp>
        <p:nvSpPr>
          <p:cNvPr id="13" name="Text 11"/>
          <p:cNvSpPr/>
          <p:nvPr/>
        </p:nvSpPr>
        <p:spPr>
          <a:xfrm>
            <a:off x="1295400" y="4838700"/>
            <a:ext cx="5905500" cy="904875"/>
          </a:xfrm>
          <a:prstGeom prst="rect">
            <a:avLst/>
          </a:prstGeom>
          <a:noFill/>
          <a:ln/>
        </p:spPr>
        <p:txBody>
          <a:bodyPr wrap="square" lIns="0" tIns="16720" rIns="0" bIns="-16720" rtlCol="0" anchor="ctr"/>
          <a:lstStyle/>
          <a:p>
            <a:pPr algn="l" indent="0" marL="0">
              <a:lnSpc>
                <a:spcPts val="3450"/>
              </a:lnSpc>
              <a:buNone/>
            </a:pPr>
            <a:r>
              <a:rPr lang="en-US" sz="3000" dirty="0" spc="-19" kern="0">
                <a:solidFill>
                  <a:srgbClr val="FF6A4D"/>
                </a:solidFill>
                <a:latin typeface="Be Vietnam Pro ExtraBold" pitchFamily="34" charset="0"/>
                <a:ea typeface="Be Vietnam Pro ExtraBold" pitchFamily="34" charset="-122"/>
                <a:cs typeface="Be Vietnam Pro ExtraBold" pitchFamily="34" charset="-120"/>
              </a:rPr>
              <a:t>HyperFrames</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HTML</a:t>
            </a:r>
            <a:r>
              <a:rPr lang="en-US" sz="2700" dirty="0" spc="-1" kern="0">
                <a:solidFill>
                  <a:srgbClr val="F3EEE3"/>
                </a:solidFill>
                <a:latin typeface="Be Vietnam Pro" pitchFamily="34" charset="0"/>
                <a:ea typeface="Be Vietnam Pro" pitchFamily="34" charset="-122"/>
                <a:cs typeface="Be Vietnam Pro" pitchFamily="34" charset="-120"/>
              </a:rPr>
              <a:t> thành</a:t>
            </a:r>
            <a:r>
              <a:rPr lang="en-US" sz="2700" dirty="0" spc="-2" kern="0">
                <a:solidFill>
                  <a:srgbClr val="F3EEE3"/>
                </a:solidFill>
                <a:latin typeface="Be Vietnam Pro" pitchFamily="34" charset="0"/>
                <a:ea typeface="Be Vietnam Pro" pitchFamily="34" charset="-122"/>
                <a:cs typeface="Be Vietnam Pro" pitchFamily="34" charset="-120"/>
              </a:rPr>
              <a:t> video</a:t>
            </a:r>
            <a:r>
              <a:rPr lang="en-US" sz="2700" dirty="0" spc="2" kern="0">
                <a:solidFill>
                  <a:srgbClr val="F3EEE3"/>
                </a:solidFill>
                <a:latin typeface="Be Vietnam Pro" pitchFamily="34" charset="0"/>
                <a:ea typeface="Be Vietnam Pro" pitchFamily="34" charset="-122"/>
                <a:cs typeface="Be Vietnam Pro" pitchFamily="34" charset="-120"/>
              </a:rPr>
              <a:t> MP4</a:t>
            </a:r>
            <a:r>
              <a:rPr lang="en-US" sz="2700" dirty="0" spc="-21" kern="0">
                <a:solidFill>
                  <a:srgbClr val="F3EEE3"/>
                </a:solidFill>
                <a:latin typeface="Be Vietnam Pro" pitchFamily="34" charset="0"/>
                <a:ea typeface="Be Vietnam Pro" pitchFamily="34" charset="-122"/>
                <a:cs typeface="Be Vietnam Pro" pitchFamily="34" charset="-120"/>
              </a:rPr>
              <a:t> xác</a:t>
            </a:r>
            <a:r>
              <a:rPr lang="en-US" sz="2700" dirty="0" spc="19" kern="0">
                <a:solidFill>
                  <a:srgbClr val="F3EEE3"/>
                </a:solidFill>
                <a:latin typeface="Be Vietnam Pro" pitchFamily="34" charset="0"/>
                <a:ea typeface="Be Vietnam Pro" pitchFamily="34" charset="-122"/>
                <a:cs typeface="Be Vietnam Pro" pitchFamily="34" charset="-120"/>
              </a:rPr>
              <a:t> định</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7C93FF"/>
          </a:solidFill>
          <a:ln/>
        </p:spPr>
      </p:sp>
      <p:sp>
        <p:nvSpPr>
          <p:cNvPr id="17" name="Text 15"/>
          <p:cNvSpPr/>
          <p:nvPr/>
        </p:nvSpPr>
        <p:spPr>
          <a:xfrm>
            <a:off x="1295400" y="5876925"/>
            <a:ext cx="5905500" cy="904875"/>
          </a:xfrm>
          <a:prstGeom prst="rect">
            <a:avLst/>
          </a:prstGeom>
          <a:noFill/>
          <a:ln/>
        </p:spPr>
        <p:txBody>
          <a:bodyPr wrap="square" lIns="0" tIns="16720" rIns="0" bIns="-16720" rtlCol="0" anchor="ctr"/>
          <a:lstStyle/>
          <a:p>
            <a:pPr algn="l" indent="0" marL="0">
              <a:lnSpc>
                <a:spcPts val="3450"/>
              </a:lnSpc>
              <a:buNone/>
            </a:pPr>
            <a:r>
              <a:rPr lang="en-US" sz="3000" dirty="0" spc="-2" kern="0">
                <a:solidFill>
                  <a:srgbClr val="7C93FF"/>
                </a:solidFill>
                <a:latin typeface="Be Vietnam Pro ExtraBold" pitchFamily="34" charset="0"/>
                <a:ea typeface="Be Vietnam Pro ExtraBold" pitchFamily="34" charset="-122"/>
                <a:cs typeface="Be Vietnam Pro ExtraBold" pitchFamily="34" charset="-120"/>
              </a:rPr>
              <a:t>Humanizer</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3" kern="0">
                <a:solidFill>
                  <a:srgbClr val="F3EEE3"/>
                </a:solidFill>
                <a:latin typeface="Be Vietnam Pro" pitchFamily="34" charset="0"/>
                <a:ea typeface="Be Vietnam Pro" pitchFamily="34" charset="-122"/>
                <a:cs typeface="Be Vietnam Pro" pitchFamily="34" charset="-120"/>
              </a:rPr>
              <a:t>26</a:t>
            </a:r>
            <a:r>
              <a:rPr lang="en-US" sz="2700" dirty="0" spc="0" kern="0">
                <a:solidFill>
                  <a:srgbClr val="F3EEE3"/>
                </a:solidFill>
                <a:latin typeface="Be Vietnam Pro" pitchFamily="34" charset="0"/>
                <a:ea typeface="Be Vietnam Pro" pitchFamily="34" charset="-122"/>
                <a:cs typeface="Be Vietnam Pro" pitchFamily="34" charset="-120"/>
              </a:rPr>
              <a:t> mẫu</a:t>
            </a:r>
            <a:r>
              <a:rPr lang="en-US" sz="2700" dirty="0" spc="14" kern="0">
                <a:solidFill>
                  <a:srgbClr val="F3EEE3"/>
                </a:solidFill>
                <a:latin typeface="Be Vietnam Pro" pitchFamily="34" charset="0"/>
                <a:ea typeface="Be Vietnam Pro" pitchFamily="34" charset="-122"/>
                <a:cs typeface="Be Vietnam Pro" pitchFamily="34" charset="-120"/>
              </a:rPr>
              <a:t> để</a:t>
            </a:r>
            <a:r>
              <a:rPr lang="en-US" sz="2700" dirty="0" spc="-7" kern="0">
                <a:solidFill>
                  <a:srgbClr val="F3EEE3"/>
                </a:solidFill>
                <a:latin typeface="Be Vietnam Pro" pitchFamily="34" charset="0"/>
                <a:ea typeface="Be Vietnam Pro" pitchFamily="34" charset="-122"/>
                <a:cs typeface="Be Vietnam Pro" pitchFamily="34" charset="-120"/>
              </a:rPr>
              <a:t> bỏ</a:t>
            </a:r>
            <a:r>
              <a:rPr lang="en-US" sz="2700" dirty="0" spc="-2" kern="0">
                <a:solidFill>
                  <a:srgbClr val="F3EEE3"/>
                </a:solidFill>
                <a:latin typeface="Be Vietnam Pro" pitchFamily="34" charset="0"/>
                <a:ea typeface="Be Vietnam Pro" pitchFamily="34" charset="-122"/>
                <a:cs typeface="Be Vietnam Pro" pitchFamily="34" charset="-120"/>
              </a:rPr>
              <a:t> giọng</a:t>
            </a:r>
            <a:r>
              <a:rPr lang="en-US" sz="2700" dirty="0" spc="-3" kern="0">
                <a:solidFill>
                  <a:srgbClr val="F3EEE3"/>
                </a:solidFill>
                <a:latin typeface="Be Vietnam Pro" pitchFamily="34" charset="0"/>
                <a:ea typeface="Be Vietnam Pro" pitchFamily="34" charset="-122"/>
                <a:cs typeface="Be Vietnam Pro" pitchFamily="34" charset="-120"/>
              </a:rPr>
              <a:t> AI</a:t>
            </a:r>
            <a:r>
              <a:rPr lang="en-US" sz="2700" dirty="0" spc="-5" kern="0">
                <a:solidFill>
                  <a:srgbClr val="F3EEE3"/>
                </a:solidFill>
                <a:latin typeface="Be Vietnam Pro" pitchFamily="34" charset="0"/>
                <a:ea typeface="Be Vietnam Pro" pitchFamily="34" charset="-122"/>
                <a:cs typeface="Be Vietnam Pro" pitchFamily="34" charset="-120"/>
              </a:rPr>
              <a:t> viết</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FFB454"/>
          </a:solidFill>
          <a:ln/>
        </p:spPr>
      </p:sp>
      <p:sp>
        <p:nvSpPr>
          <p:cNvPr id="21" name="Text 19"/>
          <p:cNvSpPr/>
          <p:nvPr/>
        </p:nvSpPr>
        <p:spPr>
          <a:xfrm>
            <a:off x="1295400" y="6915150"/>
            <a:ext cx="5905500" cy="904875"/>
          </a:xfrm>
          <a:prstGeom prst="rect">
            <a:avLst/>
          </a:prstGeom>
          <a:noFill/>
          <a:ln/>
        </p:spPr>
        <p:txBody>
          <a:bodyPr wrap="square" lIns="0" tIns="16720" rIns="0" bIns="-16720" rtlCol="0" anchor="ctr"/>
          <a:lstStyle/>
          <a:p>
            <a:pPr algn="l" indent="0" marL="0">
              <a:lnSpc>
                <a:spcPts val="3450"/>
              </a:lnSpc>
              <a:buNone/>
            </a:pPr>
            <a:r>
              <a:rPr lang="en-US" sz="3000" dirty="0" spc="3" kern="0">
                <a:solidFill>
                  <a:srgbClr val="FFB454"/>
                </a:solidFill>
                <a:latin typeface="Be Vietnam Pro ExtraBold" pitchFamily="34" charset="0"/>
                <a:ea typeface="Be Vietnam Pro ExtraBold" pitchFamily="34" charset="-122"/>
                <a:cs typeface="Be Vietnam Pro ExtraBold" pitchFamily="34" charset="-120"/>
              </a:rPr>
              <a:t>I</a:t>
            </a:r>
            <a:r>
              <a:rPr lang="en-US" sz="3000" dirty="0" spc="-34" kern="0">
                <a:solidFill>
                  <a:srgbClr val="FFB454"/>
                </a:solidFill>
                <a:latin typeface="Be Vietnam Pro ExtraBold" pitchFamily="34" charset="0"/>
                <a:ea typeface="Be Vietnam Pro ExtraBold" pitchFamily="34" charset="-122"/>
                <a:cs typeface="Be Vietnam Pro ExtraBold" pitchFamily="34" charset="-120"/>
              </a:rPr>
              <a:t> Have</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ADHD</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17" kern="0">
                <a:solidFill>
                  <a:srgbClr val="F3EEE3"/>
                </a:solidFill>
                <a:latin typeface="Be Vietnam Pro" pitchFamily="34" charset="0"/>
                <a:ea typeface="Be Vietnam Pro" pitchFamily="34" charset="-122"/>
                <a:cs typeface="Be Vietnam Pro" pitchFamily="34" charset="-120"/>
              </a:rPr>
              <a:t>đáp</a:t>
            </a:r>
            <a:r>
              <a:rPr lang="en-US" sz="2700" dirty="0" spc="-2" kern="0">
                <a:solidFill>
                  <a:srgbClr val="F3EEE3"/>
                </a:solidFill>
                <a:latin typeface="Be Vietnam Pro" pitchFamily="34" charset="0"/>
                <a:ea typeface="Be Vietnam Pro" pitchFamily="34" charset="-122"/>
                <a:cs typeface="Be Vietnam Pro" pitchFamily="34" charset="-120"/>
              </a:rPr>
              <a:t> án</a:t>
            </a:r>
            <a:r>
              <a:rPr lang="en-US" sz="2700" dirty="0" spc="8" kern="0">
                <a:solidFill>
                  <a:srgbClr val="F3EEE3"/>
                </a:solidFill>
                <a:latin typeface="Be Vietnam Pro" pitchFamily="34" charset="0"/>
                <a:ea typeface="Be Vietnam Pro" pitchFamily="34" charset="-122"/>
                <a:cs typeface="Be Vietnam Pro" pitchFamily="34" charset="-120"/>
              </a:rPr>
              <a:t> trước,</a:t>
            </a:r>
            <a:r>
              <a:rPr lang="en-US" sz="2700" dirty="0" spc="7" kern="0">
                <a:solidFill>
                  <a:srgbClr val="F3EEE3"/>
                </a:solidFill>
                <a:latin typeface="Be Vietnam Pro" pitchFamily="34" charset="0"/>
                <a:ea typeface="Be Vietnam Pro" pitchFamily="34" charset="-122"/>
                <a:cs typeface="Be Vietnam Pro" pitchFamily="34" charset="-120"/>
              </a:rPr>
              <a:t> mười</a:t>
            </a:r>
            <a:r>
              <a:rPr lang="en-US" sz="2700" dirty="0" spc="-1" kern="0">
                <a:solidFill>
                  <a:srgbClr val="F3EEE3"/>
                </a:solidFill>
                <a:latin typeface="Be Vietnam Pro" pitchFamily="34" charset="0"/>
                <a:ea typeface="Be Vietnam Pro" pitchFamily="34" charset="-122"/>
                <a:cs typeface="Be Vietnam Pro" pitchFamily="34" charset="-120"/>
              </a:rPr>
              <a:t> quy</a:t>
            </a:r>
            <a:r>
              <a:rPr lang="en-US" sz="2700" dirty="0" spc="-12" kern="0">
                <a:solidFill>
                  <a:srgbClr val="F3EEE3"/>
                </a:solidFill>
                <a:latin typeface="Be Vietnam Pro" pitchFamily="34" charset="0"/>
                <a:ea typeface="Be Vietnam Pro" pitchFamily="34" charset="-122"/>
                <a:cs typeface="Be Vietnam Pro" pitchFamily="34" charset="-120"/>
              </a:rPr>
              <a:t> tắc</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3DD6A0"/>
          </a:solidFill>
          <a:ln/>
        </p:spPr>
      </p:sp>
      <p:sp>
        <p:nvSpPr>
          <p:cNvPr id="25" name="Text 23"/>
          <p:cNvSpPr/>
          <p:nvPr/>
        </p:nvSpPr>
        <p:spPr>
          <a:xfrm>
            <a:off x="1295400" y="7953375"/>
            <a:ext cx="5905500" cy="904875"/>
          </a:xfrm>
          <a:prstGeom prst="rect">
            <a:avLst/>
          </a:prstGeom>
          <a:noFill/>
          <a:ln/>
        </p:spPr>
        <p:txBody>
          <a:bodyPr wrap="square" lIns="0" tIns="16720" rIns="0" bIns="-16720" rtlCol="0" anchor="ctr"/>
          <a:lstStyle/>
          <a:p>
            <a:pPr algn="l" indent="0" marL="0">
              <a:lnSpc>
                <a:spcPts val="3450"/>
              </a:lnSpc>
              <a:buNone/>
            </a:pPr>
            <a:r>
              <a:rPr lang="en-US" sz="3000" dirty="0" spc="-22" kern="0">
                <a:solidFill>
                  <a:srgbClr val="3DD6A0"/>
                </a:solidFill>
                <a:latin typeface="Be Vietnam Pro ExtraBold" pitchFamily="34" charset="0"/>
                <a:ea typeface="Be Vietnam Pro ExtraBold" pitchFamily="34" charset="-122"/>
                <a:cs typeface="Be Vietnam Pro ExtraBold" pitchFamily="34" charset="-120"/>
              </a:rPr>
              <a:t>Marketing</a:t>
            </a:r>
            <a:r>
              <a:rPr lang="en-US" sz="3000" dirty="0" spc="2" kern="0">
                <a:solidFill>
                  <a:srgbClr val="3DD6A0"/>
                </a:solidFill>
                <a:latin typeface="Be Vietnam Pro ExtraBold" pitchFamily="34" charset="0"/>
                <a:ea typeface="Be Vietnam Pro ExtraBold" pitchFamily="34" charset="-122"/>
                <a:cs typeface="Be Vietnam Pro ExtraBold" pitchFamily="34" charset="-120"/>
              </a:rPr>
              <a:t> Skills</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700" dirty="0" spc="-5" kern="0">
                <a:solidFill>
                  <a:srgbClr val="F3EEE3"/>
                </a:solidFill>
                <a:latin typeface="Be Vietnam Pro" pitchFamily="34" charset="0"/>
                <a:ea typeface="Be Vietnam Pro" pitchFamily="34" charset="-122"/>
                <a:cs typeface="Be Vietnam Pro" pitchFamily="34" charset="-120"/>
              </a:rPr>
              <a:t>52</a:t>
            </a:r>
            <a:r>
              <a:rPr lang="en-US" sz="2700" dirty="0" spc="-1" kern="0">
                <a:solidFill>
                  <a:srgbClr val="F3EEE3"/>
                </a:solidFill>
                <a:latin typeface="Be Vietnam Pro" pitchFamily="34" charset="0"/>
                <a:ea typeface="Be Vietnam Pro" pitchFamily="34" charset="-122"/>
                <a:cs typeface="Be Vietnam Pro" pitchFamily="34" charset="-120"/>
              </a:rPr>
              <a:t> skill cho</a:t>
            </a:r>
            <a:r>
              <a:rPr lang="en-US" sz="2700" dirty="0" spc="-16" kern="0">
                <a:solidFill>
                  <a:srgbClr val="F3EEE3"/>
                </a:solidFill>
                <a:latin typeface="Be Vietnam Pro" pitchFamily="34" charset="0"/>
                <a:ea typeface="Be Vietnam Pro" pitchFamily="34" charset="-122"/>
                <a:cs typeface="Be Vietnam Pro" pitchFamily="34" charset="-120"/>
              </a:rPr>
              <a:t> marketing</a:t>
            </a:r>
            <a:endParaRPr lang="en-US" sz="2700" dirty="0"/>
          </a:p>
        </p:txBody>
      </p:sp>
      <p:sp>
        <p:nvSpPr>
          <p:cNvPr id="27" name="Text 2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1" kern="0">
                <a:solidFill>
                  <a:srgbClr val="9AA0B5"/>
                </a:solidFill>
                <a:latin typeface="Be Vietnam Pro" pitchFamily="34" charset="0"/>
                <a:ea typeface="Be Vietnam Pro" pitchFamily="34" charset="-122"/>
                <a:cs typeface="Be Vietnam Pro" pitchFamily="34" charset="-120"/>
              </a:rPr>
              <a:t> [S26]</a:t>
            </a:r>
            <a:r>
              <a:rPr lang="en-US" sz="1800" dirty="0" spc="-3" kern="0">
                <a:solidFill>
                  <a:srgbClr val="9AA0B5"/>
                </a:solidFill>
                <a:latin typeface="Be Vietnam Pro" pitchFamily="34" charset="0"/>
                <a:ea typeface="Be Vietnam Pro" pitchFamily="34" charset="-122"/>
                <a:cs typeface="Be Vietnam Pro" pitchFamily="34" charset="-120"/>
              </a:rPr>
              <a:t> [S27]</a:t>
            </a:r>
            <a:r>
              <a:rPr lang="en-US" sz="1800" dirty="0" spc="2" kern="0">
                <a:solidFill>
                  <a:srgbClr val="9AA0B5"/>
                </a:solidFill>
                <a:latin typeface="Be Vietnam Pro" pitchFamily="34" charset="0"/>
                <a:ea typeface="Be Vietnam Pro" pitchFamily="34" charset="-122"/>
                <a:cs typeface="Be Vietnam Pro" pitchFamily="34" charset="-120"/>
              </a:rPr>
              <a:t> [S28]</a:t>
            </a:r>
            <a:r>
              <a:rPr lang="en-US" sz="1800" dirty="0" spc="1" kern="0">
                <a:solidFill>
                  <a:srgbClr val="9AA0B5"/>
                </a:solidFill>
                <a:latin typeface="Be Vietnam Pro" pitchFamily="34" charset="0"/>
                <a:ea typeface="Be Vietnam Pro" pitchFamily="34" charset="-122"/>
                <a:cs typeface="Be Vietnam Pro" pitchFamily="34" charset="-120"/>
              </a:rPr>
              <a:t> [S29]</a:t>
            </a:r>
            <a:r>
              <a:rPr lang="en-US" sz="1800" dirty="0" spc="-1" kern="0">
                <a:solidFill>
                  <a:srgbClr val="9AA0B5"/>
                </a:solidFill>
                <a:latin typeface="Be Vietnam Pro" pitchFamily="34" charset="0"/>
                <a:ea typeface="Be Vietnam Pro" pitchFamily="34" charset="-122"/>
                <a:cs typeface="Be Vietnam Pro" pitchFamily="34" charset="-120"/>
              </a:rPr>
              <a:t> [S30]</a:t>
            </a:r>
            <a:r>
              <a:rPr lang="en-US" sz="1800" dirty="0" spc="2" kern="0">
                <a:solidFill>
                  <a:srgbClr val="9AA0B5"/>
                </a:solidFill>
                <a:latin typeface="Be Vietnam Pro" pitchFamily="34" charset="0"/>
                <a:ea typeface="Be Vietnam Pro" pitchFamily="34" charset="-122"/>
                <a:cs typeface="Be Vietnam Pro" pitchFamily="34" charset="-120"/>
              </a:rPr>
              <a:t> [S31]</a:t>
            </a:r>
            <a:endParaRPr lang="en-US" sz="1800" dirty="0"/>
          </a:p>
        </p:txBody>
      </p:sp>
      <p:sp>
        <p:nvSpPr>
          <p:cNvPr id="28" name="Shape 26"/>
          <p:cNvSpPr/>
          <p:nvPr/>
        </p:nvSpPr>
        <p:spPr>
          <a:xfrm>
            <a:off x="958561" y="9578686"/>
            <a:ext cx="83127" cy="83127"/>
          </a:xfrm>
          <a:prstGeom prst="ellipse">
            <a:avLst/>
          </a:prstGeom>
          <a:solidFill>
            <a:srgbClr val="F3EEE3">
              <a:alpha val="28000"/>
            </a:srgbClr>
          </a:solidFill>
          <a:ln/>
        </p:spPr>
      </p:sp>
      <p:sp>
        <p:nvSpPr>
          <p:cNvPr id="29" name="Shape 27"/>
          <p:cNvSpPr/>
          <p:nvPr/>
        </p:nvSpPr>
        <p:spPr>
          <a:xfrm>
            <a:off x="1124815" y="9578686"/>
            <a:ext cx="83127" cy="83127"/>
          </a:xfrm>
          <a:prstGeom prst="ellipse">
            <a:avLst/>
          </a:prstGeom>
          <a:solidFill>
            <a:srgbClr val="F3EEE3">
              <a:alpha val="28000"/>
            </a:srgbClr>
          </a:solidFill>
          <a:ln/>
        </p:spPr>
      </p:sp>
      <p:sp>
        <p:nvSpPr>
          <p:cNvPr id="30" name="Shape 28"/>
          <p:cNvSpPr/>
          <p:nvPr/>
        </p:nvSpPr>
        <p:spPr>
          <a:xfrm>
            <a:off x="1291070" y="9578686"/>
            <a:ext cx="83127" cy="83127"/>
          </a:xfrm>
          <a:prstGeom prst="ellipse">
            <a:avLst/>
          </a:prstGeom>
          <a:solidFill>
            <a:srgbClr val="F3EEE3">
              <a:alpha val="28000"/>
            </a:srgbClr>
          </a:solidFill>
          <a:ln/>
        </p:spPr>
      </p:sp>
      <p:sp>
        <p:nvSpPr>
          <p:cNvPr id="31" name="Shape 29"/>
          <p:cNvSpPr/>
          <p:nvPr/>
        </p:nvSpPr>
        <p:spPr>
          <a:xfrm>
            <a:off x="1457324" y="9578686"/>
            <a:ext cx="83127" cy="83127"/>
          </a:xfrm>
          <a:prstGeom prst="ellipse">
            <a:avLst/>
          </a:prstGeom>
          <a:solidFill>
            <a:srgbClr val="F3EEE3">
              <a:alpha val="28000"/>
            </a:srgbClr>
          </a:solidFill>
          <a:ln/>
        </p:spPr>
      </p:sp>
      <p:sp>
        <p:nvSpPr>
          <p:cNvPr id="32" name="Shape 30"/>
          <p:cNvSpPr/>
          <p:nvPr/>
        </p:nvSpPr>
        <p:spPr>
          <a:xfrm>
            <a:off x="1623578" y="9578686"/>
            <a:ext cx="83127" cy="83127"/>
          </a:xfrm>
          <a:prstGeom prst="ellipse">
            <a:avLst/>
          </a:prstGeom>
          <a:solidFill>
            <a:srgbClr val="F3EEE3">
              <a:alpha val="28000"/>
            </a:srgbClr>
          </a:solidFill>
          <a:ln/>
        </p:spPr>
      </p:sp>
      <p:sp>
        <p:nvSpPr>
          <p:cNvPr id="33" name="Shape 31"/>
          <p:cNvSpPr/>
          <p:nvPr/>
        </p:nvSpPr>
        <p:spPr>
          <a:xfrm>
            <a:off x="1789832" y="9578686"/>
            <a:ext cx="83127" cy="83127"/>
          </a:xfrm>
          <a:prstGeom prst="ellipse">
            <a:avLst/>
          </a:prstGeom>
          <a:solidFill>
            <a:srgbClr val="F3EEE3">
              <a:alpha val="28000"/>
            </a:srgbClr>
          </a:solidFill>
          <a:ln/>
        </p:spPr>
      </p:sp>
      <p:sp>
        <p:nvSpPr>
          <p:cNvPr id="34" name="Shape 32"/>
          <p:cNvSpPr/>
          <p:nvPr/>
        </p:nvSpPr>
        <p:spPr>
          <a:xfrm>
            <a:off x="1956086" y="9578686"/>
            <a:ext cx="83127" cy="83127"/>
          </a:xfrm>
          <a:prstGeom prst="ellipse">
            <a:avLst/>
          </a:prstGeom>
          <a:solidFill>
            <a:srgbClr val="F3EEE3">
              <a:alpha val="28000"/>
            </a:srgbClr>
          </a:solidFill>
          <a:ln/>
        </p:spPr>
      </p:sp>
      <p:sp>
        <p:nvSpPr>
          <p:cNvPr id="35" name="Shape 33"/>
          <p:cNvSpPr/>
          <p:nvPr/>
        </p:nvSpPr>
        <p:spPr>
          <a:xfrm>
            <a:off x="2122340" y="9578686"/>
            <a:ext cx="83127" cy="83127"/>
          </a:xfrm>
          <a:prstGeom prst="ellipse">
            <a:avLst/>
          </a:prstGeom>
          <a:solidFill>
            <a:srgbClr val="F3EEE3">
              <a:alpha val="28000"/>
            </a:srgbClr>
          </a:solidFill>
          <a:ln/>
        </p:spPr>
      </p:sp>
      <p:sp>
        <p:nvSpPr>
          <p:cNvPr id="36" name="Shape 34"/>
          <p:cNvSpPr/>
          <p:nvPr/>
        </p:nvSpPr>
        <p:spPr>
          <a:xfrm>
            <a:off x="2288594" y="9578686"/>
            <a:ext cx="83127" cy="83127"/>
          </a:xfrm>
          <a:prstGeom prst="ellipse">
            <a:avLst/>
          </a:prstGeom>
          <a:solidFill>
            <a:srgbClr val="F3EEE3">
              <a:alpha val="28000"/>
            </a:srgbClr>
          </a:solidFill>
          <a:ln/>
        </p:spPr>
      </p:sp>
      <p:sp>
        <p:nvSpPr>
          <p:cNvPr id="37" name="Shape 35"/>
          <p:cNvSpPr/>
          <p:nvPr/>
        </p:nvSpPr>
        <p:spPr>
          <a:xfrm>
            <a:off x="2454848" y="9578686"/>
            <a:ext cx="83127" cy="83127"/>
          </a:xfrm>
          <a:prstGeom prst="ellipse">
            <a:avLst/>
          </a:prstGeom>
          <a:solidFill>
            <a:srgbClr val="F3EEE3">
              <a:alpha val="28000"/>
            </a:srgbClr>
          </a:solidFill>
          <a:ln/>
        </p:spPr>
      </p:sp>
      <p:sp>
        <p:nvSpPr>
          <p:cNvPr id="38" name="Shape 36"/>
          <p:cNvSpPr/>
          <p:nvPr/>
        </p:nvSpPr>
        <p:spPr>
          <a:xfrm>
            <a:off x="2621102" y="9578686"/>
            <a:ext cx="83127" cy="83127"/>
          </a:xfrm>
          <a:prstGeom prst="ellipse">
            <a:avLst/>
          </a:prstGeom>
          <a:solidFill>
            <a:srgbClr val="F3EEE3">
              <a:alpha val="28000"/>
            </a:srgbClr>
          </a:solidFill>
          <a:ln/>
        </p:spPr>
      </p:sp>
      <p:sp>
        <p:nvSpPr>
          <p:cNvPr id="39" name="Shape 37"/>
          <p:cNvSpPr/>
          <p:nvPr/>
        </p:nvSpPr>
        <p:spPr>
          <a:xfrm>
            <a:off x="2787357" y="9578686"/>
            <a:ext cx="83127" cy="83127"/>
          </a:xfrm>
          <a:prstGeom prst="ellipse">
            <a:avLst/>
          </a:prstGeom>
          <a:solidFill>
            <a:srgbClr val="F3EEE3">
              <a:alpha val="28000"/>
            </a:srgbClr>
          </a:solidFill>
          <a:ln/>
        </p:spPr>
      </p:sp>
      <p:sp>
        <p:nvSpPr>
          <p:cNvPr id="40" name="Shape 38"/>
          <p:cNvSpPr/>
          <p:nvPr/>
        </p:nvSpPr>
        <p:spPr>
          <a:xfrm>
            <a:off x="2953611" y="9578686"/>
            <a:ext cx="83127" cy="83127"/>
          </a:xfrm>
          <a:prstGeom prst="ellipse">
            <a:avLst/>
          </a:prstGeom>
          <a:solidFill>
            <a:srgbClr val="F3EEE3">
              <a:alpha val="28000"/>
            </a:srgbClr>
          </a:solidFill>
          <a:ln/>
        </p:spPr>
      </p:sp>
      <p:sp>
        <p:nvSpPr>
          <p:cNvPr id="41" name="Shape 39"/>
          <p:cNvSpPr/>
          <p:nvPr/>
        </p:nvSpPr>
        <p:spPr>
          <a:xfrm>
            <a:off x="3119865" y="9578686"/>
            <a:ext cx="83127" cy="83127"/>
          </a:xfrm>
          <a:prstGeom prst="ellipse">
            <a:avLst/>
          </a:prstGeom>
          <a:solidFill>
            <a:srgbClr val="F3EEE3">
              <a:alpha val="28000"/>
            </a:srgbClr>
          </a:solidFill>
          <a:ln/>
        </p:spPr>
      </p:sp>
      <p:sp>
        <p:nvSpPr>
          <p:cNvPr id="42" name="Shape 40"/>
          <p:cNvSpPr/>
          <p:nvPr/>
        </p:nvSpPr>
        <p:spPr>
          <a:xfrm>
            <a:off x="3286119" y="9578686"/>
            <a:ext cx="83127" cy="83127"/>
          </a:xfrm>
          <a:prstGeom prst="ellipse">
            <a:avLst/>
          </a:prstGeom>
          <a:solidFill>
            <a:srgbClr val="F3EEE3">
              <a:alpha val="28000"/>
            </a:srgbClr>
          </a:solidFill>
          <a:ln/>
        </p:spPr>
      </p:sp>
      <p:sp>
        <p:nvSpPr>
          <p:cNvPr id="43" name="Shape 41"/>
          <p:cNvSpPr/>
          <p:nvPr/>
        </p:nvSpPr>
        <p:spPr>
          <a:xfrm>
            <a:off x="3452373" y="9578686"/>
            <a:ext cx="83127" cy="83127"/>
          </a:xfrm>
          <a:prstGeom prst="ellipse">
            <a:avLst/>
          </a:prstGeom>
          <a:solidFill>
            <a:srgbClr val="F3EEE3">
              <a:alpha val="28000"/>
            </a:srgbClr>
          </a:solidFill>
          <a:ln/>
        </p:spPr>
      </p:sp>
      <p:sp>
        <p:nvSpPr>
          <p:cNvPr id="44" name="Shape 42"/>
          <p:cNvSpPr/>
          <p:nvPr/>
        </p:nvSpPr>
        <p:spPr>
          <a:xfrm>
            <a:off x="3618627" y="9578686"/>
            <a:ext cx="83127" cy="83127"/>
          </a:xfrm>
          <a:prstGeom prst="ellipse">
            <a:avLst/>
          </a:prstGeom>
          <a:solidFill>
            <a:srgbClr val="F3EEE3">
              <a:alpha val="28000"/>
            </a:srgbClr>
          </a:solidFill>
          <a:ln/>
        </p:spPr>
      </p:sp>
      <p:sp>
        <p:nvSpPr>
          <p:cNvPr id="45" name="Shape 43"/>
          <p:cNvSpPr/>
          <p:nvPr/>
        </p:nvSpPr>
        <p:spPr>
          <a:xfrm>
            <a:off x="3784881" y="9578686"/>
            <a:ext cx="83127" cy="83127"/>
          </a:xfrm>
          <a:prstGeom prst="ellipse">
            <a:avLst/>
          </a:prstGeom>
          <a:solidFill>
            <a:srgbClr val="F3EEE3">
              <a:alpha val="28000"/>
            </a:srgbClr>
          </a:solidFill>
          <a:ln/>
        </p:spPr>
      </p:sp>
      <p:sp>
        <p:nvSpPr>
          <p:cNvPr id="46" name="Shape 44"/>
          <p:cNvSpPr/>
          <p:nvPr/>
        </p:nvSpPr>
        <p:spPr>
          <a:xfrm>
            <a:off x="3951135" y="9578686"/>
            <a:ext cx="83127" cy="83127"/>
          </a:xfrm>
          <a:prstGeom prst="ellipse">
            <a:avLst/>
          </a:prstGeom>
          <a:solidFill>
            <a:srgbClr val="F3EEE3">
              <a:alpha val="28000"/>
            </a:srgbClr>
          </a:solidFill>
          <a:ln/>
        </p:spPr>
      </p:sp>
      <p:sp>
        <p:nvSpPr>
          <p:cNvPr id="47" name="Shape 45"/>
          <p:cNvSpPr/>
          <p:nvPr/>
        </p:nvSpPr>
        <p:spPr>
          <a:xfrm>
            <a:off x="4117389" y="9578686"/>
            <a:ext cx="83127" cy="83127"/>
          </a:xfrm>
          <a:prstGeom prst="ellipse">
            <a:avLst/>
          </a:prstGeom>
          <a:solidFill>
            <a:srgbClr val="F3EEE3">
              <a:alpha val="28000"/>
            </a:srgbClr>
          </a:solidFill>
          <a:ln/>
        </p:spPr>
      </p:sp>
      <p:sp>
        <p:nvSpPr>
          <p:cNvPr id="48" name="Shape 46"/>
          <p:cNvSpPr/>
          <p:nvPr/>
        </p:nvSpPr>
        <p:spPr>
          <a:xfrm>
            <a:off x="4283644" y="9578686"/>
            <a:ext cx="83127" cy="83127"/>
          </a:xfrm>
          <a:prstGeom prst="ellipse">
            <a:avLst/>
          </a:prstGeom>
          <a:solidFill>
            <a:srgbClr val="F3EEE3">
              <a:alpha val="28000"/>
            </a:srgbClr>
          </a:solidFill>
          <a:ln/>
        </p:spPr>
      </p:sp>
      <p:sp>
        <p:nvSpPr>
          <p:cNvPr id="49" name="Shape 47"/>
          <p:cNvSpPr/>
          <p:nvPr/>
        </p:nvSpPr>
        <p:spPr>
          <a:xfrm>
            <a:off x="4449898" y="9578686"/>
            <a:ext cx="83127" cy="83127"/>
          </a:xfrm>
          <a:prstGeom prst="ellipse">
            <a:avLst/>
          </a:prstGeom>
          <a:solidFill>
            <a:srgbClr val="F3EEE3">
              <a:alpha val="28000"/>
            </a:srgbClr>
          </a:solidFill>
          <a:ln/>
        </p:spPr>
      </p:sp>
      <p:sp>
        <p:nvSpPr>
          <p:cNvPr id="50" name="Shape 48"/>
          <p:cNvSpPr/>
          <p:nvPr/>
        </p:nvSpPr>
        <p:spPr>
          <a:xfrm>
            <a:off x="4616152" y="9578686"/>
            <a:ext cx="83127" cy="83127"/>
          </a:xfrm>
          <a:prstGeom prst="ellipse">
            <a:avLst/>
          </a:prstGeom>
          <a:solidFill>
            <a:srgbClr val="F3EEE3">
              <a:alpha val="28000"/>
            </a:srgbClr>
          </a:solidFill>
          <a:ln/>
        </p:spPr>
      </p:sp>
      <p:sp>
        <p:nvSpPr>
          <p:cNvPr id="51" name="Shape 49"/>
          <p:cNvSpPr/>
          <p:nvPr/>
        </p:nvSpPr>
        <p:spPr>
          <a:xfrm>
            <a:off x="4782406" y="9578686"/>
            <a:ext cx="83127" cy="83127"/>
          </a:xfrm>
          <a:prstGeom prst="ellipse">
            <a:avLst/>
          </a:prstGeom>
          <a:solidFill>
            <a:srgbClr val="F3EEE3">
              <a:alpha val="28000"/>
            </a:srgbClr>
          </a:solidFill>
          <a:ln/>
        </p:spPr>
      </p:sp>
      <p:sp>
        <p:nvSpPr>
          <p:cNvPr id="52" name="Shape 50"/>
          <p:cNvSpPr/>
          <p:nvPr/>
        </p:nvSpPr>
        <p:spPr>
          <a:xfrm>
            <a:off x="4948660" y="9578686"/>
            <a:ext cx="83127" cy="83127"/>
          </a:xfrm>
          <a:prstGeom prst="ellipse">
            <a:avLst/>
          </a:prstGeom>
          <a:solidFill>
            <a:srgbClr val="F3EEE3">
              <a:alpha val="28000"/>
            </a:srgbClr>
          </a:solidFill>
          <a:ln/>
        </p:spPr>
      </p:sp>
      <p:sp>
        <p:nvSpPr>
          <p:cNvPr id="53" name="Shape 51"/>
          <p:cNvSpPr/>
          <p:nvPr/>
        </p:nvSpPr>
        <p:spPr>
          <a:xfrm>
            <a:off x="5114914" y="9578686"/>
            <a:ext cx="83127" cy="83127"/>
          </a:xfrm>
          <a:prstGeom prst="ellipse">
            <a:avLst/>
          </a:prstGeom>
          <a:solidFill>
            <a:srgbClr val="F3EEE3">
              <a:alpha val="28000"/>
            </a:srgbClr>
          </a:solidFill>
          <a:ln/>
        </p:spPr>
      </p:sp>
      <p:sp>
        <p:nvSpPr>
          <p:cNvPr id="54" name="Shape 52"/>
          <p:cNvSpPr/>
          <p:nvPr/>
        </p:nvSpPr>
        <p:spPr>
          <a:xfrm>
            <a:off x="5281168" y="9578686"/>
            <a:ext cx="83127" cy="83127"/>
          </a:xfrm>
          <a:prstGeom prst="ellipse">
            <a:avLst/>
          </a:prstGeom>
          <a:solidFill>
            <a:srgbClr val="F3EEE3">
              <a:alpha val="28000"/>
            </a:srgbClr>
          </a:solidFill>
          <a:ln/>
        </p:spPr>
      </p:sp>
      <p:sp>
        <p:nvSpPr>
          <p:cNvPr id="55" name="Shape 53"/>
          <p:cNvSpPr/>
          <p:nvPr/>
        </p:nvSpPr>
        <p:spPr>
          <a:xfrm>
            <a:off x="5447422" y="9578686"/>
            <a:ext cx="83127" cy="83127"/>
          </a:xfrm>
          <a:prstGeom prst="ellipse">
            <a:avLst/>
          </a:prstGeom>
          <a:solidFill>
            <a:srgbClr val="F3EEE3">
              <a:alpha val="28000"/>
            </a:srgbClr>
          </a:solidFill>
          <a:ln/>
        </p:spPr>
      </p:sp>
      <p:sp>
        <p:nvSpPr>
          <p:cNvPr id="56" name="Shape 54"/>
          <p:cNvSpPr/>
          <p:nvPr/>
        </p:nvSpPr>
        <p:spPr>
          <a:xfrm>
            <a:off x="5613676" y="9578686"/>
            <a:ext cx="83127" cy="83127"/>
          </a:xfrm>
          <a:prstGeom prst="ellipse">
            <a:avLst/>
          </a:prstGeom>
          <a:solidFill>
            <a:srgbClr val="F3EEE3">
              <a:alpha val="28000"/>
            </a:srgbClr>
          </a:solidFill>
          <a:ln/>
        </p:spPr>
      </p:sp>
      <p:sp>
        <p:nvSpPr>
          <p:cNvPr id="57" name="Shape 55"/>
          <p:cNvSpPr/>
          <p:nvPr/>
        </p:nvSpPr>
        <p:spPr>
          <a:xfrm>
            <a:off x="5779931" y="9578686"/>
            <a:ext cx="83127" cy="83127"/>
          </a:xfrm>
          <a:prstGeom prst="ellipse">
            <a:avLst/>
          </a:prstGeom>
          <a:solidFill>
            <a:srgbClr val="F3EEE3">
              <a:alpha val="28000"/>
            </a:srgbClr>
          </a:solidFill>
          <a:ln/>
        </p:spPr>
      </p:sp>
      <p:sp>
        <p:nvSpPr>
          <p:cNvPr id="58" name="Shape 56"/>
          <p:cNvSpPr/>
          <p:nvPr/>
        </p:nvSpPr>
        <p:spPr>
          <a:xfrm>
            <a:off x="5946185" y="9578686"/>
            <a:ext cx="83127" cy="83127"/>
          </a:xfrm>
          <a:prstGeom prst="ellipse">
            <a:avLst/>
          </a:prstGeom>
          <a:solidFill>
            <a:srgbClr val="F3EEE3">
              <a:alpha val="28000"/>
            </a:srgbClr>
          </a:solidFill>
          <a:ln/>
        </p:spPr>
      </p:sp>
      <p:sp>
        <p:nvSpPr>
          <p:cNvPr id="59" name="Shape 57"/>
          <p:cNvSpPr/>
          <p:nvPr/>
        </p:nvSpPr>
        <p:spPr>
          <a:xfrm>
            <a:off x="6112439" y="9578686"/>
            <a:ext cx="83127" cy="83127"/>
          </a:xfrm>
          <a:prstGeom prst="ellipse">
            <a:avLst/>
          </a:prstGeom>
          <a:solidFill>
            <a:srgbClr val="F3EEE3">
              <a:alpha val="28000"/>
            </a:srgbClr>
          </a:solidFill>
          <a:ln/>
        </p:spPr>
      </p:sp>
      <p:sp>
        <p:nvSpPr>
          <p:cNvPr id="60" name="Shape 58"/>
          <p:cNvSpPr/>
          <p:nvPr/>
        </p:nvSpPr>
        <p:spPr>
          <a:xfrm>
            <a:off x="6278693" y="9578686"/>
            <a:ext cx="83127" cy="83127"/>
          </a:xfrm>
          <a:prstGeom prst="ellipse">
            <a:avLst/>
          </a:prstGeom>
          <a:solidFill>
            <a:srgbClr val="F3EEE3">
              <a:alpha val="28000"/>
            </a:srgbClr>
          </a:solidFill>
          <a:ln/>
        </p:spPr>
      </p:sp>
      <p:sp>
        <p:nvSpPr>
          <p:cNvPr id="61" name="Shape 59"/>
          <p:cNvSpPr/>
          <p:nvPr/>
        </p:nvSpPr>
        <p:spPr>
          <a:xfrm>
            <a:off x="6444947" y="9578686"/>
            <a:ext cx="83127" cy="83127"/>
          </a:xfrm>
          <a:prstGeom prst="ellipse">
            <a:avLst/>
          </a:prstGeom>
          <a:solidFill>
            <a:srgbClr val="F3EEE3">
              <a:alpha val="28000"/>
            </a:srgbClr>
          </a:solidFill>
          <a:ln/>
        </p:spPr>
      </p:sp>
      <p:sp>
        <p:nvSpPr>
          <p:cNvPr id="62" name="Shape 60"/>
          <p:cNvSpPr/>
          <p:nvPr/>
        </p:nvSpPr>
        <p:spPr>
          <a:xfrm>
            <a:off x="6611201" y="9578686"/>
            <a:ext cx="83127" cy="83127"/>
          </a:xfrm>
          <a:prstGeom prst="ellipse">
            <a:avLst/>
          </a:prstGeom>
          <a:solidFill>
            <a:srgbClr val="F3EEE3">
              <a:alpha val="28000"/>
            </a:srgbClr>
          </a:solidFill>
          <a:ln/>
        </p:spPr>
      </p:sp>
      <p:sp>
        <p:nvSpPr>
          <p:cNvPr id="63" name="Shape 61"/>
          <p:cNvSpPr/>
          <p:nvPr/>
        </p:nvSpPr>
        <p:spPr>
          <a:xfrm>
            <a:off x="6777455" y="9578686"/>
            <a:ext cx="83127" cy="83127"/>
          </a:xfrm>
          <a:prstGeom prst="ellipse">
            <a:avLst/>
          </a:prstGeom>
          <a:solidFill>
            <a:srgbClr val="F3EEE3">
              <a:alpha val="28000"/>
            </a:srgbClr>
          </a:solidFill>
          <a:ln/>
        </p:spPr>
      </p:sp>
      <p:sp>
        <p:nvSpPr>
          <p:cNvPr id="64" name="Shape 62"/>
          <p:cNvSpPr/>
          <p:nvPr/>
        </p:nvSpPr>
        <p:spPr>
          <a:xfrm>
            <a:off x="6943709" y="9578686"/>
            <a:ext cx="83127" cy="83127"/>
          </a:xfrm>
          <a:prstGeom prst="ellipse">
            <a:avLst/>
          </a:prstGeom>
          <a:solidFill>
            <a:srgbClr val="F3EEE3">
              <a:alpha val="28000"/>
            </a:srgbClr>
          </a:solidFill>
          <a:ln/>
        </p:spPr>
      </p:sp>
      <p:sp>
        <p:nvSpPr>
          <p:cNvPr id="65" name="Shape 63"/>
          <p:cNvSpPr/>
          <p:nvPr/>
        </p:nvSpPr>
        <p:spPr>
          <a:xfrm>
            <a:off x="7096109" y="9564832"/>
            <a:ext cx="110836" cy="110836"/>
          </a:xfrm>
          <a:prstGeom prst="ellipse">
            <a:avLst/>
          </a:prstGeom>
          <a:solidFill>
            <a:srgbClr val="FF6A4D"/>
          </a:solidFill>
          <a:ln/>
        </p:spPr>
      </p:sp>
      <p:sp>
        <p:nvSpPr>
          <p:cNvPr id="66" name="Shape 64"/>
          <p:cNvSpPr/>
          <p:nvPr/>
        </p:nvSpPr>
        <p:spPr>
          <a:xfrm>
            <a:off x="7276218" y="9578686"/>
            <a:ext cx="83127" cy="83127"/>
          </a:xfrm>
          <a:prstGeom prst="ellipse">
            <a:avLst/>
          </a:prstGeom>
          <a:solidFill>
            <a:srgbClr val="F3EEE3">
              <a:alpha val="28000"/>
            </a:srgbClr>
          </a:solidFill>
          <a:ln/>
        </p:spPr>
      </p:sp>
      <p:sp>
        <p:nvSpPr>
          <p:cNvPr id="67" name="Shape 65"/>
          <p:cNvSpPr/>
          <p:nvPr/>
        </p:nvSpPr>
        <p:spPr>
          <a:xfrm>
            <a:off x="7442472" y="9578686"/>
            <a:ext cx="83127" cy="83127"/>
          </a:xfrm>
          <a:prstGeom prst="ellipse">
            <a:avLst/>
          </a:prstGeom>
          <a:solidFill>
            <a:srgbClr val="F3EEE3">
              <a:alpha val="28000"/>
            </a:srgbClr>
          </a:solidFill>
          <a:ln/>
        </p:spPr>
      </p:sp>
      <p:sp>
        <p:nvSpPr>
          <p:cNvPr id="68" name="Shape 66"/>
          <p:cNvSpPr/>
          <p:nvPr/>
        </p:nvSpPr>
        <p:spPr>
          <a:xfrm>
            <a:off x="7608726" y="9578686"/>
            <a:ext cx="83127" cy="83127"/>
          </a:xfrm>
          <a:prstGeom prst="ellipse">
            <a:avLst/>
          </a:prstGeom>
          <a:solidFill>
            <a:srgbClr val="F3EEE3">
              <a:alpha val="28000"/>
            </a:srgbClr>
          </a:solidFill>
          <a:ln/>
        </p:spPr>
      </p:sp>
      <p:sp>
        <p:nvSpPr>
          <p:cNvPr id="69" name="Shape 67"/>
          <p:cNvSpPr/>
          <p:nvPr/>
        </p:nvSpPr>
        <p:spPr>
          <a:xfrm>
            <a:off x="7774980" y="9578686"/>
            <a:ext cx="83127" cy="83127"/>
          </a:xfrm>
          <a:prstGeom prst="ellipse">
            <a:avLst/>
          </a:prstGeom>
          <a:solidFill>
            <a:srgbClr val="F3EEE3">
              <a:alpha val="28000"/>
            </a:srgbClr>
          </a:solidFill>
          <a:ln/>
        </p:spPr>
      </p:sp>
      <p:sp>
        <p:nvSpPr>
          <p:cNvPr id="70" name="Shape 68"/>
          <p:cNvSpPr/>
          <p:nvPr/>
        </p:nvSpPr>
        <p:spPr>
          <a:xfrm>
            <a:off x="7941234" y="9578686"/>
            <a:ext cx="83127" cy="83127"/>
          </a:xfrm>
          <a:prstGeom prst="ellipse">
            <a:avLst/>
          </a:prstGeom>
          <a:solidFill>
            <a:srgbClr val="F3EEE3">
              <a:alpha val="28000"/>
            </a:srgbClr>
          </a:solidFill>
          <a:ln/>
        </p:spPr>
      </p:sp>
      <p:sp>
        <p:nvSpPr>
          <p:cNvPr id="71" name="Shape 69"/>
          <p:cNvSpPr/>
          <p:nvPr/>
        </p:nvSpPr>
        <p:spPr>
          <a:xfrm>
            <a:off x="8107488" y="9578686"/>
            <a:ext cx="83127" cy="83127"/>
          </a:xfrm>
          <a:prstGeom prst="ellipse">
            <a:avLst/>
          </a:prstGeom>
          <a:solidFill>
            <a:srgbClr val="F3EEE3">
              <a:alpha val="28000"/>
            </a:srgbClr>
          </a:solidFill>
          <a:ln/>
        </p:spPr>
      </p:sp>
      <p:sp>
        <p:nvSpPr>
          <p:cNvPr id="72" name="Shape 70"/>
          <p:cNvSpPr/>
          <p:nvPr/>
        </p:nvSpPr>
        <p:spPr>
          <a:xfrm>
            <a:off x="8273742" y="9578686"/>
            <a:ext cx="83127" cy="83127"/>
          </a:xfrm>
          <a:prstGeom prst="ellipse">
            <a:avLst/>
          </a:prstGeom>
          <a:solidFill>
            <a:srgbClr val="F3EEE3">
              <a:alpha val="28000"/>
            </a:srgbClr>
          </a:solidFill>
          <a:ln/>
        </p:spPr>
      </p:sp>
      <p:sp>
        <p:nvSpPr>
          <p:cNvPr id="73" name="Shape 71"/>
          <p:cNvSpPr/>
          <p:nvPr/>
        </p:nvSpPr>
        <p:spPr>
          <a:xfrm>
            <a:off x="8439996" y="9578686"/>
            <a:ext cx="83127" cy="83127"/>
          </a:xfrm>
          <a:prstGeom prst="ellipse">
            <a:avLst/>
          </a:prstGeom>
          <a:solidFill>
            <a:srgbClr val="F3EEE3">
              <a:alpha val="28000"/>
            </a:srgbClr>
          </a:solidFill>
          <a:ln/>
        </p:spPr>
      </p:sp>
      <p:sp>
        <p:nvSpPr>
          <p:cNvPr id="74" name="Shape 72"/>
          <p:cNvSpPr/>
          <p:nvPr/>
        </p:nvSpPr>
        <p:spPr>
          <a:xfrm>
            <a:off x="8606251" y="9578686"/>
            <a:ext cx="83127" cy="83127"/>
          </a:xfrm>
          <a:prstGeom prst="ellipse">
            <a:avLst/>
          </a:prstGeom>
          <a:solidFill>
            <a:srgbClr val="F3EEE3">
              <a:alpha val="28000"/>
            </a:srgbClr>
          </a:solidFill>
          <a:ln/>
        </p:spPr>
      </p:sp>
      <p:sp>
        <p:nvSpPr>
          <p:cNvPr id="75" name="Shape 73"/>
          <p:cNvSpPr/>
          <p:nvPr/>
        </p:nvSpPr>
        <p:spPr>
          <a:xfrm>
            <a:off x="8772505" y="9578686"/>
            <a:ext cx="83127" cy="83127"/>
          </a:xfrm>
          <a:prstGeom prst="ellipse">
            <a:avLst/>
          </a:prstGeom>
          <a:solidFill>
            <a:srgbClr val="F3EEE3">
              <a:alpha val="28000"/>
            </a:srgbClr>
          </a:solidFill>
          <a:ln/>
        </p:spPr>
      </p:sp>
      <p:sp>
        <p:nvSpPr>
          <p:cNvPr id="76" name="Shape 74"/>
          <p:cNvSpPr/>
          <p:nvPr/>
        </p:nvSpPr>
        <p:spPr>
          <a:xfrm>
            <a:off x="8938759" y="9578686"/>
            <a:ext cx="83127" cy="83127"/>
          </a:xfrm>
          <a:prstGeom prst="ellipse">
            <a:avLst/>
          </a:prstGeom>
          <a:solidFill>
            <a:srgbClr val="F3EEE3">
              <a:alpha val="28000"/>
            </a:srgbClr>
          </a:solidFill>
          <a:ln/>
        </p:spPr>
      </p:sp>
      <p:sp>
        <p:nvSpPr>
          <p:cNvPr id="77" name="Shape 75"/>
          <p:cNvSpPr/>
          <p:nvPr/>
        </p:nvSpPr>
        <p:spPr>
          <a:xfrm>
            <a:off x="9105013" y="9578686"/>
            <a:ext cx="83127" cy="83127"/>
          </a:xfrm>
          <a:prstGeom prst="ellipse">
            <a:avLst/>
          </a:prstGeom>
          <a:solidFill>
            <a:srgbClr val="F3EEE3">
              <a:alpha val="28000"/>
            </a:srgbClr>
          </a:solidFill>
          <a:ln/>
        </p:spPr>
      </p:sp>
      <p:sp>
        <p:nvSpPr>
          <p:cNvPr id="78" name="Shape 76"/>
          <p:cNvSpPr/>
          <p:nvPr/>
        </p:nvSpPr>
        <p:spPr>
          <a:xfrm>
            <a:off x="9271267" y="9578686"/>
            <a:ext cx="83127" cy="83127"/>
          </a:xfrm>
          <a:prstGeom prst="ellipse">
            <a:avLst/>
          </a:prstGeom>
          <a:solidFill>
            <a:srgbClr val="F3EEE3">
              <a:alpha val="28000"/>
            </a:srgbClr>
          </a:solidFill>
          <a:ln/>
        </p:spPr>
      </p:sp>
      <p:sp>
        <p:nvSpPr>
          <p:cNvPr id="79" name="Shape 77"/>
          <p:cNvSpPr/>
          <p:nvPr/>
        </p:nvSpPr>
        <p:spPr>
          <a:xfrm>
            <a:off x="9437521" y="9578686"/>
            <a:ext cx="83127" cy="83127"/>
          </a:xfrm>
          <a:prstGeom prst="ellipse">
            <a:avLst/>
          </a:prstGeom>
          <a:solidFill>
            <a:srgbClr val="F3EEE3">
              <a:alpha val="28000"/>
            </a:srgbClr>
          </a:solidFill>
          <a:ln/>
        </p:spPr>
      </p:sp>
      <p:sp>
        <p:nvSpPr>
          <p:cNvPr id="80" name="Shape 78"/>
          <p:cNvSpPr/>
          <p:nvPr/>
        </p:nvSpPr>
        <p:spPr>
          <a:xfrm>
            <a:off x="9603775" y="9578686"/>
            <a:ext cx="83127" cy="83127"/>
          </a:xfrm>
          <a:prstGeom prst="ellipse">
            <a:avLst/>
          </a:prstGeom>
          <a:solidFill>
            <a:srgbClr val="F3EEE3">
              <a:alpha val="28000"/>
            </a:srgbClr>
          </a:solidFill>
          <a:ln/>
        </p:spPr>
      </p:sp>
      <p:sp>
        <p:nvSpPr>
          <p:cNvPr id="81" name="Shape 79"/>
          <p:cNvSpPr/>
          <p:nvPr/>
        </p:nvSpPr>
        <p:spPr>
          <a:xfrm>
            <a:off x="9770029" y="9578686"/>
            <a:ext cx="83127" cy="83127"/>
          </a:xfrm>
          <a:prstGeom prst="ellipse">
            <a:avLst/>
          </a:prstGeom>
          <a:solidFill>
            <a:srgbClr val="F3EEE3">
              <a:alpha val="28000"/>
            </a:srgbClr>
          </a:solidFill>
          <a:ln/>
        </p:spPr>
      </p:sp>
      <p:sp>
        <p:nvSpPr>
          <p:cNvPr id="82" name="Shape 80"/>
          <p:cNvSpPr/>
          <p:nvPr/>
        </p:nvSpPr>
        <p:spPr>
          <a:xfrm>
            <a:off x="9936283" y="9578686"/>
            <a:ext cx="83127" cy="83127"/>
          </a:xfrm>
          <a:prstGeom prst="ellipse">
            <a:avLst/>
          </a:prstGeom>
          <a:solidFill>
            <a:srgbClr val="F3EEE3">
              <a:alpha val="28000"/>
            </a:srgbClr>
          </a:solidFill>
          <a:ln/>
        </p:spPr>
      </p:sp>
      <p:sp>
        <p:nvSpPr>
          <p:cNvPr id="83" name="Text 8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38/55</a:t>
            </a:r>
            <a:endParaRPr lang="en-US" sz="1800" dirty="0"/>
          </a:p>
        </p:txBody>
      </p:sp>
      <p:sp>
        <p:nvSpPr>
          <p:cNvPr id="84" name="Shape 82"/>
          <p:cNvSpPr/>
          <p:nvPr/>
        </p:nvSpPr>
        <p:spPr>
          <a:xfrm>
            <a:off x="15983712" y="9076331"/>
            <a:ext cx="1645920" cy="552301"/>
          </a:xfrm>
          <a:prstGeom prst="roundRect">
            <a:avLst>
              <a:gd name="adj" fmla="val 28000"/>
            </a:avLst>
          </a:prstGeom>
          <a:solidFill>
            <a:srgbClr val="FFFFFF">
              <a:alpha val="82000"/>
            </a:srgbClr>
          </a:solidFill>
          <a:ln/>
        </p:spPr>
      </p:sp>
      <p:pic>
        <p:nvPicPr>
          <p:cNvPr id="85" name="Moda image moda-export-watermark-af99b4af-8c67-427c-b7a8-4a4d2199108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Skills</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của</a:t>
            </a:r>
            <a:r>
              <a:rPr lang="en-US" sz="5700" dirty="0" spc="-7" kern="0">
                <a:solidFill>
                  <a:srgbClr val="14161C"/>
                </a:solidFill>
                <a:latin typeface="Bricolage Grotesque ExtraBold" pitchFamily="34" charset="0"/>
                <a:ea typeface="Bricolage Grotesque ExtraBold" pitchFamily="34" charset="-122"/>
                <a:cs typeface="Bricolage Grotesque ExtraBold" pitchFamily="34" charset="-120"/>
              </a:rPr>
              <a:t> Anthropic:</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ví dụ</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chính</a:t>
            </a:r>
            <a:r>
              <a:rPr lang="en-US" sz="5700" dirty="0" spc="-47" kern="0">
                <a:solidFill>
                  <a:srgbClr val="14161C"/>
                </a:solidFill>
                <a:latin typeface="Bricolage Grotesque ExtraBold" pitchFamily="34" charset="0"/>
                <a:ea typeface="Bricolage Grotesque ExtraBold" pitchFamily="34" charset="-122"/>
                <a:cs typeface="Bricolage Grotesque ExtraBold" pitchFamily="34" charset="-120"/>
              </a:rPr>
              <a:t> thức</a:t>
            </a:r>
            <a:r>
              <a:rPr lang="en-US" sz="5700" dirty="0" spc="-65"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skill</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tài</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liệu</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35" kern="0">
                <a:solidFill>
                  <a:srgbClr val="14161C"/>
                </a:solidFill>
                <a:latin typeface="Be Vietnam Pro Medium" pitchFamily="34" charset="0"/>
                <a:ea typeface="Be Vietnam Pro Medium" pitchFamily="34" charset="-122"/>
                <a:cs typeface="Be Vietnam Pro Medium" pitchFamily="34" charset="-120"/>
              </a:rPr>
              <a:t>"Word,</a:t>
            </a:r>
            <a:r>
              <a:rPr lang="en-US" sz="2550" dirty="0" spc="-12" kern="0">
                <a:solidFill>
                  <a:srgbClr val="14161C"/>
                </a:solidFill>
                <a:latin typeface="Be Vietnam Pro Medium" pitchFamily="34" charset="0"/>
                <a:ea typeface="Be Vietnam Pro Medium" pitchFamily="34" charset="-122"/>
                <a:cs typeface="Be Vietnam Pro Medium" pitchFamily="34" charset="-120"/>
              </a:rPr>
              <a:t> Excel,</a:t>
            </a:r>
            <a:r>
              <a:rPr lang="en-US" sz="2550" dirty="0" spc="-25" kern="0">
                <a:solidFill>
                  <a:srgbClr val="14161C"/>
                </a:solidFill>
                <a:latin typeface="Be Vietnam Pro Medium" pitchFamily="34" charset="0"/>
                <a:ea typeface="Be Vietnam Pro Medium" pitchFamily="34" charset="-122"/>
                <a:cs typeface="Be Vietnam Pro Medium" pitchFamily="34" charset="-120"/>
              </a:rPr>
              <a:t> PowerPoint</a:t>
            </a:r>
            <a:r>
              <a:rPr lang="en-US" sz="2550" dirty="0" spc="-2" kern="0">
                <a:solidFill>
                  <a:srgbClr val="14161C"/>
                </a:solidFill>
                <a:latin typeface="Be Vietnam Pro Medium" pitchFamily="34" charset="0"/>
                <a:ea typeface="Be Vietnam Pro Medium" pitchFamily="34" charset="-122"/>
                <a:cs typeface="Be Vietnam Pro Medium" pitchFamily="34" charset="-120"/>
              </a:rPr>
              <a:t> and</a:t>
            </a:r>
            <a:r>
              <a:rPr lang="en-US" sz="2550" dirty="0" spc="-1" kern="0">
                <a:solidFill>
                  <a:srgbClr val="14161C"/>
                </a:solidFill>
                <a:latin typeface="Be Vietnam Pro Medium" pitchFamily="34" charset="0"/>
                <a:ea typeface="Be Vietnam Pro Medium" pitchFamily="34" charset="-122"/>
                <a:cs typeface="Be Vietnam Pro Medium" pitchFamily="34" charset="-120"/>
              </a:rPr>
              <a:t> PDF"</a:t>
            </a:r>
            <a:r>
              <a:rPr lang="en-US" sz="2550" dirty="0" spc="3" kern="0">
                <a:solidFill>
                  <a:srgbClr val="14161C"/>
                </a:solidFill>
                <a:latin typeface="Be Vietnam Pro Medium" pitchFamily="34" charset="0"/>
                <a:ea typeface="Be Vietnam Pro Medium" pitchFamily="34" charset="-122"/>
                <a:cs typeface="Be Vietnam Pro Medium" pitchFamily="34" charset="-120"/>
              </a:rPr>
              <a:t> ·</a:t>
            </a:r>
            <a:r>
              <a:rPr lang="en-US" sz="2550" dirty="0" spc="-1" kern="0">
                <a:solidFill>
                  <a:srgbClr val="14161C"/>
                </a:solidFill>
                <a:latin typeface="Be Vietnam Pro Medium" pitchFamily="34" charset="0"/>
                <a:ea typeface="Be Vietnam Pro Medium" pitchFamily="34" charset="-122"/>
                <a:cs typeface="Be Vietnam Pro Medium" pitchFamily="34" charset="-120"/>
              </a:rPr>
              <a:t> 183k</a:t>
            </a:r>
            <a:r>
              <a:rPr lang="en-US" sz="2550" dirty="0" spc="-6"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19</a:t>
            </a:r>
            <a:r>
              <a:rPr lang="en-US" sz="2550" dirty="0" spc="-3" kern="0">
                <a:solidFill>
                  <a:srgbClr val="14161C"/>
                </a:solidFill>
                <a:latin typeface="Be Vietnam Pro Medium" pitchFamily="34" charset="0"/>
                <a:ea typeface="Be Vietnam Pro Medium" pitchFamily="34" charset="-122"/>
                <a:cs typeface="Be Vietnam Pro Medium" pitchFamily="34" charset="-120"/>
              </a:rPr>
              <a:t> thư</a:t>
            </a:r>
            <a:r>
              <a:rPr lang="en-US" sz="2550" dirty="0" spc="2" kern="0">
                <a:solidFill>
                  <a:srgbClr val="14161C"/>
                </a:solidFill>
                <a:latin typeface="Be Vietnam Pro Medium" pitchFamily="34" charset="0"/>
                <a:ea typeface="Be Vietnam Pro Medium" pitchFamily="34" charset="-122"/>
                <a:cs typeface="Be Vietnam Pro Medium" pitchFamily="34" charset="-120"/>
              </a:rPr>
              <a:t> mục</a:t>
            </a:r>
            <a:r>
              <a:rPr lang="en-US" sz="2550" dirty="0" spc="0" kern="0">
                <a:solidFill>
                  <a:srgbClr val="14161C"/>
                </a:solidFill>
                <a:latin typeface="Be Vietnam Pro Medium" pitchFamily="34" charset="0"/>
                <a:ea typeface="Be Vietnam Pro Medium" pitchFamily="34" charset="-122"/>
                <a:cs typeface="Be Vietnam Pro Medium" pitchFamily="34" charset="-120"/>
              </a:rPr>
              <a:t> skill từ</a:t>
            </a:r>
            <a:r>
              <a:rPr lang="en-US" sz="2550" dirty="0" spc="-4" kern="0">
                <a:solidFill>
                  <a:srgbClr val="14161C"/>
                </a:solidFill>
                <a:latin typeface="Be Vietnam Pro Medium" pitchFamily="34" charset="0"/>
                <a:ea typeface="Be Vietnam Pro Medium" pitchFamily="34" charset="-122"/>
                <a:cs typeface="Be Vietnam Pro Medium" pitchFamily="34" charset="-120"/>
              </a:rPr>
              <a:t> nghệ</a:t>
            </a:r>
            <a:r>
              <a:rPr lang="en-US" sz="2550" dirty="0" spc="-9" kern="0">
                <a:solidFill>
                  <a:srgbClr val="14161C"/>
                </a:solidFill>
                <a:latin typeface="Be Vietnam Pro Medium" pitchFamily="34" charset="0"/>
                <a:ea typeface="Be Vietnam Pro Medium" pitchFamily="34" charset="-122"/>
                <a:cs typeface="Be Vietnam Pro Medium" pitchFamily="34" charset="-120"/>
              </a:rPr>
              <a:t> thuật</a:t>
            </a:r>
            <a:r>
              <a:rPr lang="en-US" sz="2550" dirty="0" spc="8" kern="0">
                <a:solidFill>
                  <a:srgbClr val="14161C"/>
                </a:solidFill>
                <a:latin typeface="Be Vietnam Pro Medium" pitchFamily="34" charset="0"/>
                <a:ea typeface="Be Vietnam Pro Medium" pitchFamily="34" charset="-122"/>
                <a:cs typeface="Be Vietnam Pro Medium" pitchFamily="34" charset="-120"/>
              </a:rPr>
              <a:t> đến</a:t>
            </a:r>
            <a:r>
              <a:rPr lang="en-US" sz="2550" dirty="0" spc="0" kern="0">
                <a:solidFill>
                  <a:srgbClr val="14161C"/>
                </a:solidFill>
                <a:latin typeface="Be Vietnam Pro Medium" pitchFamily="34" charset="0"/>
                <a:ea typeface="Be Vietnam Pro Medium" pitchFamily="34" charset="-122"/>
                <a:cs typeface="Be Vietnam Pro Medium" pitchFamily="34" charset="-120"/>
              </a:rPr>
              <a:t> kiểm</a:t>
            </a:r>
            <a:r>
              <a:rPr lang="en-US" sz="2550" dirty="0" spc="-1" kern="0">
                <a:solidFill>
                  <a:srgbClr val="14161C"/>
                </a:solidFill>
                <a:latin typeface="Be Vietnam Pro Medium" pitchFamily="34" charset="0"/>
                <a:ea typeface="Be Vietnam Pro Medium" pitchFamily="34" charset="-122"/>
                <a:cs typeface="Be Vietnam Pro Medium" pitchFamily="34" charset="-120"/>
              </a:rPr>
              <a:t> thử</a:t>
            </a:r>
            <a:r>
              <a:rPr lang="en-US" sz="2550" dirty="0" spc="-16" kern="0">
                <a:solidFill>
                  <a:srgbClr val="14161C"/>
                </a:solidFill>
                <a:latin typeface="Be Vietnam Pro Medium" pitchFamily="34" charset="0"/>
                <a:ea typeface="Be Vietnam Pro Medium" pitchFamily="34" charset="-122"/>
                <a:cs typeface="Be Vietnam Pro Medium" pitchFamily="34" charset="-120"/>
              </a:rPr>
              <a:t> web</a:t>
            </a:r>
            <a:r>
              <a:rPr lang="en-US" sz="2550" dirty="0" spc="-21" kern="0">
                <a:solidFill>
                  <a:srgbClr val="14161C"/>
                </a:solidFill>
                <a:latin typeface="Be Vietnam Pro Medium" pitchFamily="34" charset="0"/>
                <a:ea typeface="Be Vietnam Pro Medium" pitchFamily="34" charset="-122"/>
                <a:cs typeface="Be Vietnam Pro Medium" pitchFamily="34" charset="-120"/>
              </a:rPr>
              <a:t> và</a:t>
            </a:r>
            <a:r>
              <a:rPr lang="en-US" sz="2550" dirty="0" spc="-1" kern="0">
                <a:solidFill>
                  <a:srgbClr val="14161C"/>
                </a:solidFill>
                <a:latin typeface="Be Vietnam Pro Medium" pitchFamily="34" charset="0"/>
                <a:ea typeface="Be Vietnam Pro Medium" pitchFamily="34" charset="-122"/>
                <a:cs typeface="Be Vietnam Pro Medium" pitchFamily="34" charset="-120"/>
              </a:rPr>
              <a:t> MCP;</a:t>
            </a:r>
            <a:r>
              <a:rPr lang="en-US" sz="2550" dirty="0" spc="1" kern="0">
                <a:solidFill>
                  <a:srgbClr val="14161C"/>
                </a:solidFill>
                <a:latin typeface="Be Vietnam Pro Medium" pitchFamily="34" charset="0"/>
                <a:ea typeface="Be Vietnam Pro Medium" pitchFamily="34" charset="-122"/>
                <a:cs typeface="Be Vietnam Pro Medium" pitchFamily="34" charset="-120"/>
              </a:rPr>
              <a:t> mỗi</a:t>
            </a:r>
            <a:r>
              <a:rPr lang="en-US" sz="2550" dirty="0" spc="0" kern="0">
                <a:solidFill>
                  <a:srgbClr val="14161C"/>
                </a:solidFill>
                <a:latin typeface="Be Vietnam Pro Medium" pitchFamily="34" charset="0"/>
                <a:ea typeface="Be Vietnam Pro Medium" pitchFamily="34" charset="-122"/>
                <a:cs typeface="Be Vietnam Pro Medium" pitchFamily="34" charset="-120"/>
              </a:rPr>
              <a:t> skill có</a:t>
            </a:r>
            <a:r>
              <a:rPr lang="en-US" sz="2550" dirty="0" spc="4" kern="0">
                <a:solidFill>
                  <a:srgbClr val="14161C"/>
                </a:solidFill>
                <a:latin typeface="Be Vietnam Pro Medium" pitchFamily="34" charset="0"/>
                <a:ea typeface="Be Vietnam Pro Medium" pitchFamily="34" charset="-122"/>
                <a:cs typeface="Be Vietnam Pro Medium" pitchFamily="34" charset="-120"/>
              </a:rPr>
              <a:t> file</a:t>
            </a:r>
            <a:r>
              <a:rPr lang="en-US" sz="2550" dirty="0" spc="-3" kern="0">
                <a:solidFill>
                  <a:srgbClr val="14161C"/>
                </a:solidFill>
                <a:latin typeface="Be Vietnam Pro Medium" pitchFamily="34" charset="0"/>
                <a:ea typeface="Be Vietnam Pro Medium" pitchFamily="34" charset="-122"/>
                <a:cs typeface="Be Vietnam Pro Medium" pitchFamily="34" charset="-120"/>
              </a:rPr>
              <a:t> SKILL.md.</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14161C"/>
                </a:solidFill>
                <a:latin typeface="Be Vietnam Pro Medium" pitchFamily="34" charset="0"/>
                <a:ea typeface="Be Vietnam Pro Medium" pitchFamily="34" charset="-122"/>
                <a:cs typeface="Be Vietnam Pro Medium" pitchFamily="34" charset="-120"/>
              </a:rPr>
              <a:t>/plugin</a:t>
            </a:r>
            <a:r>
              <a:rPr lang="en-US" sz="2550" dirty="0" spc="-11" kern="0">
                <a:solidFill>
                  <a:srgbClr val="14161C"/>
                </a:solidFill>
                <a:latin typeface="Be Vietnam Pro Medium" pitchFamily="34" charset="0"/>
                <a:ea typeface="Be Vietnam Pro Medium" pitchFamily="34" charset="-122"/>
                <a:cs typeface="Be Vietnam Pro Medium" pitchFamily="34" charset="-120"/>
              </a:rPr>
              <a:t> marketplace</a:t>
            </a:r>
            <a:r>
              <a:rPr lang="en-US" sz="2550" dirty="0" spc="1" kern="0">
                <a:solidFill>
                  <a:srgbClr val="14161C"/>
                </a:solidFill>
                <a:latin typeface="Be Vietnam Pro Medium" pitchFamily="34" charset="0"/>
                <a:ea typeface="Be Vietnam Pro Medium" pitchFamily="34" charset="-122"/>
                <a:cs typeface="Be Vietnam Pro Medium" pitchFamily="34" charset="-120"/>
              </a:rPr>
              <a:t> add</a:t>
            </a:r>
            <a:r>
              <a:rPr lang="en-US" sz="2550" dirty="0" spc="-7" kern="0">
                <a:solidFill>
                  <a:srgbClr val="14161C"/>
                </a:solidFill>
                <a:latin typeface="Be Vietnam Pro Medium" pitchFamily="34" charset="0"/>
                <a:ea typeface="Be Vietnam Pro Medium" pitchFamily="34" charset="-122"/>
                <a:cs typeface="Be Vietnam Pro Medium" pitchFamily="34" charset="-120"/>
              </a:rPr>
              <a:t> anthropics/skills,</a:t>
            </a:r>
            <a:r>
              <a:rPr lang="en-US" sz="2550" dirty="0" spc="-21" kern="0">
                <a:solidFill>
                  <a:srgbClr val="14161C"/>
                </a:solidFill>
                <a:latin typeface="Be Vietnam Pro Medium" pitchFamily="34" charset="0"/>
                <a:ea typeface="Be Vietnam Pro Medium" pitchFamily="34" charset="-122"/>
                <a:cs typeface="Be Vietnam Pro Medium" pitchFamily="34" charset="-120"/>
              </a:rPr>
              <a:t> rồi</a:t>
            </a:r>
            <a:r>
              <a:rPr lang="en-US" sz="2550" dirty="0" spc="0" kern="0">
                <a:solidFill>
                  <a:srgbClr val="14161C"/>
                </a:solidFill>
                <a:latin typeface="Be Vietnam Pro Medium" pitchFamily="34" charset="0"/>
                <a:ea typeface="Be Vietnam Pro Medium" pitchFamily="34" charset="-122"/>
                <a:cs typeface="Be Vietnam Pro Medium" pitchFamily="34" charset="-120"/>
              </a:rPr>
              <a:t> /plugin</a:t>
            </a:r>
            <a:r>
              <a:rPr lang="en-US" sz="2550" dirty="0" spc="-9" kern="0">
                <a:solidFill>
                  <a:srgbClr val="14161C"/>
                </a:solidFill>
                <a:latin typeface="Be Vietnam Pro Medium" pitchFamily="34" charset="0"/>
                <a:ea typeface="Be Vietnam Pro Medium" pitchFamily="34" charset="-122"/>
                <a:cs typeface="Be Vietnam Pro Medium" pitchFamily="34" charset="-120"/>
              </a:rPr>
              <a:t> install</a:t>
            </a:r>
            <a:r>
              <a:rPr lang="en-US" sz="2550" dirty="0" spc="-10" kern="0">
                <a:solidFill>
                  <a:srgbClr val="14161C"/>
                </a:solidFill>
                <a:latin typeface="Be Vietnam Pro Medium" pitchFamily="34" charset="0"/>
                <a:ea typeface="Be Vietnam Pro Medium" pitchFamily="34" charset="-122"/>
                <a:cs typeface="Be Vietnam Pro Medium" pitchFamily="34" charset="-120"/>
              </a:rPr>
              <a:t> example-skills@anthropic-agent-skills</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3" kern="0">
                <a:solidFill>
                  <a:srgbClr val="14161C"/>
                </a:solidFill>
                <a:latin typeface="Be Vietnam Pro Medium" pitchFamily="34" charset="0"/>
                <a:ea typeface="Be Vietnam Pro Medium" pitchFamily="34" charset="-122"/>
                <a:cs typeface="Be Vietnam Pro Medium" pitchFamily="34" charset="-120"/>
              </a:rPr>
              <a:t>docx, pdf,</a:t>
            </a:r>
            <a:r>
              <a:rPr lang="en-US" sz="2550" dirty="0" spc="-5" kern="0">
                <a:solidFill>
                  <a:srgbClr val="14161C"/>
                </a:solidFill>
                <a:latin typeface="Be Vietnam Pro Medium" pitchFamily="34" charset="0"/>
                <a:ea typeface="Be Vietnam Pro Medium" pitchFamily="34" charset="-122"/>
                <a:cs typeface="Be Vietnam Pro Medium" pitchFamily="34" charset="-120"/>
              </a:rPr>
              <a:t> pptx,</a:t>
            </a:r>
            <a:r>
              <a:rPr lang="en-US" sz="2550" dirty="0" spc="1" kern="0">
                <a:solidFill>
                  <a:srgbClr val="14161C"/>
                </a:solidFill>
                <a:latin typeface="Be Vietnam Pro Medium" pitchFamily="34" charset="0"/>
                <a:ea typeface="Be Vietnam Pro Medium" pitchFamily="34" charset="-122"/>
                <a:cs typeface="Be Vietnam Pro Medium" pitchFamily="34" charset="-120"/>
              </a:rPr>
              <a:t> xlsx</a:t>
            </a:r>
            <a:r>
              <a:rPr lang="en-US" sz="2550" dirty="0" spc="-2" kern="0">
                <a:solidFill>
                  <a:srgbClr val="14161C"/>
                </a:solidFill>
                <a:latin typeface="Be Vietnam Pro Medium" pitchFamily="34" charset="0"/>
                <a:ea typeface="Be Vietnam Pro Medium" pitchFamily="34" charset="-122"/>
                <a:cs typeface="Be Vietnam Pro Medium" pitchFamily="34" charset="-120"/>
              </a:rPr>
              <a:t> là</a:t>
            </a:r>
            <a:r>
              <a:rPr lang="en-US" sz="2550" dirty="0" spc="-12" kern="0">
                <a:solidFill>
                  <a:srgbClr val="14161C"/>
                </a:solidFill>
                <a:latin typeface="Be Vietnam Pro Medium" pitchFamily="34" charset="0"/>
                <a:ea typeface="Be Vietnam Pro Medium" pitchFamily="34" charset="-122"/>
                <a:cs typeface="Be Vietnam Pro Medium" pitchFamily="34" charset="-120"/>
              </a:rPr>
              <a:t> source-available;</a:t>
            </a:r>
            <a:r>
              <a:rPr lang="en-US" sz="2550" dirty="0" spc="-3" kern="0">
                <a:solidFill>
                  <a:srgbClr val="14161C"/>
                </a:solidFill>
                <a:latin typeface="Be Vietnam Pro Medium" pitchFamily="34" charset="0"/>
                <a:ea typeface="Be Vietnam Pro Medium" pitchFamily="34" charset="-122"/>
                <a:cs typeface="Be Vietnam Pro Medium" pitchFamily="34" charset="-120"/>
              </a:rPr>
              <a:t> không</a:t>
            </a:r>
            <a:r>
              <a:rPr lang="en-US" sz="2550" dirty="0" spc="-1" kern="0">
                <a:solidFill>
                  <a:srgbClr val="14161C"/>
                </a:solidFill>
                <a:latin typeface="Be Vietnam Pro Medium" pitchFamily="34" charset="0"/>
                <a:ea typeface="Be Vietnam Pro Medium" pitchFamily="34" charset="-122"/>
                <a:cs typeface="Be Vietnam Pro Medium" pitchFamily="34" charset="-120"/>
              </a:rPr>
              <a:t> có</a:t>
            </a:r>
            <a:r>
              <a:rPr lang="en-US" sz="2550" dirty="0" spc="-3" kern="0">
                <a:solidFill>
                  <a:srgbClr val="14161C"/>
                </a:solidFill>
                <a:latin typeface="Be Vietnam Pro Medium" pitchFamily="34" charset="0"/>
                <a:ea typeface="Be Vietnam Pro Medium" pitchFamily="34" charset="-122"/>
                <a:cs typeface="Be Vietnam Pro Medium" pitchFamily="34" charset="-120"/>
              </a:rPr>
              <a:t> LICENSE</a:t>
            </a:r>
            <a:r>
              <a:rPr lang="en-US" sz="2550" dirty="0" spc="1" kern="0">
                <a:solidFill>
                  <a:srgbClr val="14161C"/>
                </a:solidFill>
                <a:latin typeface="Be Vietnam Pro Medium" pitchFamily="34" charset="0"/>
                <a:ea typeface="Be Vietnam Pro Medium" pitchFamily="34" charset="-122"/>
                <a:cs typeface="Be Vietnam Pro Medium" pitchFamily="34" charset="-120"/>
              </a:rPr>
              <a:t> ở</a:t>
            </a:r>
            <a:r>
              <a:rPr lang="en-US" sz="2550" dirty="0" spc="-10" kern="0">
                <a:solidFill>
                  <a:srgbClr val="14161C"/>
                </a:solidFill>
                <a:latin typeface="Be Vietnam Pro Medium" pitchFamily="34" charset="0"/>
                <a:ea typeface="Be Vietnam Pro Medium" pitchFamily="34" charset="-122"/>
                <a:cs typeface="Be Vietnam Pro Medium" pitchFamily="34" charset="-120"/>
              </a:rPr>
              <a:t> gốc;</a:t>
            </a:r>
            <a:r>
              <a:rPr lang="en-US" sz="2550" dirty="0" spc="-1" kern="0">
                <a:solidFill>
                  <a:srgbClr val="14161C"/>
                </a:solidFill>
                <a:latin typeface="Be Vietnam Pro Medium" pitchFamily="34" charset="0"/>
                <a:ea typeface="Be Vietnam Pro Medium" pitchFamily="34" charset="-122"/>
                <a:cs typeface="Be Vietnam Pro Medium" pitchFamily="34" charset="-120"/>
              </a:rPr>
              <a:t> chỉ</a:t>
            </a:r>
            <a:r>
              <a:rPr lang="en-US" sz="2550" dirty="0" spc="14" kern="0">
                <a:solidFill>
                  <a:srgbClr val="14161C"/>
                </a:solidFill>
                <a:latin typeface="Be Vietnam Pro Medium" pitchFamily="34" charset="0"/>
                <a:ea typeface="Be Vietnam Pro Medium" pitchFamily="34" charset="-122"/>
                <a:cs typeface="Be Vietnam Pro Medium" pitchFamily="34" charset="-120"/>
              </a:rPr>
              <a:t> để</a:t>
            </a:r>
            <a:r>
              <a:rPr lang="en-US" sz="2550" dirty="0" spc="-1" kern="0">
                <a:solidFill>
                  <a:srgbClr val="14161C"/>
                </a:solidFill>
                <a:latin typeface="Be Vietnam Pro Medium" pitchFamily="34" charset="0"/>
                <a:ea typeface="Be Vietnam Pro Medium" pitchFamily="34" charset="-122"/>
                <a:cs typeface="Be Vietnam Pro Medium" pitchFamily="34" charset="-120"/>
              </a:rPr>
              <a:t> minh</a:t>
            </a:r>
            <a:r>
              <a:rPr lang="en-US" sz="2550" dirty="0" spc="-5" kern="0">
                <a:solidFill>
                  <a:srgbClr val="14161C"/>
                </a:solidFill>
                <a:latin typeface="Be Vietnam Pro Medium" pitchFamily="34" charset="0"/>
                <a:ea typeface="Be Vietnam Pro Medium" pitchFamily="34" charset="-122"/>
                <a:cs typeface="Be Vietnam Pro Medium" pitchFamily="34" charset="-120"/>
              </a:rPr>
              <a:t> họa.</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[S26]</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62363" y="9564832"/>
            <a:ext cx="110836" cy="110836"/>
          </a:xfrm>
          <a:prstGeom prst="ellipse">
            <a:avLst/>
          </a:prstGeom>
          <a:solidFill>
            <a:srgbClr val="E8472B"/>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 kern="0">
                <a:solidFill>
                  <a:srgbClr val="6B6A66"/>
                </a:solidFill>
                <a:latin typeface="Be Vietnam Pro" pitchFamily="34" charset="0"/>
                <a:ea typeface="Be Vietnam Pro" pitchFamily="34" charset="-122"/>
                <a:cs typeface="Be Vietnam Pro" pitchFamily="34" charset="-120"/>
              </a:rPr>
              <a:t> 39/55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93b7debe-6b08-42b7-ba74-3613180d131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OpenMontage:</a:t>
            </a:r>
            <a:r>
              <a:rPr lang="en-US" sz="5700" dirty="0" spc="-62" kern="0">
                <a:solidFill>
                  <a:srgbClr val="14161C"/>
                </a:solidFill>
                <a:latin typeface="Bricolage Grotesque ExtraBold" pitchFamily="34" charset="0"/>
                <a:ea typeface="Bricolage Grotesque ExtraBold" pitchFamily="34" charset="-122"/>
                <a:cs typeface="Bricolage Grotesque ExtraBold" pitchFamily="34" charset="-120"/>
              </a:rPr>
              <a:t> xưởng</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video AI,</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có</a:t>
            </a:r>
            <a:r>
              <a:rPr lang="en-US" sz="5700" dirty="0" spc="-51" kern="0">
                <a:solidFill>
                  <a:srgbClr val="14161C"/>
                </a:solidFill>
                <a:latin typeface="Bricolage Grotesque ExtraBold" pitchFamily="34" charset="0"/>
                <a:ea typeface="Bricolage Grotesque ExtraBold" pitchFamily="34" charset="-122"/>
                <a:cs typeface="Bricolage Grotesque ExtraBold" pitchFamily="34" charset="-120"/>
              </a:rPr>
              <a:t> đường</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không</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cần</a:t>
            </a:r>
            <a:r>
              <a:rPr lang="en-US" sz="5700" dirty="0" spc="-9" kern="0">
                <a:solidFill>
                  <a:srgbClr val="14161C"/>
                </a:solidFill>
                <a:latin typeface="Bricolage Grotesque ExtraBold" pitchFamily="34" charset="0"/>
                <a:ea typeface="Bricolage Grotesque ExtraBold" pitchFamily="34" charset="-122"/>
                <a:cs typeface="Bricolage Grotesque ExtraBold" pitchFamily="34" charset="-120"/>
              </a:rPr>
              <a:t> khóa</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API</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56" kern="0">
                <a:solidFill>
                  <a:srgbClr val="14161C"/>
                </a:solidFill>
                <a:latin typeface="Be Vietnam Pro" pitchFamily="34" charset="0"/>
                <a:ea typeface="Be Vietnam Pro" pitchFamily="34" charset="-122"/>
                <a:cs typeface="Be Vietnam Pro" pitchFamily="34" charset="-120"/>
              </a:rPr>
              <a:t>"A</a:t>
            </a:r>
            <a:r>
              <a:rPr lang="en-US" sz="2700" dirty="0" spc="1" kern="0">
                <a:solidFill>
                  <a:srgbClr val="14161C"/>
                </a:solidFill>
                <a:latin typeface="Be Vietnam Pro" pitchFamily="34" charset="0"/>
                <a:ea typeface="Be Vietnam Pro" pitchFamily="34" charset="-122"/>
                <a:cs typeface="Be Vietnam Pro" pitchFamily="34" charset="-120"/>
              </a:rPr>
              <a:t> full</a:t>
            </a:r>
            <a:r>
              <a:rPr lang="en-US" sz="2700" dirty="0" spc="-2" kern="0">
                <a:solidFill>
                  <a:srgbClr val="14161C"/>
                </a:solidFill>
                <a:latin typeface="Be Vietnam Pro" pitchFamily="34" charset="0"/>
                <a:ea typeface="Be Vietnam Pro" pitchFamily="34" charset="-122"/>
                <a:cs typeface="Be Vietnam Pro" pitchFamily="34" charset="-120"/>
              </a:rPr>
              <a:t> AI video</a:t>
            </a:r>
            <a:r>
              <a:rPr lang="en-US" sz="2700" dirty="0" spc="-5" kern="0">
                <a:solidFill>
                  <a:srgbClr val="14161C"/>
                </a:solidFill>
                <a:latin typeface="Be Vietnam Pro" pitchFamily="34" charset="0"/>
                <a:ea typeface="Be Vietnam Pro" pitchFamily="34" charset="-122"/>
                <a:cs typeface="Be Vietnam Pro" pitchFamily="34" charset="-120"/>
              </a:rPr>
              <a:t> studio"</a:t>
            </a:r>
            <a:r>
              <a:rPr lang="en-US" sz="2700" dirty="0" spc="0" kern="0">
                <a:solidFill>
                  <a:srgbClr val="14161C"/>
                </a:solidFill>
                <a:latin typeface="Be Vietnam Pro" pitchFamily="34" charset="0"/>
                <a:ea typeface="Be Vietnam Pro" pitchFamily="34" charset="-122"/>
                <a:cs typeface="Be Vietnam Pro" pitchFamily="34" charset="-120"/>
              </a:rPr>
              <a:t> ·</a:t>
            </a:r>
            <a:r>
              <a:rPr lang="en-US" sz="2700" dirty="0" spc="13" kern="0">
                <a:solidFill>
                  <a:srgbClr val="14161C"/>
                </a:solidFill>
                <a:latin typeface="Be Vietnam Pro" pitchFamily="34" charset="0"/>
                <a:ea typeface="Be Vietnam Pro" pitchFamily="34" charset="-122"/>
                <a:cs typeface="Be Vietnam Pro" pitchFamily="34" charset="-120"/>
              </a:rPr>
              <a:t> 71k</a:t>
            </a:r>
            <a:r>
              <a:rPr lang="en-US" sz="2700" dirty="0" spc="-10"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0" kern="0">
                <a:solidFill>
                  <a:srgbClr val="14161C"/>
                </a:solidFill>
                <a:latin typeface="Be Vietnam Pro" pitchFamily="34" charset="0"/>
                <a:ea typeface="Be Vietnam Pro" pitchFamily="34" charset="-122"/>
                <a:cs typeface="Be Vietnam Pro" pitchFamily="34" charset="-120"/>
              </a:rPr>
              <a:t>Mô</a:t>
            </a:r>
            <a:r>
              <a:rPr lang="en-US" sz="2700" dirty="0" spc="-17" kern="0">
                <a:solidFill>
                  <a:srgbClr val="14161C"/>
                </a:solidFill>
                <a:latin typeface="Be Vietnam Pro" pitchFamily="34" charset="0"/>
                <a:ea typeface="Be Vietnam Pro" pitchFamily="34" charset="-122"/>
                <a:cs typeface="Be Vietnam Pro" pitchFamily="34" charset="-120"/>
              </a:rPr>
              <a:t> tả</a:t>
            </a:r>
            <a:r>
              <a:rPr lang="en-US" sz="2700" dirty="0" spc="-5" kern="0">
                <a:solidFill>
                  <a:srgbClr val="14161C"/>
                </a:solidFill>
                <a:latin typeface="Be Vietnam Pro" pitchFamily="34" charset="0"/>
                <a:ea typeface="Be Vietnam Pro" pitchFamily="34" charset="-122"/>
                <a:cs typeface="Be Vietnam Pro" pitchFamily="34" charset="-120"/>
              </a:rPr>
              <a:t> bằng</a:t>
            </a:r>
            <a:r>
              <a:rPr lang="en-US" sz="2700" dirty="0" spc="1" kern="0">
                <a:solidFill>
                  <a:srgbClr val="14161C"/>
                </a:solidFill>
                <a:latin typeface="Be Vietnam Pro" pitchFamily="34" charset="0"/>
                <a:ea typeface="Be Vietnam Pro" pitchFamily="34" charset="-122"/>
                <a:cs typeface="Be Vietnam Pro" pitchFamily="34" charset="-120"/>
              </a:rPr>
              <a:t> lời,</a:t>
            </a:r>
            <a:r>
              <a:rPr lang="en-US" sz="2700" dirty="0" spc="-19" kern="0">
                <a:solidFill>
                  <a:srgbClr val="14161C"/>
                </a:solidFill>
                <a:latin typeface="Be Vietnam Pro" pitchFamily="34" charset="0"/>
                <a:ea typeface="Be Vietnam Pro" pitchFamily="34" charset="-122"/>
                <a:cs typeface="Be Vietnam Pro" pitchFamily="34" charset="-120"/>
              </a:rPr>
              <a:t> agent</a:t>
            </a:r>
            <a:r>
              <a:rPr lang="en-US" sz="2700" dirty="0" spc="-2" kern="0">
                <a:solidFill>
                  <a:srgbClr val="14161C"/>
                </a:solidFill>
                <a:latin typeface="Be Vietnam Pro" pitchFamily="34" charset="0"/>
                <a:ea typeface="Be Vietnam Pro" pitchFamily="34" charset="-122"/>
                <a:cs typeface="Be Vietnam Pro" pitchFamily="34" charset="-120"/>
              </a:rPr>
              <a:t> lo nghiên</a:t>
            </a:r>
            <a:r>
              <a:rPr lang="en-US" sz="2700" dirty="0" spc="17" kern="0">
                <a:solidFill>
                  <a:srgbClr val="14161C"/>
                </a:solidFill>
                <a:latin typeface="Be Vietnam Pro" pitchFamily="34" charset="0"/>
                <a:ea typeface="Be Vietnam Pro" pitchFamily="34" charset="-122"/>
                <a:cs typeface="Be Vietnam Pro" pitchFamily="34" charset="-120"/>
              </a:rPr>
              <a:t> cứu,</a:t>
            </a:r>
            <a:r>
              <a:rPr lang="en-US" sz="2700" dirty="0" spc="-1" kern="0">
                <a:solidFill>
                  <a:srgbClr val="14161C"/>
                </a:solidFill>
                <a:latin typeface="Be Vietnam Pro" pitchFamily="34" charset="0"/>
                <a:ea typeface="Be Vietnam Pro" pitchFamily="34" charset="-122"/>
                <a:cs typeface="Be Vietnam Pro" pitchFamily="34" charset="-120"/>
              </a:rPr>
              <a:t> kịch</a:t>
            </a:r>
            <a:r>
              <a:rPr lang="en-US" sz="2700" dirty="0" spc="-4" kern="0">
                <a:solidFill>
                  <a:srgbClr val="14161C"/>
                </a:solidFill>
                <a:latin typeface="Be Vietnam Pro" pitchFamily="34" charset="0"/>
                <a:ea typeface="Be Vietnam Pro" pitchFamily="34" charset="-122"/>
                <a:cs typeface="Be Vietnam Pro" pitchFamily="34" charset="-120"/>
              </a:rPr>
              <a:t> bản,</a:t>
            </a:r>
            <a:r>
              <a:rPr lang="en-US" sz="2700" dirty="0" spc="-13" kern="0">
                <a:solidFill>
                  <a:srgbClr val="14161C"/>
                </a:solidFill>
                <a:latin typeface="Be Vietnam Pro" pitchFamily="34" charset="0"/>
                <a:ea typeface="Be Vietnam Pro" pitchFamily="34" charset="-122"/>
                <a:cs typeface="Be Vietnam Pro" pitchFamily="34" charset="-120"/>
              </a:rPr>
              <a:t> tài nguyên,</a:t>
            </a:r>
            <a:r>
              <a:rPr lang="en-US" sz="2700" dirty="0" spc="19" kern="0">
                <a:solidFill>
                  <a:srgbClr val="14161C"/>
                </a:solidFill>
                <a:latin typeface="Be Vietnam Pro" pitchFamily="34" charset="0"/>
                <a:ea typeface="Be Vietnam Pro" pitchFamily="34" charset="-122"/>
                <a:cs typeface="Be Vietnam Pro" pitchFamily="34" charset="-120"/>
              </a:rPr>
              <a:t> dựng</a:t>
            </a:r>
            <a:r>
              <a:rPr lang="en-US" sz="2700" dirty="0" spc="-17" kern="0">
                <a:solidFill>
                  <a:srgbClr val="14161C"/>
                </a:solidFill>
                <a:latin typeface="Be Vietnam Pro" pitchFamily="34" charset="0"/>
                <a:ea typeface="Be Vietnam Pro" pitchFamily="34" charset="-122"/>
                <a:cs typeface="Be Vietnam Pro" pitchFamily="34" charset="-120"/>
              </a:rPr>
              <a:t> và</a:t>
            </a:r>
            <a:r>
              <a:rPr lang="en-US" sz="2700" dirty="0" spc="-3" kern="0">
                <a:solidFill>
                  <a:srgbClr val="14161C"/>
                </a:solidFill>
                <a:latin typeface="Be Vietnam Pro" pitchFamily="34" charset="0"/>
                <a:ea typeface="Be Vietnam Pro" pitchFamily="34" charset="-122"/>
                <a:cs typeface="Be Vietnam Pro" pitchFamily="34" charset="-120"/>
              </a:rPr>
              <a:t> ghép</a:t>
            </a:r>
            <a:r>
              <a:rPr lang="en-US" sz="2700" dirty="0" spc="0" kern="0">
                <a:solidFill>
                  <a:srgbClr val="14161C"/>
                </a:solidFill>
                <a:latin typeface="Be Vietnam Pro" pitchFamily="34" charset="0"/>
                <a:ea typeface="Be Vietnam Pro" pitchFamily="34" charset="-122"/>
                <a:cs typeface="Be Vietnam Pro" pitchFamily="34" charset="-120"/>
              </a:rPr>
              <a:t> cuối.</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550" dirty="0" spc="1" kern="0">
                <a:solidFill>
                  <a:srgbClr val="14161C"/>
                </a:solidFill>
                <a:latin typeface="Be Vietnam Pro" pitchFamily="34" charset="0"/>
                <a:ea typeface="Be Vietnam Pro" pitchFamily="34" charset="-122"/>
                <a:cs typeface="Be Vietnam Pro" pitchFamily="34" charset="-120"/>
              </a:rPr>
              <a:t>git</a:t>
            </a:r>
            <a:r>
              <a:rPr lang="en-US" sz="2550" dirty="0" spc="0" kern="0">
                <a:solidFill>
                  <a:srgbClr val="14161C"/>
                </a:solidFill>
                <a:latin typeface="Be Vietnam Pro" pitchFamily="34" charset="0"/>
                <a:ea typeface="Be Vietnam Pro" pitchFamily="34" charset="-122"/>
                <a:cs typeface="Be Vietnam Pro" pitchFamily="34" charset="-120"/>
              </a:rPr>
              <a:t> clone</a:t>
            </a:r>
            <a:r>
              <a:rPr lang="en-US" sz="2550" dirty="0" spc="-19" kern="0">
                <a:solidFill>
                  <a:srgbClr val="14161C"/>
                </a:solidFill>
                <a:latin typeface="Be Vietnam Pro" pitchFamily="34" charset="0"/>
                <a:ea typeface="Be Vietnam Pro" pitchFamily="34" charset="-122"/>
                <a:cs typeface="Be Vietnam Pro" pitchFamily="34" charset="-120"/>
              </a:rPr>
              <a:t> https://github.com/calesthio/OpenMontage.git,</a:t>
            </a:r>
            <a:r>
              <a:rPr lang="en-US" sz="2550" dirty="0" spc="-7" kern="0">
                <a:solidFill>
                  <a:srgbClr val="14161C"/>
                </a:solidFill>
                <a:latin typeface="Be Vietnam Pro" pitchFamily="34" charset="0"/>
                <a:ea typeface="Be Vietnam Pro" pitchFamily="34" charset="-122"/>
                <a:cs typeface="Be Vietnam Pro" pitchFamily="34" charset="-120"/>
              </a:rPr>
              <a:t> cd</a:t>
            </a:r>
            <a:r>
              <a:rPr lang="en-US" sz="2550" dirty="0" spc="-13" kern="0">
                <a:solidFill>
                  <a:srgbClr val="14161C"/>
                </a:solidFill>
                <a:latin typeface="Be Vietnam Pro" pitchFamily="34" charset="0"/>
                <a:ea typeface="Be Vietnam Pro" pitchFamily="34" charset="-122"/>
                <a:cs typeface="Be Vietnam Pro" pitchFamily="34" charset="-120"/>
              </a:rPr>
              <a:t> OpenMontage,</a:t>
            </a:r>
            <a:r>
              <a:rPr lang="en-US" sz="2550" dirty="0" spc="-21" kern="0">
                <a:solidFill>
                  <a:srgbClr val="14161C"/>
                </a:solidFill>
                <a:latin typeface="Be Vietnam Pro" pitchFamily="34" charset="0"/>
                <a:ea typeface="Be Vietnam Pro" pitchFamily="34" charset="-122"/>
                <a:cs typeface="Be Vietnam Pro" pitchFamily="34" charset="-120"/>
              </a:rPr>
              <a:t> make</a:t>
            </a:r>
            <a:r>
              <a:rPr lang="en-US" sz="2550" dirty="0" spc="-8" kern="0">
                <a:solidFill>
                  <a:srgbClr val="14161C"/>
                </a:solidFill>
                <a:latin typeface="Be Vietnam Pro" pitchFamily="34" charset="0"/>
                <a:ea typeface="Be Vietnam Pro" pitchFamily="34" charset="-122"/>
                <a:cs typeface="Be Vietnam Pro" pitchFamily="34" charset="-120"/>
              </a:rPr>
              <a:t> setup</a:t>
            </a:r>
            <a:endParaRPr lang="en-US" sz="255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10" kern="0">
                <a:solidFill>
                  <a:srgbClr val="14161C"/>
                </a:solidFill>
                <a:latin typeface="Be Vietnam Pro" pitchFamily="34" charset="0"/>
                <a:ea typeface="Be Vietnam Pro" pitchFamily="34" charset="-122"/>
                <a:cs typeface="Be Vietnam Pro" pitchFamily="34" charset="-120"/>
              </a:rPr>
              <a:t>Giấy</a:t>
            </a:r>
            <a:r>
              <a:rPr lang="en-US" sz="2700" dirty="0" spc="-3" kern="0">
                <a:solidFill>
                  <a:srgbClr val="14161C"/>
                </a:solidFill>
                <a:latin typeface="Be Vietnam Pro" pitchFamily="34" charset="0"/>
                <a:ea typeface="Be Vietnam Pro" pitchFamily="34" charset="-122"/>
                <a:cs typeface="Be Vietnam Pro" pitchFamily="34" charset="-120"/>
              </a:rPr>
              <a:t> phép</a:t>
            </a:r>
            <a:r>
              <a:rPr lang="en-US" sz="2700" dirty="0" spc="-1" kern="0">
                <a:solidFill>
                  <a:srgbClr val="14161C"/>
                </a:solidFill>
                <a:latin typeface="Be Vietnam Pro" pitchFamily="34" charset="0"/>
                <a:ea typeface="Be Vietnam Pro" pitchFamily="34" charset="-122"/>
                <a:cs typeface="Be Vietnam Pro" pitchFamily="34" charset="-120"/>
              </a:rPr>
              <a:t> GNU</a:t>
            </a:r>
            <a:r>
              <a:rPr lang="en-US" sz="2700" dirty="0" spc="-37" kern="0">
                <a:solidFill>
                  <a:srgbClr val="14161C"/>
                </a:solidFill>
                <a:latin typeface="Be Vietnam Pro" pitchFamily="34" charset="0"/>
                <a:ea typeface="Be Vietnam Pro" pitchFamily="34" charset="-122"/>
                <a:cs typeface="Be Vietnam Pro" pitchFamily="34" charset="-120"/>
              </a:rPr>
              <a:t> AGPLv3,</a:t>
            </a:r>
            <a:r>
              <a:rPr lang="en-US" sz="2700" dirty="0" spc="-9" kern="0">
                <a:solidFill>
                  <a:srgbClr val="14161C"/>
                </a:solidFill>
                <a:latin typeface="Be Vietnam Pro" pitchFamily="34" charset="0"/>
                <a:ea typeface="Be Vietnam Pro" pitchFamily="34" charset="-122"/>
                <a:cs typeface="Be Vietnam Pro" pitchFamily="34" charset="-120"/>
              </a:rPr>
              <a:t> copyleft</a:t>
            </a:r>
            <a:r>
              <a:rPr lang="en-US" sz="2700" dirty="0" spc="-1" kern="0">
                <a:solidFill>
                  <a:srgbClr val="14161C"/>
                </a:solidFill>
                <a:latin typeface="Be Vietnam Pro" pitchFamily="34" charset="0"/>
                <a:ea typeface="Be Vietnam Pro" pitchFamily="34" charset="-122"/>
                <a:cs typeface="Be Vietnam Pro" pitchFamily="34" charset="-120"/>
              </a:rPr>
              <a:t> mạnh;</a:t>
            </a:r>
            <a:r>
              <a:rPr lang="en-US" sz="2700" dirty="0" spc="-2" kern="0">
                <a:solidFill>
                  <a:srgbClr val="14161C"/>
                </a:solidFill>
                <a:latin typeface="Be Vietnam Pro" pitchFamily="34" charset="0"/>
                <a:ea typeface="Be Vietnam Pro" pitchFamily="34" charset="-122"/>
                <a:cs typeface="Be Vietnam Pro" pitchFamily="34" charset="-120"/>
              </a:rPr>
              <a:t> ví</a:t>
            </a:r>
            <a:r>
              <a:rPr lang="en-US" sz="2700" dirty="0" spc="-3" kern="0">
                <a:solidFill>
                  <a:srgbClr val="14161C"/>
                </a:solidFill>
                <a:latin typeface="Be Vietnam Pro" pitchFamily="34" charset="0"/>
                <a:ea typeface="Be Vietnam Pro" pitchFamily="34" charset="-122"/>
                <a:cs typeface="Be Vietnam Pro" pitchFamily="34" charset="-120"/>
              </a:rPr>
              <a:t> dụ dùng</a:t>
            </a:r>
            <a:r>
              <a:rPr lang="en-US" sz="2700" dirty="0" spc="-2" kern="0">
                <a:solidFill>
                  <a:srgbClr val="14161C"/>
                </a:solidFill>
                <a:latin typeface="Be Vietnam Pro" pitchFamily="34" charset="0"/>
                <a:ea typeface="Be Vietnam Pro" pitchFamily="34" charset="-122"/>
                <a:cs typeface="Be Vietnam Pro" pitchFamily="34" charset="-120"/>
              </a:rPr>
              <a:t> API</a:t>
            </a:r>
            <a:r>
              <a:rPr lang="en-US" sz="2700" dirty="0" spc="-27" kern="0">
                <a:solidFill>
                  <a:srgbClr val="14161C"/>
                </a:solidFill>
                <a:latin typeface="Be Vietnam Pro" pitchFamily="34" charset="0"/>
                <a:ea typeface="Be Vietnam Pro" pitchFamily="34" charset="-122"/>
                <a:cs typeface="Be Vietnam Pro" pitchFamily="34" charset="-120"/>
              </a:rPr>
              <a:t> trả</a:t>
            </a:r>
            <a:r>
              <a:rPr lang="en-US" sz="2700" dirty="0" spc="-3" kern="0">
                <a:solidFill>
                  <a:srgbClr val="14161C"/>
                </a:solidFill>
                <a:latin typeface="Be Vietnam Pro" pitchFamily="34" charset="0"/>
                <a:ea typeface="Be Vietnam Pro" pitchFamily="34" charset="-122"/>
                <a:cs typeface="Be Vietnam Pro" pitchFamily="34" charset="-120"/>
              </a:rPr>
              <a:t> phí</a:t>
            </a:r>
            <a:r>
              <a:rPr lang="en-US" sz="2700" dirty="0" spc="-8" kern="0">
                <a:solidFill>
                  <a:srgbClr val="14161C"/>
                </a:solidFill>
                <a:latin typeface="Be Vietnam Pro" pitchFamily="34" charset="0"/>
                <a:ea typeface="Be Vietnam Pro" pitchFamily="34" charset="-122"/>
                <a:cs typeface="Be Vietnam Pro" pitchFamily="34" charset="-120"/>
              </a:rPr>
              <a:t> hết</a:t>
            </a:r>
            <a:r>
              <a:rPr lang="en-US" sz="2700" dirty="0" spc="-1" kern="0">
                <a:solidFill>
                  <a:srgbClr val="14161C"/>
                </a:solidFill>
                <a:latin typeface="Be Vietnam Pro" pitchFamily="34" charset="0"/>
                <a:ea typeface="Be Vietnam Pro" pitchFamily="34" charset="-122"/>
                <a:cs typeface="Be Vietnam Pro" pitchFamily="34" charset="-120"/>
              </a:rPr>
              <a:t> 1,33</a:t>
            </a:r>
            <a:r>
              <a:rPr lang="en-US" sz="2700" dirty="0" spc="10" kern="0">
                <a:solidFill>
                  <a:srgbClr val="14161C"/>
                </a:solidFill>
                <a:latin typeface="Be Vietnam Pro" pitchFamily="34" charset="0"/>
                <a:ea typeface="Be Vietnam Pro" pitchFamily="34" charset="-122"/>
                <a:cs typeface="Be Vietnam Pro" pitchFamily="34" charset="-120"/>
              </a:rPr>
              <a:t> đến</a:t>
            </a:r>
            <a:r>
              <a:rPr lang="en-US" sz="2700" dirty="0" spc="-4" kern="0">
                <a:solidFill>
                  <a:srgbClr val="14161C"/>
                </a:solidFill>
                <a:latin typeface="Be Vietnam Pro" pitchFamily="34" charset="0"/>
                <a:ea typeface="Be Vietnam Pro" pitchFamily="34" charset="-122"/>
                <a:cs typeface="Be Vietnam Pro" pitchFamily="34" charset="-120"/>
              </a:rPr>
              <a:t> khoảng</a:t>
            </a:r>
            <a:r>
              <a:rPr lang="en-US" sz="2700" dirty="0" spc="0" kern="0">
                <a:solidFill>
                  <a:srgbClr val="14161C"/>
                </a:solidFill>
                <a:latin typeface="Be Vietnam Pro" pitchFamily="34" charset="0"/>
                <a:ea typeface="Be Vietnam Pro" pitchFamily="34" charset="-122"/>
                <a:cs typeface="Be Vietnam Pro" pitchFamily="34" charset="-120"/>
              </a:rPr>
              <a:t> 4</a:t>
            </a:r>
            <a:r>
              <a:rPr lang="en-US" sz="2700" dirty="0" spc="16" kern="0">
                <a:solidFill>
                  <a:srgbClr val="14161C"/>
                </a:solidFill>
                <a:latin typeface="Be Vietnam Pro" pitchFamily="34" charset="0"/>
                <a:ea typeface="Be Vietnam Pro" pitchFamily="34" charset="-122"/>
                <a:cs typeface="Be Vietnam Pro" pitchFamily="34" charset="-120"/>
              </a:rPr>
              <a:t> đô</a:t>
            </a:r>
            <a:r>
              <a:rPr lang="en-US" sz="2700" dirty="0" spc="-3" kern="0">
                <a:solidFill>
                  <a:srgbClr val="14161C"/>
                </a:solidFill>
                <a:latin typeface="Be Vietnam Pro" pitchFamily="34" charset="0"/>
                <a:ea typeface="Be Vietnam Pro" pitchFamily="34" charset="-122"/>
                <a:cs typeface="Be Vietnam Pro" pitchFamily="34" charset="-120"/>
              </a:rPr>
              <a:t> la.</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3" kern="0">
                <a:solidFill>
                  <a:srgbClr val="6B6A66"/>
                </a:solidFill>
                <a:latin typeface="Be Vietnam Pro" pitchFamily="34" charset="0"/>
                <a:ea typeface="Be Vietnam Pro" pitchFamily="34" charset="-122"/>
                <a:cs typeface="Be Vietnam Pro" pitchFamily="34" charset="-120"/>
              </a:rPr>
              <a:t> [S27]</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28617" y="9564832"/>
            <a:ext cx="110836" cy="110836"/>
          </a:xfrm>
          <a:prstGeom prst="ellipse">
            <a:avLst/>
          </a:prstGeom>
          <a:solidFill>
            <a:srgbClr val="E8472B"/>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40/55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66957c78-b991-4ef4-9c68-b7b200e59ce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1" kern="0">
                <a:solidFill>
                  <a:srgbClr val="F3EEE3"/>
                </a:solidFill>
                <a:latin typeface="Bricolage Grotesque ExtraBold" pitchFamily="34" charset="0"/>
                <a:ea typeface="Bricolage Grotesque ExtraBold" pitchFamily="34" charset="-122"/>
                <a:cs typeface="Bricolage Grotesque ExtraBold" pitchFamily="34" charset="-120"/>
              </a:rPr>
              <a:t>HyperFrames:</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HTML</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thành</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video</a:t>
            </a:r>
            <a:r>
              <a:rPr lang="en-US" sz="5700" dirty="0" spc="-27" kern="0">
                <a:solidFill>
                  <a:srgbClr val="F3EEE3"/>
                </a:solidFill>
                <a:latin typeface="Bricolage Grotesque ExtraBold" pitchFamily="34" charset="0"/>
                <a:ea typeface="Bricolage Grotesque ExtraBold" pitchFamily="34" charset="-122"/>
                <a:cs typeface="Bricolage Grotesque ExtraBold" pitchFamily="34" charset="-120"/>
              </a:rPr>
              <a:t> MP4</a:t>
            </a:r>
            <a:r>
              <a:rPr lang="en-US" sz="5700" dirty="0" spc="-31" kern="0">
                <a:solidFill>
                  <a:srgbClr val="F3EEE3"/>
                </a:solidFill>
                <a:latin typeface="Bricolage Grotesque ExtraBold" pitchFamily="34" charset="0"/>
                <a:ea typeface="Bricolage Grotesque ExtraBold" pitchFamily="34" charset="-122"/>
                <a:cs typeface="Bricolage Grotesque ExtraBold" pitchFamily="34" charset="-120"/>
              </a:rPr>
              <a:t> xác</a:t>
            </a:r>
            <a:r>
              <a:rPr lang="en-US" sz="5700" dirty="0" spc="18" kern="0">
                <a:solidFill>
                  <a:srgbClr val="F3EEE3"/>
                </a:solidFill>
                <a:latin typeface="Bricolage Grotesque ExtraBold" pitchFamily="34" charset="0"/>
                <a:ea typeface="Bricolage Grotesque ExtraBold" pitchFamily="34" charset="-122"/>
                <a:cs typeface="Bricolage Grotesque ExtraBold" pitchFamily="34" charset="-120"/>
              </a:rPr>
              <a:t> định</a:t>
            </a:r>
            <a:endParaRPr lang="en-US" sz="5700" dirty="0"/>
          </a:p>
        </p:txBody>
      </p:sp>
      <p:sp>
        <p:nvSpPr>
          <p:cNvPr id="3" name="Shape 1"/>
          <p:cNvSpPr/>
          <p:nvPr/>
        </p:nvSpPr>
        <p:spPr>
          <a:xfrm>
            <a:off x="914400" y="2724150"/>
            <a:ext cx="8096250" cy="2838450"/>
          </a:xfrm>
          <a:prstGeom prst="roundRect">
            <a:avLst>
              <a:gd name="adj" fmla="val 8054"/>
            </a:avLst>
          </a:prstGeom>
          <a:solidFill>
            <a:srgbClr val="1E212B"/>
          </a:solidFill>
          <a:ln/>
        </p:spPr>
      </p:sp>
      <p:sp>
        <p:nvSpPr>
          <p:cNvPr id="4" name="Shape 2"/>
          <p:cNvSpPr/>
          <p:nvPr/>
        </p:nvSpPr>
        <p:spPr>
          <a:xfrm>
            <a:off x="914400" y="2724150"/>
            <a:ext cx="114300" cy="2838450"/>
          </a:xfrm>
          <a:prstGeom prst="roundRect">
            <a:avLst>
              <a:gd name="adj" fmla="val 50000"/>
            </a:avLst>
          </a:prstGeom>
          <a:solidFill>
            <a:srgbClr val="FFB454"/>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FFB454"/>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FFB454"/>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40" kern="0">
                <a:solidFill>
                  <a:srgbClr val="F3EEE3"/>
                </a:solidFill>
                <a:latin typeface="Be Vietnam Pro Medium" pitchFamily="34" charset="0"/>
                <a:ea typeface="Be Vietnam Pro Medium" pitchFamily="34" charset="-122"/>
                <a:cs typeface="Be Vietnam Pro Medium" pitchFamily="34" charset="-120"/>
              </a:rPr>
              <a:t>"Turns</a:t>
            </a:r>
            <a:r>
              <a:rPr lang="en-US" sz="2550" dirty="0" spc="1" kern="0">
                <a:solidFill>
                  <a:srgbClr val="F3EEE3"/>
                </a:solidFill>
                <a:latin typeface="Be Vietnam Pro Medium" pitchFamily="34" charset="0"/>
                <a:ea typeface="Be Vietnam Pro Medium" pitchFamily="34" charset="-122"/>
                <a:cs typeface="Be Vietnam Pro Medium" pitchFamily="34" charset="-120"/>
              </a:rPr>
              <a:t> HTML</a:t>
            </a:r>
            <a:r>
              <a:rPr lang="en-US" sz="2550" dirty="0" spc="-18" kern="0">
                <a:solidFill>
                  <a:srgbClr val="F3EEE3"/>
                </a:solidFill>
                <a:latin typeface="Be Vietnam Pro Medium" pitchFamily="34" charset="0"/>
                <a:ea typeface="Be Vietnam Pro Medium" pitchFamily="34" charset="-122"/>
                <a:cs typeface="Be Vietnam Pro Medium" pitchFamily="34" charset="-120"/>
              </a:rPr>
              <a:t> into</a:t>
            </a:r>
            <a:r>
              <a:rPr lang="en-US" sz="2550" dirty="0" spc="-2" kern="0">
                <a:solidFill>
                  <a:srgbClr val="F3EEE3"/>
                </a:solidFill>
                <a:latin typeface="Be Vietnam Pro Medium" pitchFamily="34" charset="0"/>
                <a:ea typeface="Be Vietnam Pro Medium" pitchFamily="34" charset="-122"/>
                <a:cs typeface="Be Vietnam Pro Medium" pitchFamily="34" charset="-120"/>
              </a:rPr>
              <a:t> video"</a:t>
            </a:r>
            <a:r>
              <a:rPr lang="en-US" sz="2550" dirty="0" spc="1" kern="0">
                <a:solidFill>
                  <a:srgbClr val="F3EEE3"/>
                </a:solidFill>
                <a:latin typeface="Be Vietnam Pro Medium" pitchFamily="34" charset="0"/>
                <a:ea typeface="Be Vietnam Pro Medium" pitchFamily="34" charset="-122"/>
                <a:cs typeface="Be Vietnam Pro Medium" pitchFamily="34" charset="-120"/>
              </a:rPr>
              <a:t> ·</a:t>
            </a:r>
            <a:r>
              <a:rPr lang="en-US" sz="2550" dirty="0" spc="-25" kern="0">
                <a:solidFill>
                  <a:srgbClr val="F3EEE3"/>
                </a:solidFill>
                <a:latin typeface="Be Vietnam Pro Medium" pitchFamily="34" charset="0"/>
                <a:ea typeface="Be Vietnam Pro Medium" pitchFamily="34" charset="-122"/>
                <a:cs typeface="Be Vietnam Pro Medium" pitchFamily="34" charset="-120"/>
              </a:rPr>
              <a:t> 70k</a:t>
            </a:r>
            <a:r>
              <a:rPr lang="en-US" sz="2550" dirty="0" spc="-5" kern="0">
                <a:solidFill>
                  <a:srgbClr val="F3EEE3"/>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1E212B"/>
          </a:solidFill>
          <a:ln/>
        </p:spPr>
      </p:sp>
      <p:sp>
        <p:nvSpPr>
          <p:cNvPr id="8" name="Shape 6"/>
          <p:cNvSpPr/>
          <p:nvPr/>
        </p:nvSpPr>
        <p:spPr>
          <a:xfrm>
            <a:off x="9277350" y="2724150"/>
            <a:ext cx="114300" cy="2838450"/>
          </a:xfrm>
          <a:prstGeom prst="roundRect">
            <a:avLst>
              <a:gd name="adj" fmla="val 50000"/>
            </a:avLst>
          </a:prstGeom>
          <a:solidFill>
            <a:srgbClr val="3DD6A0"/>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3DD6A0"/>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3DD6A0"/>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3" kern="0">
                <a:solidFill>
                  <a:srgbClr val="F3EEE3"/>
                </a:solidFill>
                <a:latin typeface="Be Vietnam Pro Medium" pitchFamily="34" charset="0"/>
                <a:ea typeface="Be Vietnam Pro Medium" pitchFamily="34" charset="-122"/>
                <a:cs typeface="Be Vietnam Pro Medium" pitchFamily="34" charset="-120"/>
              </a:rPr>
              <a:t>Khung</a:t>
            </a:r>
            <a:r>
              <a:rPr lang="en-US" sz="2550" dirty="0" spc="-2" kern="0">
                <a:solidFill>
                  <a:srgbClr val="F3EEE3"/>
                </a:solidFill>
                <a:latin typeface="Be Vietnam Pro Medium" pitchFamily="34" charset="0"/>
                <a:ea typeface="Be Vietnam Pro Medium" pitchFamily="34" charset="-122"/>
                <a:cs typeface="Be Vietnam Pro Medium" pitchFamily="34" charset="-120"/>
              </a:rPr>
              <a:t> mã</a:t>
            </a:r>
            <a:r>
              <a:rPr lang="en-US" sz="2550" dirty="0" spc="-3" kern="0">
                <a:solidFill>
                  <a:srgbClr val="F3EEE3"/>
                </a:solidFill>
                <a:latin typeface="Be Vietnam Pro Medium" pitchFamily="34" charset="0"/>
                <a:ea typeface="Be Vietnam Pro Medium" pitchFamily="34" charset="-122"/>
                <a:cs typeface="Be Vietnam Pro Medium" pitchFamily="34" charset="-120"/>
              </a:rPr>
              <a:t> nguồn</a:t>
            </a:r>
            <a:r>
              <a:rPr lang="en-US" sz="2550" dirty="0" spc="2" kern="0">
                <a:solidFill>
                  <a:srgbClr val="F3EEE3"/>
                </a:solidFill>
                <a:latin typeface="Be Vietnam Pro Medium" pitchFamily="34" charset="0"/>
                <a:ea typeface="Be Vietnam Pro Medium" pitchFamily="34" charset="-122"/>
                <a:cs typeface="Be Vietnam Pro Medium" pitchFamily="34" charset="-120"/>
              </a:rPr>
              <a:t> mở</a:t>
            </a:r>
            <a:r>
              <a:rPr lang="en-US" sz="2550" dirty="0" spc="1" kern="0">
                <a:solidFill>
                  <a:srgbClr val="F3EEE3"/>
                </a:solidFill>
                <a:latin typeface="Be Vietnam Pro Medium" pitchFamily="34" charset="0"/>
                <a:ea typeface="Be Vietnam Pro Medium" pitchFamily="34" charset="-122"/>
                <a:cs typeface="Be Vietnam Pro Medium" pitchFamily="34" charset="-120"/>
              </a:rPr>
              <a:t> của</a:t>
            </a:r>
            <a:r>
              <a:rPr lang="en-US" sz="2550" dirty="0" spc="-13" kern="0">
                <a:solidFill>
                  <a:srgbClr val="F3EEE3"/>
                </a:solidFill>
                <a:latin typeface="Be Vietnam Pro Medium" pitchFamily="34" charset="0"/>
                <a:ea typeface="Be Vietnam Pro Medium" pitchFamily="34" charset="-122"/>
                <a:cs typeface="Be Vietnam Pro Medium" pitchFamily="34" charset="-120"/>
              </a:rPr>
              <a:t> HeyGen</a:t>
            </a:r>
            <a:r>
              <a:rPr lang="en-US" sz="2550" dirty="0" spc="22" kern="0">
                <a:solidFill>
                  <a:srgbClr val="F3EEE3"/>
                </a:solidFill>
                <a:latin typeface="Be Vietnam Pro Medium" pitchFamily="34" charset="0"/>
                <a:ea typeface="Be Vietnam Pro Medium" pitchFamily="34" charset="-122"/>
                <a:cs typeface="Be Vietnam Pro Medium" pitchFamily="34" charset="-120"/>
              </a:rPr>
              <a:t> dựng</a:t>
            </a:r>
            <a:r>
              <a:rPr lang="en-US" sz="2550" dirty="0" spc="-1" kern="0">
                <a:solidFill>
                  <a:srgbClr val="F3EEE3"/>
                </a:solidFill>
                <a:latin typeface="Be Vietnam Pro Medium" pitchFamily="34" charset="0"/>
                <a:ea typeface="Be Vietnam Pro Medium" pitchFamily="34" charset="-122"/>
                <a:cs typeface="Be Vietnam Pro Medium" pitchFamily="34" charset="-120"/>
              </a:rPr>
              <a:t> HTML,</a:t>
            </a:r>
            <a:r>
              <a:rPr lang="en-US" sz="2550" dirty="0" spc="-2" kern="0">
                <a:solidFill>
                  <a:srgbClr val="F3EEE3"/>
                </a:solidFill>
                <a:latin typeface="Be Vietnam Pro Medium" pitchFamily="34" charset="0"/>
                <a:ea typeface="Be Vietnam Pro Medium" pitchFamily="34" charset="-122"/>
                <a:cs typeface="Be Vietnam Pro Medium" pitchFamily="34" charset="-120"/>
              </a:rPr>
              <a:t> CSS,</a:t>
            </a:r>
            <a:r>
              <a:rPr lang="en-US" sz="2550" dirty="0" spc="-1" kern="0">
                <a:solidFill>
                  <a:srgbClr val="F3EEE3"/>
                </a:solidFill>
                <a:latin typeface="Be Vietnam Pro Medium" pitchFamily="34" charset="0"/>
                <a:ea typeface="Be Vietnam Pro Medium" pitchFamily="34" charset="-122"/>
                <a:cs typeface="Be Vietnam Pro Medium" pitchFamily="34" charset="-120"/>
              </a:rPr>
              <a:t> media,</a:t>
            </a:r>
            <a:r>
              <a:rPr lang="en-US" sz="2550" dirty="0" spc="-14" kern="0">
                <a:solidFill>
                  <a:srgbClr val="F3EEE3"/>
                </a:solidFill>
                <a:latin typeface="Be Vietnam Pro Medium" pitchFamily="34" charset="0"/>
                <a:ea typeface="Be Vietnam Pro Medium" pitchFamily="34" charset="-122"/>
                <a:cs typeface="Be Vietnam Pro Medium" pitchFamily="34" charset="-120"/>
              </a:rPr>
              <a:t> hoạt</a:t>
            </a:r>
            <a:r>
              <a:rPr lang="en-US" sz="2550" dirty="0" spc="-3" kern="0">
                <a:solidFill>
                  <a:srgbClr val="F3EEE3"/>
                </a:solidFill>
                <a:latin typeface="Be Vietnam Pro Medium" pitchFamily="34" charset="0"/>
                <a:ea typeface="Be Vietnam Pro Medium" pitchFamily="34" charset="-122"/>
                <a:cs typeface="Be Vietnam Pro Medium" pitchFamily="34" charset="-120"/>
              </a:rPr>
              <a:t> ảnh</a:t>
            </a:r>
            <a:r>
              <a:rPr lang="en-US" sz="2550" dirty="0" spc="-1" kern="0">
                <a:solidFill>
                  <a:srgbClr val="F3EEE3"/>
                </a:solidFill>
                <a:latin typeface="Be Vietnam Pro Medium" pitchFamily="34" charset="0"/>
                <a:ea typeface="Be Vietnam Pro Medium" pitchFamily="34" charset="-122"/>
                <a:cs typeface="Be Vietnam Pro Medium" pitchFamily="34" charset="-120"/>
              </a:rPr>
              <a:t> tua</a:t>
            </a:r>
            <a:r>
              <a:rPr lang="en-US" sz="2550" dirty="0" spc="9" kern="0">
                <a:solidFill>
                  <a:srgbClr val="F3EEE3"/>
                </a:solidFill>
                <a:latin typeface="Be Vietnam Pro Medium" pitchFamily="34" charset="0"/>
                <a:ea typeface="Be Vietnam Pro Medium" pitchFamily="34" charset="-122"/>
                <a:cs typeface="Be Vietnam Pro Medium" pitchFamily="34" charset="-120"/>
              </a:rPr>
              <a:t> được</a:t>
            </a:r>
            <a:r>
              <a:rPr lang="en-US" sz="2550" dirty="0" spc="-4" kern="0">
                <a:solidFill>
                  <a:srgbClr val="F3EEE3"/>
                </a:solidFill>
                <a:latin typeface="Be Vietnam Pro Medium" pitchFamily="34" charset="0"/>
                <a:ea typeface="Be Vietnam Pro Medium" pitchFamily="34" charset="-122"/>
                <a:cs typeface="Be Vietnam Pro Medium" pitchFamily="34" charset="-120"/>
              </a:rPr>
              <a:t> thành</a:t>
            </a:r>
            <a:r>
              <a:rPr lang="en-US" sz="2550" dirty="0" spc="1" kern="0">
                <a:solidFill>
                  <a:srgbClr val="F3EEE3"/>
                </a:solidFill>
                <a:latin typeface="Be Vietnam Pro Medium" pitchFamily="34" charset="0"/>
                <a:ea typeface="Be Vietnam Pro Medium" pitchFamily="34" charset="-122"/>
                <a:cs typeface="Be Vietnam Pro Medium" pitchFamily="34" charset="-120"/>
              </a:rPr>
              <a:t> MP4.</a:t>
            </a:r>
            <a:endParaRPr lang="en-US" sz="2550" dirty="0"/>
          </a:p>
        </p:txBody>
      </p:sp>
      <p:sp>
        <p:nvSpPr>
          <p:cNvPr id="11" name="Shape 9"/>
          <p:cNvSpPr/>
          <p:nvPr/>
        </p:nvSpPr>
        <p:spPr>
          <a:xfrm>
            <a:off x="914400" y="5829300"/>
            <a:ext cx="8096250" cy="2838450"/>
          </a:xfrm>
          <a:prstGeom prst="roundRect">
            <a:avLst>
              <a:gd name="adj" fmla="val 8054"/>
            </a:avLst>
          </a:prstGeom>
          <a:solidFill>
            <a:srgbClr val="1E212B"/>
          </a:solidFill>
          <a:ln/>
        </p:spPr>
      </p:sp>
      <p:sp>
        <p:nvSpPr>
          <p:cNvPr id="12" name="Shape 10"/>
          <p:cNvSpPr/>
          <p:nvPr/>
        </p:nvSpPr>
        <p:spPr>
          <a:xfrm>
            <a:off x="914400" y="5829300"/>
            <a:ext cx="114300" cy="2838450"/>
          </a:xfrm>
          <a:prstGeom prst="roundRect">
            <a:avLst>
              <a:gd name="adj" fmla="val 50000"/>
            </a:avLst>
          </a:prstGeom>
          <a:solidFill>
            <a:srgbClr val="FF6A4D"/>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FF6A4D"/>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FF6A4D"/>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1" kern="0">
                <a:solidFill>
                  <a:srgbClr val="F3EEE3"/>
                </a:solidFill>
                <a:latin typeface="Be Vietnam Pro Medium" pitchFamily="34" charset="0"/>
                <a:ea typeface="Be Vietnam Pro Medium" pitchFamily="34" charset="-122"/>
                <a:cs typeface="Be Vietnam Pro Medium" pitchFamily="34" charset="-120"/>
              </a:rPr>
              <a:t>claude</a:t>
            </a:r>
            <a:r>
              <a:rPr lang="en-US" sz="2550" dirty="0" spc="-1" kern="0">
                <a:solidFill>
                  <a:srgbClr val="F3EEE3"/>
                </a:solidFill>
                <a:latin typeface="Be Vietnam Pro Medium" pitchFamily="34" charset="0"/>
                <a:ea typeface="Be Vietnam Pro Medium" pitchFamily="34" charset="-122"/>
                <a:cs typeface="Be Vietnam Pro Medium" pitchFamily="34" charset="-120"/>
              </a:rPr>
              <a:t> plugin</a:t>
            </a:r>
            <a:r>
              <a:rPr lang="en-US" sz="2550" dirty="0" spc="-11" kern="0">
                <a:solidFill>
                  <a:srgbClr val="F3EEE3"/>
                </a:solidFill>
                <a:latin typeface="Be Vietnam Pro Medium" pitchFamily="34" charset="0"/>
                <a:ea typeface="Be Vietnam Pro Medium" pitchFamily="34" charset="-122"/>
                <a:cs typeface="Be Vietnam Pro Medium" pitchFamily="34" charset="-120"/>
              </a:rPr>
              <a:t> marketplace</a:t>
            </a:r>
            <a:r>
              <a:rPr lang="en-US" sz="2550" dirty="0" spc="1" kern="0">
                <a:solidFill>
                  <a:srgbClr val="F3EEE3"/>
                </a:solidFill>
                <a:latin typeface="Be Vietnam Pro Medium" pitchFamily="34" charset="0"/>
                <a:ea typeface="Be Vietnam Pro Medium" pitchFamily="34" charset="-122"/>
                <a:cs typeface="Be Vietnam Pro Medium" pitchFamily="34" charset="-120"/>
              </a:rPr>
              <a:t> add</a:t>
            </a:r>
            <a:r>
              <a:rPr lang="en-US" sz="2550" dirty="0" spc="-15" kern="0">
                <a:solidFill>
                  <a:srgbClr val="F3EEE3"/>
                </a:solidFill>
                <a:latin typeface="Be Vietnam Pro Medium" pitchFamily="34" charset="0"/>
                <a:ea typeface="Be Vietnam Pro Medium" pitchFamily="34" charset="-122"/>
                <a:cs typeface="Be Vietnam Pro Medium" pitchFamily="34" charset="-120"/>
              </a:rPr>
              <a:t> heygen-com/hyperframes,</a:t>
            </a:r>
            <a:r>
              <a:rPr lang="en-US" sz="2550" dirty="0" spc="-18" kern="0">
                <a:solidFill>
                  <a:srgbClr val="F3EEE3"/>
                </a:solidFill>
                <a:latin typeface="Be Vietnam Pro Medium" pitchFamily="34" charset="0"/>
                <a:ea typeface="Be Vietnam Pro Medium" pitchFamily="34" charset="-122"/>
                <a:cs typeface="Be Vietnam Pro Medium" pitchFamily="34" charset="-120"/>
              </a:rPr>
              <a:t> rồi</a:t>
            </a:r>
            <a:r>
              <a:rPr lang="en-US" sz="2550" dirty="0" spc="0" kern="0">
                <a:solidFill>
                  <a:srgbClr val="F3EEE3"/>
                </a:solidFill>
                <a:latin typeface="Be Vietnam Pro Medium" pitchFamily="34" charset="0"/>
                <a:ea typeface="Be Vietnam Pro Medium" pitchFamily="34" charset="-122"/>
                <a:cs typeface="Be Vietnam Pro Medium" pitchFamily="34" charset="-120"/>
              </a:rPr>
              <a:t> claude</a:t>
            </a:r>
            <a:r>
              <a:rPr lang="en-US" sz="2550" dirty="0" spc="-1" kern="0">
                <a:solidFill>
                  <a:srgbClr val="F3EEE3"/>
                </a:solidFill>
                <a:latin typeface="Be Vietnam Pro Medium" pitchFamily="34" charset="0"/>
                <a:ea typeface="Be Vietnam Pro Medium" pitchFamily="34" charset="-122"/>
                <a:cs typeface="Be Vietnam Pro Medium" pitchFamily="34" charset="-120"/>
              </a:rPr>
              <a:t> plugin</a:t>
            </a:r>
            <a:r>
              <a:rPr lang="en-US" sz="2550" dirty="0" spc="-8" kern="0">
                <a:solidFill>
                  <a:srgbClr val="F3EEE3"/>
                </a:solidFill>
                <a:latin typeface="Be Vietnam Pro Medium" pitchFamily="34" charset="0"/>
                <a:ea typeface="Be Vietnam Pro Medium" pitchFamily="34" charset="-122"/>
                <a:cs typeface="Be Vietnam Pro Medium" pitchFamily="34" charset="-120"/>
              </a:rPr>
              <a:t> install</a:t>
            </a:r>
            <a:r>
              <a:rPr lang="en-US" sz="2550" dirty="0" spc="-11" kern="0">
                <a:solidFill>
                  <a:srgbClr val="F3EEE3"/>
                </a:solidFill>
                <a:latin typeface="Be Vietnam Pro Medium" pitchFamily="34" charset="0"/>
                <a:ea typeface="Be Vietnam Pro Medium" pitchFamily="34" charset="-122"/>
                <a:cs typeface="Be Vietnam Pro Medium" pitchFamily="34" charset="-120"/>
              </a:rPr>
              <a:t> hyperframes@hyperframes</a:t>
            </a:r>
            <a:endParaRPr lang="en-US" sz="2550" dirty="0"/>
          </a:p>
        </p:txBody>
      </p:sp>
      <p:sp>
        <p:nvSpPr>
          <p:cNvPr id="15" name="Shape 13"/>
          <p:cNvSpPr/>
          <p:nvPr/>
        </p:nvSpPr>
        <p:spPr>
          <a:xfrm>
            <a:off x="9277350" y="5829300"/>
            <a:ext cx="8096250" cy="2838450"/>
          </a:xfrm>
          <a:prstGeom prst="roundRect">
            <a:avLst>
              <a:gd name="adj" fmla="val 8054"/>
            </a:avLst>
          </a:prstGeom>
          <a:solidFill>
            <a:srgbClr val="1E212B"/>
          </a:solidFill>
          <a:ln/>
        </p:spPr>
      </p:sp>
      <p:sp>
        <p:nvSpPr>
          <p:cNvPr id="16" name="Shape 14"/>
          <p:cNvSpPr/>
          <p:nvPr/>
        </p:nvSpPr>
        <p:spPr>
          <a:xfrm>
            <a:off x="9277350" y="5829300"/>
            <a:ext cx="114300" cy="2838450"/>
          </a:xfrm>
          <a:prstGeom prst="roundRect">
            <a:avLst>
              <a:gd name="adj" fmla="val 50000"/>
            </a:avLst>
          </a:prstGeom>
          <a:solidFill>
            <a:srgbClr val="7C93FF"/>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7C93FF"/>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0" kern="0">
                <a:solidFill>
                  <a:srgbClr val="F3EEE3"/>
                </a:solidFill>
                <a:latin typeface="Be Vietnam Pro Medium" pitchFamily="34" charset="0"/>
                <a:ea typeface="Be Vietnam Pro Medium" pitchFamily="34" charset="-122"/>
                <a:cs typeface="Be Vietnam Pro Medium" pitchFamily="34" charset="-120"/>
              </a:rPr>
              <a:t>Có</a:t>
            </a:r>
            <a:r>
              <a:rPr lang="en-US" sz="2550" dirty="0" spc="1" kern="0">
                <a:solidFill>
                  <a:srgbClr val="F3EEE3"/>
                </a:solidFill>
                <a:latin typeface="Be Vietnam Pro Medium" pitchFamily="34" charset="0"/>
                <a:ea typeface="Be Vietnam Pro Medium" pitchFamily="34" charset="-122"/>
                <a:cs typeface="Be Vietnam Pro Medium" pitchFamily="34" charset="-120"/>
              </a:rPr>
              <a:t> mục</a:t>
            </a:r>
            <a:r>
              <a:rPr lang="en-US" sz="2550" dirty="0" spc="-8" kern="0">
                <a:solidFill>
                  <a:srgbClr val="F3EEE3"/>
                </a:solidFill>
                <a:latin typeface="Be Vietnam Pro Medium" pitchFamily="34" charset="0"/>
                <a:ea typeface="Be Vietnam Pro Medium" pitchFamily="34" charset="-122"/>
                <a:cs typeface="Be Vietnam Pro Medium" pitchFamily="34" charset="-120"/>
              </a:rPr>
              <a:t> so</a:t>
            </a:r>
            <a:r>
              <a:rPr lang="en-US" sz="2550" dirty="0" spc="-7" kern="0">
                <a:solidFill>
                  <a:srgbClr val="F3EEE3"/>
                </a:solidFill>
                <a:latin typeface="Be Vietnam Pro Medium" pitchFamily="34" charset="0"/>
                <a:ea typeface="Be Vietnam Pro Medium" pitchFamily="34" charset="-122"/>
                <a:cs typeface="Be Vietnam Pro Medium" pitchFamily="34" charset="-120"/>
              </a:rPr>
              <a:t> sánh</a:t>
            </a:r>
            <a:r>
              <a:rPr lang="en-US" sz="2550" dirty="0" spc="-12" kern="0">
                <a:solidFill>
                  <a:srgbClr val="F3EEE3"/>
                </a:solidFill>
                <a:latin typeface="Be Vietnam Pro Medium" pitchFamily="34" charset="0"/>
                <a:ea typeface="Be Vietnam Pro Medium" pitchFamily="34" charset="-122"/>
                <a:cs typeface="Be Vietnam Pro Medium" pitchFamily="34" charset="-120"/>
              </a:rPr>
              <a:t> với</a:t>
            </a:r>
            <a:r>
              <a:rPr lang="en-US" sz="2550" dirty="0" spc="-17" kern="0">
                <a:solidFill>
                  <a:srgbClr val="F3EEE3"/>
                </a:solidFill>
                <a:latin typeface="Be Vietnam Pro Medium" pitchFamily="34" charset="0"/>
                <a:ea typeface="Be Vietnam Pro Medium" pitchFamily="34" charset="-122"/>
                <a:cs typeface="Be Vietnam Pro Medium" pitchFamily="34" charset="-120"/>
              </a:rPr>
              <a:t> Remotion;</a:t>
            </a:r>
            <a:r>
              <a:rPr lang="en-US" sz="2550" dirty="0" spc="-18" kern="0">
                <a:solidFill>
                  <a:srgbClr val="F3EEE3"/>
                </a:solidFill>
                <a:latin typeface="Be Vietnam Pro Medium" pitchFamily="34" charset="0"/>
                <a:ea typeface="Be Vietnam Pro Medium" pitchFamily="34" charset="-122"/>
                <a:cs typeface="Be Vietnam Pro Medium" pitchFamily="34" charset="-120"/>
              </a:rPr>
              <a:t> repo</a:t>
            </a:r>
            <a:r>
              <a:rPr lang="en-US" sz="2550" dirty="0" spc="0" kern="0">
                <a:solidFill>
                  <a:srgbClr val="F3EEE3"/>
                </a:solidFill>
                <a:latin typeface="Be Vietnam Pro Medium" pitchFamily="34" charset="0"/>
                <a:ea typeface="Be Vietnam Pro Medium" pitchFamily="34" charset="-122"/>
                <a:cs typeface="Be Vietnam Pro Medium" pitchFamily="34" charset="-120"/>
              </a:rPr>
              <a:t> có</a:t>
            </a:r>
            <a:r>
              <a:rPr lang="en-US" sz="2550" dirty="0" spc="4" kern="0">
                <a:solidFill>
                  <a:srgbClr val="F3EEE3"/>
                </a:solidFill>
                <a:latin typeface="Be Vietnam Pro Medium" pitchFamily="34" charset="0"/>
                <a:ea typeface="Be Vietnam Pro Medium" pitchFamily="34" charset="-122"/>
                <a:cs typeface="Be Vietnam Pro Medium" pitchFamily="34" charset="-120"/>
              </a:rPr>
              <a:t> 9.179</a:t>
            </a:r>
            <a:r>
              <a:rPr lang="en-US" sz="2550" dirty="0" spc="3" kern="0">
                <a:solidFill>
                  <a:srgbClr val="F3EEE3"/>
                </a:solidFill>
                <a:latin typeface="Be Vietnam Pro Medium" pitchFamily="34" charset="0"/>
                <a:ea typeface="Be Vietnam Pro Medium" pitchFamily="34" charset="-122"/>
                <a:cs typeface="Be Vietnam Pro Medium" pitchFamily="34" charset="-120"/>
              </a:rPr>
              <a:t> file;</a:t>
            </a:r>
            <a:r>
              <a:rPr lang="en-US" sz="2550" dirty="0" spc="-8" kern="0">
                <a:solidFill>
                  <a:srgbClr val="F3EEE3"/>
                </a:solidFill>
                <a:latin typeface="Be Vietnam Pro Medium" pitchFamily="34" charset="0"/>
                <a:ea typeface="Be Vietnam Pro Medium" pitchFamily="34" charset="-122"/>
                <a:cs typeface="Be Vietnam Pro Medium" pitchFamily="34" charset="-120"/>
              </a:rPr>
              <a:t> giấy</a:t>
            </a:r>
            <a:r>
              <a:rPr lang="en-US" sz="2550" dirty="0" spc="-4" kern="0">
                <a:solidFill>
                  <a:srgbClr val="F3EEE3"/>
                </a:solidFill>
                <a:latin typeface="Be Vietnam Pro Medium" pitchFamily="34" charset="0"/>
                <a:ea typeface="Be Vietnam Pro Medium" pitchFamily="34" charset="-122"/>
                <a:cs typeface="Be Vietnam Pro Medium" pitchFamily="34" charset="-120"/>
              </a:rPr>
              <a:t> phép</a:t>
            </a:r>
            <a:r>
              <a:rPr lang="en-US" sz="2550" dirty="0" spc="-1" kern="0">
                <a:solidFill>
                  <a:srgbClr val="F3EEE3"/>
                </a:solidFill>
                <a:latin typeface="Be Vietnam Pro Medium" pitchFamily="34" charset="0"/>
                <a:ea typeface="Be Vietnam Pro Medium" pitchFamily="34" charset="-122"/>
                <a:cs typeface="Be Vietnam Pro Medium" pitchFamily="34" charset="-120"/>
              </a:rPr>
              <a:t> Apache</a:t>
            </a:r>
            <a:r>
              <a:rPr lang="en-US" sz="2550" dirty="0" spc="-5" kern="0">
                <a:solidFill>
                  <a:srgbClr val="F3EEE3"/>
                </a:solidFill>
                <a:latin typeface="Be Vietnam Pro Medium" pitchFamily="34" charset="0"/>
                <a:ea typeface="Be Vietnam Pro Medium" pitchFamily="34" charset="-122"/>
                <a:cs typeface="Be Vietnam Pro Medium" pitchFamily="34" charset="-120"/>
              </a:rPr>
              <a:t> 2.0.</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2" kern="0">
                <a:solidFill>
                  <a:srgbClr val="9AA0B5"/>
                </a:solidFill>
                <a:latin typeface="Be Vietnam Pro" pitchFamily="34" charset="0"/>
                <a:ea typeface="Be Vietnam Pro" pitchFamily="34" charset="-122"/>
                <a:cs typeface="Be Vietnam Pro" pitchFamily="34" charset="-120"/>
              </a:rPr>
              <a:t> [S28]</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594871" y="9564832"/>
            <a:ext cx="110836" cy="110836"/>
          </a:xfrm>
          <a:prstGeom prst="ellipse">
            <a:avLst/>
          </a:prstGeom>
          <a:solidFill>
            <a:srgbClr val="FF6A4D"/>
          </a:solidFill>
          <a:ln/>
        </p:spPr>
      </p:sp>
      <p:sp>
        <p:nvSpPr>
          <p:cNvPr id="61" name="Shape 59"/>
          <p:cNvSpPr/>
          <p:nvPr/>
        </p:nvSpPr>
        <p:spPr>
          <a:xfrm>
            <a:off x="7774980" y="9578686"/>
            <a:ext cx="83127" cy="83127"/>
          </a:xfrm>
          <a:prstGeom prst="ellipse">
            <a:avLst/>
          </a:prstGeom>
          <a:solidFill>
            <a:srgbClr val="F3EEE3">
              <a:alpha val="28000"/>
            </a:srgbClr>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3" kern="0">
                <a:solidFill>
                  <a:srgbClr val="9AA0B5"/>
                </a:solidFill>
                <a:latin typeface="Be Vietnam Pro" pitchFamily="34" charset="0"/>
                <a:ea typeface="Be Vietnam Pro" pitchFamily="34" charset="-122"/>
                <a:cs typeface="Be Vietnam Pro" pitchFamily="34" charset="-120"/>
              </a:rPr>
              <a:t> 41/55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b923b3d9-6a78-42c7-b528-a078f5dc4b6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6" kern="0">
                <a:solidFill>
                  <a:srgbClr val="F3EEE3"/>
                </a:solidFill>
                <a:latin typeface="Bricolage Grotesque ExtraBold" pitchFamily="34" charset="0"/>
                <a:ea typeface="Bricolage Grotesque ExtraBold" pitchFamily="34" charset="-122"/>
                <a:cs typeface="Bricolage Grotesque ExtraBold" pitchFamily="34" charset="-120"/>
              </a:rPr>
              <a:t>Humanizer:</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26</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mẫu</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để</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bỏ</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giọng</a:t>
            </a:r>
            <a:r>
              <a:rPr lang="en-US" sz="5700" dirty="0" spc="-126" kern="0">
                <a:solidFill>
                  <a:srgbClr val="F3EEE3"/>
                </a:solidFill>
                <a:latin typeface="Bricolage Grotesque ExtraBold" pitchFamily="34" charset="0"/>
                <a:ea typeface="Bricolage Grotesque ExtraBold" pitchFamily="34" charset="-122"/>
                <a:cs typeface="Bricolage Grotesque ExtraBold" pitchFamily="34" charset="-120"/>
              </a:rPr>
              <a:t> "AI</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viết"</a:t>
            </a:r>
            <a:endParaRPr lang="en-US" sz="5700" dirty="0"/>
          </a:p>
        </p:txBody>
      </p:sp>
      <p:sp>
        <p:nvSpPr>
          <p:cNvPr id="3" name="Shape 1"/>
          <p:cNvSpPr/>
          <p:nvPr/>
        </p:nvSpPr>
        <p:spPr>
          <a:xfrm>
            <a:off x="914400" y="2762250"/>
            <a:ext cx="16459200" cy="1333500"/>
          </a:xfrm>
          <a:prstGeom prst="roundRect">
            <a:avLst>
              <a:gd name="adj" fmla="val 14286"/>
            </a:avLst>
          </a:prstGeom>
          <a:solidFill>
            <a:srgbClr val="1E212B"/>
          </a:solidFill>
          <a:ln w="19050">
            <a:solidFill>
              <a:srgbClr val="2C3040"/>
            </a:solidFill>
            <a:prstDash val="solid"/>
          </a:ln>
        </p:spPr>
      </p:sp>
      <p:sp>
        <p:nvSpPr>
          <p:cNvPr id="4" name="Shape 2"/>
          <p:cNvSpPr/>
          <p:nvPr/>
        </p:nvSpPr>
        <p:spPr>
          <a:xfrm>
            <a:off x="914400" y="2762250"/>
            <a:ext cx="133350" cy="1333500"/>
          </a:xfrm>
          <a:prstGeom prst="roundRect">
            <a:avLst>
              <a:gd name="adj" fmla="val 50000"/>
            </a:avLst>
          </a:prstGeom>
          <a:solidFill>
            <a:srgbClr val="FFB454"/>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FFB454"/>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7" kern="0">
                <a:solidFill>
                  <a:srgbClr val="F3EEE3"/>
                </a:solidFill>
                <a:latin typeface="Be Vietnam Pro" pitchFamily="34" charset="0"/>
                <a:ea typeface="Be Vietnam Pro" pitchFamily="34" charset="-122"/>
                <a:cs typeface="Be Vietnam Pro" pitchFamily="34" charset="-120"/>
              </a:rPr>
              <a:t>"Strips</a:t>
            </a:r>
            <a:r>
              <a:rPr lang="en-US" sz="2700" dirty="0" spc="1" kern="0">
                <a:solidFill>
                  <a:srgbClr val="F3EEE3"/>
                </a:solidFill>
                <a:latin typeface="Be Vietnam Pro" pitchFamily="34" charset="0"/>
                <a:ea typeface="Be Vietnam Pro" pitchFamily="34" charset="-122"/>
                <a:cs typeface="Be Vietnam Pro" pitchFamily="34" charset="-120"/>
              </a:rPr>
              <a:t> the</a:t>
            </a:r>
            <a:r>
              <a:rPr lang="en-US" sz="2700" dirty="0" spc="-2" kern="0">
                <a:solidFill>
                  <a:srgbClr val="F3EEE3"/>
                </a:solidFill>
                <a:latin typeface="Be Vietnam Pro" pitchFamily="34" charset="0"/>
                <a:ea typeface="Be Vietnam Pro" pitchFamily="34" charset="-122"/>
                <a:cs typeface="Be Vietnam Pro" pitchFamily="34" charset="-120"/>
              </a:rPr>
              <a:t> AI</a:t>
            </a:r>
            <a:r>
              <a:rPr lang="en-US" sz="2700" dirty="0" spc="-8" kern="0">
                <a:solidFill>
                  <a:srgbClr val="F3EEE3"/>
                </a:solidFill>
                <a:latin typeface="Be Vietnam Pro" pitchFamily="34" charset="0"/>
                <a:ea typeface="Be Vietnam Pro" pitchFamily="34" charset="-122"/>
                <a:cs typeface="Be Vietnam Pro" pitchFamily="34" charset="-120"/>
              </a:rPr>
              <a:t> tells</a:t>
            </a:r>
            <a:r>
              <a:rPr lang="en-US" sz="2700" dirty="0" spc="-24" kern="0">
                <a:solidFill>
                  <a:srgbClr val="F3EEE3"/>
                </a:solidFill>
                <a:latin typeface="Be Vietnam Pro" pitchFamily="34" charset="0"/>
                <a:ea typeface="Be Vietnam Pro" pitchFamily="34" charset="-122"/>
                <a:cs typeface="Be Vietnam Pro" pitchFamily="34" charset="-120"/>
              </a:rPr>
              <a:t> from</a:t>
            </a:r>
            <a:r>
              <a:rPr lang="en-US" sz="2700" dirty="0" spc="5" kern="0">
                <a:solidFill>
                  <a:srgbClr val="F3EEE3"/>
                </a:solidFill>
                <a:latin typeface="Be Vietnam Pro" pitchFamily="34" charset="0"/>
                <a:ea typeface="Be Vietnam Pro" pitchFamily="34" charset="-122"/>
                <a:cs typeface="Be Vietnam Pro" pitchFamily="34" charset="-120"/>
              </a:rPr>
              <a:t> writing"</a:t>
            </a:r>
            <a:r>
              <a:rPr lang="en-US" sz="2700" dirty="0" spc="-2" kern="0">
                <a:solidFill>
                  <a:srgbClr val="F3EEE3"/>
                </a:solidFill>
                <a:latin typeface="Be Vietnam Pro" pitchFamily="34" charset="0"/>
                <a:ea typeface="Be Vietnam Pro" pitchFamily="34" charset="-122"/>
                <a:cs typeface="Be Vietnam Pro" pitchFamily="34" charset="-120"/>
              </a:rPr>
              <a:t> ·</a:t>
            </a:r>
            <a:r>
              <a:rPr lang="en-US" sz="2700" dirty="0" spc="-17" kern="0">
                <a:solidFill>
                  <a:srgbClr val="F3EEE3"/>
                </a:solidFill>
                <a:latin typeface="Be Vietnam Pro" pitchFamily="34" charset="0"/>
                <a:ea typeface="Be Vietnam Pro" pitchFamily="34" charset="-122"/>
                <a:cs typeface="Be Vietnam Pro" pitchFamily="34" charset="-120"/>
              </a:rPr>
              <a:t> 59k</a:t>
            </a:r>
            <a:r>
              <a:rPr lang="en-US" sz="2700" dirty="0" spc="-10" kern="0">
                <a:solidFill>
                  <a:srgbClr val="F3EEE3"/>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1E212B"/>
          </a:solidFill>
          <a:ln w="19050">
            <a:solidFill>
              <a:srgbClr val="2C3040"/>
            </a:solidFill>
            <a:prstDash val="solid"/>
          </a:ln>
        </p:spPr>
      </p:sp>
      <p:sp>
        <p:nvSpPr>
          <p:cNvPr id="8" name="Shape 6"/>
          <p:cNvSpPr/>
          <p:nvPr/>
        </p:nvSpPr>
        <p:spPr>
          <a:xfrm>
            <a:off x="914400" y="4229100"/>
            <a:ext cx="133350" cy="1333500"/>
          </a:xfrm>
          <a:prstGeom prst="roundRect">
            <a:avLst>
              <a:gd name="adj" fmla="val 50000"/>
            </a:avLst>
          </a:prstGeom>
          <a:solidFill>
            <a:srgbClr val="3DD6A0"/>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3DD6A0"/>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3DD6A0"/>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5" kern="0">
                <a:solidFill>
                  <a:srgbClr val="F3EEE3"/>
                </a:solidFill>
                <a:latin typeface="Be Vietnam Pro" pitchFamily="34" charset="0"/>
                <a:ea typeface="Be Vietnam Pro" pitchFamily="34" charset="-122"/>
                <a:cs typeface="Be Vietnam Pro" pitchFamily="34" charset="-120"/>
              </a:rPr>
              <a:t>Viết</a:t>
            </a:r>
            <a:r>
              <a:rPr lang="en-US" sz="2700" dirty="0" spc="-1" kern="0">
                <a:solidFill>
                  <a:srgbClr val="F3EEE3"/>
                </a:solidFill>
                <a:latin typeface="Be Vietnam Pro" pitchFamily="34" charset="0"/>
                <a:ea typeface="Be Vietnam Pro" pitchFamily="34" charset="-122"/>
                <a:cs typeface="Be Vietnam Pro" pitchFamily="34" charset="-120"/>
              </a:rPr>
              <a:t> lại</a:t>
            </a:r>
            <a:r>
              <a:rPr lang="en-US" sz="2700" dirty="0" spc="-13" kern="0">
                <a:solidFill>
                  <a:srgbClr val="F3EEE3"/>
                </a:solidFill>
                <a:latin typeface="Be Vietnam Pro" pitchFamily="34" charset="0"/>
                <a:ea typeface="Be Vietnam Pro" pitchFamily="34" charset="-122"/>
                <a:cs typeface="Be Vietnam Pro" pitchFamily="34" charset="-120"/>
              </a:rPr>
              <a:t> văn</a:t>
            </a:r>
            <a:r>
              <a:rPr lang="en-US" sz="2700" dirty="0" spc="-6" kern="0">
                <a:solidFill>
                  <a:srgbClr val="F3EEE3"/>
                </a:solidFill>
                <a:latin typeface="Be Vietnam Pro" pitchFamily="34" charset="0"/>
                <a:ea typeface="Be Vietnam Pro" pitchFamily="34" charset="-122"/>
                <a:cs typeface="Be Vietnam Pro" pitchFamily="34" charset="-120"/>
              </a:rPr>
              <a:t> bản</a:t>
            </a:r>
            <a:r>
              <a:rPr lang="en-US" sz="2700" dirty="0" spc="-2" kern="0">
                <a:solidFill>
                  <a:srgbClr val="F3EEE3"/>
                </a:solidFill>
                <a:latin typeface="Be Vietnam Pro" pitchFamily="34" charset="0"/>
                <a:ea typeface="Be Vietnam Pro" pitchFamily="34" charset="-122"/>
                <a:cs typeface="Be Vietnam Pro" pitchFamily="34" charset="-120"/>
              </a:rPr>
              <a:t> AI</a:t>
            </a:r>
            <a:r>
              <a:rPr lang="en-US" sz="2700" dirty="0" spc="-1" kern="0">
                <a:solidFill>
                  <a:srgbClr val="F3EEE3"/>
                </a:solidFill>
                <a:latin typeface="Be Vietnam Pro" pitchFamily="34" charset="0"/>
                <a:ea typeface="Be Vietnam Pro" pitchFamily="34" charset="-122"/>
                <a:cs typeface="Be Vietnam Pro" pitchFamily="34" charset="-120"/>
              </a:rPr>
              <a:t> cho</a:t>
            </a:r>
            <a:r>
              <a:rPr lang="en-US" sz="2700" dirty="0" spc="-2" kern="0">
                <a:solidFill>
                  <a:srgbClr val="F3EEE3"/>
                </a:solidFill>
                <a:latin typeface="Be Vietnam Pro" pitchFamily="34" charset="0"/>
                <a:ea typeface="Be Vietnam Pro" pitchFamily="34" charset="-122"/>
                <a:cs typeface="Be Vietnam Pro" pitchFamily="34" charset="-120"/>
              </a:rPr>
              <a:t> giống</a:t>
            </a:r>
            <a:r>
              <a:rPr lang="en-US" sz="2700" dirty="0" spc="6" kern="0">
                <a:solidFill>
                  <a:srgbClr val="F3EEE3"/>
                </a:solidFill>
                <a:latin typeface="Be Vietnam Pro" pitchFamily="34" charset="0"/>
                <a:ea typeface="Be Vietnam Pro" pitchFamily="34" charset="-122"/>
                <a:cs typeface="Be Vietnam Pro" pitchFamily="34" charset="-120"/>
              </a:rPr>
              <a:t> người</a:t>
            </a:r>
            <a:r>
              <a:rPr lang="en-US" sz="2700" dirty="0" spc="-4" kern="0">
                <a:solidFill>
                  <a:srgbClr val="F3EEE3"/>
                </a:solidFill>
                <a:latin typeface="Be Vietnam Pro" pitchFamily="34" charset="0"/>
                <a:ea typeface="Be Vietnam Pro" pitchFamily="34" charset="-122"/>
                <a:cs typeface="Be Vietnam Pro" pitchFamily="34" charset="-120"/>
              </a:rPr>
              <a:t> viết,</a:t>
            </a:r>
            <a:r>
              <a:rPr lang="en-US" sz="2700" dirty="0" spc="-2" kern="0">
                <a:solidFill>
                  <a:srgbClr val="F3EEE3"/>
                </a:solidFill>
                <a:latin typeface="Be Vietnam Pro" pitchFamily="34" charset="0"/>
                <a:ea typeface="Be Vietnam Pro" pitchFamily="34" charset="-122"/>
                <a:cs typeface="Be Vietnam Pro" pitchFamily="34" charset="-120"/>
              </a:rPr>
              <a:t> không</a:t>
            </a:r>
            <a:r>
              <a:rPr lang="en-US" sz="2700" dirty="0" spc="13" kern="0">
                <a:solidFill>
                  <a:srgbClr val="F3EEE3"/>
                </a:solidFill>
                <a:latin typeface="Be Vietnam Pro" pitchFamily="34" charset="0"/>
                <a:ea typeface="Be Vietnam Pro" pitchFamily="34" charset="-122"/>
                <a:cs typeface="Be Vietnam Pro" pitchFamily="34" charset="-120"/>
              </a:rPr>
              <a:t> đổi</a:t>
            </a:r>
            <a:r>
              <a:rPr lang="en-US" sz="2700" dirty="0" spc="0" kern="0">
                <a:solidFill>
                  <a:srgbClr val="F3EEE3"/>
                </a:solidFill>
                <a:latin typeface="Be Vietnam Pro" pitchFamily="34" charset="0"/>
                <a:ea typeface="Be Vietnam Pro" pitchFamily="34" charset="-122"/>
                <a:cs typeface="Be Vietnam Pro" pitchFamily="34" charset="-120"/>
              </a:rPr>
              <a:t> ý,</a:t>
            </a:r>
            <a:r>
              <a:rPr lang="en-US" sz="2700" dirty="0" spc="6" kern="0">
                <a:solidFill>
                  <a:srgbClr val="F3EEE3"/>
                </a:solidFill>
                <a:latin typeface="Be Vietnam Pro" pitchFamily="34" charset="0"/>
                <a:ea typeface="Be Vietnam Pro" pitchFamily="34" charset="-122"/>
                <a:cs typeface="Be Vietnam Pro" pitchFamily="34" charset="-120"/>
              </a:rPr>
              <a:t> dựa</a:t>
            </a:r>
            <a:r>
              <a:rPr lang="en-US" sz="2700" dirty="0" spc="-24" kern="0">
                <a:solidFill>
                  <a:srgbClr val="F3EEE3"/>
                </a:solidFill>
                <a:latin typeface="Be Vietnam Pro" pitchFamily="34" charset="0"/>
                <a:ea typeface="Be Vietnam Pro" pitchFamily="34" charset="-122"/>
                <a:cs typeface="Be Vietnam Pro" pitchFamily="34" charset="-120"/>
              </a:rPr>
              <a:t> trên</a:t>
            </a:r>
            <a:r>
              <a:rPr lang="en-US" sz="2700" dirty="0" spc="-1" kern="0">
                <a:solidFill>
                  <a:srgbClr val="F3EEE3"/>
                </a:solidFill>
                <a:latin typeface="Be Vietnam Pro" pitchFamily="34" charset="0"/>
                <a:ea typeface="Be Vietnam Pro" pitchFamily="34" charset="-122"/>
                <a:cs typeface="Be Vietnam Pro" pitchFamily="34" charset="-120"/>
              </a:rPr>
              <a:t> Signs</a:t>
            </a:r>
            <a:r>
              <a:rPr lang="en-US" sz="2700" dirty="0" spc="-2" kern="0">
                <a:solidFill>
                  <a:srgbClr val="F3EEE3"/>
                </a:solidFill>
                <a:latin typeface="Be Vietnam Pro" pitchFamily="34" charset="0"/>
                <a:ea typeface="Be Vietnam Pro" pitchFamily="34" charset="-122"/>
                <a:cs typeface="Be Vietnam Pro" pitchFamily="34" charset="-120"/>
              </a:rPr>
              <a:t> of AI</a:t>
            </a:r>
            <a:r>
              <a:rPr lang="en-US" sz="2700" dirty="0" spc="6" kern="0">
                <a:solidFill>
                  <a:srgbClr val="F3EEE3"/>
                </a:solidFill>
                <a:latin typeface="Be Vietnam Pro" pitchFamily="34" charset="0"/>
                <a:ea typeface="Be Vietnam Pro" pitchFamily="34" charset="-122"/>
                <a:cs typeface="Be Vietnam Pro" pitchFamily="34" charset="-120"/>
              </a:rPr>
              <a:t> writing</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3" kern="0">
                <a:solidFill>
                  <a:srgbClr val="F3EEE3"/>
                </a:solidFill>
                <a:latin typeface="Be Vietnam Pro" pitchFamily="34" charset="0"/>
                <a:ea typeface="Be Vietnam Pro" pitchFamily="34" charset="-122"/>
                <a:cs typeface="Be Vietnam Pro" pitchFamily="34" charset="-120"/>
              </a:rPr>
              <a:t> Wikipedia.</a:t>
            </a:r>
            <a:endParaRPr lang="en-US" sz="2700" dirty="0"/>
          </a:p>
        </p:txBody>
      </p:sp>
      <p:sp>
        <p:nvSpPr>
          <p:cNvPr id="11" name="Shape 9"/>
          <p:cNvSpPr/>
          <p:nvPr/>
        </p:nvSpPr>
        <p:spPr>
          <a:xfrm>
            <a:off x="914400" y="5695950"/>
            <a:ext cx="16459200" cy="1333500"/>
          </a:xfrm>
          <a:prstGeom prst="roundRect">
            <a:avLst>
              <a:gd name="adj" fmla="val 14286"/>
            </a:avLst>
          </a:prstGeom>
          <a:solidFill>
            <a:srgbClr val="1E212B"/>
          </a:solidFill>
          <a:ln w="19050">
            <a:solidFill>
              <a:srgbClr val="2C3040"/>
            </a:solidFill>
            <a:prstDash val="solid"/>
          </a:ln>
        </p:spPr>
      </p:sp>
      <p:sp>
        <p:nvSpPr>
          <p:cNvPr id="12" name="Shape 10"/>
          <p:cNvSpPr/>
          <p:nvPr/>
        </p:nvSpPr>
        <p:spPr>
          <a:xfrm>
            <a:off x="914400" y="5695950"/>
            <a:ext cx="133350" cy="1333500"/>
          </a:xfrm>
          <a:prstGeom prst="roundRect">
            <a:avLst>
              <a:gd name="adj" fmla="val 50000"/>
            </a:avLst>
          </a:prstGeom>
          <a:solidFill>
            <a:srgbClr val="FF6A4D"/>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FF6A4D"/>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FF6A4D"/>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/plugin</a:t>
            </a:r>
            <a:r>
              <a:rPr lang="en-US" sz="2700" dirty="0" spc="-12" kern="0">
                <a:solidFill>
                  <a:srgbClr val="F3EEE3"/>
                </a:solidFill>
                <a:latin typeface="Be Vietnam Pro" pitchFamily="34" charset="0"/>
                <a:ea typeface="Be Vietnam Pro" pitchFamily="34" charset="-122"/>
                <a:cs typeface="Be Vietnam Pro" pitchFamily="34" charset="-120"/>
              </a:rPr>
              <a:t> marketplace</a:t>
            </a:r>
            <a:r>
              <a:rPr lang="en-US" sz="2700" dirty="0" spc="-4" kern="0">
                <a:solidFill>
                  <a:srgbClr val="F3EEE3"/>
                </a:solidFill>
                <a:latin typeface="Be Vietnam Pro" pitchFamily="34" charset="0"/>
                <a:ea typeface="Be Vietnam Pro" pitchFamily="34" charset="-122"/>
                <a:cs typeface="Be Vietnam Pro" pitchFamily="34" charset="-120"/>
              </a:rPr>
              <a:t> add</a:t>
            </a:r>
            <a:r>
              <a:rPr lang="en-US" sz="2700" dirty="0" spc="-2" kern="0">
                <a:solidFill>
                  <a:srgbClr val="F3EEE3"/>
                </a:solidFill>
                <a:latin typeface="Be Vietnam Pro" pitchFamily="34" charset="0"/>
                <a:ea typeface="Be Vietnam Pro" pitchFamily="34" charset="-122"/>
                <a:cs typeface="Be Vietnam Pro" pitchFamily="34" charset="-120"/>
              </a:rPr>
              <a:t> blader/humanizer,</a:t>
            </a:r>
            <a:r>
              <a:rPr lang="en-US" sz="2700" dirty="0" spc="-30" kern="0">
                <a:solidFill>
                  <a:srgbClr val="F3EEE3"/>
                </a:solidFill>
                <a:latin typeface="Be Vietnam Pro" pitchFamily="34" charset="0"/>
                <a:ea typeface="Be Vietnam Pro" pitchFamily="34" charset="-122"/>
                <a:cs typeface="Be Vietnam Pro" pitchFamily="34" charset="-120"/>
              </a:rPr>
              <a:t> rồi</a:t>
            </a:r>
            <a:r>
              <a:rPr lang="en-US" sz="2700" dirty="0" spc="-1" kern="0">
                <a:solidFill>
                  <a:srgbClr val="F3EEE3"/>
                </a:solidFill>
                <a:latin typeface="Be Vietnam Pro" pitchFamily="34" charset="0"/>
                <a:ea typeface="Be Vietnam Pro" pitchFamily="34" charset="-122"/>
                <a:cs typeface="Be Vietnam Pro" pitchFamily="34" charset="-120"/>
              </a:rPr>
              <a:t> /plugin</a:t>
            </a:r>
            <a:r>
              <a:rPr lang="en-US" sz="2700" dirty="0" spc="-11" kern="0">
                <a:solidFill>
                  <a:srgbClr val="F3EEE3"/>
                </a:solidFill>
                <a:latin typeface="Be Vietnam Pro" pitchFamily="34" charset="0"/>
                <a:ea typeface="Be Vietnam Pro" pitchFamily="34" charset="-122"/>
                <a:cs typeface="Be Vietnam Pro" pitchFamily="34" charset="-120"/>
              </a:rPr>
              <a:t> install</a:t>
            </a:r>
            <a:r>
              <a:rPr lang="en-US" sz="2700" dirty="0" spc="-3" kern="0">
                <a:solidFill>
                  <a:srgbClr val="F3EEE3"/>
                </a:solidFill>
                <a:latin typeface="Be Vietnam Pro" pitchFamily="34" charset="0"/>
                <a:ea typeface="Be Vietnam Pro" pitchFamily="34" charset="-122"/>
                <a:cs typeface="Be Vietnam Pro" pitchFamily="34" charset="-120"/>
              </a:rPr>
              <a:t> humanizer@humanizer</a:t>
            </a:r>
            <a:endParaRPr lang="en-US" sz="2700" dirty="0"/>
          </a:p>
        </p:txBody>
      </p:sp>
      <p:sp>
        <p:nvSpPr>
          <p:cNvPr id="15" name="Shape 13"/>
          <p:cNvSpPr/>
          <p:nvPr/>
        </p:nvSpPr>
        <p:spPr>
          <a:xfrm>
            <a:off x="914400" y="7162800"/>
            <a:ext cx="16459200" cy="1333500"/>
          </a:xfrm>
          <a:prstGeom prst="roundRect">
            <a:avLst>
              <a:gd name="adj" fmla="val 14286"/>
            </a:avLst>
          </a:prstGeom>
          <a:solidFill>
            <a:srgbClr val="1E212B"/>
          </a:solidFill>
          <a:ln w="19050">
            <a:solidFill>
              <a:srgbClr val="2C3040"/>
            </a:solidFill>
            <a:prstDash val="solid"/>
          </a:ln>
        </p:spPr>
      </p:sp>
      <p:sp>
        <p:nvSpPr>
          <p:cNvPr id="16" name="Shape 14"/>
          <p:cNvSpPr/>
          <p:nvPr/>
        </p:nvSpPr>
        <p:spPr>
          <a:xfrm>
            <a:off x="914400" y="7162800"/>
            <a:ext cx="133350" cy="1333500"/>
          </a:xfrm>
          <a:prstGeom prst="roundRect">
            <a:avLst>
              <a:gd name="adj" fmla="val 50000"/>
            </a:avLst>
          </a:prstGeom>
          <a:solidFill>
            <a:srgbClr val="7C93FF"/>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7C93FF"/>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7C93FF"/>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Qua</a:t>
            </a:r>
            <a:r>
              <a:rPr lang="en-US" sz="2700" dirty="0" spc="-13" kern="0">
                <a:solidFill>
                  <a:srgbClr val="F3EEE3"/>
                </a:solidFill>
                <a:latin typeface="Be Vietnam Pro" pitchFamily="34" charset="0"/>
                <a:ea typeface="Be Vietnam Pro" pitchFamily="34" charset="-122"/>
                <a:cs typeface="Be Vietnam Pro" pitchFamily="34" charset="-120"/>
              </a:rPr>
              <a:t> mặt</a:t>
            </a:r>
            <a:r>
              <a:rPr lang="en-US" sz="2700" dirty="0" spc="-8" kern="0">
                <a:solidFill>
                  <a:srgbClr val="F3EEE3"/>
                </a:solidFill>
                <a:latin typeface="Be Vietnam Pro" pitchFamily="34" charset="0"/>
                <a:ea typeface="Be Vietnam Pro" pitchFamily="34" charset="-122"/>
                <a:cs typeface="Be Vietnam Pro" pitchFamily="34" charset="-120"/>
              </a:rPr>
              <a:t> bộ</a:t>
            </a:r>
            <a:r>
              <a:rPr lang="en-US" sz="2700" dirty="0" spc="-11" kern="0">
                <a:solidFill>
                  <a:srgbClr val="F3EEE3"/>
                </a:solidFill>
                <a:latin typeface="Be Vietnam Pro" pitchFamily="34" charset="0"/>
                <a:ea typeface="Be Vietnam Pro" pitchFamily="34" charset="-122"/>
                <a:cs typeface="Be Vietnam Pro" pitchFamily="34" charset="-120"/>
              </a:rPr>
              <a:t> phát</a:t>
            </a:r>
            <a:r>
              <a:rPr lang="en-US" sz="2700" dirty="0" spc="-2" kern="0">
                <a:solidFill>
                  <a:srgbClr val="F3EEE3"/>
                </a:solidFill>
                <a:latin typeface="Be Vietnam Pro" pitchFamily="34" charset="0"/>
                <a:ea typeface="Be Vietnam Pro" pitchFamily="34" charset="-122"/>
                <a:cs typeface="Be Vietnam Pro" pitchFamily="34" charset="-120"/>
              </a:rPr>
              <a:t> hiện</a:t>
            </a:r>
            <a:r>
              <a:rPr lang="en-US" sz="2700" dirty="0" spc="-3" kern="0">
                <a:solidFill>
                  <a:srgbClr val="F3EEE3"/>
                </a:solidFill>
                <a:latin typeface="Be Vietnam Pro" pitchFamily="34" charset="0"/>
                <a:ea typeface="Be Vietnam Pro" pitchFamily="34" charset="-122"/>
                <a:cs typeface="Be Vietnam Pro" pitchFamily="34" charset="-120"/>
              </a:rPr>
              <a:t> AI</a:t>
            </a:r>
            <a:r>
              <a:rPr lang="en-US" sz="2700" dirty="0" spc="-2" kern="0">
                <a:solidFill>
                  <a:srgbClr val="F3EEE3"/>
                </a:solidFill>
                <a:latin typeface="Be Vietnam Pro" pitchFamily="34" charset="0"/>
                <a:ea typeface="Be Vietnam Pro" pitchFamily="34" charset="-122"/>
                <a:cs typeface="Be Vietnam Pro" pitchFamily="34" charset="-120"/>
              </a:rPr>
              <a:t> không phải</a:t>
            </a:r>
            <a:r>
              <a:rPr lang="en-US" sz="2700" dirty="0" spc="-1" kern="0">
                <a:solidFill>
                  <a:srgbClr val="F3EEE3"/>
                </a:solidFill>
                <a:latin typeface="Be Vietnam Pro" pitchFamily="34" charset="0"/>
                <a:ea typeface="Be Vietnam Pro" pitchFamily="34" charset="-122"/>
                <a:cs typeface="Be Vietnam Pro" pitchFamily="34" charset="-120"/>
              </a:rPr>
              <a:t> mục</a:t>
            </a:r>
            <a:r>
              <a:rPr lang="en-US" sz="2700" dirty="0" spc="1" kern="0">
                <a:solidFill>
                  <a:srgbClr val="F3EEE3"/>
                </a:solidFill>
                <a:latin typeface="Be Vietnam Pro" pitchFamily="34" charset="0"/>
                <a:ea typeface="Be Vietnam Pro" pitchFamily="34" charset="-122"/>
                <a:cs typeface="Be Vietnam Pro" pitchFamily="34" charset="-120"/>
              </a:rPr>
              <a:t> tiêu;</a:t>
            </a:r>
            <a:r>
              <a:rPr lang="en-US" sz="2700" dirty="0" spc="-1" kern="0">
                <a:solidFill>
                  <a:srgbClr val="F3EEE3"/>
                </a:solidFill>
                <a:latin typeface="Be Vietnam Pro" pitchFamily="34" charset="0"/>
                <a:ea typeface="Be Vietnam Pro" pitchFamily="34" charset="-122"/>
                <a:cs typeface="Be Vietnam Pro" pitchFamily="34" charset="-120"/>
              </a:rPr>
              <a:t> 16</a:t>
            </a:r>
            <a:r>
              <a:rPr lang="en-US" sz="2700" dirty="0" spc="-24" kern="0">
                <a:solidFill>
                  <a:srgbClr val="F3EEE3"/>
                </a:solidFill>
                <a:latin typeface="Be Vietnam Pro" pitchFamily="34" charset="0"/>
                <a:ea typeface="Be Vietnam Pro" pitchFamily="34" charset="-122"/>
                <a:cs typeface="Be Vietnam Pro" pitchFamily="34" charset="-120"/>
              </a:rPr>
              <a:t> trên</a:t>
            </a:r>
            <a:r>
              <a:rPr lang="en-US" sz="2700" dirty="0" spc="-1" kern="0">
                <a:solidFill>
                  <a:srgbClr val="F3EEE3"/>
                </a:solidFill>
                <a:latin typeface="Be Vietnam Pro" pitchFamily="34" charset="0"/>
                <a:ea typeface="Be Vietnam Pro" pitchFamily="34" charset="-122"/>
                <a:cs typeface="Be Vietnam Pro" pitchFamily="34" charset="-120"/>
              </a:rPr>
              <a:t> 16 là thử</a:t>
            </a:r>
            <a:r>
              <a:rPr lang="en-US" sz="2700" dirty="0" spc="-3" kern="0">
                <a:solidFill>
                  <a:srgbClr val="F3EEE3"/>
                </a:solidFill>
                <a:latin typeface="Be Vietnam Pro" pitchFamily="34" charset="0"/>
                <a:ea typeface="Be Vietnam Pro" pitchFamily="34" charset="-122"/>
                <a:cs typeface="Be Vietnam Pro" pitchFamily="34" charset="-120"/>
              </a:rPr>
              <a:t> mù</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11" kern="0">
                <a:solidFill>
                  <a:srgbClr val="F3EEE3"/>
                </a:solidFill>
                <a:latin typeface="Be Vietnam Pro" pitchFamily="34" charset="0"/>
                <a:ea typeface="Be Vietnam Pro" pitchFamily="34" charset="-122"/>
                <a:cs typeface="Be Vietnam Pro" pitchFamily="34" charset="-120"/>
              </a:rPr>
              <a:t> tác</a:t>
            </a:r>
            <a:r>
              <a:rPr lang="en-US" sz="2700" dirty="0" spc="-2" kern="0">
                <a:solidFill>
                  <a:srgbClr val="F3EEE3"/>
                </a:solidFill>
                <a:latin typeface="Be Vietnam Pro" pitchFamily="34" charset="0"/>
                <a:ea typeface="Be Vietnam Pro" pitchFamily="34" charset="-122"/>
                <a:cs typeface="Be Vietnam Pro" pitchFamily="34" charset="-120"/>
              </a:rPr>
              <a:t> giả.</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1" kern="0">
                <a:solidFill>
                  <a:srgbClr val="9AA0B5"/>
                </a:solidFill>
                <a:latin typeface="Be Vietnam Pro" pitchFamily="34" charset="0"/>
                <a:ea typeface="Be Vietnam Pro" pitchFamily="34" charset="-122"/>
                <a:cs typeface="Be Vietnam Pro" pitchFamily="34" charset="-120"/>
              </a:rPr>
              <a:t> [S29]</a:t>
            </a:r>
            <a:endParaRPr lang="en-US" sz="1800" dirty="0"/>
          </a:p>
        </p:txBody>
      </p:sp>
      <p:sp>
        <p:nvSpPr>
          <p:cNvPr id="20" name="Shape 18"/>
          <p:cNvSpPr/>
          <p:nvPr/>
        </p:nvSpPr>
        <p:spPr>
          <a:xfrm>
            <a:off x="958561" y="9578686"/>
            <a:ext cx="83127" cy="83127"/>
          </a:xfrm>
          <a:prstGeom prst="ellipse">
            <a:avLst/>
          </a:prstGeom>
          <a:solidFill>
            <a:srgbClr val="F3EEE3">
              <a:alpha val="28000"/>
            </a:srgbClr>
          </a:solidFill>
          <a:ln/>
        </p:spPr>
      </p:sp>
      <p:sp>
        <p:nvSpPr>
          <p:cNvPr id="21" name="Shape 19"/>
          <p:cNvSpPr/>
          <p:nvPr/>
        </p:nvSpPr>
        <p:spPr>
          <a:xfrm>
            <a:off x="1124815" y="9578686"/>
            <a:ext cx="83127" cy="83127"/>
          </a:xfrm>
          <a:prstGeom prst="ellipse">
            <a:avLst/>
          </a:prstGeom>
          <a:solidFill>
            <a:srgbClr val="F3EEE3">
              <a:alpha val="28000"/>
            </a:srgbClr>
          </a:solidFill>
          <a:ln/>
        </p:spPr>
      </p:sp>
      <p:sp>
        <p:nvSpPr>
          <p:cNvPr id="22" name="Shape 20"/>
          <p:cNvSpPr/>
          <p:nvPr/>
        </p:nvSpPr>
        <p:spPr>
          <a:xfrm>
            <a:off x="1291070" y="9578686"/>
            <a:ext cx="83127" cy="83127"/>
          </a:xfrm>
          <a:prstGeom prst="ellipse">
            <a:avLst/>
          </a:prstGeom>
          <a:solidFill>
            <a:srgbClr val="F3EEE3">
              <a:alpha val="28000"/>
            </a:srgbClr>
          </a:solidFill>
          <a:ln/>
        </p:spPr>
      </p:sp>
      <p:sp>
        <p:nvSpPr>
          <p:cNvPr id="23" name="Shape 21"/>
          <p:cNvSpPr/>
          <p:nvPr/>
        </p:nvSpPr>
        <p:spPr>
          <a:xfrm>
            <a:off x="1457324" y="9578686"/>
            <a:ext cx="83127" cy="83127"/>
          </a:xfrm>
          <a:prstGeom prst="ellipse">
            <a:avLst/>
          </a:prstGeom>
          <a:solidFill>
            <a:srgbClr val="F3EEE3">
              <a:alpha val="28000"/>
            </a:srgbClr>
          </a:solidFill>
          <a:ln/>
        </p:spPr>
      </p:sp>
      <p:sp>
        <p:nvSpPr>
          <p:cNvPr id="24" name="Shape 22"/>
          <p:cNvSpPr/>
          <p:nvPr/>
        </p:nvSpPr>
        <p:spPr>
          <a:xfrm>
            <a:off x="1623578" y="9578686"/>
            <a:ext cx="83127" cy="83127"/>
          </a:xfrm>
          <a:prstGeom prst="ellipse">
            <a:avLst/>
          </a:prstGeom>
          <a:solidFill>
            <a:srgbClr val="F3EEE3">
              <a:alpha val="28000"/>
            </a:srgbClr>
          </a:solidFill>
          <a:ln/>
        </p:spPr>
      </p:sp>
      <p:sp>
        <p:nvSpPr>
          <p:cNvPr id="25" name="Shape 23"/>
          <p:cNvSpPr/>
          <p:nvPr/>
        </p:nvSpPr>
        <p:spPr>
          <a:xfrm>
            <a:off x="1789832" y="9578686"/>
            <a:ext cx="83127" cy="83127"/>
          </a:xfrm>
          <a:prstGeom prst="ellipse">
            <a:avLst/>
          </a:prstGeom>
          <a:solidFill>
            <a:srgbClr val="F3EEE3">
              <a:alpha val="28000"/>
            </a:srgbClr>
          </a:solidFill>
          <a:ln/>
        </p:spPr>
      </p:sp>
      <p:sp>
        <p:nvSpPr>
          <p:cNvPr id="26" name="Shape 24"/>
          <p:cNvSpPr/>
          <p:nvPr/>
        </p:nvSpPr>
        <p:spPr>
          <a:xfrm>
            <a:off x="1956086" y="9578686"/>
            <a:ext cx="83127" cy="83127"/>
          </a:xfrm>
          <a:prstGeom prst="ellipse">
            <a:avLst/>
          </a:prstGeom>
          <a:solidFill>
            <a:srgbClr val="F3EEE3">
              <a:alpha val="28000"/>
            </a:srgbClr>
          </a:solidFill>
          <a:ln/>
        </p:spPr>
      </p:sp>
      <p:sp>
        <p:nvSpPr>
          <p:cNvPr id="27" name="Shape 25"/>
          <p:cNvSpPr/>
          <p:nvPr/>
        </p:nvSpPr>
        <p:spPr>
          <a:xfrm>
            <a:off x="2122340" y="9578686"/>
            <a:ext cx="83127" cy="83127"/>
          </a:xfrm>
          <a:prstGeom prst="ellipse">
            <a:avLst/>
          </a:prstGeom>
          <a:solidFill>
            <a:srgbClr val="F3EEE3">
              <a:alpha val="28000"/>
            </a:srgbClr>
          </a:solidFill>
          <a:ln/>
        </p:spPr>
      </p:sp>
      <p:sp>
        <p:nvSpPr>
          <p:cNvPr id="28" name="Shape 26"/>
          <p:cNvSpPr/>
          <p:nvPr/>
        </p:nvSpPr>
        <p:spPr>
          <a:xfrm>
            <a:off x="2288594" y="9578686"/>
            <a:ext cx="83127" cy="83127"/>
          </a:xfrm>
          <a:prstGeom prst="ellipse">
            <a:avLst/>
          </a:prstGeom>
          <a:solidFill>
            <a:srgbClr val="F3EEE3">
              <a:alpha val="28000"/>
            </a:srgbClr>
          </a:solidFill>
          <a:ln/>
        </p:spPr>
      </p:sp>
      <p:sp>
        <p:nvSpPr>
          <p:cNvPr id="29" name="Shape 27"/>
          <p:cNvSpPr/>
          <p:nvPr/>
        </p:nvSpPr>
        <p:spPr>
          <a:xfrm>
            <a:off x="2454848" y="9578686"/>
            <a:ext cx="83127" cy="83127"/>
          </a:xfrm>
          <a:prstGeom prst="ellipse">
            <a:avLst/>
          </a:prstGeom>
          <a:solidFill>
            <a:srgbClr val="F3EEE3">
              <a:alpha val="28000"/>
            </a:srgbClr>
          </a:solidFill>
          <a:ln/>
        </p:spPr>
      </p:sp>
      <p:sp>
        <p:nvSpPr>
          <p:cNvPr id="30" name="Shape 28"/>
          <p:cNvSpPr/>
          <p:nvPr/>
        </p:nvSpPr>
        <p:spPr>
          <a:xfrm>
            <a:off x="2621102" y="9578686"/>
            <a:ext cx="83127" cy="83127"/>
          </a:xfrm>
          <a:prstGeom prst="ellipse">
            <a:avLst/>
          </a:prstGeom>
          <a:solidFill>
            <a:srgbClr val="F3EEE3">
              <a:alpha val="28000"/>
            </a:srgbClr>
          </a:solidFill>
          <a:ln/>
        </p:spPr>
      </p:sp>
      <p:sp>
        <p:nvSpPr>
          <p:cNvPr id="31" name="Shape 29"/>
          <p:cNvSpPr/>
          <p:nvPr/>
        </p:nvSpPr>
        <p:spPr>
          <a:xfrm>
            <a:off x="2787357" y="9578686"/>
            <a:ext cx="83127" cy="83127"/>
          </a:xfrm>
          <a:prstGeom prst="ellipse">
            <a:avLst/>
          </a:prstGeom>
          <a:solidFill>
            <a:srgbClr val="F3EEE3">
              <a:alpha val="28000"/>
            </a:srgbClr>
          </a:solidFill>
          <a:ln/>
        </p:spPr>
      </p:sp>
      <p:sp>
        <p:nvSpPr>
          <p:cNvPr id="32" name="Shape 30"/>
          <p:cNvSpPr/>
          <p:nvPr/>
        </p:nvSpPr>
        <p:spPr>
          <a:xfrm>
            <a:off x="2953611" y="9578686"/>
            <a:ext cx="83127" cy="83127"/>
          </a:xfrm>
          <a:prstGeom prst="ellipse">
            <a:avLst/>
          </a:prstGeom>
          <a:solidFill>
            <a:srgbClr val="F3EEE3">
              <a:alpha val="28000"/>
            </a:srgbClr>
          </a:solidFill>
          <a:ln/>
        </p:spPr>
      </p:sp>
      <p:sp>
        <p:nvSpPr>
          <p:cNvPr id="33" name="Shape 31"/>
          <p:cNvSpPr/>
          <p:nvPr/>
        </p:nvSpPr>
        <p:spPr>
          <a:xfrm>
            <a:off x="3119865" y="9578686"/>
            <a:ext cx="83127" cy="83127"/>
          </a:xfrm>
          <a:prstGeom prst="ellipse">
            <a:avLst/>
          </a:prstGeom>
          <a:solidFill>
            <a:srgbClr val="F3EEE3">
              <a:alpha val="28000"/>
            </a:srgbClr>
          </a:solidFill>
          <a:ln/>
        </p:spPr>
      </p:sp>
      <p:sp>
        <p:nvSpPr>
          <p:cNvPr id="34" name="Shape 32"/>
          <p:cNvSpPr/>
          <p:nvPr/>
        </p:nvSpPr>
        <p:spPr>
          <a:xfrm>
            <a:off x="3286119" y="9578686"/>
            <a:ext cx="83127" cy="83127"/>
          </a:xfrm>
          <a:prstGeom prst="ellipse">
            <a:avLst/>
          </a:prstGeom>
          <a:solidFill>
            <a:srgbClr val="F3EEE3">
              <a:alpha val="28000"/>
            </a:srgbClr>
          </a:solidFill>
          <a:ln/>
        </p:spPr>
      </p:sp>
      <p:sp>
        <p:nvSpPr>
          <p:cNvPr id="35" name="Shape 33"/>
          <p:cNvSpPr/>
          <p:nvPr/>
        </p:nvSpPr>
        <p:spPr>
          <a:xfrm>
            <a:off x="3452373" y="9578686"/>
            <a:ext cx="83127" cy="83127"/>
          </a:xfrm>
          <a:prstGeom prst="ellipse">
            <a:avLst/>
          </a:prstGeom>
          <a:solidFill>
            <a:srgbClr val="F3EEE3">
              <a:alpha val="28000"/>
            </a:srgbClr>
          </a:solidFill>
          <a:ln/>
        </p:spPr>
      </p:sp>
      <p:sp>
        <p:nvSpPr>
          <p:cNvPr id="36" name="Shape 34"/>
          <p:cNvSpPr/>
          <p:nvPr/>
        </p:nvSpPr>
        <p:spPr>
          <a:xfrm>
            <a:off x="3618627" y="9578686"/>
            <a:ext cx="83127" cy="83127"/>
          </a:xfrm>
          <a:prstGeom prst="ellipse">
            <a:avLst/>
          </a:prstGeom>
          <a:solidFill>
            <a:srgbClr val="F3EEE3">
              <a:alpha val="28000"/>
            </a:srgbClr>
          </a:solidFill>
          <a:ln/>
        </p:spPr>
      </p:sp>
      <p:sp>
        <p:nvSpPr>
          <p:cNvPr id="37" name="Shape 35"/>
          <p:cNvSpPr/>
          <p:nvPr/>
        </p:nvSpPr>
        <p:spPr>
          <a:xfrm>
            <a:off x="3784881" y="9578686"/>
            <a:ext cx="83127" cy="83127"/>
          </a:xfrm>
          <a:prstGeom prst="ellipse">
            <a:avLst/>
          </a:prstGeom>
          <a:solidFill>
            <a:srgbClr val="F3EEE3">
              <a:alpha val="28000"/>
            </a:srgbClr>
          </a:solidFill>
          <a:ln/>
        </p:spPr>
      </p:sp>
      <p:sp>
        <p:nvSpPr>
          <p:cNvPr id="38" name="Shape 36"/>
          <p:cNvSpPr/>
          <p:nvPr/>
        </p:nvSpPr>
        <p:spPr>
          <a:xfrm>
            <a:off x="3951135" y="9578686"/>
            <a:ext cx="83127" cy="83127"/>
          </a:xfrm>
          <a:prstGeom prst="ellipse">
            <a:avLst/>
          </a:prstGeom>
          <a:solidFill>
            <a:srgbClr val="F3EEE3">
              <a:alpha val="28000"/>
            </a:srgbClr>
          </a:solidFill>
          <a:ln/>
        </p:spPr>
      </p:sp>
      <p:sp>
        <p:nvSpPr>
          <p:cNvPr id="39" name="Shape 37"/>
          <p:cNvSpPr/>
          <p:nvPr/>
        </p:nvSpPr>
        <p:spPr>
          <a:xfrm>
            <a:off x="4117389" y="9578686"/>
            <a:ext cx="83127" cy="83127"/>
          </a:xfrm>
          <a:prstGeom prst="ellipse">
            <a:avLst/>
          </a:prstGeom>
          <a:solidFill>
            <a:srgbClr val="F3EEE3">
              <a:alpha val="28000"/>
            </a:srgbClr>
          </a:solidFill>
          <a:ln/>
        </p:spPr>
      </p:sp>
      <p:sp>
        <p:nvSpPr>
          <p:cNvPr id="40" name="Shape 38"/>
          <p:cNvSpPr/>
          <p:nvPr/>
        </p:nvSpPr>
        <p:spPr>
          <a:xfrm>
            <a:off x="4283644" y="9578686"/>
            <a:ext cx="83127" cy="83127"/>
          </a:xfrm>
          <a:prstGeom prst="ellipse">
            <a:avLst/>
          </a:prstGeom>
          <a:solidFill>
            <a:srgbClr val="F3EEE3">
              <a:alpha val="28000"/>
            </a:srgbClr>
          </a:solidFill>
          <a:ln/>
        </p:spPr>
      </p:sp>
      <p:sp>
        <p:nvSpPr>
          <p:cNvPr id="41" name="Shape 39"/>
          <p:cNvSpPr/>
          <p:nvPr/>
        </p:nvSpPr>
        <p:spPr>
          <a:xfrm>
            <a:off x="4449898" y="9578686"/>
            <a:ext cx="83127" cy="83127"/>
          </a:xfrm>
          <a:prstGeom prst="ellipse">
            <a:avLst/>
          </a:prstGeom>
          <a:solidFill>
            <a:srgbClr val="F3EEE3">
              <a:alpha val="28000"/>
            </a:srgbClr>
          </a:solidFill>
          <a:ln/>
        </p:spPr>
      </p:sp>
      <p:sp>
        <p:nvSpPr>
          <p:cNvPr id="42" name="Shape 40"/>
          <p:cNvSpPr/>
          <p:nvPr/>
        </p:nvSpPr>
        <p:spPr>
          <a:xfrm>
            <a:off x="4616152" y="9578686"/>
            <a:ext cx="83127" cy="83127"/>
          </a:xfrm>
          <a:prstGeom prst="ellipse">
            <a:avLst/>
          </a:prstGeom>
          <a:solidFill>
            <a:srgbClr val="F3EEE3">
              <a:alpha val="28000"/>
            </a:srgbClr>
          </a:solidFill>
          <a:ln/>
        </p:spPr>
      </p:sp>
      <p:sp>
        <p:nvSpPr>
          <p:cNvPr id="43" name="Shape 41"/>
          <p:cNvSpPr/>
          <p:nvPr/>
        </p:nvSpPr>
        <p:spPr>
          <a:xfrm>
            <a:off x="4782406" y="9578686"/>
            <a:ext cx="83127" cy="83127"/>
          </a:xfrm>
          <a:prstGeom prst="ellipse">
            <a:avLst/>
          </a:prstGeom>
          <a:solidFill>
            <a:srgbClr val="F3EEE3">
              <a:alpha val="28000"/>
            </a:srgbClr>
          </a:solidFill>
          <a:ln/>
        </p:spPr>
      </p:sp>
      <p:sp>
        <p:nvSpPr>
          <p:cNvPr id="44" name="Shape 42"/>
          <p:cNvSpPr/>
          <p:nvPr/>
        </p:nvSpPr>
        <p:spPr>
          <a:xfrm>
            <a:off x="4948660" y="9578686"/>
            <a:ext cx="83127" cy="83127"/>
          </a:xfrm>
          <a:prstGeom prst="ellipse">
            <a:avLst/>
          </a:prstGeom>
          <a:solidFill>
            <a:srgbClr val="F3EEE3">
              <a:alpha val="28000"/>
            </a:srgbClr>
          </a:solidFill>
          <a:ln/>
        </p:spPr>
      </p:sp>
      <p:sp>
        <p:nvSpPr>
          <p:cNvPr id="45" name="Shape 43"/>
          <p:cNvSpPr/>
          <p:nvPr/>
        </p:nvSpPr>
        <p:spPr>
          <a:xfrm>
            <a:off x="5114914" y="9578686"/>
            <a:ext cx="83127" cy="83127"/>
          </a:xfrm>
          <a:prstGeom prst="ellipse">
            <a:avLst/>
          </a:prstGeom>
          <a:solidFill>
            <a:srgbClr val="F3EEE3">
              <a:alpha val="28000"/>
            </a:srgbClr>
          </a:solidFill>
          <a:ln/>
        </p:spPr>
      </p:sp>
      <p:sp>
        <p:nvSpPr>
          <p:cNvPr id="46" name="Shape 44"/>
          <p:cNvSpPr/>
          <p:nvPr/>
        </p:nvSpPr>
        <p:spPr>
          <a:xfrm>
            <a:off x="5281168" y="9578686"/>
            <a:ext cx="83127" cy="83127"/>
          </a:xfrm>
          <a:prstGeom prst="ellipse">
            <a:avLst/>
          </a:prstGeom>
          <a:solidFill>
            <a:srgbClr val="F3EEE3">
              <a:alpha val="28000"/>
            </a:srgbClr>
          </a:solidFill>
          <a:ln/>
        </p:spPr>
      </p:sp>
      <p:sp>
        <p:nvSpPr>
          <p:cNvPr id="47" name="Shape 45"/>
          <p:cNvSpPr/>
          <p:nvPr/>
        </p:nvSpPr>
        <p:spPr>
          <a:xfrm>
            <a:off x="5447422" y="9578686"/>
            <a:ext cx="83127" cy="83127"/>
          </a:xfrm>
          <a:prstGeom prst="ellipse">
            <a:avLst/>
          </a:prstGeom>
          <a:solidFill>
            <a:srgbClr val="F3EEE3">
              <a:alpha val="28000"/>
            </a:srgbClr>
          </a:solidFill>
          <a:ln/>
        </p:spPr>
      </p:sp>
      <p:sp>
        <p:nvSpPr>
          <p:cNvPr id="48" name="Shape 46"/>
          <p:cNvSpPr/>
          <p:nvPr/>
        </p:nvSpPr>
        <p:spPr>
          <a:xfrm>
            <a:off x="5613676" y="9578686"/>
            <a:ext cx="83127" cy="83127"/>
          </a:xfrm>
          <a:prstGeom prst="ellipse">
            <a:avLst/>
          </a:prstGeom>
          <a:solidFill>
            <a:srgbClr val="F3EEE3">
              <a:alpha val="28000"/>
            </a:srgbClr>
          </a:solidFill>
          <a:ln/>
        </p:spPr>
      </p:sp>
      <p:sp>
        <p:nvSpPr>
          <p:cNvPr id="49" name="Shape 47"/>
          <p:cNvSpPr/>
          <p:nvPr/>
        </p:nvSpPr>
        <p:spPr>
          <a:xfrm>
            <a:off x="5779931" y="9578686"/>
            <a:ext cx="83127" cy="83127"/>
          </a:xfrm>
          <a:prstGeom prst="ellipse">
            <a:avLst/>
          </a:prstGeom>
          <a:solidFill>
            <a:srgbClr val="F3EEE3">
              <a:alpha val="28000"/>
            </a:srgbClr>
          </a:solidFill>
          <a:ln/>
        </p:spPr>
      </p:sp>
      <p:sp>
        <p:nvSpPr>
          <p:cNvPr id="50" name="Shape 48"/>
          <p:cNvSpPr/>
          <p:nvPr/>
        </p:nvSpPr>
        <p:spPr>
          <a:xfrm>
            <a:off x="5946185" y="9578686"/>
            <a:ext cx="83127" cy="83127"/>
          </a:xfrm>
          <a:prstGeom prst="ellipse">
            <a:avLst/>
          </a:prstGeom>
          <a:solidFill>
            <a:srgbClr val="F3EEE3">
              <a:alpha val="28000"/>
            </a:srgbClr>
          </a:solidFill>
          <a:ln/>
        </p:spPr>
      </p:sp>
      <p:sp>
        <p:nvSpPr>
          <p:cNvPr id="51" name="Shape 49"/>
          <p:cNvSpPr/>
          <p:nvPr/>
        </p:nvSpPr>
        <p:spPr>
          <a:xfrm>
            <a:off x="6112439" y="9578686"/>
            <a:ext cx="83127" cy="83127"/>
          </a:xfrm>
          <a:prstGeom prst="ellipse">
            <a:avLst/>
          </a:prstGeom>
          <a:solidFill>
            <a:srgbClr val="F3EEE3">
              <a:alpha val="28000"/>
            </a:srgbClr>
          </a:solidFill>
          <a:ln/>
        </p:spPr>
      </p:sp>
      <p:sp>
        <p:nvSpPr>
          <p:cNvPr id="52" name="Shape 50"/>
          <p:cNvSpPr/>
          <p:nvPr/>
        </p:nvSpPr>
        <p:spPr>
          <a:xfrm>
            <a:off x="6278693" y="9578686"/>
            <a:ext cx="83127" cy="83127"/>
          </a:xfrm>
          <a:prstGeom prst="ellipse">
            <a:avLst/>
          </a:prstGeom>
          <a:solidFill>
            <a:srgbClr val="F3EEE3">
              <a:alpha val="28000"/>
            </a:srgbClr>
          </a:solidFill>
          <a:ln/>
        </p:spPr>
      </p:sp>
      <p:sp>
        <p:nvSpPr>
          <p:cNvPr id="53" name="Shape 51"/>
          <p:cNvSpPr/>
          <p:nvPr/>
        </p:nvSpPr>
        <p:spPr>
          <a:xfrm>
            <a:off x="6444947" y="9578686"/>
            <a:ext cx="83127" cy="83127"/>
          </a:xfrm>
          <a:prstGeom prst="ellipse">
            <a:avLst/>
          </a:prstGeom>
          <a:solidFill>
            <a:srgbClr val="F3EEE3">
              <a:alpha val="28000"/>
            </a:srgbClr>
          </a:solidFill>
          <a:ln/>
        </p:spPr>
      </p:sp>
      <p:sp>
        <p:nvSpPr>
          <p:cNvPr id="54" name="Shape 52"/>
          <p:cNvSpPr/>
          <p:nvPr/>
        </p:nvSpPr>
        <p:spPr>
          <a:xfrm>
            <a:off x="6611201" y="9578686"/>
            <a:ext cx="83127" cy="83127"/>
          </a:xfrm>
          <a:prstGeom prst="ellipse">
            <a:avLst/>
          </a:prstGeom>
          <a:solidFill>
            <a:srgbClr val="F3EEE3">
              <a:alpha val="28000"/>
            </a:srgbClr>
          </a:solidFill>
          <a:ln/>
        </p:spPr>
      </p:sp>
      <p:sp>
        <p:nvSpPr>
          <p:cNvPr id="55" name="Shape 53"/>
          <p:cNvSpPr/>
          <p:nvPr/>
        </p:nvSpPr>
        <p:spPr>
          <a:xfrm>
            <a:off x="6777455" y="9578686"/>
            <a:ext cx="83127" cy="83127"/>
          </a:xfrm>
          <a:prstGeom prst="ellipse">
            <a:avLst/>
          </a:prstGeom>
          <a:solidFill>
            <a:srgbClr val="F3EEE3">
              <a:alpha val="28000"/>
            </a:srgbClr>
          </a:solidFill>
          <a:ln/>
        </p:spPr>
      </p:sp>
      <p:sp>
        <p:nvSpPr>
          <p:cNvPr id="56" name="Shape 54"/>
          <p:cNvSpPr/>
          <p:nvPr/>
        </p:nvSpPr>
        <p:spPr>
          <a:xfrm>
            <a:off x="6943709" y="9578686"/>
            <a:ext cx="83127" cy="83127"/>
          </a:xfrm>
          <a:prstGeom prst="ellipse">
            <a:avLst/>
          </a:prstGeom>
          <a:solidFill>
            <a:srgbClr val="F3EEE3">
              <a:alpha val="28000"/>
            </a:srgbClr>
          </a:solidFill>
          <a:ln/>
        </p:spPr>
      </p:sp>
      <p:sp>
        <p:nvSpPr>
          <p:cNvPr id="57" name="Shape 55"/>
          <p:cNvSpPr/>
          <p:nvPr/>
        </p:nvSpPr>
        <p:spPr>
          <a:xfrm>
            <a:off x="7109963" y="9578686"/>
            <a:ext cx="83127" cy="83127"/>
          </a:xfrm>
          <a:prstGeom prst="ellipse">
            <a:avLst/>
          </a:prstGeom>
          <a:solidFill>
            <a:srgbClr val="F3EEE3">
              <a:alpha val="28000"/>
            </a:srgbClr>
          </a:solidFill>
          <a:ln/>
        </p:spPr>
      </p:sp>
      <p:sp>
        <p:nvSpPr>
          <p:cNvPr id="58" name="Shape 56"/>
          <p:cNvSpPr/>
          <p:nvPr/>
        </p:nvSpPr>
        <p:spPr>
          <a:xfrm>
            <a:off x="7276218" y="9578686"/>
            <a:ext cx="83127" cy="83127"/>
          </a:xfrm>
          <a:prstGeom prst="ellipse">
            <a:avLst/>
          </a:prstGeom>
          <a:solidFill>
            <a:srgbClr val="F3EEE3">
              <a:alpha val="28000"/>
            </a:srgbClr>
          </a:solidFill>
          <a:ln/>
        </p:spPr>
      </p:sp>
      <p:sp>
        <p:nvSpPr>
          <p:cNvPr id="59" name="Shape 57"/>
          <p:cNvSpPr/>
          <p:nvPr/>
        </p:nvSpPr>
        <p:spPr>
          <a:xfrm>
            <a:off x="7442472" y="9578686"/>
            <a:ext cx="83127" cy="83127"/>
          </a:xfrm>
          <a:prstGeom prst="ellipse">
            <a:avLst/>
          </a:prstGeom>
          <a:solidFill>
            <a:srgbClr val="F3EEE3">
              <a:alpha val="28000"/>
            </a:srgbClr>
          </a:solidFill>
          <a:ln/>
        </p:spPr>
      </p:sp>
      <p:sp>
        <p:nvSpPr>
          <p:cNvPr id="60" name="Shape 58"/>
          <p:cNvSpPr/>
          <p:nvPr/>
        </p:nvSpPr>
        <p:spPr>
          <a:xfrm>
            <a:off x="7608726" y="9578686"/>
            <a:ext cx="83127" cy="83127"/>
          </a:xfrm>
          <a:prstGeom prst="ellipse">
            <a:avLst/>
          </a:prstGeom>
          <a:solidFill>
            <a:srgbClr val="F3EEE3">
              <a:alpha val="28000"/>
            </a:srgbClr>
          </a:solidFill>
          <a:ln/>
        </p:spPr>
      </p:sp>
      <p:sp>
        <p:nvSpPr>
          <p:cNvPr id="61" name="Shape 59"/>
          <p:cNvSpPr/>
          <p:nvPr/>
        </p:nvSpPr>
        <p:spPr>
          <a:xfrm>
            <a:off x="7761125" y="9564832"/>
            <a:ext cx="110836" cy="110836"/>
          </a:xfrm>
          <a:prstGeom prst="ellipse">
            <a:avLst/>
          </a:prstGeom>
          <a:solidFill>
            <a:srgbClr val="FF6A4D"/>
          </a:solidFill>
          <a:ln/>
        </p:spPr>
      </p:sp>
      <p:sp>
        <p:nvSpPr>
          <p:cNvPr id="62" name="Shape 60"/>
          <p:cNvSpPr/>
          <p:nvPr/>
        </p:nvSpPr>
        <p:spPr>
          <a:xfrm>
            <a:off x="7941234" y="9578686"/>
            <a:ext cx="83127" cy="83127"/>
          </a:xfrm>
          <a:prstGeom prst="ellipse">
            <a:avLst/>
          </a:prstGeom>
          <a:solidFill>
            <a:srgbClr val="F3EEE3">
              <a:alpha val="28000"/>
            </a:srgbClr>
          </a:solidFill>
          <a:ln/>
        </p:spPr>
      </p:sp>
      <p:sp>
        <p:nvSpPr>
          <p:cNvPr id="63" name="Shape 61"/>
          <p:cNvSpPr/>
          <p:nvPr/>
        </p:nvSpPr>
        <p:spPr>
          <a:xfrm>
            <a:off x="8107488" y="9578686"/>
            <a:ext cx="83127" cy="83127"/>
          </a:xfrm>
          <a:prstGeom prst="ellipse">
            <a:avLst/>
          </a:prstGeom>
          <a:solidFill>
            <a:srgbClr val="F3EEE3">
              <a:alpha val="28000"/>
            </a:srgbClr>
          </a:solidFill>
          <a:ln/>
        </p:spPr>
      </p:sp>
      <p:sp>
        <p:nvSpPr>
          <p:cNvPr id="64" name="Shape 62"/>
          <p:cNvSpPr/>
          <p:nvPr/>
        </p:nvSpPr>
        <p:spPr>
          <a:xfrm>
            <a:off x="8273742" y="9578686"/>
            <a:ext cx="83127" cy="83127"/>
          </a:xfrm>
          <a:prstGeom prst="ellipse">
            <a:avLst/>
          </a:prstGeom>
          <a:solidFill>
            <a:srgbClr val="F3EEE3">
              <a:alpha val="28000"/>
            </a:srgbClr>
          </a:solidFill>
          <a:ln/>
        </p:spPr>
      </p:sp>
      <p:sp>
        <p:nvSpPr>
          <p:cNvPr id="65" name="Shape 63"/>
          <p:cNvSpPr/>
          <p:nvPr/>
        </p:nvSpPr>
        <p:spPr>
          <a:xfrm>
            <a:off x="8439996" y="9578686"/>
            <a:ext cx="83127" cy="83127"/>
          </a:xfrm>
          <a:prstGeom prst="ellipse">
            <a:avLst/>
          </a:prstGeom>
          <a:solidFill>
            <a:srgbClr val="F3EEE3">
              <a:alpha val="28000"/>
            </a:srgbClr>
          </a:solidFill>
          <a:ln/>
        </p:spPr>
      </p:sp>
      <p:sp>
        <p:nvSpPr>
          <p:cNvPr id="66" name="Shape 64"/>
          <p:cNvSpPr/>
          <p:nvPr/>
        </p:nvSpPr>
        <p:spPr>
          <a:xfrm>
            <a:off x="8606251" y="9578686"/>
            <a:ext cx="83127" cy="83127"/>
          </a:xfrm>
          <a:prstGeom prst="ellipse">
            <a:avLst/>
          </a:prstGeom>
          <a:solidFill>
            <a:srgbClr val="F3EEE3">
              <a:alpha val="28000"/>
            </a:srgbClr>
          </a:solidFill>
          <a:ln/>
        </p:spPr>
      </p:sp>
      <p:sp>
        <p:nvSpPr>
          <p:cNvPr id="67" name="Shape 65"/>
          <p:cNvSpPr/>
          <p:nvPr/>
        </p:nvSpPr>
        <p:spPr>
          <a:xfrm>
            <a:off x="8772505" y="9578686"/>
            <a:ext cx="83127" cy="83127"/>
          </a:xfrm>
          <a:prstGeom prst="ellipse">
            <a:avLst/>
          </a:prstGeom>
          <a:solidFill>
            <a:srgbClr val="F3EEE3">
              <a:alpha val="28000"/>
            </a:srgbClr>
          </a:solidFill>
          <a:ln/>
        </p:spPr>
      </p:sp>
      <p:sp>
        <p:nvSpPr>
          <p:cNvPr id="68" name="Shape 66"/>
          <p:cNvSpPr/>
          <p:nvPr/>
        </p:nvSpPr>
        <p:spPr>
          <a:xfrm>
            <a:off x="8938759" y="9578686"/>
            <a:ext cx="83127" cy="83127"/>
          </a:xfrm>
          <a:prstGeom prst="ellipse">
            <a:avLst/>
          </a:prstGeom>
          <a:solidFill>
            <a:srgbClr val="F3EEE3">
              <a:alpha val="28000"/>
            </a:srgbClr>
          </a:solidFill>
          <a:ln/>
        </p:spPr>
      </p:sp>
      <p:sp>
        <p:nvSpPr>
          <p:cNvPr id="69" name="Shape 67"/>
          <p:cNvSpPr/>
          <p:nvPr/>
        </p:nvSpPr>
        <p:spPr>
          <a:xfrm>
            <a:off x="9105013" y="9578686"/>
            <a:ext cx="83127" cy="83127"/>
          </a:xfrm>
          <a:prstGeom prst="ellipse">
            <a:avLst/>
          </a:prstGeom>
          <a:solidFill>
            <a:srgbClr val="F3EEE3">
              <a:alpha val="28000"/>
            </a:srgbClr>
          </a:solidFill>
          <a:ln/>
        </p:spPr>
      </p:sp>
      <p:sp>
        <p:nvSpPr>
          <p:cNvPr id="70" name="Shape 68"/>
          <p:cNvSpPr/>
          <p:nvPr/>
        </p:nvSpPr>
        <p:spPr>
          <a:xfrm>
            <a:off x="9271267" y="9578686"/>
            <a:ext cx="83127" cy="83127"/>
          </a:xfrm>
          <a:prstGeom prst="ellipse">
            <a:avLst/>
          </a:prstGeom>
          <a:solidFill>
            <a:srgbClr val="F3EEE3">
              <a:alpha val="28000"/>
            </a:srgbClr>
          </a:solidFill>
          <a:ln/>
        </p:spPr>
      </p:sp>
      <p:sp>
        <p:nvSpPr>
          <p:cNvPr id="71" name="Shape 69"/>
          <p:cNvSpPr/>
          <p:nvPr/>
        </p:nvSpPr>
        <p:spPr>
          <a:xfrm>
            <a:off x="9437521" y="9578686"/>
            <a:ext cx="83127" cy="83127"/>
          </a:xfrm>
          <a:prstGeom prst="ellipse">
            <a:avLst/>
          </a:prstGeom>
          <a:solidFill>
            <a:srgbClr val="F3EEE3">
              <a:alpha val="28000"/>
            </a:srgbClr>
          </a:solidFill>
          <a:ln/>
        </p:spPr>
      </p:sp>
      <p:sp>
        <p:nvSpPr>
          <p:cNvPr id="72" name="Shape 70"/>
          <p:cNvSpPr/>
          <p:nvPr/>
        </p:nvSpPr>
        <p:spPr>
          <a:xfrm>
            <a:off x="9603775" y="9578686"/>
            <a:ext cx="83127" cy="83127"/>
          </a:xfrm>
          <a:prstGeom prst="ellipse">
            <a:avLst/>
          </a:prstGeom>
          <a:solidFill>
            <a:srgbClr val="F3EEE3">
              <a:alpha val="28000"/>
            </a:srgbClr>
          </a:solidFill>
          <a:ln/>
        </p:spPr>
      </p:sp>
      <p:sp>
        <p:nvSpPr>
          <p:cNvPr id="73" name="Shape 71"/>
          <p:cNvSpPr/>
          <p:nvPr/>
        </p:nvSpPr>
        <p:spPr>
          <a:xfrm>
            <a:off x="9770029" y="9578686"/>
            <a:ext cx="83127" cy="83127"/>
          </a:xfrm>
          <a:prstGeom prst="ellipse">
            <a:avLst/>
          </a:prstGeom>
          <a:solidFill>
            <a:srgbClr val="F3EEE3">
              <a:alpha val="28000"/>
            </a:srgbClr>
          </a:solidFill>
          <a:ln/>
        </p:spPr>
      </p:sp>
      <p:sp>
        <p:nvSpPr>
          <p:cNvPr id="74" name="Shape 72"/>
          <p:cNvSpPr/>
          <p:nvPr/>
        </p:nvSpPr>
        <p:spPr>
          <a:xfrm>
            <a:off x="9936283" y="9578686"/>
            <a:ext cx="83127" cy="83127"/>
          </a:xfrm>
          <a:prstGeom prst="ellipse">
            <a:avLst/>
          </a:prstGeom>
          <a:solidFill>
            <a:srgbClr val="F3EEE3">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5" kern="0">
                <a:solidFill>
                  <a:srgbClr val="9AA0B5"/>
                </a:solidFill>
                <a:latin typeface="Be Vietnam Pro" pitchFamily="34" charset="0"/>
                <a:ea typeface="Be Vietnam Pro" pitchFamily="34" charset="-122"/>
                <a:cs typeface="Be Vietnam Pro" pitchFamily="34" charset="-120"/>
              </a:rPr>
              <a:t> 42/55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40746d8f-055d-4757-b653-0537de35ed9d"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I</a:t>
            </a:r>
            <a:r>
              <a:rPr lang="en-US" sz="5700" dirty="0" spc="-66" kern="0">
                <a:solidFill>
                  <a:srgbClr val="14161C"/>
                </a:solidFill>
                <a:latin typeface="Bricolage Grotesque ExtraBold" pitchFamily="34" charset="0"/>
                <a:ea typeface="Bricolage Grotesque ExtraBold" pitchFamily="34" charset="-122"/>
                <a:cs typeface="Bricolage Grotesque ExtraBold" pitchFamily="34" charset="-120"/>
              </a:rPr>
              <a:t> Have</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ADHD:</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đáp</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án</a:t>
            </a:r>
            <a:r>
              <a:rPr lang="en-US" sz="5700" dirty="0" spc="-55" kern="0">
                <a:solidFill>
                  <a:srgbClr val="14161C"/>
                </a:solidFill>
                <a:latin typeface="Bricolage Grotesque ExtraBold" pitchFamily="34" charset="0"/>
                <a:ea typeface="Bricolage Grotesque ExtraBold" pitchFamily="34" charset="-122"/>
                <a:cs typeface="Bricolage Grotesque ExtraBold" pitchFamily="34" charset="-120"/>
              </a:rPr>
              <a:t> trước,</a:t>
            </a:r>
            <a:r>
              <a:rPr lang="en-US" sz="5700" dirty="0" spc="-66" kern="0">
                <a:solidFill>
                  <a:srgbClr val="14161C"/>
                </a:solidFill>
                <a:latin typeface="Bricolage Grotesque ExtraBold" pitchFamily="34" charset="0"/>
                <a:ea typeface="Bricolage Grotesque ExtraBold" pitchFamily="34" charset="-122"/>
                <a:cs typeface="Bricolage Grotesque ExtraBold" pitchFamily="34" charset="-120"/>
              </a:rPr>
              <a:t> mười</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quy</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tắc</a:t>
            </a:r>
            <a:endParaRPr lang="en-US" sz="5700" dirty="0"/>
          </a:p>
        </p:txBody>
      </p:sp>
      <p:sp>
        <p:nvSpPr>
          <p:cNvPr id="3" name="Shape 1"/>
          <p:cNvSpPr/>
          <p:nvPr/>
        </p:nvSpPr>
        <p:spPr>
          <a:xfrm>
            <a:off x="914400" y="2724150"/>
            <a:ext cx="8096250" cy="2838450"/>
          </a:xfrm>
          <a:prstGeom prst="roundRect">
            <a:avLst>
              <a:gd name="adj" fmla="val 8054"/>
            </a:avLst>
          </a:prstGeom>
          <a:solidFill>
            <a:srgbClr val="E8E0CF"/>
          </a:solidFill>
          <a:ln/>
        </p:spPr>
      </p:sp>
      <p:sp>
        <p:nvSpPr>
          <p:cNvPr id="4" name="Shape 2"/>
          <p:cNvSpPr/>
          <p:nvPr/>
        </p:nvSpPr>
        <p:spPr>
          <a:xfrm>
            <a:off x="914400" y="2724150"/>
            <a:ext cx="114300" cy="2838450"/>
          </a:xfrm>
          <a:prstGeom prst="roundRect">
            <a:avLst>
              <a:gd name="adj" fmla="val 50000"/>
            </a:avLst>
          </a:prstGeom>
          <a:solidFill>
            <a:srgbClr val="B45309"/>
          </a:solidFill>
          <a:ln/>
        </p:spPr>
      </p:sp>
      <p:sp>
        <p:nvSpPr>
          <p:cNvPr id="5" name="Text 3"/>
          <p:cNvSpPr/>
          <p:nvPr/>
        </p:nvSpPr>
        <p:spPr>
          <a:xfrm>
            <a:off x="1295400" y="2933700"/>
            <a:ext cx="7486650" cy="400050"/>
          </a:xfrm>
          <a:prstGeom prst="rect">
            <a:avLst/>
          </a:prstGeom>
          <a:noFill/>
          <a:ln/>
        </p:spPr>
        <p:txBody>
          <a:bodyPr wrap="square" lIns="0" tIns="0" rIns="0" bIns="0" rtlCol="0" anchor="ctr"/>
          <a:lstStyle/>
          <a:p>
            <a:pPr algn="l" indent="0" marL="0">
              <a:buNone/>
            </a:pPr>
            <a:r>
              <a:rPr lang="en-US" sz="2100" dirty="0" spc="-1" kern="0">
                <a:solidFill>
                  <a:srgbClr val="B45309"/>
                </a:solidFill>
                <a:latin typeface="Be Vietnam Pro ExtraBold" pitchFamily="34" charset="0"/>
                <a:ea typeface="Be Vietnam Pro ExtraBold" pitchFamily="34" charset="-122"/>
                <a:cs typeface="Be Vietnam Pro ExtraBold" pitchFamily="34" charset="-120"/>
              </a:rPr>
              <a:t>Ảnh</a:t>
            </a:r>
            <a:r>
              <a:rPr lang="en-US" sz="2100" dirty="0" spc="-2" kern="0">
                <a:solidFill>
                  <a:srgbClr val="B45309"/>
                </a:solidFill>
                <a:latin typeface="Be Vietnam Pro ExtraBold" pitchFamily="34" charset="0"/>
                <a:ea typeface="Be Vietnam Pro ExtraBold" pitchFamily="34" charset="-122"/>
                <a:cs typeface="Be Vietnam Pro ExtraBold" pitchFamily="34" charset="-120"/>
              </a:rPr>
              <a:t> ghi</a:t>
            </a:r>
            <a:endParaRPr lang="en-US" sz="2100" dirty="0"/>
          </a:p>
        </p:txBody>
      </p:sp>
      <p:sp>
        <p:nvSpPr>
          <p:cNvPr id="6" name="Text 4"/>
          <p:cNvSpPr/>
          <p:nvPr/>
        </p:nvSpPr>
        <p:spPr>
          <a:xfrm>
            <a:off x="129540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2" kern="0">
                <a:solidFill>
                  <a:srgbClr val="14161C"/>
                </a:solidFill>
                <a:latin typeface="Be Vietnam Pro Medium" pitchFamily="34" charset="0"/>
                <a:ea typeface="Be Vietnam Pro Medium" pitchFamily="34" charset="-122"/>
                <a:cs typeface="Be Vietnam Pro Medium" pitchFamily="34" charset="-120"/>
              </a:rPr>
              <a:t>"Puts the</a:t>
            </a:r>
            <a:r>
              <a:rPr lang="en-US" sz="2550" dirty="0" spc="-16" kern="0">
                <a:solidFill>
                  <a:srgbClr val="14161C"/>
                </a:solidFill>
                <a:latin typeface="Be Vietnam Pro Medium" pitchFamily="34" charset="0"/>
                <a:ea typeface="Be Vietnam Pro Medium" pitchFamily="34" charset="-122"/>
                <a:cs typeface="Be Vietnam Pro Medium" pitchFamily="34" charset="-120"/>
              </a:rPr>
              <a:t> answer</a:t>
            </a:r>
            <a:r>
              <a:rPr lang="en-US" sz="2550" dirty="0" spc="-2" kern="0">
                <a:solidFill>
                  <a:srgbClr val="14161C"/>
                </a:solidFill>
                <a:latin typeface="Be Vietnam Pro Medium" pitchFamily="34" charset="0"/>
                <a:ea typeface="Be Vietnam Pro Medium" pitchFamily="34" charset="-122"/>
                <a:cs typeface="Be Vietnam Pro Medium" pitchFamily="34" charset="-120"/>
              </a:rPr>
              <a:t> first"</a:t>
            </a:r>
            <a:r>
              <a:rPr lang="en-US" sz="2550" dirty="0" spc="3" kern="0">
                <a:solidFill>
                  <a:srgbClr val="14161C"/>
                </a:solidFill>
                <a:latin typeface="Be Vietnam Pro Medium" pitchFamily="34" charset="0"/>
                <a:ea typeface="Be Vietnam Pro Medium" pitchFamily="34" charset="-122"/>
                <a:cs typeface="Be Vietnam Pro Medium" pitchFamily="34" charset="-120"/>
              </a:rPr>
              <a:t> ·</a:t>
            </a:r>
            <a:r>
              <a:rPr lang="en-US" sz="2550" dirty="0" spc="-1" kern="0">
                <a:solidFill>
                  <a:srgbClr val="14161C"/>
                </a:solidFill>
                <a:latin typeface="Be Vietnam Pro Medium" pitchFamily="34" charset="0"/>
                <a:ea typeface="Be Vietnam Pro Medium" pitchFamily="34" charset="-122"/>
                <a:cs typeface="Be Vietnam Pro Medium" pitchFamily="34" charset="-120"/>
              </a:rPr>
              <a:t> 58k</a:t>
            </a:r>
            <a:r>
              <a:rPr lang="en-US" sz="2550" dirty="0" spc="-5" kern="0">
                <a:solidFill>
                  <a:srgbClr val="14161C"/>
                </a:solidFill>
                <a:latin typeface="Be Vietnam Pro Medium" pitchFamily="34" charset="0"/>
                <a:ea typeface="Be Vietnam Pro Medium" pitchFamily="34" charset="-122"/>
                <a:cs typeface="Be Vietnam Pro Medium" pitchFamily="34" charset="-120"/>
              </a:rPr>
              <a:t> sao</a:t>
            </a:r>
            <a:endParaRPr lang="en-US" sz="2550" dirty="0"/>
          </a:p>
        </p:txBody>
      </p:sp>
      <p:sp>
        <p:nvSpPr>
          <p:cNvPr id="7" name="Shape 5"/>
          <p:cNvSpPr/>
          <p:nvPr/>
        </p:nvSpPr>
        <p:spPr>
          <a:xfrm>
            <a:off x="9277350" y="2724150"/>
            <a:ext cx="8096250" cy="2838450"/>
          </a:xfrm>
          <a:prstGeom prst="roundRect">
            <a:avLst>
              <a:gd name="adj" fmla="val 8054"/>
            </a:avLst>
          </a:prstGeom>
          <a:solidFill>
            <a:srgbClr val="E8E0CF"/>
          </a:solidFill>
          <a:ln/>
        </p:spPr>
      </p:sp>
      <p:sp>
        <p:nvSpPr>
          <p:cNvPr id="8" name="Shape 6"/>
          <p:cNvSpPr/>
          <p:nvPr/>
        </p:nvSpPr>
        <p:spPr>
          <a:xfrm>
            <a:off x="9277350" y="2724150"/>
            <a:ext cx="114300" cy="2838450"/>
          </a:xfrm>
          <a:prstGeom prst="roundRect">
            <a:avLst>
              <a:gd name="adj" fmla="val 50000"/>
            </a:avLst>
          </a:prstGeom>
          <a:solidFill>
            <a:srgbClr val="0F766E"/>
          </a:solidFill>
          <a:ln/>
        </p:spPr>
      </p:sp>
      <p:sp>
        <p:nvSpPr>
          <p:cNvPr id="9" name="Text 7"/>
          <p:cNvSpPr/>
          <p:nvPr/>
        </p:nvSpPr>
        <p:spPr>
          <a:xfrm>
            <a:off x="9658350" y="2933700"/>
            <a:ext cx="7486650" cy="400050"/>
          </a:xfrm>
          <a:prstGeom prst="rect">
            <a:avLst/>
          </a:prstGeom>
          <a:noFill/>
          <a:ln/>
        </p:spPr>
        <p:txBody>
          <a:bodyPr wrap="square" lIns="0" tIns="0" rIns="0" bIns="0" rtlCol="0" anchor="ctr"/>
          <a:lstStyle/>
          <a:p>
            <a:pPr algn="l" indent="0" marL="0">
              <a:buNone/>
            </a:pPr>
            <a:r>
              <a:rPr lang="en-US" sz="2100" dirty="0" spc="-24" kern="0">
                <a:solidFill>
                  <a:srgbClr val="0F766E"/>
                </a:solidFill>
                <a:latin typeface="Be Vietnam Pro ExtraBold" pitchFamily="34" charset="0"/>
                <a:ea typeface="Be Vietnam Pro ExtraBold" pitchFamily="34" charset="-122"/>
                <a:cs typeface="Be Vietnam Pro ExtraBold" pitchFamily="34" charset="-120"/>
              </a:rPr>
              <a:t>Là</a:t>
            </a:r>
            <a:r>
              <a:rPr lang="en-US" sz="2100" dirty="0" spc="-1" kern="0">
                <a:solidFill>
                  <a:srgbClr val="0F766E"/>
                </a:solidFill>
                <a:latin typeface="Be Vietnam Pro ExtraBold" pitchFamily="34" charset="0"/>
                <a:ea typeface="Be Vietnam Pro ExtraBold" pitchFamily="34" charset="-122"/>
                <a:cs typeface="Be Vietnam Pro ExtraBold" pitchFamily="34" charset="-120"/>
              </a:rPr>
              <a:t> gì</a:t>
            </a:r>
            <a:endParaRPr lang="en-US" sz="2100" dirty="0"/>
          </a:p>
        </p:txBody>
      </p:sp>
      <p:sp>
        <p:nvSpPr>
          <p:cNvPr id="10" name="Text 8"/>
          <p:cNvSpPr/>
          <p:nvPr/>
        </p:nvSpPr>
        <p:spPr>
          <a:xfrm>
            <a:off x="9658350" y="3448050"/>
            <a:ext cx="7486650" cy="1962150"/>
          </a:xfrm>
          <a:prstGeom prst="rect">
            <a:avLst/>
          </a:prstGeom>
          <a:noFill/>
          <a:ln/>
        </p:spPr>
        <p:txBody>
          <a:bodyPr wrap="square" lIns="0" tIns="17796" rIns="0" bIns="-17796" rtlCol="0" anchor="t"/>
          <a:lstStyle/>
          <a:p>
            <a:pPr algn="l" indent="0" marL="0">
              <a:lnSpc>
                <a:spcPts val="3188"/>
              </a:lnSpc>
              <a:buNone/>
            </a:pPr>
            <a:r>
              <a:rPr lang="en-US" sz="2550" dirty="0" spc="-15" kern="0">
                <a:solidFill>
                  <a:srgbClr val="14161C"/>
                </a:solidFill>
                <a:latin typeface="Be Vietnam Pro Medium" pitchFamily="34" charset="0"/>
                <a:ea typeface="Be Vietnam Pro Medium" pitchFamily="34" charset="-122"/>
                <a:cs typeface="Be Vietnam Pro Medium" pitchFamily="34" charset="-120"/>
              </a:rPr>
              <a:t>Bắt</a:t>
            </a:r>
            <a:r>
              <a:rPr lang="en-US" sz="2550" dirty="0" spc="-14" kern="0">
                <a:solidFill>
                  <a:srgbClr val="14161C"/>
                </a:solidFill>
                <a:latin typeface="Be Vietnam Pro Medium" pitchFamily="34" charset="0"/>
                <a:ea typeface="Be Vietnam Pro Medium" pitchFamily="34" charset="-122"/>
                <a:cs typeface="Be Vietnam Pro Medium" pitchFamily="34" charset="-120"/>
              </a:rPr>
              <a:t> agent</a:t>
            </a:r>
            <a:r>
              <a:rPr lang="en-US" sz="2550" dirty="0" spc="-3" kern="0">
                <a:solidFill>
                  <a:srgbClr val="14161C"/>
                </a:solidFill>
                <a:latin typeface="Be Vietnam Pro Medium" pitchFamily="34" charset="0"/>
                <a:ea typeface="Be Vietnam Pro Medium" pitchFamily="34" charset="-122"/>
                <a:cs typeface="Be Vietnam Pro Medium" pitchFamily="34" charset="-120"/>
              </a:rPr>
              <a:t> nêu</a:t>
            </a:r>
            <a:r>
              <a:rPr lang="en-US" sz="2550" dirty="0" spc="-5" kern="0">
                <a:solidFill>
                  <a:srgbClr val="14161C"/>
                </a:solidFill>
                <a:latin typeface="Be Vietnam Pro Medium" pitchFamily="34" charset="0"/>
                <a:ea typeface="Be Vietnam Pro Medium" pitchFamily="34" charset="-122"/>
                <a:cs typeface="Be Vietnam Pro Medium" pitchFamily="34" charset="-120"/>
              </a:rPr>
              <a:t> hành</a:t>
            </a:r>
            <a:r>
              <a:rPr lang="en-US" sz="2550" dirty="0" spc="8" kern="0">
                <a:solidFill>
                  <a:srgbClr val="14161C"/>
                </a:solidFill>
                <a:latin typeface="Be Vietnam Pro Medium" pitchFamily="34" charset="0"/>
                <a:ea typeface="Be Vietnam Pro Medium" pitchFamily="34" charset="-122"/>
                <a:cs typeface="Be Vietnam Pro Medium" pitchFamily="34" charset="-120"/>
              </a:rPr>
              <a:t> động</a:t>
            </a:r>
            <a:r>
              <a:rPr lang="en-US" sz="2550" dirty="0" spc="6" kern="0">
                <a:solidFill>
                  <a:srgbClr val="14161C"/>
                </a:solidFill>
                <a:latin typeface="Be Vietnam Pro Medium" pitchFamily="34" charset="0"/>
                <a:ea typeface="Be Vietnam Pro Medium" pitchFamily="34" charset="-122"/>
                <a:cs typeface="Be Vietnam Pro Medium" pitchFamily="34" charset="-120"/>
              </a:rPr>
              <a:t> trước,</a:t>
            </a:r>
            <a:r>
              <a:rPr lang="en-US" sz="2550" dirty="0" spc="7" kern="0">
                <a:solidFill>
                  <a:srgbClr val="14161C"/>
                </a:solidFill>
                <a:latin typeface="Be Vietnam Pro Medium" pitchFamily="34" charset="0"/>
                <a:ea typeface="Be Vietnam Pro Medium" pitchFamily="34" charset="-122"/>
                <a:cs typeface="Be Vietnam Pro Medium" pitchFamily="34" charset="-120"/>
              </a:rPr>
              <a:t> đánh</a:t>
            </a:r>
            <a:r>
              <a:rPr lang="en-US" sz="2550" dirty="0" spc="-7" kern="0">
                <a:solidFill>
                  <a:srgbClr val="14161C"/>
                </a:solidFill>
                <a:latin typeface="Be Vietnam Pro Medium" pitchFamily="34" charset="0"/>
                <a:ea typeface="Be Vietnam Pro Medium" pitchFamily="34" charset="-122"/>
                <a:cs typeface="Be Vietnam Pro Medium" pitchFamily="34" charset="-120"/>
              </a:rPr>
              <a:t> số</a:t>
            </a:r>
            <a:r>
              <a:rPr lang="en-US" sz="2550" dirty="0" spc="6" kern="0">
                <a:solidFill>
                  <a:srgbClr val="14161C"/>
                </a:solidFill>
                <a:latin typeface="Be Vietnam Pro Medium" pitchFamily="34" charset="0"/>
                <a:ea typeface="Be Vietnam Pro Medium" pitchFamily="34" charset="-122"/>
                <a:cs typeface="Be Vietnam Pro Medium" pitchFamily="34" charset="-120"/>
              </a:rPr>
              <a:t> bước,</a:t>
            </a:r>
            <a:r>
              <a:rPr lang="en-US" sz="2550" dirty="0" spc="-2" kern="0">
                <a:solidFill>
                  <a:srgbClr val="14161C"/>
                </a:solidFill>
                <a:latin typeface="Be Vietnam Pro Medium" pitchFamily="34" charset="0"/>
                <a:ea typeface="Be Vietnam Pro Medium" pitchFamily="34" charset="-122"/>
                <a:cs typeface="Be Vietnam Pro Medium" pitchFamily="34" charset="-120"/>
              </a:rPr>
              <a:t> bỏ</a:t>
            </a:r>
            <a:r>
              <a:rPr lang="en-US" sz="2550" dirty="0" spc="1" kern="0">
                <a:solidFill>
                  <a:srgbClr val="14161C"/>
                </a:solidFill>
                <a:latin typeface="Be Vietnam Pro Medium" pitchFamily="34" charset="0"/>
                <a:ea typeface="Be Vietnam Pro Medium" pitchFamily="34" charset="-122"/>
                <a:cs typeface="Be Vietnam Pro Medium" pitchFamily="34" charset="-120"/>
              </a:rPr>
              <a:t> mở</a:t>
            </a:r>
            <a:r>
              <a:rPr lang="en-US" sz="2550" dirty="0" spc="-3" kern="0">
                <a:solidFill>
                  <a:srgbClr val="14161C"/>
                </a:solidFill>
                <a:latin typeface="Be Vietnam Pro Medium" pitchFamily="34" charset="0"/>
                <a:ea typeface="Be Vietnam Pro Medium" pitchFamily="34" charset="-122"/>
                <a:cs typeface="Be Vietnam Pro Medium" pitchFamily="34" charset="-120"/>
              </a:rPr>
              <a:t> bài,</a:t>
            </a:r>
            <a:r>
              <a:rPr lang="en-US" sz="2550" dirty="0" spc="-9" kern="0">
                <a:solidFill>
                  <a:srgbClr val="14161C"/>
                </a:solidFill>
                <a:latin typeface="Be Vietnam Pro Medium" pitchFamily="34" charset="0"/>
                <a:ea typeface="Be Vietnam Pro Medium" pitchFamily="34" charset="-122"/>
                <a:cs typeface="Be Vietnam Pro Medium" pitchFamily="34" charset="-120"/>
              </a:rPr>
              <a:t> tóm</a:t>
            </a:r>
            <a:r>
              <a:rPr lang="en-US" sz="2550" dirty="0" spc="-22" kern="0">
                <a:solidFill>
                  <a:srgbClr val="14161C"/>
                </a:solidFill>
                <a:latin typeface="Be Vietnam Pro Medium" pitchFamily="34" charset="0"/>
                <a:ea typeface="Be Vietnam Pro Medium" pitchFamily="34" charset="-122"/>
                <a:cs typeface="Be Vietnam Pro Medium" pitchFamily="34" charset="-120"/>
              </a:rPr>
              <a:t> tắt</a:t>
            </a:r>
            <a:r>
              <a:rPr lang="en-US" sz="2550" dirty="0" spc="-21" kern="0">
                <a:solidFill>
                  <a:srgbClr val="14161C"/>
                </a:solidFill>
                <a:latin typeface="Be Vietnam Pro Medium" pitchFamily="34" charset="0"/>
                <a:ea typeface="Be Vietnam Pro Medium" pitchFamily="34" charset="-122"/>
                <a:cs typeface="Be Vietnam Pro Medium" pitchFamily="34" charset="-120"/>
              </a:rPr>
              <a:t> và</a:t>
            </a:r>
            <a:r>
              <a:rPr lang="en-US" sz="2550" dirty="0" spc="-1" kern="0">
                <a:solidFill>
                  <a:srgbClr val="14161C"/>
                </a:solidFill>
                <a:latin typeface="Be Vietnam Pro Medium" pitchFamily="34" charset="0"/>
                <a:ea typeface="Be Vietnam Pro Medium" pitchFamily="34" charset="-122"/>
                <a:cs typeface="Be Vietnam Pro Medium" pitchFamily="34" charset="-120"/>
              </a:rPr>
              <a:t> câu</a:t>
            </a:r>
            <a:r>
              <a:rPr lang="en-US" sz="2550" dirty="0" spc="-6" kern="0">
                <a:solidFill>
                  <a:srgbClr val="14161C"/>
                </a:solidFill>
                <a:latin typeface="Be Vietnam Pro Medium" pitchFamily="34" charset="0"/>
                <a:ea typeface="Be Vietnam Pro Medium" pitchFamily="34" charset="-122"/>
                <a:cs typeface="Be Vietnam Pro Medium" pitchFamily="34" charset="-120"/>
              </a:rPr>
              <a:t> chốt.</a:t>
            </a:r>
            <a:endParaRPr lang="en-US" sz="2550" dirty="0"/>
          </a:p>
        </p:txBody>
      </p:sp>
      <p:sp>
        <p:nvSpPr>
          <p:cNvPr id="11" name="Shape 9"/>
          <p:cNvSpPr/>
          <p:nvPr/>
        </p:nvSpPr>
        <p:spPr>
          <a:xfrm>
            <a:off x="914400" y="5829300"/>
            <a:ext cx="8096250" cy="2838450"/>
          </a:xfrm>
          <a:prstGeom prst="roundRect">
            <a:avLst>
              <a:gd name="adj" fmla="val 8054"/>
            </a:avLst>
          </a:prstGeom>
          <a:solidFill>
            <a:srgbClr val="E8E0CF"/>
          </a:solidFill>
          <a:ln/>
        </p:spPr>
      </p:sp>
      <p:sp>
        <p:nvSpPr>
          <p:cNvPr id="12" name="Shape 10"/>
          <p:cNvSpPr/>
          <p:nvPr/>
        </p:nvSpPr>
        <p:spPr>
          <a:xfrm>
            <a:off x="914400" y="5829300"/>
            <a:ext cx="114300" cy="2838450"/>
          </a:xfrm>
          <a:prstGeom prst="roundRect">
            <a:avLst>
              <a:gd name="adj" fmla="val 50000"/>
            </a:avLst>
          </a:prstGeom>
          <a:solidFill>
            <a:srgbClr val="E8472B"/>
          </a:solidFill>
          <a:ln/>
        </p:spPr>
      </p:sp>
      <p:sp>
        <p:nvSpPr>
          <p:cNvPr id="13" name="Text 11"/>
          <p:cNvSpPr/>
          <p:nvPr/>
        </p:nvSpPr>
        <p:spPr>
          <a:xfrm>
            <a:off x="1295400" y="6038850"/>
            <a:ext cx="7486650" cy="400050"/>
          </a:xfrm>
          <a:prstGeom prst="rect">
            <a:avLst/>
          </a:prstGeom>
          <a:noFill/>
          <a:ln/>
        </p:spPr>
        <p:txBody>
          <a:bodyPr wrap="square" lIns="0" tIns="0" rIns="0" bIns="0" rtlCol="0" anchor="ctr"/>
          <a:lstStyle/>
          <a:p>
            <a:pPr algn="l" indent="0" marL="0">
              <a:buNone/>
            </a:pPr>
            <a:r>
              <a:rPr lang="en-US" sz="2100" dirty="0" spc="6" kern="0">
                <a:solidFill>
                  <a:srgbClr val="E8472B"/>
                </a:solidFill>
                <a:latin typeface="Be Vietnam Pro ExtraBold" pitchFamily="34" charset="0"/>
                <a:ea typeface="Be Vietnam Pro ExtraBold" pitchFamily="34" charset="-122"/>
                <a:cs typeface="Be Vietnam Pro ExtraBold" pitchFamily="34" charset="-120"/>
              </a:rPr>
              <a:t>Cài</a:t>
            </a:r>
            <a:r>
              <a:rPr lang="en-US" sz="2100" dirty="0" spc="-5" kern="0">
                <a:solidFill>
                  <a:srgbClr val="E8472B"/>
                </a:solidFill>
                <a:latin typeface="Be Vietnam Pro ExtraBold" pitchFamily="34" charset="0"/>
                <a:ea typeface="Be Vietnam Pro ExtraBold" pitchFamily="34" charset="-122"/>
                <a:cs typeface="Be Vietnam Pro ExtraBold" pitchFamily="34" charset="-120"/>
              </a:rPr>
              <a:t> bằng</a:t>
            </a:r>
            <a:endParaRPr lang="en-US" sz="2100" dirty="0"/>
          </a:p>
        </p:txBody>
      </p:sp>
      <p:sp>
        <p:nvSpPr>
          <p:cNvPr id="14" name="Text 12"/>
          <p:cNvSpPr/>
          <p:nvPr/>
        </p:nvSpPr>
        <p:spPr>
          <a:xfrm>
            <a:off x="129540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1" kern="0">
                <a:solidFill>
                  <a:srgbClr val="14161C"/>
                </a:solidFill>
                <a:latin typeface="Be Vietnam Pro Medium" pitchFamily="34" charset="0"/>
                <a:ea typeface="Be Vietnam Pro Medium" pitchFamily="34" charset="-122"/>
                <a:cs typeface="Be Vietnam Pro Medium" pitchFamily="34" charset="-120"/>
              </a:rPr>
              <a:t>Dán</a:t>
            </a:r>
            <a:r>
              <a:rPr lang="en-US" sz="2550" dirty="0" spc="-3" kern="0">
                <a:solidFill>
                  <a:srgbClr val="14161C"/>
                </a:solidFill>
                <a:latin typeface="Be Vietnam Pro Medium" pitchFamily="34" charset="0"/>
                <a:ea typeface="Be Vietnam Pro Medium" pitchFamily="34" charset="-122"/>
                <a:cs typeface="Be Vietnam Pro Medium" pitchFamily="34" charset="-120"/>
              </a:rPr>
              <a:t> cho</a:t>
            </a:r>
            <a:r>
              <a:rPr lang="en-US" sz="2550" dirty="0" spc="-14" kern="0">
                <a:solidFill>
                  <a:srgbClr val="14161C"/>
                </a:solidFill>
                <a:latin typeface="Be Vietnam Pro Medium" pitchFamily="34" charset="0"/>
                <a:ea typeface="Be Vietnam Pro Medium" pitchFamily="34" charset="-122"/>
                <a:cs typeface="Be Vietnam Pro Medium" pitchFamily="34" charset="-120"/>
              </a:rPr>
              <a:t> agent</a:t>
            </a:r>
            <a:r>
              <a:rPr lang="en-US" sz="2550" dirty="0" spc="0" kern="0">
                <a:solidFill>
                  <a:srgbClr val="14161C"/>
                </a:solidFill>
                <a:latin typeface="Be Vietnam Pro Medium" pitchFamily="34" charset="0"/>
                <a:ea typeface="Be Vietnam Pro Medium" pitchFamily="34" charset="-122"/>
                <a:cs typeface="Be Vietnam Pro Medium" pitchFamily="34" charset="-120"/>
              </a:rPr>
              <a:t> câu</a:t>
            </a:r>
            <a:r>
              <a:rPr lang="en-US" sz="2550" dirty="0" spc="-23" kern="0">
                <a:solidFill>
                  <a:srgbClr val="14161C"/>
                </a:solidFill>
                <a:latin typeface="Be Vietnam Pro Medium" pitchFamily="34" charset="0"/>
                <a:ea typeface="Be Vietnam Pro Medium" pitchFamily="34" charset="-122"/>
                <a:cs typeface="Be Vietnam Pro Medium" pitchFamily="34" charset="-120"/>
              </a:rPr>
              <a:t> yêu</a:t>
            </a:r>
            <a:r>
              <a:rPr lang="en-US" sz="2550" dirty="0" spc="-1" kern="0">
                <a:solidFill>
                  <a:srgbClr val="14161C"/>
                </a:solidFill>
                <a:latin typeface="Be Vietnam Pro Medium" pitchFamily="34" charset="0"/>
                <a:ea typeface="Be Vietnam Pro Medium" pitchFamily="34" charset="-122"/>
                <a:cs typeface="Be Vietnam Pro Medium" pitchFamily="34" charset="-120"/>
              </a:rPr>
              <a:t> cầu cài</a:t>
            </a:r>
            <a:r>
              <a:rPr lang="en-US" sz="2550" dirty="0" spc="0" kern="0">
                <a:solidFill>
                  <a:srgbClr val="14161C"/>
                </a:solidFill>
                <a:latin typeface="Be Vietnam Pro Medium" pitchFamily="34" charset="0"/>
                <a:ea typeface="Be Vietnam Pro Medium" pitchFamily="34" charset="-122"/>
                <a:cs typeface="Be Vietnam Pro Medium" pitchFamily="34" charset="-120"/>
              </a:rPr>
              <a:t> từ</a:t>
            </a:r>
            <a:r>
              <a:rPr lang="en-US" sz="2550" dirty="0" spc="-22" kern="0">
                <a:solidFill>
                  <a:srgbClr val="14161C"/>
                </a:solidFill>
                <a:latin typeface="Be Vietnam Pro Medium" pitchFamily="34" charset="0"/>
                <a:ea typeface="Be Vietnam Pro Medium" pitchFamily="34" charset="-122"/>
                <a:cs typeface="Be Vietnam Pro Medium" pitchFamily="34" charset="-120"/>
              </a:rPr>
              <a:t> https://github.com/ayghri/i-have-adhd,</a:t>
            </a:r>
            <a:r>
              <a:rPr lang="en-US" sz="2550" dirty="0" spc="-19" kern="0">
                <a:solidFill>
                  <a:srgbClr val="14161C"/>
                </a:solidFill>
                <a:latin typeface="Be Vietnam Pro Medium" pitchFamily="34" charset="0"/>
                <a:ea typeface="Be Vietnam Pro Medium" pitchFamily="34" charset="-122"/>
                <a:cs typeface="Be Vietnam Pro Medium" pitchFamily="34" charset="-120"/>
              </a:rPr>
              <a:t> xem</a:t>
            </a:r>
            <a:r>
              <a:rPr lang="en-US" sz="2550" dirty="0" spc="-17" kern="0">
                <a:solidFill>
                  <a:srgbClr val="14161C"/>
                </a:solidFill>
                <a:latin typeface="Be Vietnam Pro Medium" pitchFamily="34" charset="0"/>
                <a:ea typeface="Be Vietnam Pro Medium" pitchFamily="34" charset="-122"/>
                <a:cs typeface="Be Vietnam Pro Medium" pitchFamily="34" charset="-120"/>
              </a:rPr>
              <a:t> AGENTS.md</a:t>
            </a:r>
            <a:endParaRPr lang="en-US" sz="2550" dirty="0"/>
          </a:p>
        </p:txBody>
      </p:sp>
      <p:sp>
        <p:nvSpPr>
          <p:cNvPr id="15" name="Shape 13"/>
          <p:cNvSpPr/>
          <p:nvPr/>
        </p:nvSpPr>
        <p:spPr>
          <a:xfrm>
            <a:off x="9277350" y="5829300"/>
            <a:ext cx="8096250" cy="2838450"/>
          </a:xfrm>
          <a:prstGeom prst="roundRect">
            <a:avLst>
              <a:gd name="adj" fmla="val 8054"/>
            </a:avLst>
          </a:prstGeom>
          <a:solidFill>
            <a:srgbClr val="E8E0CF"/>
          </a:solidFill>
          <a:ln/>
        </p:spPr>
      </p:sp>
      <p:sp>
        <p:nvSpPr>
          <p:cNvPr id="16" name="Shape 14"/>
          <p:cNvSpPr/>
          <p:nvPr/>
        </p:nvSpPr>
        <p:spPr>
          <a:xfrm>
            <a:off x="9277350" y="5829300"/>
            <a:ext cx="114300" cy="2838450"/>
          </a:xfrm>
          <a:prstGeom prst="roundRect">
            <a:avLst>
              <a:gd name="adj" fmla="val 50000"/>
            </a:avLst>
          </a:prstGeom>
          <a:solidFill>
            <a:srgbClr val="1F3FD1"/>
          </a:solidFill>
          <a:ln/>
        </p:spPr>
      </p:sp>
      <p:sp>
        <p:nvSpPr>
          <p:cNvPr id="17" name="Text 15"/>
          <p:cNvSpPr/>
          <p:nvPr/>
        </p:nvSpPr>
        <p:spPr>
          <a:xfrm>
            <a:off x="9658350" y="6038850"/>
            <a:ext cx="7486650" cy="400050"/>
          </a:xfrm>
          <a:prstGeom prst="rect">
            <a:avLst/>
          </a:prstGeom>
          <a:noFill/>
          <a:ln/>
        </p:spPr>
        <p:txBody>
          <a:bodyPr wrap="square" lIns="0" tIns="0" rIns="0" bIns="0" rtlCol="0" anchor="ctr"/>
          <a:lstStyle/>
          <a:p>
            <a:pPr algn="l" indent="0" marL="0">
              <a:buNone/>
            </a:pPr>
            <a:r>
              <a:rPr lang="en-US" sz="2100" dirty="0" spc="4" kern="0">
                <a:solidFill>
                  <a:srgbClr val="1F3FD1"/>
                </a:solidFill>
                <a:latin typeface="Be Vietnam Pro ExtraBold" pitchFamily="34" charset="0"/>
                <a:ea typeface="Be Vietnam Pro ExtraBold" pitchFamily="34" charset="-122"/>
                <a:cs typeface="Be Vietnam Pro ExtraBold" pitchFamily="34" charset="-120"/>
              </a:rPr>
              <a:t>Cẩn</a:t>
            </a:r>
            <a:r>
              <a:rPr lang="en-US" sz="21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2100" dirty="0"/>
          </a:p>
        </p:txBody>
      </p:sp>
      <p:sp>
        <p:nvSpPr>
          <p:cNvPr id="18" name="Text 16"/>
          <p:cNvSpPr/>
          <p:nvPr/>
        </p:nvSpPr>
        <p:spPr>
          <a:xfrm>
            <a:off x="9658350" y="6553200"/>
            <a:ext cx="7486650" cy="1962150"/>
          </a:xfrm>
          <a:prstGeom prst="rect">
            <a:avLst/>
          </a:prstGeom>
          <a:noFill/>
          <a:ln/>
        </p:spPr>
        <p:txBody>
          <a:bodyPr wrap="square" lIns="0" tIns="17796" rIns="0" bIns="-17796" rtlCol="0" anchor="t"/>
          <a:lstStyle/>
          <a:p>
            <a:pPr algn="l" indent="0" marL="0">
              <a:lnSpc>
                <a:spcPts val="3188"/>
              </a:lnSpc>
              <a:buNone/>
            </a:pPr>
            <a:r>
              <a:rPr lang="en-US" sz="2550" dirty="0" spc="-50" kern="0">
                <a:solidFill>
                  <a:srgbClr val="14161C"/>
                </a:solidFill>
                <a:latin typeface="Be Vietnam Pro Medium" pitchFamily="34" charset="0"/>
                <a:ea typeface="Be Vietnam Pro Medium" pitchFamily="34" charset="-122"/>
                <a:cs typeface="Be Vietnam Pro Medium" pitchFamily="34" charset="-120"/>
              </a:rPr>
              <a:t>Là</a:t>
            </a:r>
            <a:r>
              <a:rPr lang="en-US" sz="2550" dirty="0" spc="-1" kern="0">
                <a:solidFill>
                  <a:srgbClr val="14161C"/>
                </a:solidFill>
                <a:latin typeface="Be Vietnam Pro Medium" pitchFamily="34" charset="0"/>
                <a:ea typeface="Be Vietnam Pro Medium" pitchFamily="34" charset="-122"/>
                <a:cs typeface="Be Vietnam Pro Medium" pitchFamily="34" charset="-120"/>
              </a:rPr>
              <a:t> cách</a:t>
            </a:r>
            <a:r>
              <a:rPr lang="en-US" sz="2550" dirty="0" spc="17" kern="0">
                <a:solidFill>
                  <a:srgbClr val="14161C"/>
                </a:solidFill>
                <a:latin typeface="Be Vietnam Pro Medium" pitchFamily="34" charset="0"/>
                <a:ea typeface="Be Vietnam Pro Medium" pitchFamily="34" charset="-122"/>
                <a:cs typeface="Be Vietnam Pro Medium" pitchFamily="34" charset="-120"/>
              </a:rPr>
              <a:t> định</a:t>
            </a:r>
            <a:r>
              <a:rPr lang="en-US" sz="2550" dirty="0" spc="-3" kern="0">
                <a:solidFill>
                  <a:srgbClr val="14161C"/>
                </a:solidFill>
                <a:latin typeface="Be Vietnam Pro Medium" pitchFamily="34" charset="0"/>
                <a:ea typeface="Be Vietnam Pro Medium" pitchFamily="34" charset="-122"/>
                <a:cs typeface="Be Vietnam Pro Medium" pitchFamily="34" charset="-120"/>
              </a:rPr>
              <a:t> dạng</a:t>
            </a:r>
            <a:r>
              <a:rPr lang="en-US" sz="2550" dirty="0" spc="-1" kern="0">
                <a:solidFill>
                  <a:srgbClr val="14161C"/>
                </a:solidFill>
                <a:latin typeface="Be Vietnam Pro Medium" pitchFamily="34" charset="0"/>
                <a:ea typeface="Be Vietnam Pro Medium" pitchFamily="34" charset="-122"/>
                <a:cs typeface="Be Vietnam Pro Medium" pitchFamily="34" charset="-120"/>
              </a:rPr>
              <a:t> câu</a:t>
            </a:r>
            <a:r>
              <a:rPr lang="en-US" sz="2550" dirty="0" spc="-21" kern="0">
                <a:solidFill>
                  <a:srgbClr val="14161C"/>
                </a:solidFill>
                <a:latin typeface="Be Vietnam Pro Medium" pitchFamily="34" charset="0"/>
                <a:ea typeface="Be Vietnam Pro Medium" pitchFamily="34" charset="-122"/>
                <a:cs typeface="Be Vietnam Pro Medium" pitchFamily="34" charset="-120"/>
              </a:rPr>
              <a:t> trả</a:t>
            </a:r>
            <a:r>
              <a:rPr lang="en-US" sz="2550" dirty="0" spc="1" kern="0">
                <a:solidFill>
                  <a:srgbClr val="14161C"/>
                </a:solidFill>
                <a:latin typeface="Be Vietnam Pro Medium" pitchFamily="34" charset="0"/>
                <a:ea typeface="Be Vietnam Pro Medium" pitchFamily="34" charset="-122"/>
                <a:cs typeface="Be Vietnam Pro Medium" pitchFamily="34" charset="-120"/>
              </a:rPr>
              <a:t> lời,</a:t>
            </a:r>
            <a:r>
              <a:rPr lang="en-US" sz="2550" dirty="0" spc="-2" kern="0">
                <a:solidFill>
                  <a:srgbClr val="14161C"/>
                </a:solidFill>
                <a:latin typeface="Be Vietnam Pro Medium" pitchFamily="34" charset="0"/>
                <a:ea typeface="Be Vietnam Pro Medium" pitchFamily="34" charset="-122"/>
                <a:cs typeface="Be Vietnam Pro Medium" pitchFamily="34" charset="-120"/>
              </a:rPr>
              <a:t> không</a:t>
            </a:r>
            <a:r>
              <a:rPr lang="en-US" sz="2550" dirty="0" spc="-3" kern="0">
                <a:solidFill>
                  <a:srgbClr val="14161C"/>
                </a:solidFill>
                <a:latin typeface="Be Vietnam Pro Medium" pitchFamily="34" charset="0"/>
                <a:ea typeface="Be Vietnam Pro Medium" pitchFamily="34" charset="-122"/>
                <a:cs typeface="Be Vietnam Pro Medium" pitchFamily="34" charset="-120"/>
              </a:rPr>
              <a:t> phải công</a:t>
            </a:r>
            <a:r>
              <a:rPr lang="en-US" sz="2550" dirty="0" spc="0" kern="0">
                <a:solidFill>
                  <a:srgbClr val="14161C"/>
                </a:solidFill>
                <a:latin typeface="Be Vietnam Pro Medium" pitchFamily="34" charset="0"/>
                <a:ea typeface="Be Vietnam Pro Medium" pitchFamily="34" charset="-122"/>
                <a:cs typeface="Be Vietnam Pro Medium" pitchFamily="34" charset="-120"/>
              </a:rPr>
              <a:t> cụ y</a:t>
            </a:r>
            <a:r>
              <a:rPr lang="en-US" sz="2550" dirty="0" spc="-12" kern="0">
                <a:solidFill>
                  <a:srgbClr val="14161C"/>
                </a:solidFill>
                <a:latin typeface="Be Vietnam Pro Medium" pitchFamily="34" charset="0"/>
                <a:ea typeface="Be Vietnam Pro Medium" pitchFamily="34" charset="-122"/>
                <a:cs typeface="Be Vietnam Pro Medium" pitchFamily="34" charset="-120"/>
              </a:rPr>
              <a:t> tế;</a:t>
            </a:r>
            <a:r>
              <a:rPr lang="en-US" sz="2550" dirty="0" spc="-19" kern="0">
                <a:solidFill>
                  <a:srgbClr val="14161C"/>
                </a:solidFill>
                <a:latin typeface="Be Vietnam Pro Medium" pitchFamily="34" charset="0"/>
                <a:ea typeface="Be Vietnam Pro Medium" pitchFamily="34" charset="-122"/>
                <a:cs typeface="Be Vietnam Pro Medium" pitchFamily="34" charset="-120"/>
              </a:rPr>
              <a:t> repo</a:t>
            </a:r>
            <a:r>
              <a:rPr lang="en-US" sz="2550" dirty="0" spc="0" kern="0">
                <a:solidFill>
                  <a:srgbClr val="14161C"/>
                </a:solidFill>
                <a:latin typeface="Be Vietnam Pro Medium" pitchFamily="34" charset="0"/>
                <a:ea typeface="Be Vietnam Pro Medium" pitchFamily="34" charset="-122"/>
                <a:cs typeface="Be Vietnam Pro Medium" pitchFamily="34" charset="-120"/>
              </a:rPr>
              <a:t> có</a:t>
            </a:r>
            <a:r>
              <a:rPr lang="en-US" sz="2550" dirty="0" spc="-64" kern="0">
                <a:solidFill>
                  <a:srgbClr val="14161C"/>
                </a:solidFill>
                <a:latin typeface="Be Vietnam Pro Medium" pitchFamily="34" charset="0"/>
                <a:ea typeface="Be Vietnam Pro Medium" pitchFamily="34" charset="-122"/>
                <a:cs typeface="Be Vietnam Pro Medium" pitchFamily="34" charset="-120"/>
              </a:rPr>
              <a:t> 74</a:t>
            </a:r>
            <a:r>
              <a:rPr lang="en-US" sz="2550" dirty="0" spc="2" kern="0">
                <a:solidFill>
                  <a:srgbClr val="14161C"/>
                </a:solidFill>
                <a:latin typeface="Be Vietnam Pro Medium" pitchFamily="34" charset="0"/>
                <a:ea typeface="Be Vietnam Pro Medium" pitchFamily="34" charset="-122"/>
                <a:cs typeface="Be Vietnam Pro Medium" pitchFamily="34" charset="-120"/>
              </a:rPr>
              <a:t> file.</a:t>
            </a:r>
            <a:endParaRPr lang="en-US" sz="255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[S30]</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27380" y="9564832"/>
            <a:ext cx="110836" cy="110836"/>
          </a:xfrm>
          <a:prstGeom prst="ellipse">
            <a:avLst/>
          </a:prstGeom>
          <a:solidFill>
            <a:srgbClr val="E8472B"/>
          </a:solidFill>
          <a:ln/>
        </p:spPr>
      </p:sp>
      <p:sp>
        <p:nvSpPr>
          <p:cNvPr id="63" name="Shape 61"/>
          <p:cNvSpPr/>
          <p:nvPr/>
        </p:nvSpPr>
        <p:spPr>
          <a:xfrm>
            <a:off x="8107488" y="9578686"/>
            <a:ext cx="83127" cy="83127"/>
          </a:xfrm>
          <a:prstGeom prst="ellipse">
            <a:avLst/>
          </a:prstGeom>
          <a:solidFill>
            <a:srgbClr val="14161C">
              <a:alpha val="28000"/>
            </a:srgbClr>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 43/55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fe28a96e-1192-45e8-9601-3342bd04c5b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5" kern="0">
                <a:solidFill>
                  <a:srgbClr val="14161C"/>
                </a:solidFill>
                <a:latin typeface="Bricolage Grotesque ExtraBold" pitchFamily="34" charset="0"/>
                <a:ea typeface="Bricolage Grotesque ExtraBold" pitchFamily="34" charset="-122"/>
                <a:cs typeface="Bricolage Grotesque ExtraBold" pitchFamily="34" charset="-120"/>
              </a:rPr>
              <a:t>Marketing</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Skills:</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52</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skill</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cho</a:t>
            </a:r>
            <a:r>
              <a:rPr lang="en-US" sz="5700" dirty="0" spc="-54" kern="0">
                <a:solidFill>
                  <a:srgbClr val="14161C"/>
                </a:solidFill>
                <a:latin typeface="Bricolage Grotesque ExtraBold" pitchFamily="34" charset="0"/>
                <a:ea typeface="Bricolage Grotesque ExtraBold" pitchFamily="34" charset="-122"/>
                <a:cs typeface="Bricolage Grotesque ExtraBold" pitchFamily="34" charset="-120"/>
              </a:rPr>
              <a:t> người</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làm</a:t>
            </a:r>
            <a:r>
              <a:rPr lang="en-US" sz="5700" dirty="0" spc="-13" kern="0">
                <a:solidFill>
                  <a:srgbClr val="14161C"/>
                </a:solidFill>
                <a:latin typeface="Bricolage Grotesque ExtraBold" pitchFamily="34" charset="0"/>
                <a:ea typeface="Bricolage Grotesque ExtraBold" pitchFamily="34" charset="-122"/>
                <a:cs typeface="Bricolage Grotesque ExtraBold" pitchFamily="34" charset="-120"/>
              </a:rPr>
              <a:t> marketing</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kỹ</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thuật</a:t>
            </a:r>
            <a:endParaRPr lang="en-US" sz="5700" dirty="0"/>
          </a:p>
        </p:txBody>
      </p:sp>
      <p:sp>
        <p:nvSpPr>
          <p:cNvPr id="3" name="Shape 1"/>
          <p:cNvSpPr/>
          <p:nvPr/>
        </p:nvSpPr>
        <p:spPr>
          <a:xfrm>
            <a:off x="914400" y="2762250"/>
            <a:ext cx="16459200" cy="1333500"/>
          </a:xfrm>
          <a:prstGeom prst="roundRect">
            <a:avLst>
              <a:gd name="adj" fmla="val 14286"/>
            </a:avLst>
          </a:prstGeom>
          <a:solidFill>
            <a:srgbClr val="E8E0CF"/>
          </a:solidFill>
          <a:ln w="19050">
            <a:solidFill>
              <a:srgbClr val="DDD5C1"/>
            </a:solidFill>
            <a:prstDash val="solid"/>
          </a:ln>
        </p:spPr>
      </p:sp>
      <p:sp>
        <p:nvSpPr>
          <p:cNvPr id="4" name="Shape 2"/>
          <p:cNvSpPr/>
          <p:nvPr/>
        </p:nvSpPr>
        <p:spPr>
          <a:xfrm>
            <a:off x="914400" y="2762250"/>
            <a:ext cx="133350" cy="1333500"/>
          </a:xfrm>
          <a:prstGeom prst="roundRect">
            <a:avLst>
              <a:gd name="adj" fmla="val 50000"/>
            </a:avLst>
          </a:prstGeom>
          <a:solidFill>
            <a:srgbClr val="B45309"/>
          </a:solidFill>
          <a:ln/>
        </p:spPr>
      </p:sp>
      <p:sp>
        <p:nvSpPr>
          <p:cNvPr id="5" name="Text 3"/>
          <p:cNvSpPr/>
          <p:nvPr/>
        </p:nvSpPr>
        <p:spPr>
          <a:xfrm>
            <a:off x="1295400" y="27622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0" kern="0">
                <a:solidFill>
                  <a:srgbClr val="B45309"/>
                </a:solidFill>
                <a:latin typeface="Be Vietnam Pro ExtraBold" pitchFamily="34" charset="0"/>
                <a:ea typeface="Be Vietnam Pro ExtraBold" pitchFamily="34" charset="-122"/>
                <a:cs typeface="Be Vietnam Pro ExtraBold" pitchFamily="34" charset="-120"/>
              </a:rPr>
              <a:t>Ảnh</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ghi</a:t>
            </a:r>
            <a:endParaRPr lang="en-US" sz="3000" dirty="0"/>
          </a:p>
        </p:txBody>
      </p:sp>
      <p:sp>
        <p:nvSpPr>
          <p:cNvPr id="6" name="Text 4"/>
          <p:cNvSpPr/>
          <p:nvPr/>
        </p:nvSpPr>
        <p:spPr>
          <a:xfrm>
            <a:off x="7581900" y="2762250"/>
            <a:ext cx="9525000" cy="1333500"/>
          </a:xfrm>
          <a:prstGeom prst="rect">
            <a:avLst/>
          </a:prstGeom>
          <a:noFill/>
          <a:ln/>
        </p:spPr>
        <p:txBody>
          <a:bodyPr wrap="square" lIns="0" tIns="0" rIns="0" bIns="0" rtlCol="0" anchor="ctr"/>
          <a:lstStyle/>
          <a:p>
            <a:pPr algn="l" indent="0" marL="0">
              <a:buNone/>
            </a:pPr>
            <a:r>
              <a:rPr lang="en-US" sz="2700" dirty="0" spc="-3" kern="0">
                <a:solidFill>
                  <a:srgbClr val="14161C"/>
                </a:solidFill>
                <a:latin typeface="Be Vietnam Pro" pitchFamily="34" charset="0"/>
                <a:ea typeface="Be Vietnam Pro" pitchFamily="34" charset="-122"/>
                <a:cs typeface="Be Vietnam Pro" pitchFamily="34" charset="-120"/>
              </a:rPr>
              <a:t>"Copywriting,</a:t>
            </a:r>
            <a:r>
              <a:rPr lang="en-US" sz="2700" dirty="0" spc="-1" kern="0">
                <a:solidFill>
                  <a:srgbClr val="14161C"/>
                </a:solidFill>
                <a:latin typeface="Be Vietnam Pro" pitchFamily="34" charset="0"/>
                <a:ea typeface="Be Vietnam Pro" pitchFamily="34" charset="-122"/>
                <a:cs typeface="Be Vietnam Pro" pitchFamily="34" charset="-120"/>
              </a:rPr>
              <a:t> SEO</a:t>
            </a:r>
            <a:r>
              <a:rPr lang="en-US" sz="2700" dirty="0" spc="-3" kern="0">
                <a:solidFill>
                  <a:srgbClr val="14161C"/>
                </a:solidFill>
                <a:latin typeface="Be Vietnam Pro" pitchFamily="34" charset="0"/>
                <a:ea typeface="Be Vietnam Pro" pitchFamily="34" charset="-122"/>
                <a:cs typeface="Be Vietnam Pro" pitchFamily="34" charset="-120"/>
              </a:rPr>
              <a:t> and</a:t>
            </a:r>
            <a:r>
              <a:rPr lang="en-US" sz="2700" dirty="0" spc="-11" kern="0">
                <a:solidFill>
                  <a:srgbClr val="14161C"/>
                </a:solidFill>
                <a:latin typeface="Be Vietnam Pro" pitchFamily="34" charset="0"/>
                <a:ea typeface="Be Vietnam Pro" pitchFamily="34" charset="-122"/>
                <a:cs typeface="Be Vietnam Pro" pitchFamily="34" charset="-120"/>
              </a:rPr>
              <a:t> CRO</a:t>
            </a:r>
            <a:r>
              <a:rPr lang="en-US" sz="2700" dirty="0" spc="-2" kern="0">
                <a:solidFill>
                  <a:srgbClr val="14161C"/>
                </a:solidFill>
                <a:latin typeface="Be Vietnam Pro" pitchFamily="34" charset="0"/>
                <a:ea typeface="Be Vietnam Pro" pitchFamily="34" charset="-122"/>
                <a:cs typeface="Be Vietnam Pro" pitchFamily="34" charset="-120"/>
              </a:rPr>
              <a:t> skills"</a:t>
            </a:r>
            <a:r>
              <a:rPr lang="en-US" sz="2700" dirty="0" spc="-1" kern="0">
                <a:solidFill>
                  <a:srgbClr val="14161C"/>
                </a:solidFill>
                <a:latin typeface="Be Vietnam Pro" pitchFamily="34" charset="0"/>
                <a:ea typeface="Be Vietnam Pro" pitchFamily="34" charset="-122"/>
                <a:cs typeface="Be Vietnam Pro" pitchFamily="34" charset="-120"/>
              </a:rPr>
              <a:t> ·</a:t>
            </a:r>
            <a:r>
              <a:rPr lang="en-US" sz="2700" dirty="0" spc="-3" kern="0">
                <a:solidFill>
                  <a:srgbClr val="14161C"/>
                </a:solidFill>
                <a:latin typeface="Be Vietnam Pro" pitchFamily="34" charset="0"/>
                <a:ea typeface="Be Vietnam Pro" pitchFamily="34" charset="-122"/>
                <a:cs typeface="Be Vietnam Pro" pitchFamily="34" charset="-120"/>
              </a:rPr>
              <a:t> 56k</a:t>
            </a:r>
            <a:r>
              <a:rPr lang="en-US" sz="2700" dirty="0" spc="-11" kern="0">
                <a:solidFill>
                  <a:srgbClr val="14161C"/>
                </a:solidFill>
                <a:latin typeface="Be Vietnam Pro" pitchFamily="34" charset="0"/>
                <a:ea typeface="Be Vietnam Pro" pitchFamily="34" charset="-122"/>
                <a:cs typeface="Be Vietnam Pro" pitchFamily="34" charset="-120"/>
              </a:rPr>
              <a:t> sao</a:t>
            </a:r>
            <a:endParaRPr lang="en-US" sz="2700" dirty="0"/>
          </a:p>
        </p:txBody>
      </p:sp>
      <p:sp>
        <p:nvSpPr>
          <p:cNvPr id="7" name="Shape 5"/>
          <p:cNvSpPr/>
          <p:nvPr/>
        </p:nvSpPr>
        <p:spPr>
          <a:xfrm>
            <a:off x="914400" y="4229100"/>
            <a:ext cx="16459200" cy="1333500"/>
          </a:xfrm>
          <a:prstGeom prst="roundRect">
            <a:avLst>
              <a:gd name="adj" fmla="val 14286"/>
            </a:avLst>
          </a:prstGeom>
          <a:solidFill>
            <a:srgbClr val="FBF8F2"/>
          </a:solidFill>
          <a:ln w="19050">
            <a:solidFill>
              <a:srgbClr val="DDD5C1"/>
            </a:solidFill>
            <a:prstDash val="solid"/>
          </a:ln>
        </p:spPr>
      </p:sp>
      <p:sp>
        <p:nvSpPr>
          <p:cNvPr id="8" name="Shape 6"/>
          <p:cNvSpPr/>
          <p:nvPr/>
        </p:nvSpPr>
        <p:spPr>
          <a:xfrm>
            <a:off x="914400" y="4229100"/>
            <a:ext cx="133350" cy="1333500"/>
          </a:xfrm>
          <a:prstGeom prst="roundRect">
            <a:avLst>
              <a:gd name="adj" fmla="val 50000"/>
            </a:avLst>
          </a:prstGeom>
          <a:solidFill>
            <a:srgbClr val="0F766E"/>
          </a:solidFill>
          <a:ln/>
        </p:spPr>
      </p:sp>
      <p:sp>
        <p:nvSpPr>
          <p:cNvPr id="9" name="Text 7"/>
          <p:cNvSpPr/>
          <p:nvPr/>
        </p:nvSpPr>
        <p:spPr>
          <a:xfrm>
            <a:off x="1295400" y="42291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36" kern="0">
                <a:solidFill>
                  <a:srgbClr val="0F766E"/>
                </a:solidFill>
                <a:latin typeface="Be Vietnam Pro ExtraBold" pitchFamily="34" charset="0"/>
                <a:ea typeface="Be Vietnam Pro ExtraBold" pitchFamily="34" charset="-122"/>
                <a:cs typeface="Be Vietnam Pro ExtraBold" pitchFamily="34" charset="-120"/>
              </a:rPr>
              <a:t>Là</a:t>
            </a:r>
            <a:r>
              <a:rPr lang="en-US" sz="3000" dirty="0" spc="-2" kern="0">
                <a:solidFill>
                  <a:srgbClr val="0F766E"/>
                </a:solidFill>
                <a:latin typeface="Be Vietnam Pro ExtraBold" pitchFamily="34" charset="0"/>
                <a:ea typeface="Be Vietnam Pro ExtraBold" pitchFamily="34" charset="-122"/>
                <a:cs typeface="Be Vietnam Pro ExtraBold" pitchFamily="34" charset="-120"/>
              </a:rPr>
              <a:t> gì</a:t>
            </a:r>
            <a:endParaRPr lang="en-US" sz="3000" dirty="0"/>
          </a:p>
        </p:txBody>
      </p:sp>
      <p:sp>
        <p:nvSpPr>
          <p:cNvPr id="10" name="Text 8"/>
          <p:cNvSpPr/>
          <p:nvPr/>
        </p:nvSpPr>
        <p:spPr>
          <a:xfrm>
            <a:off x="7581900" y="422910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Be Vietnam Pro" pitchFamily="34" charset="0"/>
                <a:ea typeface="Be Vietnam Pro" pitchFamily="34" charset="-122"/>
                <a:cs typeface="Be Vietnam Pro" pitchFamily="34" charset="-120"/>
              </a:rPr>
              <a:t>Skill</a:t>
            </a:r>
            <a:r>
              <a:rPr lang="en-US" sz="2700" dirty="0" spc="-2" kern="0">
                <a:solidFill>
                  <a:srgbClr val="14161C"/>
                </a:solidFill>
                <a:latin typeface="Be Vietnam Pro" pitchFamily="34" charset="0"/>
                <a:ea typeface="Be Vietnam Pro" pitchFamily="34" charset="-122"/>
                <a:cs typeface="Be Vietnam Pro" pitchFamily="34" charset="-120"/>
              </a:rPr>
              <a:t> cho</a:t>
            </a:r>
            <a:r>
              <a:rPr lang="en-US" sz="2700" dirty="0" spc="-14" kern="0">
                <a:solidFill>
                  <a:srgbClr val="14161C"/>
                </a:solidFill>
                <a:latin typeface="Be Vietnam Pro" pitchFamily="34" charset="0"/>
                <a:ea typeface="Be Vietnam Pro" pitchFamily="34" charset="-122"/>
                <a:cs typeface="Be Vietnam Pro" pitchFamily="34" charset="-120"/>
              </a:rPr>
              <a:t> chuyển</a:t>
            </a:r>
            <a:r>
              <a:rPr lang="en-US" sz="2700" dirty="0" spc="11" kern="0">
                <a:solidFill>
                  <a:srgbClr val="14161C"/>
                </a:solidFill>
                <a:latin typeface="Be Vietnam Pro" pitchFamily="34" charset="0"/>
                <a:ea typeface="Be Vietnam Pro" pitchFamily="34" charset="-122"/>
                <a:cs typeface="Be Vietnam Pro" pitchFamily="34" charset="-120"/>
              </a:rPr>
              <a:t> đổi,</a:t>
            </a:r>
            <a:r>
              <a:rPr lang="en-US" sz="2700" dirty="0" spc="-1" kern="0">
                <a:solidFill>
                  <a:srgbClr val="14161C"/>
                </a:solidFill>
                <a:latin typeface="Be Vietnam Pro" pitchFamily="34" charset="0"/>
                <a:ea typeface="Be Vietnam Pro" pitchFamily="34" charset="-122"/>
                <a:cs typeface="Be Vietnam Pro" pitchFamily="34" charset="-120"/>
              </a:rPr>
              <a:t> quảng</a:t>
            </a:r>
            <a:r>
              <a:rPr lang="en-US" sz="2700" dirty="0" spc="0" kern="0">
                <a:solidFill>
                  <a:srgbClr val="14161C"/>
                </a:solidFill>
                <a:latin typeface="Be Vietnam Pro" pitchFamily="34" charset="0"/>
                <a:ea typeface="Be Vietnam Pro" pitchFamily="34" charset="-122"/>
                <a:cs typeface="Be Vietnam Pro" pitchFamily="34" charset="-120"/>
              </a:rPr>
              <a:t> cáo,</a:t>
            </a:r>
            <a:r>
              <a:rPr lang="en-US" sz="2700" dirty="0" spc="2" kern="0">
                <a:solidFill>
                  <a:srgbClr val="14161C"/>
                </a:solidFill>
                <a:latin typeface="Be Vietnam Pro" pitchFamily="34" charset="0"/>
                <a:ea typeface="Be Vietnam Pro" pitchFamily="34" charset="-122"/>
                <a:cs typeface="Be Vietnam Pro" pitchFamily="34" charset="-120"/>
              </a:rPr>
              <a:t> SEO,</a:t>
            </a:r>
            <a:r>
              <a:rPr lang="en-US" sz="2700" dirty="0" spc="15" kern="0">
                <a:solidFill>
                  <a:srgbClr val="14161C"/>
                </a:solidFill>
                <a:latin typeface="Be Vietnam Pro" pitchFamily="34" charset="0"/>
                <a:ea typeface="Be Vietnam Pro" pitchFamily="34" charset="-122"/>
                <a:cs typeface="Be Vietnam Pro" pitchFamily="34" charset="-120"/>
              </a:rPr>
              <a:t> đo</a:t>
            </a:r>
            <a:r>
              <a:rPr lang="en-US" sz="2700" dirty="0" spc="6" kern="0">
                <a:solidFill>
                  <a:srgbClr val="14161C"/>
                </a:solidFill>
                <a:latin typeface="Be Vietnam Pro" pitchFamily="34" charset="0"/>
                <a:ea typeface="Be Vietnam Pro" pitchFamily="34" charset="-122"/>
                <a:cs typeface="Be Vietnam Pro" pitchFamily="34" charset="-120"/>
              </a:rPr>
              <a:t> lường,</a:t>
            </a:r>
            <a:r>
              <a:rPr lang="en-US" sz="2700" dirty="0" spc="-11" kern="0">
                <a:solidFill>
                  <a:srgbClr val="14161C"/>
                </a:solidFill>
                <a:latin typeface="Be Vietnam Pro" pitchFamily="34" charset="0"/>
                <a:ea typeface="Be Vietnam Pro" pitchFamily="34" charset="-122"/>
                <a:cs typeface="Be Vietnam Pro" pitchFamily="34" charset="-120"/>
              </a:rPr>
              <a:t> tăng</a:t>
            </a:r>
            <a:r>
              <a:rPr lang="en-US" sz="2700" dirty="0" spc="5" kern="0">
                <a:solidFill>
                  <a:srgbClr val="14161C"/>
                </a:solidFill>
                <a:latin typeface="Be Vietnam Pro" pitchFamily="34" charset="0"/>
                <a:ea typeface="Be Vietnam Pro" pitchFamily="34" charset="-122"/>
                <a:cs typeface="Be Vietnam Pro" pitchFamily="34" charset="-120"/>
              </a:rPr>
              <a:t> trưởng;</a:t>
            </a:r>
            <a:r>
              <a:rPr lang="en-US" sz="2700" dirty="0" spc="-1" kern="0">
                <a:solidFill>
                  <a:srgbClr val="14161C"/>
                </a:solidFill>
                <a:latin typeface="Be Vietnam Pro" pitchFamily="34" charset="0"/>
                <a:ea typeface="Be Vietnam Pro" pitchFamily="34" charset="-122"/>
                <a:cs typeface="Be Vietnam Pro" pitchFamily="34" charset="-120"/>
              </a:rPr>
              <a:t> chia</a:t>
            </a:r>
            <a:r>
              <a:rPr lang="en-US" sz="2700" dirty="0" spc="0" kern="0">
                <a:solidFill>
                  <a:srgbClr val="14161C"/>
                </a:solidFill>
                <a:latin typeface="Be Vietnam Pro" pitchFamily="34" charset="0"/>
                <a:ea typeface="Be Vietnam Pro" pitchFamily="34" charset="-122"/>
                <a:cs typeface="Be Vietnam Pro" pitchFamily="34" charset="-120"/>
              </a:rPr>
              <a:t> thành</a:t>
            </a:r>
            <a:r>
              <a:rPr lang="en-US" sz="2700" dirty="0" spc="-3" kern="0">
                <a:solidFill>
                  <a:srgbClr val="14161C"/>
                </a:solidFill>
                <a:latin typeface="Be Vietnam Pro" pitchFamily="34" charset="0"/>
                <a:ea typeface="Be Vietnam Pro" pitchFamily="34" charset="-122"/>
                <a:cs typeface="Be Vietnam Pro" pitchFamily="34" charset="-120"/>
              </a:rPr>
              <a:t> 9</a:t>
            </a:r>
            <a:r>
              <a:rPr lang="en-US" sz="2700" dirty="0" spc="-2" kern="0">
                <a:solidFill>
                  <a:srgbClr val="14161C"/>
                </a:solidFill>
                <a:latin typeface="Be Vietnam Pro" pitchFamily="34" charset="0"/>
                <a:ea typeface="Be Vietnam Pro" pitchFamily="34" charset="-122"/>
                <a:cs typeface="Be Vietnam Pro" pitchFamily="34" charset="-120"/>
              </a:rPr>
              <a:t> nhóm.</a:t>
            </a:r>
            <a:endParaRPr lang="en-US" sz="2700" dirty="0"/>
          </a:p>
        </p:txBody>
      </p:sp>
      <p:sp>
        <p:nvSpPr>
          <p:cNvPr id="11" name="Shape 9"/>
          <p:cNvSpPr/>
          <p:nvPr/>
        </p:nvSpPr>
        <p:spPr>
          <a:xfrm>
            <a:off x="914400" y="5695950"/>
            <a:ext cx="16459200" cy="1333500"/>
          </a:xfrm>
          <a:prstGeom prst="roundRect">
            <a:avLst>
              <a:gd name="adj" fmla="val 14286"/>
            </a:avLst>
          </a:prstGeom>
          <a:solidFill>
            <a:srgbClr val="E8E0CF"/>
          </a:solidFill>
          <a:ln w="19050">
            <a:solidFill>
              <a:srgbClr val="DDD5C1"/>
            </a:solidFill>
            <a:prstDash val="solid"/>
          </a:ln>
        </p:spPr>
      </p:sp>
      <p:sp>
        <p:nvSpPr>
          <p:cNvPr id="12" name="Shape 10"/>
          <p:cNvSpPr/>
          <p:nvPr/>
        </p:nvSpPr>
        <p:spPr>
          <a:xfrm>
            <a:off x="914400" y="5695950"/>
            <a:ext cx="133350" cy="1333500"/>
          </a:xfrm>
          <a:prstGeom prst="roundRect">
            <a:avLst>
              <a:gd name="adj" fmla="val 50000"/>
            </a:avLst>
          </a:prstGeom>
          <a:solidFill>
            <a:srgbClr val="E8472B"/>
          </a:solidFill>
          <a:ln/>
        </p:spPr>
      </p:sp>
      <p:sp>
        <p:nvSpPr>
          <p:cNvPr id="13" name="Text 11"/>
          <p:cNvSpPr/>
          <p:nvPr/>
        </p:nvSpPr>
        <p:spPr>
          <a:xfrm>
            <a:off x="1295400" y="5695950"/>
            <a:ext cx="5905500" cy="1333500"/>
          </a:xfrm>
          <a:prstGeom prst="rect">
            <a:avLst/>
          </a:prstGeom>
          <a:noFill/>
          <a:ln/>
        </p:spPr>
        <p:txBody>
          <a:bodyPr wrap="square" lIns="0" tIns="16720" rIns="0" bIns="-16720" rtlCol="0" anchor="ctr"/>
          <a:lstStyle/>
          <a:p>
            <a:pPr algn="l" indent="0" marL="0">
              <a:lnSpc>
                <a:spcPts val="3450"/>
              </a:lnSpc>
              <a:buNone/>
            </a:pPr>
            <a:r>
              <a:rPr lang="en-US" sz="3000" dirty="0" spc="8" kern="0">
                <a:solidFill>
                  <a:srgbClr val="E8472B"/>
                </a:solidFill>
                <a:latin typeface="Be Vietnam Pro ExtraBold" pitchFamily="34" charset="0"/>
                <a:ea typeface="Be Vietnam Pro ExtraBold" pitchFamily="34" charset="-122"/>
                <a:cs typeface="Be Vietnam Pro ExtraBold" pitchFamily="34" charset="-120"/>
              </a:rPr>
              <a:t>Cài</a:t>
            </a:r>
            <a:r>
              <a:rPr lang="en-US" sz="3000" dirty="0" spc="-8" kern="0">
                <a:solidFill>
                  <a:srgbClr val="E8472B"/>
                </a:solidFill>
                <a:latin typeface="Be Vietnam Pro ExtraBold" pitchFamily="34" charset="0"/>
                <a:ea typeface="Be Vietnam Pro ExtraBold" pitchFamily="34" charset="-122"/>
                <a:cs typeface="Be Vietnam Pro ExtraBold" pitchFamily="34" charset="-120"/>
              </a:rPr>
              <a:t> bằng</a:t>
            </a:r>
            <a:endParaRPr lang="en-US" sz="3000" dirty="0"/>
          </a:p>
        </p:txBody>
      </p:sp>
      <p:sp>
        <p:nvSpPr>
          <p:cNvPr id="14" name="Text 12"/>
          <p:cNvSpPr/>
          <p:nvPr/>
        </p:nvSpPr>
        <p:spPr>
          <a:xfrm>
            <a:off x="7581900" y="5695950"/>
            <a:ext cx="9525000" cy="1333500"/>
          </a:xfrm>
          <a:prstGeom prst="rect">
            <a:avLst/>
          </a:prstGeom>
          <a:noFill/>
          <a:ln/>
        </p:spPr>
        <p:txBody>
          <a:bodyPr wrap="square" lIns="0" tIns="0" rIns="0" bIns="0" rtlCol="0" anchor="ctr"/>
          <a:lstStyle/>
          <a:p>
            <a:pPr algn="l" indent="0" marL="0">
              <a:buNone/>
            </a:pPr>
            <a:r>
              <a:rPr lang="en-US" sz="2700" dirty="0" spc="-30" kern="0">
                <a:solidFill>
                  <a:srgbClr val="14161C"/>
                </a:solidFill>
                <a:latin typeface="Be Vietnam Pro" pitchFamily="34" charset="0"/>
                <a:ea typeface="Be Vietnam Pro" pitchFamily="34" charset="-122"/>
                <a:cs typeface="Be Vietnam Pro" pitchFamily="34" charset="-120"/>
              </a:rPr>
              <a:t>npx</a:t>
            </a:r>
            <a:r>
              <a:rPr lang="en-US" sz="2700" dirty="0" spc="-1" kern="0">
                <a:solidFill>
                  <a:srgbClr val="14161C"/>
                </a:solidFill>
                <a:latin typeface="Be Vietnam Pro" pitchFamily="34" charset="0"/>
                <a:ea typeface="Be Vietnam Pro" pitchFamily="34" charset="-122"/>
                <a:cs typeface="Be Vietnam Pro" pitchFamily="34" charset="-120"/>
              </a:rPr>
              <a:t> skills</a:t>
            </a:r>
            <a:r>
              <a:rPr lang="en-US" sz="2700" dirty="0" spc="-4" kern="0">
                <a:solidFill>
                  <a:srgbClr val="14161C"/>
                </a:solidFill>
                <a:latin typeface="Be Vietnam Pro" pitchFamily="34" charset="0"/>
                <a:ea typeface="Be Vietnam Pro" pitchFamily="34" charset="-122"/>
                <a:cs typeface="Be Vietnam Pro" pitchFamily="34" charset="-120"/>
              </a:rPr>
              <a:t> add</a:t>
            </a:r>
            <a:r>
              <a:rPr lang="en-US" sz="2700" dirty="0" spc="-12" kern="0">
                <a:solidFill>
                  <a:srgbClr val="14161C"/>
                </a:solidFill>
                <a:latin typeface="Be Vietnam Pro" pitchFamily="34" charset="0"/>
                <a:ea typeface="Be Vietnam Pro" pitchFamily="34" charset="-122"/>
                <a:cs typeface="Be Vietnam Pro" pitchFamily="34" charset="-120"/>
              </a:rPr>
              <a:t> coreyhaines31/marketingskills,</a:t>
            </a:r>
            <a:r>
              <a:rPr lang="en-US" sz="2700" dirty="0" spc="-1" kern="0">
                <a:solidFill>
                  <a:srgbClr val="14161C"/>
                </a:solidFill>
                <a:latin typeface="Be Vietnam Pro" pitchFamily="34" charset="0"/>
                <a:ea typeface="Be Vietnam Pro" pitchFamily="34" charset="-122"/>
                <a:cs typeface="Be Vietnam Pro" pitchFamily="34" charset="-120"/>
              </a:rPr>
              <a:t> thêm</a:t>
            </a:r>
            <a:r>
              <a:rPr lang="en-US" sz="2700" dirty="0" spc="-3" kern="0">
                <a:solidFill>
                  <a:srgbClr val="14161C"/>
                </a:solidFill>
                <a:latin typeface="Be Vietnam Pro" pitchFamily="34" charset="0"/>
                <a:ea typeface="Be Vietnam Pro" pitchFamily="34" charset="-122"/>
                <a:cs typeface="Be Vietnam Pro" pitchFamily="34" charset="-120"/>
              </a:rPr>
              <a:t> --list</a:t>
            </a:r>
            <a:r>
              <a:rPr lang="en-US" sz="2700" dirty="0" spc="15" kern="0">
                <a:solidFill>
                  <a:srgbClr val="14161C"/>
                </a:solidFill>
                <a:latin typeface="Be Vietnam Pro" pitchFamily="34" charset="0"/>
                <a:ea typeface="Be Vietnam Pro" pitchFamily="34" charset="-122"/>
                <a:cs typeface="Be Vietnam Pro" pitchFamily="34" charset="-120"/>
              </a:rPr>
              <a:t> để</a:t>
            </a:r>
            <a:r>
              <a:rPr lang="en-US" sz="2700" dirty="0" spc="-21" kern="0">
                <a:solidFill>
                  <a:srgbClr val="14161C"/>
                </a:solidFill>
                <a:latin typeface="Be Vietnam Pro" pitchFamily="34" charset="0"/>
                <a:ea typeface="Be Vietnam Pro" pitchFamily="34" charset="-122"/>
                <a:cs typeface="Be Vietnam Pro" pitchFamily="34" charset="-120"/>
              </a:rPr>
              <a:t> xem</a:t>
            </a:r>
            <a:r>
              <a:rPr lang="en-US" sz="2700" dirty="0" spc="7" kern="0">
                <a:solidFill>
                  <a:srgbClr val="14161C"/>
                </a:solidFill>
                <a:latin typeface="Be Vietnam Pro" pitchFamily="34" charset="0"/>
                <a:ea typeface="Be Vietnam Pro" pitchFamily="34" charset="-122"/>
                <a:cs typeface="Be Vietnam Pro" pitchFamily="34" charset="-120"/>
              </a:rPr>
              <a:t> trước</a:t>
            </a:r>
            <a:endParaRPr lang="en-US" sz="2700" dirty="0"/>
          </a:p>
        </p:txBody>
      </p:sp>
      <p:sp>
        <p:nvSpPr>
          <p:cNvPr id="15" name="Shape 13"/>
          <p:cNvSpPr/>
          <p:nvPr/>
        </p:nvSpPr>
        <p:spPr>
          <a:xfrm>
            <a:off x="914400" y="7162800"/>
            <a:ext cx="16459200" cy="1333500"/>
          </a:xfrm>
          <a:prstGeom prst="roundRect">
            <a:avLst>
              <a:gd name="adj" fmla="val 14286"/>
            </a:avLst>
          </a:prstGeom>
          <a:solidFill>
            <a:srgbClr val="FBF8F2"/>
          </a:solidFill>
          <a:ln w="19050">
            <a:solidFill>
              <a:srgbClr val="DDD5C1"/>
            </a:solidFill>
            <a:prstDash val="solid"/>
          </a:ln>
        </p:spPr>
      </p:sp>
      <p:sp>
        <p:nvSpPr>
          <p:cNvPr id="16" name="Shape 14"/>
          <p:cNvSpPr/>
          <p:nvPr/>
        </p:nvSpPr>
        <p:spPr>
          <a:xfrm>
            <a:off x="914400" y="7162800"/>
            <a:ext cx="133350" cy="1333500"/>
          </a:xfrm>
          <a:prstGeom prst="roundRect">
            <a:avLst>
              <a:gd name="adj" fmla="val 50000"/>
            </a:avLst>
          </a:prstGeom>
          <a:solidFill>
            <a:srgbClr val="1F3FD1"/>
          </a:solidFill>
          <a:ln/>
        </p:spPr>
      </p:sp>
      <p:sp>
        <p:nvSpPr>
          <p:cNvPr id="17" name="Text 15"/>
          <p:cNvSpPr/>
          <p:nvPr/>
        </p:nvSpPr>
        <p:spPr>
          <a:xfrm>
            <a:off x="1295400" y="7162800"/>
            <a:ext cx="5905500" cy="133350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1F3FD1"/>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1F3FD1"/>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18" name="Text 16"/>
          <p:cNvSpPr/>
          <p:nvPr/>
        </p:nvSpPr>
        <p:spPr>
          <a:xfrm>
            <a:off x="7581900" y="7162800"/>
            <a:ext cx="9525000" cy="1333500"/>
          </a:xfrm>
          <a:prstGeom prst="rect">
            <a:avLst/>
          </a:prstGeom>
          <a:noFill/>
          <a:ln/>
        </p:spPr>
        <p:txBody>
          <a:bodyPr wrap="square" lIns="0" tIns="0" rIns="0" bIns="0" rtlCol="0" anchor="ctr"/>
          <a:lstStyle/>
          <a:p>
            <a:pPr algn="l" indent="0" marL="0">
              <a:buNone/>
            </a:pPr>
            <a:r>
              <a:rPr lang="en-US" sz="2700" dirty="0" spc="-1" kern="0">
                <a:solidFill>
                  <a:srgbClr val="14161C"/>
                </a:solidFill>
                <a:latin typeface="Be Vietnam Pro" pitchFamily="34" charset="0"/>
                <a:ea typeface="Be Vietnam Pro" pitchFamily="34" charset="-122"/>
                <a:cs typeface="Be Vietnam Pro" pitchFamily="34" charset="-120"/>
              </a:rPr>
              <a:t>Miễn</a:t>
            </a:r>
            <a:r>
              <a:rPr lang="en-US" sz="2700" dirty="0" spc="-3" kern="0">
                <a:solidFill>
                  <a:srgbClr val="14161C"/>
                </a:solidFill>
                <a:latin typeface="Be Vietnam Pro" pitchFamily="34" charset="0"/>
                <a:ea typeface="Be Vietnam Pro" pitchFamily="34" charset="-122"/>
                <a:cs typeface="Be Vietnam Pro" pitchFamily="34" charset="-120"/>
              </a:rPr>
              <a:t> phí</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47" kern="0">
                <a:solidFill>
                  <a:srgbClr val="14161C"/>
                </a:solidFill>
                <a:latin typeface="Be Vietnam Pro" pitchFamily="34" charset="0"/>
                <a:ea typeface="Be Vietnam Pro" pitchFamily="34" charset="-122"/>
                <a:cs typeface="Be Vietnam Pro" pitchFamily="34" charset="-120"/>
              </a:rPr>
              <a:t> MIT,</a:t>
            </a:r>
            <a:r>
              <a:rPr lang="en-US" sz="2700" dirty="0" spc="17" kern="0">
                <a:solidFill>
                  <a:srgbClr val="14161C"/>
                </a:solidFill>
                <a:latin typeface="Be Vietnam Pro" pitchFamily="34" charset="0"/>
                <a:ea typeface="Be Vietnam Pro" pitchFamily="34" charset="-122"/>
                <a:cs typeface="Be Vietnam Pro" pitchFamily="34" charset="-120"/>
              </a:rPr>
              <a:t> nhưng</a:t>
            </a:r>
            <a:r>
              <a:rPr lang="en-US" sz="2700" dirty="0" spc="-1" kern="0">
                <a:solidFill>
                  <a:srgbClr val="14161C"/>
                </a:solidFill>
                <a:latin typeface="Be Vietnam Pro" pitchFamily="34" charset="0"/>
                <a:ea typeface="Be Vietnam Pro" pitchFamily="34" charset="-122"/>
                <a:cs typeface="Be Vietnam Pro" pitchFamily="34" charset="-120"/>
              </a:rPr>
              <a:t> có</a:t>
            </a:r>
            <a:r>
              <a:rPr lang="en-US" sz="2700" dirty="0" spc="-6" kern="0">
                <a:solidFill>
                  <a:srgbClr val="14161C"/>
                </a:solidFill>
                <a:latin typeface="Be Vietnam Pro" pitchFamily="34" charset="0"/>
                <a:ea typeface="Be Vietnam Pro" pitchFamily="34" charset="-122"/>
                <a:cs typeface="Be Vietnam Pro" pitchFamily="34" charset="-120"/>
              </a:rPr>
              <a:t> Verified</a:t>
            </a:r>
            <a:r>
              <a:rPr lang="en-US" sz="2700" dirty="0" spc="-7" kern="0">
                <a:solidFill>
                  <a:srgbClr val="14161C"/>
                </a:solidFill>
                <a:latin typeface="Be Vietnam Pro" pitchFamily="34" charset="0"/>
                <a:ea typeface="Be Vietnam Pro" pitchFamily="34" charset="-122"/>
                <a:cs typeface="Be Vietnam Pro" pitchFamily="34" charset="-120"/>
              </a:rPr>
              <a:t> Partners</a:t>
            </a:r>
            <a:r>
              <a:rPr lang="en-US" sz="2700" dirty="0" spc="-13" kern="0">
                <a:solidFill>
                  <a:srgbClr val="14161C"/>
                </a:solidFill>
                <a:latin typeface="Be Vietnam Pro" pitchFamily="34" charset="0"/>
                <a:ea typeface="Be Vietnam Pro" pitchFamily="34" charset="-122"/>
                <a:cs typeface="Be Vietnam Pro" pitchFamily="34" charset="-120"/>
              </a:rPr>
              <a:t> tài</a:t>
            </a:r>
            <a:r>
              <a:rPr lang="en-US" sz="2700" dirty="0" spc="-28" kern="0">
                <a:solidFill>
                  <a:srgbClr val="14161C"/>
                </a:solidFill>
                <a:latin typeface="Be Vietnam Pro" pitchFamily="34" charset="0"/>
                <a:ea typeface="Be Vietnam Pro" pitchFamily="34" charset="-122"/>
                <a:cs typeface="Be Vietnam Pro" pitchFamily="34" charset="-120"/>
              </a:rPr>
              <a:t> trợ</a:t>
            </a:r>
            <a:r>
              <a:rPr lang="en-US" sz="2700" dirty="0" spc="-18" kern="0">
                <a:solidFill>
                  <a:srgbClr val="14161C"/>
                </a:solidFill>
                <a:latin typeface="Be Vietnam Pro" pitchFamily="34" charset="0"/>
                <a:ea typeface="Be Vietnam Pro" pitchFamily="34" charset="-122"/>
                <a:cs typeface="Be Vietnam Pro" pitchFamily="34" charset="-120"/>
              </a:rPr>
              <a:t> và</a:t>
            </a:r>
            <a:r>
              <a:rPr lang="en-US" sz="2700" dirty="0" spc="-1" kern="0">
                <a:solidFill>
                  <a:srgbClr val="14161C"/>
                </a:solidFill>
                <a:latin typeface="Be Vietnam Pro" pitchFamily="34" charset="0"/>
                <a:ea typeface="Be Vietnam Pro" pitchFamily="34" charset="-122"/>
                <a:cs typeface="Be Vietnam Pro" pitchFamily="34" charset="-120"/>
              </a:rPr>
              <a:t> dịch</a:t>
            </a:r>
            <a:r>
              <a:rPr lang="en-US" sz="2700" dirty="0" spc="-2" kern="0">
                <a:solidFill>
                  <a:srgbClr val="14161C"/>
                </a:solidFill>
                <a:latin typeface="Be Vietnam Pro" pitchFamily="34" charset="0"/>
                <a:ea typeface="Be Vietnam Pro" pitchFamily="34" charset="-122"/>
                <a:cs typeface="Be Vietnam Pro" pitchFamily="34" charset="-120"/>
              </a:rPr>
              <a:t> vụ</a:t>
            </a:r>
            <a:r>
              <a:rPr lang="en-US" sz="2700" dirty="0" spc="3" kern="0">
                <a:solidFill>
                  <a:srgbClr val="14161C"/>
                </a:solidFill>
                <a:latin typeface="Be Vietnam Pro" pitchFamily="34" charset="0"/>
                <a:ea typeface="Be Vietnam Pro" pitchFamily="34" charset="-122"/>
                <a:cs typeface="Be Vietnam Pro" pitchFamily="34" charset="-120"/>
              </a:rPr>
              <a:t> tư</a:t>
            </a:r>
            <a:r>
              <a:rPr lang="en-US" sz="2700" dirty="0" spc="-14" kern="0">
                <a:solidFill>
                  <a:srgbClr val="14161C"/>
                </a:solidFill>
                <a:latin typeface="Be Vietnam Pro" pitchFamily="34" charset="0"/>
                <a:ea typeface="Be Vietnam Pro" pitchFamily="34" charset="-122"/>
                <a:cs typeface="Be Vietnam Pro" pitchFamily="34" charset="-120"/>
              </a:rPr>
              <a:t> vấn</a:t>
            </a:r>
            <a:r>
              <a:rPr lang="en-US" sz="2700" dirty="0" spc="-2" kern="0">
                <a:solidFill>
                  <a:srgbClr val="14161C"/>
                </a:solidFill>
                <a:latin typeface="Be Vietnam Pro" pitchFamily="34" charset="0"/>
                <a:ea typeface="Be Vietnam Pro" pitchFamily="34" charset="-122"/>
                <a:cs typeface="Be Vietnam Pro" pitchFamily="34" charset="-120"/>
              </a:rPr>
              <a:t> của</a:t>
            </a:r>
            <a:r>
              <a:rPr lang="en-US" sz="2700" dirty="0" spc="-12" kern="0">
                <a:solidFill>
                  <a:srgbClr val="14161C"/>
                </a:solidFill>
                <a:latin typeface="Be Vietnam Pro" pitchFamily="34" charset="0"/>
                <a:ea typeface="Be Vietnam Pro" pitchFamily="34" charset="-122"/>
                <a:cs typeface="Be Vietnam Pro" pitchFamily="34" charset="-120"/>
              </a:rPr>
              <a:t> tác</a:t>
            </a:r>
            <a:r>
              <a:rPr lang="en-US" sz="2700" dirty="0" spc="-1" kern="0">
                <a:solidFill>
                  <a:srgbClr val="14161C"/>
                </a:solidFill>
                <a:latin typeface="Be Vietnam Pro" pitchFamily="34" charset="0"/>
                <a:ea typeface="Be Vietnam Pro" pitchFamily="34" charset="-122"/>
                <a:cs typeface="Be Vietnam Pro" pitchFamily="34" charset="-120"/>
              </a:rPr>
              <a:t> giả.</a:t>
            </a:r>
            <a:endParaRPr lang="en-US" sz="2700" dirty="0"/>
          </a:p>
        </p:txBody>
      </p:sp>
      <p:sp>
        <p:nvSpPr>
          <p:cNvPr id="19"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[S31]</a:t>
            </a:r>
            <a:endParaRPr lang="en-US" sz="1800" dirty="0"/>
          </a:p>
        </p:txBody>
      </p:sp>
      <p:sp>
        <p:nvSpPr>
          <p:cNvPr id="20" name="Shape 18"/>
          <p:cNvSpPr/>
          <p:nvPr/>
        </p:nvSpPr>
        <p:spPr>
          <a:xfrm>
            <a:off x="958561" y="9578686"/>
            <a:ext cx="83127" cy="83127"/>
          </a:xfrm>
          <a:prstGeom prst="ellipse">
            <a:avLst/>
          </a:prstGeom>
          <a:solidFill>
            <a:srgbClr val="14161C">
              <a:alpha val="28000"/>
            </a:srgbClr>
          </a:solidFill>
          <a:ln/>
        </p:spPr>
      </p:sp>
      <p:sp>
        <p:nvSpPr>
          <p:cNvPr id="21" name="Shape 19"/>
          <p:cNvSpPr/>
          <p:nvPr/>
        </p:nvSpPr>
        <p:spPr>
          <a:xfrm>
            <a:off x="1124815" y="9578686"/>
            <a:ext cx="83127" cy="83127"/>
          </a:xfrm>
          <a:prstGeom prst="ellipse">
            <a:avLst/>
          </a:prstGeom>
          <a:solidFill>
            <a:srgbClr val="14161C">
              <a:alpha val="28000"/>
            </a:srgbClr>
          </a:solidFill>
          <a:ln/>
        </p:spPr>
      </p:sp>
      <p:sp>
        <p:nvSpPr>
          <p:cNvPr id="22" name="Shape 20"/>
          <p:cNvSpPr/>
          <p:nvPr/>
        </p:nvSpPr>
        <p:spPr>
          <a:xfrm>
            <a:off x="1291070" y="9578686"/>
            <a:ext cx="83127" cy="83127"/>
          </a:xfrm>
          <a:prstGeom prst="ellipse">
            <a:avLst/>
          </a:prstGeom>
          <a:solidFill>
            <a:srgbClr val="14161C">
              <a:alpha val="28000"/>
            </a:srgbClr>
          </a:solidFill>
          <a:ln/>
        </p:spPr>
      </p:sp>
      <p:sp>
        <p:nvSpPr>
          <p:cNvPr id="23" name="Shape 21"/>
          <p:cNvSpPr/>
          <p:nvPr/>
        </p:nvSpPr>
        <p:spPr>
          <a:xfrm>
            <a:off x="1457324" y="9578686"/>
            <a:ext cx="83127" cy="83127"/>
          </a:xfrm>
          <a:prstGeom prst="ellipse">
            <a:avLst/>
          </a:prstGeom>
          <a:solidFill>
            <a:srgbClr val="14161C">
              <a:alpha val="28000"/>
            </a:srgbClr>
          </a:solidFill>
          <a:ln/>
        </p:spPr>
      </p:sp>
      <p:sp>
        <p:nvSpPr>
          <p:cNvPr id="24" name="Shape 22"/>
          <p:cNvSpPr/>
          <p:nvPr/>
        </p:nvSpPr>
        <p:spPr>
          <a:xfrm>
            <a:off x="1623578" y="9578686"/>
            <a:ext cx="83127" cy="83127"/>
          </a:xfrm>
          <a:prstGeom prst="ellipse">
            <a:avLst/>
          </a:prstGeom>
          <a:solidFill>
            <a:srgbClr val="14161C">
              <a:alpha val="28000"/>
            </a:srgbClr>
          </a:solidFill>
          <a:ln/>
        </p:spPr>
      </p:sp>
      <p:sp>
        <p:nvSpPr>
          <p:cNvPr id="25" name="Shape 23"/>
          <p:cNvSpPr/>
          <p:nvPr/>
        </p:nvSpPr>
        <p:spPr>
          <a:xfrm>
            <a:off x="1789832" y="9578686"/>
            <a:ext cx="83127" cy="83127"/>
          </a:xfrm>
          <a:prstGeom prst="ellipse">
            <a:avLst/>
          </a:prstGeom>
          <a:solidFill>
            <a:srgbClr val="14161C">
              <a:alpha val="28000"/>
            </a:srgbClr>
          </a:solidFill>
          <a:ln/>
        </p:spPr>
      </p:sp>
      <p:sp>
        <p:nvSpPr>
          <p:cNvPr id="26" name="Shape 24"/>
          <p:cNvSpPr/>
          <p:nvPr/>
        </p:nvSpPr>
        <p:spPr>
          <a:xfrm>
            <a:off x="1956086" y="9578686"/>
            <a:ext cx="83127" cy="83127"/>
          </a:xfrm>
          <a:prstGeom prst="ellipse">
            <a:avLst/>
          </a:prstGeom>
          <a:solidFill>
            <a:srgbClr val="14161C">
              <a:alpha val="28000"/>
            </a:srgbClr>
          </a:solidFill>
          <a:ln/>
        </p:spPr>
      </p:sp>
      <p:sp>
        <p:nvSpPr>
          <p:cNvPr id="27" name="Shape 25"/>
          <p:cNvSpPr/>
          <p:nvPr/>
        </p:nvSpPr>
        <p:spPr>
          <a:xfrm>
            <a:off x="2122340" y="9578686"/>
            <a:ext cx="83127" cy="83127"/>
          </a:xfrm>
          <a:prstGeom prst="ellipse">
            <a:avLst/>
          </a:prstGeom>
          <a:solidFill>
            <a:srgbClr val="14161C">
              <a:alpha val="28000"/>
            </a:srgbClr>
          </a:solidFill>
          <a:ln/>
        </p:spPr>
      </p:sp>
      <p:sp>
        <p:nvSpPr>
          <p:cNvPr id="28" name="Shape 26"/>
          <p:cNvSpPr/>
          <p:nvPr/>
        </p:nvSpPr>
        <p:spPr>
          <a:xfrm>
            <a:off x="2288594" y="9578686"/>
            <a:ext cx="83127" cy="83127"/>
          </a:xfrm>
          <a:prstGeom prst="ellipse">
            <a:avLst/>
          </a:prstGeom>
          <a:solidFill>
            <a:srgbClr val="14161C">
              <a:alpha val="28000"/>
            </a:srgbClr>
          </a:solidFill>
          <a:ln/>
        </p:spPr>
      </p:sp>
      <p:sp>
        <p:nvSpPr>
          <p:cNvPr id="29" name="Shape 27"/>
          <p:cNvSpPr/>
          <p:nvPr/>
        </p:nvSpPr>
        <p:spPr>
          <a:xfrm>
            <a:off x="2454848" y="9578686"/>
            <a:ext cx="83127" cy="83127"/>
          </a:xfrm>
          <a:prstGeom prst="ellipse">
            <a:avLst/>
          </a:prstGeom>
          <a:solidFill>
            <a:srgbClr val="14161C">
              <a:alpha val="28000"/>
            </a:srgbClr>
          </a:solidFill>
          <a:ln/>
        </p:spPr>
      </p:sp>
      <p:sp>
        <p:nvSpPr>
          <p:cNvPr id="30" name="Shape 28"/>
          <p:cNvSpPr/>
          <p:nvPr/>
        </p:nvSpPr>
        <p:spPr>
          <a:xfrm>
            <a:off x="2621102" y="9578686"/>
            <a:ext cx="83127" cy="83127"/>
          </a:xfrm>
          <a:prstGeom prst="ellipse">
            <a:avLst/>
          </a:prstGeom>
          <a:solidFill>
            <a:srgbClr val="14161C">
              <a:alpha val="28000"/>
            </a:srgbClr>
          </a:solidFill>
          <a:ln/>
        </p:spPr>
      </p:sp>
      <p:sp>
        <p:nvSpPr>
          <p:cNvPr id="31" name="Shape 29"/>
          <p:cNvSpPr/>
          <p:nvPr/>
        </p:nvSpPr>
        <p:spPr>
          <a:xfrm>
            <a:off x="2787357" y="9578686"/>
            <a:ext cx="83127" cy="83127"/>
          </a:xfrm>
          <a:prstGeom prst="ellipse">
            <a:avLst/>
          </a:prstGeom>
          <a:solidFill>
            <a:srgbClr val="14161C">
              <a:alpha val="28000"/>
            </a:srgbClr>
          </a:solidFill>
          <a:ln/>
        </p:spPr>
      </p:sp>
      <p:sp>
        <p:nvSpPr>
          <p:cNvPr id="32" name="Shape 30"/>
          <p:cNvSpPr/>
          <p:nvPr/>
        </p:nvSpPr>
        <p:spPr>
          <a:xfrm>
            <a:off x="2953611" y="9578686"/>
            <a:ext cx="83127" cy="83127"/>
          </a:xfrm>
          <a:prstGeom prst="ellipse">
            <a:avLst/>
          </a:prstGeom>
          <a:solidFill>
            <a:srgbClr val="14161C">
              <a:alpha val="28000"/>
            </a:srgbClr>
          </a:solidFill>
          <a:ln/>
        </p:spPr>
      </p:sp>
      <p:sp>
        <p:nvSpPr>
          <p:cNvPr id="33" name="Shape 31"/>
          <p:cNvSpPr/>
          <p:nvPr/>
        </p:nvSpPr>
        <p:spPr>
          <a:xfrm>
            <a:off x="3119865" y="9578686"/>
            <a:ext cx="83127" cy="83127"/>
          </a:xfrm>
          <a:prstGeom prst="ellipse">
            <a:avLst/>
          </a:prstGeom>
          <a:solidFill>
            <a:srgbClr val="14161C">
              <a:alpha val="28000"/>
            </a:srgbClr>
          </a:solidFill>
          <a:ln/>
        </p:spPr>
      </p:sp>
      <p:sp>
        <p:nvSpPr>
          <p:cNvPr id="34" name="Shape 32"/>
          <p:cNvSpPr/>
          <p:nvPr/>
        </p:nvSpPr>
        <p:spPr>
          <a:xfrm>
            <a:off x="3286119" y="9578686"/>
            <a:ext cx="83127" cy="83127"/>
          </a:xfrm>
          <a:prstGeom prst="ellipse">
            <a:avLst/>
          </a:prstGeom>
          <a:solidFill>
            <a:srgbClr val="14161C">
              <a:alpha val="28000"/>
            </a:srgbClr>
          </a:solidFill>
          <a:ln/>
        </p:spPr>
      </p:sp>
      <p:sp>
        <p:nvSpPr>
          <p:cNvPr id="35" name="Shape 33"/>
          <p:cNvSpPr/>
          <p:nvPr/>
        </p:nvSpPr>
        <p:spPr>
          <a:xfrm>
            <a:off x="3452373" y="9578686"/>
            <a:ext cx="83127" cy="83127"/>
          </a:xfrm>
          <a:prstGeom prst="ellipse">
            <a:avLst/>
          </a:prstGeom>
          <a:solidFill>
            <a:srgbClr val="14161C">
              <a:alpha val="28000"/>
            </a:srgbClr>
          </a:solidFill>
          <a:ln/>
        </p:spPr>
      </p:sp>
      <p:sp>
        <p:nvSpPr>
          <p:cNvPr id="36" name="Shape 34"/>
          <p:cNvSpPr/>
          <p:nvPr/>
        </p:nvSpPr>
        <p:spPr>
          <a:xfrm>
            <a:off x="3618627" y="9578686"/>
            <a:ext cx="83127" cy="83127"/>
          </a:xfrm>
          <a:prstGeom prst="ellipse">
            <a:avLst/>
          </a:prstGeom>
          <a:solidFill>
            <a:srgbClr val="14161C">
              <a:alpha val="28000"/>
            </a:srgbClr>
          </a:solidFill>
          <a:ln/>
        </p:spPr>
      </p:sp>
      <p:sp>
        <p:nvSpPr>
          <p:cNvPr id="37" name="Shape 35"/>
          <p:cNvSpPr/>
          <p:nvPr/>
        </p:nvSpPr>
        <p:spPr>
          <a:xfrm>
            <a:off x="3784881" y="9578686"/>
            <a:ext cx="83127" cy="83127"/>
          </a:xfrm>
          <a:prstGeom prst="ellipse">
            <a:avLst/>
          </a:prstGeom>
          <a:solidFill>
            <a:srgbClr val="14161C">
              <a:alpha val="28000"/>
            </a:srgbClr>
          </a:solidFill>
          <a:ln/>
        </p:spPr>
      </p:sp>
      <p:sp>
        <p:nvSpPr>
          <p:cNvPr id="38" name="Shape 36"/>
          <p:cNvSpPr/>
          <p:nvPr/>
        </p:nvSpPr>
        <p:spPr>
          <a:xfrm>
            <a:off x="3951135" y="9578686"/>
            <a:ext cx="83127" cy="83127"/>
          </a:xfrm>
          <a:prstGeom prst="ellipse">
            <a:avLst/>
          </a:prstGeom>
          <a:solidFill>
            <a:srgbClr val="14161C">
              <a:alpha val="28000"/>
            </a:srgbClr>
          </a:solidFill>
          <a:ln/>
        </p:spPr>
      </p:sp>
      <p:sp>
        <p:nvSpPr>
          <p:cNvPr id="39" name="Shape 37"/>
          <p:cNvSpPr/>
          <p:nvPr/>
        </p:nvSpPr>
        <p:spPr>
          <a:xfrm>
            <a:off x="4117389" y="9578686"/>
            <a:ext cx="83127" cy="83127"/>
          </a:xfrm>
          <a:prstGeom prst="ellipse">
            <a:avLst/>
          </a:prstGeom>
          <a:solidFill>
            <a:srgbClr val="14161C">
              <a:alpha val="28000"/>
            </a:srgbClr>
          </a:solidFill>
          <a:ln/>
        </p:spPr>
      </p:sp>
      <p:sp>
        <p:nvSpPr>
          <p:cNvPr id="40" name="Shape 38"/>
          <p:cNvSpPr/>
          <p:nvPr/>
        </p:nvSpPr>
        <p:spPr>
          <a:xfrm>
            <a:off x="4283644" y="9578686"/>
            <a:ext cx="83127" cy="83127"/>
          </a:xfrm>
          <a:prstGeom prst="ellipse">
            <a:avLst/>
          </a:prstGeom>
          <a:solidFill>
            <a:srgbClr val="14161C">
              <a:alpha val="28000"/>
            </a:srgbClr>
          </a:solidFill>
          <a:ln/>
        </p:spPr>
      </p:sp>
      <p:sp>
        <p:nvSpPr>
          <p:cNvPr id="41" name="Shape 39"/>
          <p:cNvSpPr/>
          <p:nvPr/>
        </p:nvSpPr>
        <p:spPr>
          <a:xfrm>
            <a:off x="4449898" y="9578686"/>
            <a:ext cx="83127" cy="83127"/>
          </a:xfrm>
          <a:prstGeom prst="ellipse">
            <a:avLst/>
          </a:prstGeom>
          <a:solidFill>
            <a:srgbClr val="14161C">
              <a:alpha val="28000"/>
            </a:srgbClr>
          </a:solidFill>
          <a:ln/>
        </p:spPr>
      </p:sp>
      <p:sp>
        <p:nvSpPr>
          <p:cNvPr id="42" name="Shape 40"/>
          <p:cNvSpPr/>
          <p:nvPr/>
        </p:nvSpPr>
        <p:spPr>
          <a:xfrm>
            <a:off x="4616152" y="9578686"/>
            <a:ext cx="83127" cy="83127"/>
          </a:xfrm>
          <a:prstGeom prst="ellipse">
            <a:avLst/>
          </a:prstGeom>
          <a:solidFill>
            <a:srgbClr val="14161C">
              <a:alpha val="28000"/>
            </a:srgbClr>
          </a:solidFill>
          <a:ln/>
        </p:spPr>
      </p:sp>
      <p:sp>
        <p:nvSpPr>
          <p:cNvPr id="43" name="Shape 41"/>
          <p:cNvSpPr/>
          <p:nvPr/>
        </p:nvSpPr>
        <p:spPr>
          <a:xfrm>
            <a:off x="4782406" y="9578686"/>
            <a:ext cx="83127" cy="83127"/>
          </a:xfrm>
          <a:prstGeom prst="ellipse">
            <a:avLst/>
          </a:prstGeom>
          <a:solidFill>
            <a:srgbClr val="14161C">
              <a:alpha val="28000"/>
            </a:srgbClr>
          </a:solidFill>
          <a:ln/>
        </p:spPr>
      </p:sp>
      <p:sp>
        <p:nvSpPr>
          <p:cNvPr id="44" name="Shape 42"/>
          <p:cNvSpPr/>
          <p:nvPr/>
        </p:nvSpPr>
        <p:spPr>
          <a:xfrm>
            <a:off x="4948660" y="9578686"/>
            <a:ext cx="83127" cy="83127"/>
          </a:xfrm>
          <a:prstGeom prst="ellipse">
            <a:avLst/>
          </a:prstGeom>
          <a:solidFill>
            <a:srgbClr val="14161C">
              <a:alpha val="28000"/>
            </a:srgbClr>
          </a:solidFill>
          <a:ln/>
        </p:spPr>
      </p:sp>
      <p:sp>
        <p:nvSpPr>
          <p:cNvPr id="45" name="Shape 43"/>
          <p:cNvSpPr/>
          <p:nvPr/>
        </p:nvSpPr>
        <p:spPr>
          <a:xfrm>
            <a:off x="5114914" y="9578686"/>
            <a:ext cx="83127" cy="83127"/>
          </a:xfrm>
          <a:prstGeom prst="ellipse">
            <a:avLst/>
          </a:prstGeom>
          <a:solidFill>
            <a:srgbClr val="14161C">
              <a:alpha val="28000"/>
            </a:srgbClr>
          </a:solidFill>
          <a:ln/>
        </p:spPr>
      </p:sp>
      <p:sp>
        <p:nvSpPr>
          <p:cNvPr id="46" name="Shape 44"/>
          <p:cNvSpPr/>
          <p:nvPr/>
        </p:nvSpPr>
        <p:spPr>
          <a:xfrm>
            <a:off x="5281168" y="9578686"/>
            <a:ext cx="83127" cy="83127"/>
          </a:xfrm>
          <a:prstGeom prst="ellipse">
            <a:avLst/>
          </a:prstGeom>
          <a:solidFill>
            <a:srgbClr val="14161C">
              <a:alpha val="28000"/>
            </a:srgbClr>
          </a:solidFill>
          <a:ln/>
        </p:spPr>
      </p:sp>
      <p:sp>
        <p:nvSpPr>
          <p:cNvPr id="47" name="Shape 45"/>
          <p:cNvSpPr/>
          <p:nvPr/>
        </p:nvSpPr>
        <p:spPr>
          <a:xfrm>
            <a:off x="5447422" y="9578686"/>
            <a:ext cx="83127" cy="83127"/>
          </a:xfrm>
          <a:prstGeom prst="ellipse">
            <a:avLst/>
          </a:prstGeom>
          <a:solidFill>
            <a:srgbClr val="14161C">
              <a:alpha val="28000"/>
            </a:srgbClr>
          </a:solidFill>
          <a:ln/>
        </p:spPr>
      </p:sp>
      <p:sp>
        <p:nvSpPr>
          <p:cNvPr id="48" name="Shape 46"/>
          <p:cNvSpPr/>
          <p:nvPr/>
        </p:nvSpPr>
        <p:spPr>
          <a:xfrm>
            <a:off x="5613676" y="9578686"/>
            <a:ext cx="83127" cy="83127"/>
          </a:xfrm>
          <a:prstGeom prst="ellipse">
            <a:avLst/>
          </a:prstGeom>
          <a:solidFill>
            <a:srgbClr val="14161C">
              <a:alpha val="28000"/>
            </a:srgbClr>
          </a:solidFill>
          <a:ln/>
        </p:spPr>
      </p:sp>
      <p:sp>
        <p:nvSpPr>
          <p:cNvPr id="49" name="Shape 47"/>
          <p:cNvSpPr/>
          <p:nvPr/>
        </p:nvSpPr>
        <p:spPr>
          <a:xfrm>
            <a:off x="5779931" y="9578686"/>
            <a:ext cx="83127" cy="83127"/>
          </a:xfrm>
          <a:prstGeom prst="ellipse">
            <a:avLst/>
          </a:prstGeom>
          <a:solidFill>
            <a:srgbClr val="14161C">
              <a:alpha val="28000"/>
            </a:srgbClr>
          </a:solidFill>
          <a:ln/>
        </p:spPr>
      </p:sp>
      <p:sp>
        <p:nvSpPr>
          <p:cNvPr id="50" name="Shape 48"/>
          <p:cNvSpPr/>
          <p:nvPr/>
        </p:nvSpPr>
        <p:spPr>
          <a:xfrm>
            <a:off x="5946185" y="9578686"/>
            <a:ext cx="83127" cy="83127"/>
          </a:xfrm>
          <a:prstGeom prst="ellipse">
            <a:avLst/>
          </a:prstGeom>
          <a:solidFill>
            <a:srgbClr val="14161C">
              <a:alpha val="28000"/>
            </a:srgbClr>
          </a:solidFill>
          <a:ln/>
        </p:spPr>
      </p:sp>
      <p:sp>
        <p:nvSpPr>
          <p:cNvPr id="51" name="Shape 49"/>
          <p:cNvSpPr/>
          <p:nvPr/>
        </p:nvSpPr>
        <p:spPr>
          <a:xfrm>
            <a:off x="6112439" y="9578686"/>
            <a:ext cx="83127" cy="83127"/>
          </a:xfrm>
          <a:prstGeom prst="ellipse">
            <a:avLst/>
          </a:prstGeom>
          <a:solidFill>
            <a:srgbClr val="14161C">
              <a:alpha val="28000"/>
            </a:srgbClr>
          </a:solidFill>
          <a:ln/>
        </p:spPr>
      </p:sp>
      <p:sp>
        <p:nvSpPr>
          <p:cNvPr id="52" name="Shape 50"/>
          <p:cNvSpPr/>
          <p:nvPr/>
        </p:nvSpPr>
        <p:spPr>
          <a:xfrm>
            <a:off x="6278693" y="9578686"/>
            <a:ext cx="83127" cy="83127"/>
          </a:xfrm>
          <a:prstGeom prst="ellipse">
            <a:avLst/>
          </a:prstGeom>
          <a:solidFill>
            <a:srgbClr val="14161C">
              <a:alpha val="28000"/>
            </a:srgbClr>
          </a:solidFill>
          <a:ln/>
        </p:spPr>
      </p:sp>
      <p:sp>
        <p:nvSpPr>
          <p:cNvPr id="53" name="Shape 51"/>
          <p:cNvSpPr/>
          <p:nvPr/>
        </p:nvSpPr>
        <p:spPr>
          <a:xfrm>
            <a:off x="6444947" y="9578686"/>
            <a:ext cx="83127" cy="83127"/>
          </a:xfrm>
          <a:prstGeom prst="ellipse">
            <a:avLst/>
          </a:prstGeom>
          <a:solidFill>
            <a:srgbClr val="14161C">
              <a:alpha val="28000"/>
            </a:srgbClr>
          </a:solidFill>
          <a:ln/>
        </p:spPr>
      </p:sp>
      <p:sp>
        <p:nvSpPr>
          <p:cNvPr id="54" name="Shape 52"/>
          <p:cNvSpPr/>
          <p:nvPr/>
        </p:nvSpPr>
        <p:spPr>
          <a:xfrm>
            <a:off x="6611201" y="9578686"/>
            <a:ext cx="83127" cy="83127"/>
          </a:xfrm>
          <a:prstGeom prst="ellipse">
            <a:avLst/>
          </a:prstGeom>
          <a:solidFill>
            <a:srgbClr val="14161C">
              <a:alpha val="28000"/>
            </a:srgbClr>
          </a:solidFill>
          <a:ln/>
        </p:spPr>
      </p:sp>
      <p:sp>
        <p:nvSpPr>
          <p:cNvPr id="55" name="Shape 53"/>
          <p:cNvSpPr/>
          <p:nvPr/>
        </p:nvSpPr>
        <p:spPr>
          <a:xfrm>
            <a:off x="6777455" y="9578686"/>
            <a:ext cx="83127" cy="83127"/>
          </a:xfrm>
          <a:prstGeom prst="ellipse">
            <a:avLst/>
          </a:prstGeom>
          <a:solidFill>
            <a:srgbClr val="14161C">
              <a:alpha val="28000"/>
            </a:srgbClr>
          </a:solidFill>
          <a:ln/>
        </p:spPr>
      </p:sp>
      <p:sp>
        <p:nvSpPr>
          <p:cNvPr id="56" name="Shape 54"/>
          <p:cNvSpPr/>
          <p:nvPr/>
        </p:nvSpPr>
        <p:spPr>
          <a:xfrm>
            <a:off x="6943709" y="9578686"/>
            <a:ext cx="83127" cy="83127"/>
          </a:xfrm>
          <a:prstGeom prst="ellipse">
            <a:avLst/>
          </a:prstGeom>
          <a:solidFill>
            <a:srgbClr val="14161C">
              <a:alpha val="28000"/>
            </a:srgbClr>
          </a:solidFill>
          <a:ln/>
        </p:spPr>
      </p:sp>
      <p:sp>
        <p:nvSpPr>
          <p:cNvPr id="57" name="Shape 55"/>
          <p:cNvSpPr/>
          <p:nvPr/>
        </p:nvSpPr>
        <p:spPr>
          <a:xfrm>
            <a:off x="7109963" y="9578686"/>
            <a:ext cx="83127" cy="83127"/>
          </a:xfrm>
          <a:prstGeom prst="ellipse">
            <a:avLst/>
          </a:prstGeom>
          <a:solidFill>
            <a:srgbClr val="14161C">
              <a:alpha val="28000"/>
            </a:srgbClr>
          </a:solidFill>
          <a:ln/>
        </p:spPr>
      </p:sp>
      <p:sp>
        <p:nvSpPr>
          <p:cNvPr id="58" name="Shape 56"/>
          <p:cNvSpPr/>
          <p:nvPr/>
        </p:nvSpPr>
        <p:spPr>
          <a:xfrm>
            <a:off x="7276218" y="9578686"/>
            <a:ext cx="83127" cy="83127"/>
          </a:xfrm>
          <a:prstGeom prst="ellipse">
            <a:avLst/>
          </a:prstGeom>
          <a:solidFill>
            <a:srgbClr val="14161C">
              <a:alpha val="28000"/>
            </a:srgbClr>
          </a:solidFill>
          <a:ln/>
        </p:spPr>
      </p:sp>
      <p:sp>
        <p:nvSpPr>
          <p:cNvPr id="59" name="Shape 57"/>
          <p:cNvSpPr/>
          <p:nvPr/>
        </p:nvSpPr>
        <p:spPr>
          <a:xfrm>
            <a:off x="7442472" y="9578686"/>
            <a:ext cx="83127" cy="83127"/>
          </a:xfrm>
          <a:prstGeom prst="ellipse">
            <a:avLst/>
          </a:prstGeom>
          <a:solidFill>
            <a:srgbClr val="14161C">
              <a:alpha val="28000"/>
            </a:srgbClr>
          </a:solidFill>
          <a:ln/>
        </p:spPr>
      </p:sp>
      <p:sp>
        <p:nvSpPr>
          <p:cNvPr id="60" name="Shape 58"/>
          <p:cNvSpPr/>
          <p:nvPr/>
        </p:nvSpPr>
        <p:spPr>
          <a:xfrm>
            <a:off x="7608726" y="9578686"/>
            <a:ext cx="83127" cy="83127"/>
          </a:xfrm>
          <a:prstGeom prst="ellipse">
            <a:avLst/>
          </a:prstGeom>
          <a:solidFill>
            <a:srgbClr val="14161C">
              <a:alpha val="28000"/>
            </a:srgbClr>
          </a:solidFill>
          <a:ln/>
        </p:spPr>
      </p:sp>
      <p:sp>
        <p:nvSpPr>
          <p:cNvPr id="61" name="Shape 59"/>
          <p:cNvSpPr/>
          <p:nvPr/>
        </p:nvSpPr>
        <p:spPr>
          <a:xfrm>
            <a:off x="7774980" y="9578686"/>
            <a:ext cx="83127" cy="83127"/>
          </a:xfrm>
          <a:prstGeom prst="ellipse">
            <a:avLst/>
          </a:prstGeom>
          <a:solidFill>
            <a:srgbClr val="14161C">
              <a:alpha val="28000"/>
            </a:srgbClr>
          </a:solidFill>
          <a:ln/>
        </p:spPr>
      </p:sp>
      <p:sp>
        <p:nvSpPr>
          <p:cNvPr id="62" name="Shape 60"/>
          <p:cNvSpPr/>
          <p:nvPr/>
        </p:nvSpPr>
        <p:spPr>
          <a:xfrm>
            <a:off x="7941234" y="9578686"/>
            <a:ext cx="83127" cy="83127"/>
          </a:xfrm>
          <a:prstGeom prst="ellipse">
            <a:avLst/>
          </a:prstGeom>
          <a:solidFill>
            <a:srgbClr val="14161C">
              <a:alpha val="28000"/>
            </a:srgbClr>
          </a:solidFill>
          <a:ln/>
        </p:spPr>
      </p:sp>
      <p:sp>
        <p:nvSpPr>
          <p:cNvPr id="63" name="Shape 61"/>
          <p:cNvSpPr/>
          <p:nvPr/>
        </p:nvSpPr>
        <p:spPr>
          <a:xfrm>
            <a:off x="8093634" y="9564832"/>
            <a:ext cx="110836" cy="110836"/>
          </a:xfrm>
          <a:prstGeom prst="ellipse">
            <a:avLst/>
          </a:prstGeom>
          <a:solidFill>
            <a:srgbClr val="E8472B"/>
          </a:solidFill>
          <a:ln/>
        </p:spPr>
      </p:sp>
      <p:sp>
        <p:nvSpPr>
          <p:cNvPr id="64" name="Shape 62"/>
          <p:cNvSpPr/>
          <p:nvPr/>
        </p:nvSpPr>
        <p:spPr>
          <a:xfrm>
            <a:off x="8273742" y="9578686"/>
            <a:ext cx="83127" cy="83127"/>
          </a:xfrm>
          <a:prstGeom prst="ellipse">
            <a:avLst/>
          </a:prstGeom>
          <a:solidFill>
            <a:srgbClr val="14161C">
              <a:alpha val="28000"/>
            </a:srgbClr>
          </a:solidFill>
          <a:ln/>
        </p:spPr>
      </p:sp>
      <p:sp>
        <p:nvSpPr>
          <p:cNvPr id="65" name="Shape 63"/>
          <p:cNvSpPr/>
          <p:nvPr/>
        </p:nvSpPr>
        <p:spPr>
          <a:xfrm>
            <a:off x="8439996" y="9578686"/>
            <a:ext cx="83127" cy="83127"/>
          </a:xfrm>
          <a:prstGeom prst="ellipse">
            <a:avLst/>
          </a:prstGeom>
          <a:solidFill>
            <a:srgbClr val="14161C">
              <a:alpha val="28000"/>
            </a:srgbClr>
          </a:solidFill>
          <a:ln/>
        </p:spPr>
      </p:sp>
      <p:sp>
        <p:nvSpPr>
          <p:cNvPr id="66" name="Shape 64"/>
          <p:cNvSpPr/>
          <p:nvPr/>
        </p:nvSpPr>
        <p:spPr>
          <a:xfrm>
            <a:off x="8606251" y="9578686"/>
            <a:ext cx="83127" cy="83127"/>
          </a:xfrm>
          <a:prstGeom prst="ellipse">
            <a:avLst/>
          </a:prstGeom>
          <a:solidFill>
            <a:srgbClr val="14161C">
              <a:alpha val="28000"/>
            </a:srgbClr>
          </a:solidFill>
          <a:ln/>
        </p:spPr>
      </p:sp>
      <p:sp>
        <p:nvSpPr>
          <p:cNvPr id="67" name="Shape 65"/>
          <p:cNvSpPr/>
          <p:nvPr/>
        </p:nvSpPr>
        <p:spPr>
          <a:xfrm>
            <a:off x="8772505" y="9578686"/>
            <a:ext cx="83127" cy="83127"/>
          </a:xfrm>
          <a:prstGeom prst="ellipse">
            <a:avLst/>
          </a:prstGeom>
          <a:solidFill>
            <a:srgbClr val="14161C">
              <a:alpha val="28000"/>
            </a:srgbClr>
          </a:solidFill>
          <a:ln/>
        </p:spPr>
      </p:sp>
      <p:sp>
        <p:nvSpPr>
          <p:cNvPr id="68" name="Shape 66"/>
          <p:cNvSpPr/>
          <p:nvPr/>
        </p:nvSpPr>
        <p:spPr>
          <a:xfrm>
            <a:off x="8938759" y="9578686"/>
            <a:ext cx="83127" cy="83127"/>
          </a:xfrm>
          <a:prstGeom prst="ellipse">
            <a:avLst/>
          </a:prstGeom>
          <a:solidFill>
            <a:srgbClr val="14161C">
              <a:alpha val="28000"/>
            </a:srgbClr>
          </a:solidFill>
          <a:ln/>
        </p:spPr>
      </p:sp>
      <p:sp>
        <p:nvSpPr>
          <p:cNvPr id="69" name="Shape 67"/>
          <p:cNvSpPr/>
          <p:nvPr/>
        </p:nvSpPr>
        <p:spPr>
          <a:xfrm>
            <a:off x="9105013" y="9578686"/>
            <a:ext cx="83127" cy="83127"/>
          </a:xfrm>
          <a:prstGeom prst="ellipse">
            <a:avLst/>
          </a:prstGeom>
          <a:solidFill>
            <a:srgbClr val="14161C">
              <a:alpha val="28000"/>
            </a:srgbClr>
          </a:solidFill>
          <a:ln/>
        </p:spPr>
      </p:sp>
      <p:sp>
        <p:nvSpPr>
          <p:cNvPr id="70" name="Shape 68"/>
          <p:cNvSpPr/>
          <p:nvPr/>
        </p:nvSpPr>
        <p:spPr>
          <a:xfrm>
            <a:off x="9271267" y="9578686"/>
            <a:ext cx="83127" cy="83127"/>
          </a:xfrm>
          <a:prstGeom prst="ellipse">
            <a:avLst/>
          </a:prstGeom>
          <a:solidFill>
            <a:srgbClr val="14161C">
              <a:alpha val="28000"/>
            </a:srgbClr>
          </a:solidFill>
          <a:ln/>
        </p:spPr>
      </p:sp>
      <p:sp>
        <p:nvSpPr>
          <p:cNvPr id="71" name="Shape 69"/>
          <p:cNvSpPr/>
          <p:nvPr/>
        </p:nvSpPr>
        <p:spPr>
          <a:xfrm>
            <a:off x="9437521" y="9578686"/>
            <a:ext cx="83127" cy="83127"/>
          </a:xfrm>
          <a:prstGeom prst="ellipse">
            <a:avLst/>
          </a:prstGeom>
          <a:solidFill>
            <a:srgbClr val="14161C">
              <a:alpha val="28000"/>
            </a:srgbClr>
          </a:solidFill>
          <a:ln/>
        </p:spPr>
      </p:sp>
      <p:sp>
        <p:nvSpPr>
          <p:cNvPr id="72" name="Shape 70"/>
          <p:cNvSpPr/>
          <p:nvPr/>
        </p:nvSpPr>
        <p:spPr>
          <a:xfrm>
            <a:off x="9603775" y="9578686"/>
            <a:ext cx="83127" cy="83127"/>
          </a:xfrm>
          <a:prstGeom prst="ellipse">
            <a:avLst/>
          </a:prstGeom>
          <a:solidFill>
            <a:srgbClr val="14161C">
              <a:alpha val="28000"/>
            </a:srgbClr>
          </a:solidFill>
          <a:ln/>
        </p:spPr>
      </p:sp>
      <p:sp>
        <p:nvSpPr>
          <p:cNvPr id="73" name="Shape 71"/>
          <p:cNvSpPr/>
          <p:nvPr/>
        </p:nvSpPr>
        <p:spPr>
          <a:xfrm>
            <a:off x="9770029" y="9578686"/>
            <a:ext cx="83127" cy="83127"/>
          </a:xfrm>
          <a:prstGeom prst="ellipse">
            <a:avLst/>
          </a:prstGeom>
          <a:solidFill>
            <a:srgbClr val="14161C">
              <a:alpha val="28000"/>
            </a:srgbClr>
          </a:solidFill>
          <a:ln/>
        </p:spPr>
      </p:sp>
      <p:sp>
        <p:nvSpPr>
          <p:cNvPr id="74" name="Shape 72"/>
          <p:cNvSpPr/>
          <p:nvPr/>
        </p:nvSpPr>
        <p:spPr>
          <a:xfrm>
            <a:off x="9936283" y="9578686"/>
            <a:ext cx="83127" cy="83127"/>
          </a:xfrm>
          <a:prstGeom prst="ellipse">
            <a:avLst/>
          </a:prstGeom>
          <a:solidFill>
            <a:srgbClr val="14161C">
              <a:alpha val="28000"/>
            </a:srgbClr>
          </a:solidFill>
          <a:ln/>
        </p:spPr>
      </p:sp>
      <p:sp>
        <p:nvSpPr>
          <p:cNvPr id="75" name="Text 73"/>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44/55</a:t>
            </a:r>
            <a:endParaRPr lang="en-US" sz="1800" dirty="0"/>
          </a:p>
        </p:txBody>
      </p:sp>
      <p:sp>
        <p:nvSpPr>
          <p:cNvPr id="76" name="Shape 74"/>
          <p:cNvSpPr/>
          <p:nvPr/>
        </p:nvSpPr>
        <p:spPr>
          <a:xfrm>
            <a:off x="15983712" y="9076331"/>
            <a:ext cx="1645920" cy="552301"/>
          </a:xfrm>
          <a:prstGeom prst="roundRect">
            <a:avLst>
              <a:gd name="adj" fmla="val 28000"/>
            </a:avLst>
          </a:prstGeom>
          <a:solidFill>
            <a:srgbClr val="FFFFFF">
              <a:alpha val="82000"/>
            </a:srgbClr>
          </a:solidFill>
          <a:ln/>
        </p:spPr>
      </p:sp>
      <p:pic>
        <p:nvPicPr>
          <p:cNvPr id="77" name="Moda image moda-export-watermark-404d498d-8b81-4dba-ba76-13371fe3c802"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Nhóm</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5:</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hai</a:t>
            </a:r>
            <a:r>
              <a:rPr lang="en-US" sz="5700" dirty="0" spc="-61" kern="0">
                <a:solidFill>
                  <a:srgbClr val="F3EEE3"/>
                </a:solidFill>
                <a:latin typeface="Bricolage Grotesque ExtraBold" pitchFamily="34" charset="0"/>
                <a:ea typeface="Bricolage Grotesque ExtraBold" pitchFamily="34" charset="-122"/>
                <a:cs typeface="Bricolage Grotesque ExtraBold" pitchFamily="34" charset="-120"/>
              </a:rPr>
              <a:t> xưởng</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video</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là</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hai</a:t>
            </a:r>
            <a:r>
              <a:rPr lang="en-US" sz="5700" dirty="0" spc="-14" kern="0">
                <a:solidFill>
                  <a:srgbClr val="F3EEE3"/>
                </a:solidFill>
                <a:latin typeface="Bricolage Grotesque ExtraBold" pitchFamily="34" charset="0"/>
                <a:ea typeface="Bricolage Grotesque ExtraBold" pitchFamily="34" charset="-122"/>
                <a:cs typeface="Bricolage Grotesque ExtraBold" pitchFamily="34" charset="-120"/>
              </a:rPr>
              <a:t> repo</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nặng</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nhất</a:t>
            </a:r>
            <a:endParaRPr lang="en-US" sz="5700" dirty="0"/>
          </a:p>
        </p:txBody>
      </p:sp>
      <p:sp>
        <p:nvSpPr>
          <p:cNvPr id="3" name="Shape 1"/>
          <p:cNvSpPr/>
          <p:nvPr/>
        </p:nvSpPr>
        <p:spPr>
          <a:xfrm>
            <a:off x="914400" y="2952750"/>
            <a:ext cx="152400" cy="4000500"/>
          </a:xfrm>
          <a:prstGeom prst="roundRect">
            <a:avLst>
              <a:gd name="adj" fmla="val 50000"/>
            </a:avLst>
          </a:prstGeom>
          <a:solidFill>
            <a:srgbClr val="FFB454"/>
          </a:solidFill>
          <a:ln/>
        </p:spPr>
      </p:sp>
      <p:sp>
        <p:nvSpPr>
          <p:cNvPr id="4" name="Text 2"/>
          <p:cNvSpPr/>
          <p:nvPr/>
        </p:nvSpPr>
        <p:spPr>
          <a:xfrm>
            <a:off x="1485900" y="2857500"/>
            <a:ext cx="15811500" cy="4191000"/>
          </a:xfrm>
          <a:prstGeom prst="rect">
            <a:avLst/>
          </a:prstGeom>
          <a:noFill/>
          <a:ln/>
        </p:spPr>
        <p:txBody>
          <a:bodyPr wrap="square" lIns="0" tIns="35052" rIns="0" bIns="-35052" rtlCol="0" anchor="ctr"/>
          <a:lstStyle/>
          <a:p>
            <a:pPr algn="l" indent="0" marL="0">
              <a:lnSpc>
                <a:spcPts val="7728"/>
              </a:lnSpc>
              <a:buNone/>
            </a:pP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Hai</a:t>
            </a:r>
            <a:r>
              <a:rPr lang="en-US" sz="6900" dirty="0" spc="-76" kern="0">
                <a:solidFill>
                  <a:srgbClr val="F3EEE3"/>
                </a:solidFill>
                <a:latin typeface="Bricolage Grotesque ExtraBold" pitchFamily="34" charset="0"/>
                <a:ea typeface="Bricolage Grotesque ExtraBold" pitchFamily="34" charset="-122"/>
                <a:cs typeface="Bricolage Grotesque ExtraBold" pitchFamily="34" charset="-120"/>
              </a:rPr>
              <a:t> xưởng</a:t>
            </a:r>
            <a:r>
              <a:rPr lang="en-US" sz="6900" dirty="0" spc="1" kern="0">
                <a:solidFill>
                  <a:srgbClr val="F3EEE3"/>
                </a:solidFill>
                <a:latin typeface="Bricolage Grotesque ExtraBold" pitchFamily="34" charset="0"/>
                <a:ea typeface="Bricolage Grotesque ExtraBold" pitchFamily="34" charset="-122"/>
                <a:cs typeface="Bricolage Grotesque ExtraBold" pitchFamily="34" charset="-120"/>
              </a:rPr>
              <a:t> video</a:t>
            </a:r>
            <a:r>
              <a:rPr lang="en-US" sz="6900" dirty="0" spc="-1" kern="0">
                <a:solidFill>
                  <a:srgbClr val="F3EEE3"/>
                </a:solidFill>
                <a:latin typeface="Bricolage Grotesque ExtraBold" pitchFamily="34" charset="0"/>
                <a:ea typeface="Bricolage Grotesque ExtraBold" pitchFamily="34" charset="-122"/>
                <a:cs typeface="Bricolage Grotesque ExtraBold" pitchFamily="34" charset="-120"/>
              </a:rPr>
              <a:t> là</a:t>
            </a: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 </a:t>
            </a:r>
            <a:pPr algn="l" indent="0" marL="0">
              <a:lnSpc>
                <a:spcPts val="7728"/>
              </a:lnSpc>
              <a:buNone/>
            </a:pPr>
            <a:r>
              <a:rPr lang="en-US" sz="6900" dirty="0" spc="3" kern="0">
                <a:solidFill>
                  <a:srgbClr val="FFB454"/>
                </a:solidFill>
                <a:latin typeface="Bricolage Grotesque ExtraBold" pitchFamily="34" charset="0"/>
                <a:ea typeface="Bricolage Grotesque ExtraBold" pitchFamily="34" charset="-122"/>
                <a:cs typeface="Bricolage Grotesque ExtraBold" pitchFamily="34" charset="-120"/>
              </a:rPr>
              <a:t>hai</a:t>
            </a:r>
            <a:r>
              <a:rPr lang="en-US" sz="6900" dirty="0" spc="-14" kern="0">
                <a:solidFill>
                  <a:srgbClr val="FFB454"/>
                </a:solidFill>
                <a:latin typeface="Bricolage Grotesque ExtraBold" pitchFamily="34" charset="0"/>
                <a:ea typeface="Bricolage Grotesque ExtraBold" pitchFamily="34" charset="-122"/>
                <a:cs typeface="Bricolage Grotesque ExtraBold" pitchFamily="34" charset="-120"/>
              </a:rPr>
              <a:t> repo</a:t>
            </a:r>
            <a:r>
              <a:rPr lang="en-US" sz="6900" dirty="0" spc="2" kern="0">
                <a:solidFill>
                  <a:srgbClr val="FFB454"/>
                </a:solidFill>
                <a:latin typeface="Bricolage Grotesque ExtraBold" pitchFamily="34" charset="0"/>
                <a:ea typeface="Bricolage Grotesque ExtraBold" pitchFamily="34" charset="-122"/>
                <a:cs typeface="Bricolage Grotesque ExtraBold" pitchFamily="34" charset="-120"/>
              </a:rPr>
              <a:t> nặng</a:t>
            </a:r>
            <a:r>
              <a:rPr lang="en-US" sz="6900" dirty="0" spc="1" kern="0">
                <a:solidFill>
                  <a:srgbClr val="FFB454"/>
                </a:solidFill>
                <a:latin typeface="Bricolage Grotesque ExtraBold" pitchFamily="34" charset="0"/>
                <a:ea typeface="Bricolage Grotesque ExtraBold" pitchFamily="34" charset="-122"/>
                <a:cs typeface="Bricolage Grotesque ExtraBold" pitchFamily="34" charset="-120"/>
              </a:rPr>
              <a:t> nhất nhóm</a:t>
            </a:r>
            <a:r>
              <a:rPr lang="en-US" sz="6900" dirty="0" spc="-1" kern="0">
                <a:solidFill>
                  <a:srgbClr val="FFB454"/>
                </a:solidFill>
                <a:latin typeface="Bricolage Grotesque ExtraBold" pitchFamily="34" charset="0"/>
                <a:ea typeface="Bricolage Grotesque ExtraBold" pitchFamily="34" charset="-122"/>
                <a:cs typeface="Bricolage Grotesque ExtraBold" pitchFamily="34" charset="-120"/>
              </a:rPr>
              <a:t> 5</a:t>
            </a:r>
            <a:pPr algn="l" indent="0" marL="0">
              <a:lnSpc>
                <a:spcPts val="7728"/>
              </a:lnSpc>
              <a:buNone/>
            </a:pPr>
            <a:r>
              <a:rPr lang="en-US" sz="6900" dirty="0" spc="-6" kern="0">
                <a:solidFill>
                  <a:srgbClr val="F3EEE3"/>
                </a:solidFill>
                <a:latin typeface="Bricolage Grotesque ExtraBold" pitchFamily="34" charset="0"/>
                <a:ea typeface="Bricolage Grotesque ExtraBold" pitchFamily="34" charset="-122"/>
                <a:cs typeface="Bricolage Grotesque ExtraBold" pitchFamily="34" charset="-120"/>
              </a:rPr>
              <a:t>,</a:t>
            </a:r>
            <a:r>
              <a:rPr lang="en-US" sz="6900" dirty="0" spc="-76"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6900" dirty="0" spc="-1" kern="0">
                <a:solidFill>
                  <a:srgbClr val="F3EEE3"/>
                </a:solidFill>
                <a:latin typeface="Bricolage Grotesque ExtraBold" pitchFamily="34" charset="0"/>
                <a:ea typeface="Bricolage Grotesque ExtraBold" pitchFamily="34" charset="-122"/>
                <a:cs typeface="Bricolage Grotesque ExtraBold" pitchFamily="34" charset="-120"/>
              </a:rPr>
              <a:t> cả</a:t>
            </a: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 hai</a:t>
            </a:r>
            <a:r>
              <a:rPr lang="en-US" sz="6900" dirty="0" spc="-1" kern="0">
                <a:solidFill>
                  <a:srgbClr val="F3EEE3"/>
                </a:solidFill>
                <a:latin typeface="Bricolage Grotesque ExtraBold" pitchFamily="34" charset="0"/>
                <a:ea typeface="Bricolage Grotesque ExtraBold" pitchFamily="34" charset="-122"/>
                <a:cs typeface="Bricolage Grotesque ExtraBold" pitchFamily="34" charset="-120"/>
              </a:rPr>
              <a:t> có</a:t>
            </a:r>
            <a:r>
              <a:rPr lang="en-US" sz="6900" dirty="0" spc="28" kern="0">
                <a:solidFill>
                  <a:srgbClr val="F3EEE3"/>
                </a:solidFill>
                <a:latin typeface="Bricolage Grotesque ExtraBold" pitchFamily="34" charset="0"/>
                <a:ea typeface="Bricolage Grotesque ExtraBold" pitchFamily="34" charset="-122"/>
                <a:cs typeface="Bricolage Grotesque ExtraBold" pitchFamily="34" charset="-120"/>
              </a:rPr>
              <a:t> điều</a:t>
            </a:r>
            <a:r>
              <a:rPr lang="en-US" sz="6900" dirty="0" spc="4" kern="0">
                <a:solidFill>
                  <a:srgbClr val="F3EEE3"/>
                </a:solidFill>
                <a:latin typeface="Bricolage Grotesque ExtraBold" pitchFamily="34" charset="0"/>
                <a:ea typeface="Bricolage Grotesque ExtraBold" pitchFamily="34" charset="-122"/>
                <a:cs typeface="Bricolage Grotesque ExtraBold" pitchFamily="34" charset="-120"/>
              </a:rPr>
              <a:t> kiện</a:t>
            </a:r>
            <a:r>
              <a:rPr lang="en-US" sz="6900" dirty="0" spc="7" kern="0">
                <a:solidFill>
                  <a:srgbClr val="F3EEE3"/>
                </a:solidFill>
                <a:latin typeface="Bricolage Grotesque ExtraBold" pitchFamily="34" charset="0"/>
                <a:ea typeface="Bricolage Grotesque ExtraBold" pitchFamily="34" charset="-122"/>
                <a:cs typeface="Bricolage Grotesque ExtraBold" pitchFamily="34" charset="-120"/>
              </a:rPr>
              <a:t> đáng</a:t>
            </a:r>
            <a:r>
              <a:rPr lang="en-US" sz="6900" dirty="0" spc="11"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6900" dirty="0" spc="-79" kern="0">
                <a:solidFill>
                  <a:srgbClr val="F3EEE3"/>
                </a:solidFill>
                <a:latin typeface="Bricolage Grotesque ExtraBold" pitchFamily="34" charset="0"/>
                <a:ea typeface="Bricolage Grotesque ExtraBold" pitchFamily="34" charset="-122"/>
                <a:cs typeface="Bricolage Grotesque ExtraBold" pitchFamily="34" charset="-120"/>
              </a:rPr>
              <a:t> trước</a:t>
            </a:r>
            <a:r>
              <a:rPr lang="en-US" sz="6900" dirty="0" spc="0" kern="0">
                <a:solidFill>
                  <a:srgbClr val="F3EEE3"/>
                </a:solidFill>
                <a:latin typeface="Bricolage Grotesque ExtraBold" pitchFamily="34" charset="0"/>
                <a:ea typeface="Bricolage Grotesque ExtraBold" pitchFamily="34" charset="-122"/>
                <a:cs typeface="Bricolage Grotesque ExtraBold" pitchFamily="34" charset="-120"/>
              </a:rPr>
              <a:t> khi</a:t>
            </a:r>
            <a:r>
              <a:rPr lang="en-US" sz="6900" dirty="0" spc="1" kern="0">
                <a:solidFill>
                  <a:srgbClr val="F3EEE3"/>
                </a:solidFill>
                <a:latin typeface="Bricolage Grotesque ExtraBold" pitchFamily="34" charset="0"/>
                <a:ea typeface="Bricolage Grotesque ExtraBold" pitchFamily="34" charset="-122"/>
                <a:cs typeface="Bricolage Grotesque ExtraBold" pitchFamily="34" charset="-120"/>
              </a:rPr>
              <a:t> dùng.</a:t>
            </a:r>
            <a:endParaRPr lang="en-US" sz="6900" dirty="0"/>
          </a:p>
        </p:txBody>
      </p:sp>
      <p:sp>
        <p:nvSpPr>
          <p:cNvPr id="5" name="Text 3"/>
          <p:cNvSpPr/>
          <p:nvPr/>
        </p:nvSpPr>
        <p:spPr>
          <a:xfrm>
            <a:off x="1485900" y="7200900"/>
            <a:ext cx="15811500" cy="457200"/>
          </a:xfrm>
          <a:prstGeom prst="rect">
            <a:avLst/>
          </a:prstGeom>
          <a:noFill/>
          <a:ln/>
        </p:spPr>
        <p:txBody>
          <a:bodyPr wrap="square" lIns="0" tIns="0" rIns="0" bIns="0" rtlCol="0" anchor="t"/>
          <a:lstStyle/>
          <a:p>
            <a:pPr algn="l" indent="0" marL="0">
              <a:buNone/>
            </a:pPr>
            <a:r>
              <a:rPr lang="en-US" sz="2700" dirty="0" spc="-24" kern="0">
                <a:solidFill>
                  <a:srgbClr val="9AA0B5"/>
                </a:solidFill>
                <a:latin typeface="Be Vietnam Pro" pitchFamily="34" charset="0"/>
                <a:ea typeface="Be Vietnam Pro" pitchFamily="34" charset="-122"/>
                <a:cs typeface="Be Vietnam Pro" pitchFamily="34" charset="-120"/>
              </a:rPr>
              <a:t>HyperFrames</a:t>
            </a:r>
            <a:r>
              <a:rPr lang="en-US" sz="2700" dirty="0" spc="-2" kern="0">
                <a:solidFill>
                  <a:srgbClr val="9AA0B5"/>
                </a:solidFill>
                <a:latin typeface="Be Vietnam Pro" pitchFamily="34" charset="0"/>
                <a:ea typeface="Be Vietnam Pro" pitchFamily="34" charset="-122"/>
                <a:cs typeface="Be Vietnam Pro" pitchFamily="34" charset="-120"/>
              </a:rPr>
              <a:t> có</a:t>
            </a:r>
            <a:r>
              <a:rPr lang="en-US" sz="2700" dirty="0" spc="4" kern="0">
                <a:solidFill>
                  <a:srgbClr val="9AA0B5"/>
                </a:solidFill>
                <a:latin typeface="Be Vietnam Pro" pitchFamily="34" charset="0"/>
                <a:ea typeface="Be Vietnam Pro" pitchFamily="34" charset="-122"/>
                <a:cs typeface="Be Vietnam Pro" pitchFamily="34" charset="-120"/>
              </a:rPr>
              <a:t> 9.179</a:t>
            </a:r>
            <a:r>
              <a:rPr lang="en-US" sz="2700" dirty="0" spc="5" kern="0">
                <a:solidFill>
                  <a:srgbClr val="9AA0B5"/>
                </a:solidFill>
                <a:latin typeface="Be Vietnam Pro" pitchFamily="34" charset="0"/>
                <a:ea typeface="Be Vietnam Pro" pitchFamily="34" charset="-122"/>
                <a:cs typeface="Be Vietnam Pro" pitchFamily="34" charset="-120"/>
              </a:rPr>
              <a:t> file,</a:t>
            </a:r>
            <a:r>
              <a:rPr lang="en-US" sz="2700" dirty="0" spc="-15" kern="0">
                <a:solidFill>
                  <a:srgbClr val="9AA0B5"/>
                </a:solidFill>
                <a:latin typeface="Be Vietnam Pro" pitchFamily="34" charset="0"/>
                <a:ea typeface="Be Vietnam Pro" pitchFamily="34" charset="-122"/>
                <a:cs typeface="Be Vietnam Pro" pitchFamily="34" charset="-120"/>
              </a:rPr>
              <a:t> OpenMontage</a:t>
            </a:r>
            <a:r>
              <a:rPr lang="en-US" sz="2700" dirty="0" spc="1" kern="0">
                <a:solidFill>
                  <a:srgbClr val="9AA0B5"/>
                </a:solidFill>
                <a:latin typeface="Be Vietnam Pro" pitchFamily="34" charset="0"/>
                <a:ea typeface="Be Vietnam Pro" pitchFamily="34" charset="-122"/>
                <a:cs typeface="Be Vietnam Pro" pitchFamily="34" charset="-120"/>
              </a:rPr>
              <a:t> có</a:t>
            </a:r>
            <a:r>
              <a:rPr lang="en-US" sz="2700" dirty="0" spc="-3" kern="0">
                <a:solidFill>
                  <a:srgbClr val="9AA0B5"/>
                </a:solidFill>
                <a:latin typeface="Be Vietnam Pro" pitchFamily="34" charset="0"/>
                <a:ea typeface="Be Vietnam Pro" pitchFamily="34" charset="-122"/>
                <a:cs typeface="Be Vietnam Pro" pitchFamily="34" charset="-120"/>
              </a:rPr>
              <a:t> 2.208</a:t>
            </a:r>
            <a:r>
              <a:rPr lang="en-US" sz="2700" dirty="0" spc="5" kern="0">
                <a:solidFill>
                  <a:srgbClr val="9AA0B5"/>
                </a:solidFill>
                <a:latin typeface="Be Vietnam Pro" pitchFamily="34" charset="0"/>
                <a:ea typeface="Be Vietnam Pro" pitchFamily="34" charset="-122"/>
                <a:cs typeface="Be Vietnam Pro" pitchFamily="34" charset="-120"/>
              </a:rPr>
              <a:t> file (người</a:t>
            </a:r>
            <a:r>
              <a:rPr lang="en-US" sz="2700" dirty="0" spc="-6" kern="0">
                <a:solidFill>
                  <a:srgbClr val="9AA0B5"/>
                </a:solidFill>
                <a:latin typeface="Be Vietnam Pro" pitchFamily="34" charset="0"/>
                <a:ea typeface="Be Vietnam Pro" pitchFamily="34" charset="-122"/>
                <a:cs typeface="Be Vietnam Pro" pitchFamily="34" charset="-120"/>
              </a:rPr>
              <a:t> viết</a:t>
            </a:r>
            <a:r>
              <a:rPr lang="en-US" sz="2700" dirty="0" spc="9" kern="0">
                <a:solidFill>
                  <a:srgbClr val="9AA0B5"/>
                </a:solidFill>
                <a:latin typeface="Be Vietnam Pro" pitchFamily="34" charset="0"/>
                <a:ea typeface="Be Vietnam Pro" pitchFamily="34" charset="-122"/>
                <a:cs typeface="Be Vietnam Pro" pitchFamily="34" charset="-120"/>
              </a:rPr>
              <a:t> đếm)</a:t>
            </a:r>
            <a:endParaRPr lang="en-US" sz="2700" dirty="0"/>
          </a:p>
        </p:txBody>
      </p:sp>
      <p:sp>
        <p:nvSpPr>
          <p:cNvPr id="6" name="Text 4"/>
          <p:cNvSpPr/>
          <p:nvPr/>
        </p:nvSpPr>
        <p:spPr>
          <a:xfrm>
            <a:off x="1485900" y="7715250"/>
            <a:ext cx="15811500" cy="457200"/>
          </a:xfrm>
          <a:prstGeom prst="rect">
            <a:avLst/>
          </a:prstGeom>
          <a:noFill/>
          <a:ln/>
        </p:spPr>
        <p:txBody>
          <a:bodyPr wrap="square" lIns="0" tIns="0" rIns="0" bIns="0" rtlCol="0" anchor="t"/>
          <a:lstStyle/>
          <a:p>
            <a:pPr algn="l" indent="0" marL="0">
              <a:buNone/>
            </a:pPr>
            <a:r>
              <a:rPr lang="en-US" sz="2700" dirty="0" spc="-15" kern="0">
                <a:solidFill>
                  <a:srgbClr val="9AA0B5"/>
                </a:solidFill>
                <a:latin typeface="Be Vietnam Pro" pitchFamily="34" charset="0"/>
                <a:ea typeface="Be Vietnam Pro" pitchFamily="34" charset="-122"/>
                <a:cs typeface="Be Vietnam Pro" pitchFamily="34" charset="-120"/>
              </a:rPr>
              <a:t>OpenMontage</a:t>
            </a:r>
            <a:r>
              <a:rPr lang="en-US" sz="2700" dirty="0" spc="-4" kern="0">
                <a:solidFill>
                  <a:srgbClr val="9AA0B5"/>
                </a:solidFill>
                <a:latin typeface="Be Vietnam Pro" pitchFamily="34" charset="0"/>
                <a:ea typeface="Be Vietnam Pro" pitchFamily="34" charset="-122"/>
                <a:cs typeface="Be Vietnam Pro" pitchFamily="34" charset="-120"/>
              </a:rPr>
              <a:t> dùng</a:t>
            </a:r>
            <a:r>
              <a:rPr lang="en-US" sz="2700" dirty="0" spc="-1" kern="0">
                <a:solidFill>
                  <a:srgbClr val="9AA0B5"/>
                </a:solidFill>
                <a:latin typeface="Be Vietnam Pro" pitchFamily="34" charset="0"/>
                <a:ea typeface="Be Vietnam Pro" pitchFamily="34" charset="-122"/>
                <a:cs typeface="Be Vietnam Pro" pitchFamily="34" charset="-120"/>
              </a:rPr>
              <a:t> GNU</a:t>
            </a:r>
            <a:r>
              <a:rPr lang="en-US" sz="2700" dirty="0" spc="-37" kern="0">
                <a:solidFill>
                  <a:srgbClr val="9AA0B5"/>
                </a:solidFill>
                <a:latin typeface="Be Vietnam Pro" pitchFamily="34" charset="0"/>
                <a:ea typeface="Be Vietnam Pro" pitchFamily="34" charset="-122"/>
                <a:cs typeface="Be Vietnam Pro" pitchFamily="34" charset="-120"/>
              </a:rPr>
              <a:t> AGPLv3;</a:t>
            </a:r>
            <a:r>
              <a:rPr lang="en-US" sz="2700" dirty="0" spc="-23" kern="0">
                <a:solidFill>
                  <a:srgbClr val="9AA0B5"/>
                </a:solidFill>
                <a:latin typeface="Be Vietnam Pro" pitchFamily="34" charset="0"/>
                <a:ea typeface="Be Vietnam Pro" pitchFamily="34" charset="-122"/>
                <a:cs typeface="Be Vietnam Pro" pitchFamily="34" charset="-120"/>
              </a:rPr>
              <a:t> HyperFrames</a:t>
            </a:r>
            <a:r>
              <a:rPr lang="en-US" sz="2700" dirty="0" spc="-2" kern="0">
                <a:solidFill>
                  <a:srgbClr val="9AA0B5"/>
                </a:solidFill>
                <a:latin typeface="Be Vietnam Pro" pitchFamily="34" charset="0"/>
                <a:ea typeface="Be Vietnam Pro" pitchFamily="34" charset="-122"/>
                <a:cs typeface="Be Vietnam Pro" pitchFamily="34" charset="-120"/>
              </a:rPr>
              <a:t> dùng Apache</a:t>
            </a:r>
            <a:r>
              <a:rPr lang="en-US" sz="2700" dirty="0" spc="-4" kern="0">
                <a:solidFill>
                  <a:srgbClr val="9AA0B5"/>
                </a:solidFill>
                <a:latin typeface="Be Vietnam Pro" pitchFamily="34" charset="0"/>
                <a:ea typeface="Be Vietnam Pro" pitchFamily="34" charset="-122"/>
                <a:cs typeface="Be Vietnam Pro" pitchFamily="34" charset="-120"/>
              </a:rPr>
              <a:t> 2.0</a:t>
            </a:r>
            <a:endParaRPr lang="en-US" sz="2700" dirty="0"/>
          </a:p>
        </p:txBody>
      </p:sp>
      <p:sp>
        <p:nvSpPr>
          <p:cNvPr id="7" name="Text 5"/>
          <p:cNvSpPr/>
          <p:nvPr/>
        </p:nvSpPr>
        <p:spPr>
          <a:xfrm>
            <a:off x="1485900" y="8229600"/>
            <a:ext cx="15811500" cy="457200"/>
          </a:xfrm>
          <a:prstGeom prst="rect">
            <a:avLst/>
          </a:prstGeom>
          <a:noFill/>
          <a:ln/>
        </p:spPr>
        <p:txBody>
          <a:bodyPr wrap="square" lIns="0" tIns="0" rIns="0" bIns="0" rtlCol="0" anchor="t"/>
          <a:lstStyle/>
          <a:p>
            <a:pPr algn="l" indent="0" marL="0">
              <a:buNone/>
            </a:pPr>
            <a:r>
              <a:rPr lang="en-US" sz="2700" dirty="0" spc="-15" kern="0">
                <a:solidFill>
                  <a:srgbClr val="9AA0B5"/>
                </a:solidFill>
                <a:latin typeface="Be Vietnam Pro" pitchFamily="34" charset="0"/>
                <a:ea typeface="Be Vietnam Pro" pitchFamily="34" charset="-122"/>
                <a:cs typeface="Be Vietnam Pro" pitchFamily="34" charset="-120"/>
              </a:rPr>
              <a:t>OpenMontage</a:t>
            </a:r>
            <a:r>
              <a:rPr lang="en-US" sz="2700" dirty="0" spc="-2" kern="0">
                <a:solidFill>
                  <a:srgbClr val="9AA0B5"/>
                </a:solidFill>
                <a:latin typeface="Be Vietnam Pro" pitchFamily="34" charset="0"/>
                <a:ea typeface="Be Vietnam Pro" pitchFamily="34" charset="-122"/>
                <a:cs typeface="Be Vietnam Pro" pitchFamily="34" charset="-120"/>
              </a:rPr>
              <a:t> cũng</a:t>
            </a:r>
            <a:r>
              <a:rPr lang="en-US" sz="2700" dirty="0" spc="-3" kern="0">
                <a:solidFill>
                  <a:srgbClr val="9AA0B5"/>
                </a:solidFill>
                <a:latin typeface="Be Vietnam Pro" pitchFamily="34" charset="0"/>
                <a:ea typeface="Be Vietnam Pro" pitchFamily="34" charset="-122"/>
                <a:cs typeface="Be Vietnam Pro" pitchFamily="34" charset="-120"/>
              </a:rPr>
              <a:t> dùng</a:t>
            </a:r>
            <a:r>
              <a:rPr lang="en-US" sz="2700" dirty="0" spc="-23" kern="0">
                <a:solidFill>
                  <a:srgbClr val="9AA0B5"/>
                </a:solidFill>
                <a:latin typeface="Be Vietnam Pro" pitchFamily="34" charset="0"/>
                <a:ea typeface="Be Vietnam Pro" pitchFamily="34" charset="-122"/>
                <a:cs typeface="Be Vietnam Pro" pitchFamily="34" charset="-120"/>
              </a:rPr>
              <a:t> HyperFrames</a:t>
            </a:r>
            <a:r>
              <a:rPr lang="en-US" sz="2700" dirty="0" spc="0" kern="0">
                <a:solidFill>
                  <a:srgbClr val="9AA0B5"/>
                </a:solidFill>
                <a:latin typeface="Be Vietnam Pro" pitchFamily="34" charset="0"/>
                <a:ea typeface="Be Vietnam Pro" pitchFamily="34" charset="-122"/>
                <a:cs typeface="Be Vietnam Pro" pitchFamily="34" charset="-120"/>
              </a:rPr>
              <a:t> như</a:t>
            </a:r>
            <a:r>
              <a:rPr lang="en-US" sz="2700" dirty="0" spc="-7" kern="0">
                <a:solidFill>
                  <a:srgbClr val="9AA0B5"/>
                </a:solidFill>
                <a:latin typeface="Be Vietnam Pro" pitchFamily="34" charset="0"/>
                <a:ea typeface="Be Vietnam Pro" pitchFamily="34" charset="-122"/>
                <a:cs typeface="Be Vietnam Pro" pitchFamily="34" charset="-120"/>
              </a:rPr>
              <a:t> một</a:t>
            </a:r>
            <a:r>
              <a:rPr lang="en-US" sz="2700" dirty="0" spc="6" kern="0">
                <a:solidFill>
                  <a:srgbClr val="9AA0B5"/>
                </a:solidFill>
                <a:latin typeface="Be Vietnam Pro" pitchFamily="34" charset="0"/>
                <a:ea typeface="Be Vietnam Pro" pitchFamily="34" charset="-122"/>
                <a:cs typeface="Be Vietnam Pro" pitchFamily="34" charset="-120"/>
              </a:rPr>
              <a:t> đường</a:t>
            </a:r>
            <a:r>
              <a:rPr lang="en-US" sz="2700" dirty="0" spc="18" kern="0">
                <a:solidFill>
                  <a:srgbClr val="9AA0B5"/>
                </a:solidFill>
                <a:latin typeface="Be Vietnam Pro" pitchFamily="34" charset="0"/>
                <a:ea typeface="Be Vietnam Pro" pitchFamily="34" charset="-122"/>
                <a:cs typeface="Be Vietnam Pro" pitchFamily="34" charset="-120"/>
              </a:rPr>
              <a:t> dựng</a:t>
            </a:r>
            <a:endParaRPr lang="en-US" sz="2700" dirty="0"/>
          </a:p>
        </p:txBody>
      </p:sp>
      <p:sp>
        <p:nvSpPr>
          <p:cNvPr id="8" name="Text 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2" kern="0">
                <a:solidFill>
                  <a:srgbClr val="9AA0B5"/>
                </a:solidFill>
                <a:latin typeface="Be Vietnam Pro" pitchFamily="34" charset="0"/>
                <a:ea typeface="Be Vietnam Pro" pitchFamily="34" charset="-122"/>
                <a:cs typeface="Be Vietnam Pro" pitchFamily="34" charset="-120"/>
              </a:rPr>
              <a:t> [S28]</a:t>
            </a:r>
            <a:r>
              <a:rPr lang="en-US" sz="1800" dirty="0" spc="-3" kern="0">
                <a:solidFill>
                  <a:srgbClr val="9AA0B5"/>
                </a:solidFill>
                <a:latin typeface="Be Vietnam Pro" pitchFamily="34" charset="0"/>
                <a:ea typeface="Be Vietnam Pro" pitchFamily="34" charset="-122"/>
                <a:cs typeface="Be Vietnam Pro" pitchFamily="34" charset="-120"/>
              </a:rPr>
              <a:t> [S27]</a:t>
            </a:r>
            <a:endParaRPr lang="en-US" sz="1800" dirty="0"/>
          </a:p>
        </p:txBody>
      </p:sp>
      <p:sp>
        <p:nvSpPr>
          <p:cNvPr id="9" name="Shape 7"/>
          <p:cNvSpPr/>
          <p:nvPr/>
        </p:nvSpPr>
        <p:spPr>
          <a:xfrm>
            <a:off x="958561" y="9578686"/>
            <a:ext cx="83127" cy="83127"/>
          </a:xfrm>
          <a:prstGeom prst="ellipse">
            <a:avLst/>
          </a:prstGeom>
          <a:solidFill>
            <a:srgbClr val="F3EEE3">
              <a:alpha val="28000"/>
            </a:srgbClr>
          </a:solidFill>
          <a:ln/>
        </p:spPr>
      </p:sp>
      <p:sp>
        <p:nvSpPr>
          <p:cNvPr id="10" name="Shape 8"/>
          <p:cNvSpPr/>
          <p:nvPr/>
        </p:nvSpPr>
        <p:spPr>
          <a:xfrm>
            <a:off x="1124815" y="9578686"/>
            <a:ext cx="83127" cy="83127"/>
          </a:xfrm>
          <a:prstGeom prst="ellipse">
            <a:avLst/>
          </a:prstGeom>
          <a:solidFill>
            <a:srgbClr val="F3EEE3">
              <a:alpha val="28000"/>
            </a:srgbClr>
          </a:solidFill>
          <a:ln/>
        </p:spPr>
      </p:sp>
      <p:sp>
        <p:nvSpPr>
          <p:cNvPr id="11" name="Shape 9"/>
          <p:cNvSpPr/>
          <p:nvPr/>
        </p:nvSpPr>
        <p:spPr>
          <a:xfrm>
            <a:off x="1291070" y="9578686"/>
            <a:ext cx="83127" cy="83127"/>
          </a:xfrm>
          <a:prstGeom prst="ellipse">
            <a:avLst/>
          </a:prstGeom>
          <a:solidFill>
            <a:srgbClr val="F3EEE3">
              <a:alpha val="28000"/>
            </a:srgbClr>
          </a:solidFill>
          <a:ln/>
        </p:spPr>
      </p:sp>
      <p:sp>
        <p:nvSpPr>
          <p:cNvPr id="12" name="Shape 10"/>
          <p:cNvSpPr/>
          <p:nvPr/>
        </p:nvSpPr>
        <p:spPr>
          <a:xfrm>
            <a:off x="1457324" y="9578686"/>
            <a:ext cx="83127" cy="83127"/>
          </a:xfrm>
          <a:prstGeom prst="ellipse">
            <a:avLst/>
          </a:prstGeom>
          <a:solidFill>
            <a:srgbClr val="F3EEE3">
              <a:alpha val="28000"/>
            </a:srgbClr>
          </a:solidFill>
          <a:ln/>
        </p:spPr>
      </p:sp>
      <p:sp>
        <p:nvSpPr>
          <p:cNvPr id="13" name="Shape 11"/>
          <p:cNvSpPr/>
          <p:nvPr/>
        </p:nvSpPr>
        <p:spPr>
          <a:xfrm>
            <a:off x="1623578" y="9578686"/>
            <a:ext cx="83127" cy="83127"/>
          </a:xfrm>
          <a:prstGeom prst="ellipse">
            <a:avLst/>
          </a:prstGeom>
          <a:solidFill>
            <a:srgbClr val="F3EEE3">
              <a:alpha val="28000"/>
            </a:srgbClr>
          </a:solidFill>
          <a:ln/>
        </p:spPr>
      </p:sp>
      <p:sp>
        <p:nvSpPr>
          <p:cNvPr id="14" name="Shape 12"/>
          <p:cNvSpPr/>
          <p:nvPr/>
        </p:nvSpPr>
        <p:spPr>
          <a:xfrm>
            <a:off x="1789832" y="9578686"/>
            <a:ext cx="83127" cy="83127"/>
          </a:xfrm>
          <a:prstGeom prst="ellipse">
            <a:avLst/>
          </a:prstGeom>
          <a:solidFill>
            <a:srgbClr val="F3EEE3">
              <a:alpha val="28000"/>
            </a:srgbClr>
          </a:solidFill>
          <a:ln/>
        </p:spPr>
      </p:sp>
      <p:sp>
        <p:nvSpPr>
          <p:cNvPr id="15" name="Shape 13"/>
          <p:cNvSpPr/>
          <p:nvPr/>
        </p:nvSpPr>
        <p:spPr>
          <a:xfrm>
            <a:off x="1956086" y="9578686"/>
            <a:ext cx="83127" cy="83127"/>
          </a:xfrm>
          <a:prstGeom prst="ellipse">
            <a:avLst/>
          </a:prstGeom>
          <a:solidFill>
            <a:srgbClr val="F3EEE3">
              <a:alpha val="28000"/>
            </a:srgbClr>
          </a:solidFill>
          <a:ln/>
        </p:spPr>
      </p:sp>
      <p:sp>
        <p:nvSpPr>
          <p:cNvPr id="16" name="Shape 14"/>
          <p:cNvSpPr/>
          <p:nvPr/>
        </p:nvSpPr>
        <p:spPr>
          <a:xfrm>
            <a:off x="2122340" y="9578686"/>
            <a:ext cx="83127" cy="83127"/>
          </a:xfrm>
          <a:prstGeom prst="ellipse">
            <a:avLst/>
          </a:prstGeom>
          <a:solidFill>
            <a:srgbClr val="F3EEE3">
              <a:alpha val="28000"/>
            </a:srgbClr>
          </a:solidFill>
          <a:ln/>
        </p:spPr>
      </p:sp>
      <p:sp>
        <p:nvSpPr>
          <p:cNvPr id="17" name="Shape 15"/>
          <p:cNvSpPr/>
          <p:nvPr/>
        </p:nvSpPr>
        <p:spPr>
          <a:xfrm>
            <a:off x="2288594" y="9578686"/>
            <a:ext cx="83127" cy="83127"/>
          </a:xfrm>
          <a:prstGeom prst="ellipse">
            <a:avLst/>
          </a:prstGeom>
          <a:solidFill>
            <a:srgbClr val="F3EEE3">
              <a:alpha val="28000"/>
            </a:srgbClr>
          </a:solidFill>
          <a:ln/>
        </p:spPr>
      </p:sp>
      <p:sp>
        <p:nvSpPr>
          <p:cNvPr id="18" name="Shape 16"/>
          <p:cNvSpPr/>
          <p:nvPr/>
        </p:nvSpPr>
        <p:spPr>
          <a:xfrm>
            <a:off x="2454848" y="9578686"/>
            <a:ext cx="83127" cy="83127"/>
          </a:xfrm>
          <a:prstGeom prst="ellipse">
            <a:avLst/>
          </a:prstGeom>
          <a:solidFill>
            <a:srgbClr val="F3EEE3">
              <a:alpha val="28000"/>
            </a:srgbClr>
          </a:solidFill>
          <a:ln/>
        </p:spPr>
      </p:sp>
      <p:sp>
        <p:nvSpPr>
          <p:cNvPr id="19" name="Shape 17"/>
          <p:cNvSpPr/>
          <p:nvPr/>
        </p:nvSpPr>
        <p:spPr>
          <a:xfrm>
            <a:off x="2621102" y="9578686"/>
            <a:ext cx="83127" cy="83127"/>
          </a:xfrm>
          <a:prstGeom prst="ellipse">
            <a:avLst/>
          </a:prstGeom>
          <a:solidFill>
            <a:srgbClr val="F3EEE3">
              <a:alpha val="28000"/>
            </a:srgbClr>
          </a:solidFill>
          <a:ln/>
        </p:spPr>
      </p:sp>
      <p:sp>
        <p:nvSpPr>
          <p:cNvPr id="20" name="Shape 18"/>
          <p:cNvSpPr/>
          <p:nvPr/>
        </p:nvSpPr>
        <p:spPr>
          <a:xfrm>
            <a:off x="2787357" y="9578686"/>
            <a:ext cx="83127" cy="83127"/>
          </a:xfrm>
          <a:prstGeom prst="ellipse">
            <a:avLst/>
          </a:prstGeom>
          <a:solidFill>
            <a:srgbClr val="F3EEE3">
              <a:alpha val="28000"/>
            </a:srgbClr>
          </a:solidFill>
          <a:ln/>
        </p:spPr>
      </p:sp>
      <p:sp>
        <p:nvSpPr>
          <p:cNvPr id="21" name="Shape 19"/>
          <p:cNvSpPr/>
          <p:nvPr/>
        </p:nvSpPr>
        <p:spPr>
          <a:xfrm>
            <a:off x="2953611" y="9578686"/>
            <a:ext cx="83127" cy="83127"/>
          </a:xfrm>
          <a:prstGeom prst="ellipse">
            <a:avLst/>
          </a:prstGeom>
          <a:solidFill>
            <a:srgbClr val="F3EEE3">
              <a:alpha val="28000"/>
            </a:srgbClr>
          </a:solidFill>
          <a:ln/>
        </p:spPr>
      </p:sp>
      <p:sp>
        <p:nvSpPr>
          <p:cNvPr id="22" name="Shape 20"/>
          <p:cNvSpPr/>
          <p:nvPr/>
        </p:nvSpPr>
        <p:spPr>
          <a:xfrm>
            <a:off x="3119865" y="9578686"/>
            <a:ext cx="83127" cy="83127"/>
          </a:xfrm>
          <a:prstGeom prst="ellipse">
            <a:avLst/>
          </a:prstGeom>
          <a:solidFill>
            <a:srgbClr val="F3EEE3">
              <a:alpha val="28000"/>
            </a:srgbClr>
          </a:solidFill>
          <a:ln/>
        </p:spPr>
      </p:sp>
      <p:sp>
        <p:nvSpPr>
          <p:cNvPr id="23" name="Shape 21"/>
          <p:cNvSpPr/>
          <p:nvPr/>
        </p:nvSpPr>
        <p:spPr>
          <a:xfrm>
            <a:off x="3286119" y="9578686"/>
            <a:ext cx="83127" cy="83127"/>
          </a:xfrm>
          <a:prstGeom prst="ellipse">
            <a:avLst/>
          </a:prstGeom>
          <a:solidFill>
            <a:srgbClr val="F3EEE3">
              <a:alpha val="28000"/>
            </a:srgbClr>
          </a:solidFill>
          <a:ln/>
        </p:spPr>
      </p:sp>
      <p:sp>
        <p:nvSpPr>
          <p:cNvPr id="24" name="Shape 22"/>
          <p:cNvSpPr/>
          <p:nvPr/>
        </p:nvSpPr>
        <p:spPr>
          <a:xfrm>
            <a:off x="3452373" y="9578686"/>
            <a:ext cx="83127" cy="83127"/>
          </a:xfrm>
          <a:prstGeom prst="ellipse">
            <a:avLst/>
          </a:prstGeom>
          <a:solidFill>
            <a:srgbClr val="F3EEE3">
              <a:alpha val="28000"/>
            </a:srgbClr>
          </a:solidFill>
          <a:ln/>
        </p:spPr>
      </p:sp>
      <p:sp>
        <p:nvSpPr>
          <p:cNvPr id="25" name="Shape 23"/>
          <p:cNvSpPr/>
          <p:nvPr/>
        </p:nvSpPr>
        <p:spPr>
          <a:xfrm>
            <a:off x="3618627" y="9578686"/>
            <a:ext cx="83127" cy="83127"/>
          </a:xfrm>
          <a:prstGeom prst="ellipse">
            <a:avLst/>
          </a:prstGeom>
          <a:solidFill>
            <a:srgbClr val="F3EEE3">
              <a:alpha val="28000"/>
            </a:srgbClr>
          </a:solidFill>
          <a:ln/>
        </p:spPr>
      </p:sp>
      <p:sp>
        <p:nvSpPr>
          <p:cNvPr id="26" name="Shape 24"/>
          <p:cNvSpPr/>
          <p:nvPr/>
        </p:nvSpPr>
        <p:spPr>
          <a:xfrm>
            <a:off x="3784881" y="9578686"/>
            <a:ext cx="83127" cy="83127"/>
          </a:xfrm>
          <a:prstGeom prst="ellipse">
            <a:avLst/>
          </a:prstGeom>
          <a:solidFill>
            <a:srgbClr val="F3EEE3">
              <a:alpha val="28000"/>
            </a:srgbClr>
          </a:solidFill>
          <a:ln/>
        </p:spPr>
      </p:sp>
      <p:sp>
        <p:nvSpPr>
          <p:cNvPr id="27" name="Shape 25"/>
          <p:cNvSpPr/>
          <p:nvPr/>
        </p:nvSpPr>
        <p:spPr>
          <a:xfrm>
            <a:off x="3951135" y="9578686"/>
            <a:ext cx="83127" cy="83127"/>
          </a:xfrm>
          <a:prstGeom prst="ellipse">
            <a:avLst/>
          </a:prstGeom>
          <a:solidFill>
            <a:srgbClr val="F3EEE3">
              <a:alpha val="28000"/>
            </a:srgbClr>
          </a:solidFill>
          <a:ln/>
        </p:spPr>
      </p:sp>
      <p:sp>
        <p:nvSpPr>
          <p:cNvPr id="28" name="Shape 26"/>
          <p:cNvSpPr/>
          <p:nvPr/>
        </p:nvSpPr>
        <p:spPr>
          <a:xfrm>
            <a:off x="4117389" y="9578686"/>
            <a:ext cx="83127" cy="83127"/>
          </a:xfrm>
          <a:prstGeom prst="ellipse">
            <a:avLst/>
          </a:prstGeom>
          <a:solidFill>
            <a:srgbClr val="F3EEE3">
              <a:alpha val="28000"/>
            </a:srgbClr>
          </a:solidFill>
          <a:ln/>
        </p:spPr>
      </p:sp>
      <p:sp>
        <p:nvSpPr>
          <p:cNvPr id="29" name="Shape 27"/>
          <p:cNvSpPr/>
          <p:nvPr/>
        </p:nvSpPr>
        <p:spPr>
          <a:xfrm>
            <a:off x="4283644" y="9578686"/>
            <a:ext cx="83127" cy="83127"/>
          </a:xfrm>
          <a:prstGeom prst="ellipse">
            <a:avLst/>
          </a:prstGeom>
          <a:solidFill>
            <a:srgbClr val="F3EEE3">
              <a:alpha val="28000"/>
            </a:srgbClr>
          </a:solidFill>
          <a:ln/>
        </p:spPr>
      </p:sp>
      <p:sp>
        <p:nvSpPr>
          <p:cNvPr id="30" name="Shape 28"/>
          <p:cNvSpPr/>
          <p:nvPr/>
        </p:nvSpPr>
        <p:spPr>
          <a:xfrm>
            <a:off x="4449898" y="9578686"/>
            <a:ext cx="83127" cy="83127"/>
          </a:xfrm>
          <a:prstGeom prst="ellipse">
            <a:avLst/>
          </a:prstGeom>
          <a:solidFill>
            <a:srgbClr val="F3EEE3">
              <a:alpha val="28000"/>
            </a:srgbClr>
          </a:solidFill>
          <a:ln/>
        </p:spPr>
      </p:sp>
      <p:sp>
        <p:nvSpPr>
          <p:cNvPr id="31" name="Shape 29"/>
          <p:cNvSpPr/>
          <p:nvPr/>
        </p:nvSpPr>
        <p:spPr>
          <a:xfrm>
            <a:off x="4616152" y="9578686"/>
            <a:ext cx="83127" cy="83127"/>
          </a:xfrm>
          <a:prstGeom prst="ellipse">
            <a:avLst/>
          </a:prstGeom>
          <a:solidFill>
            <a:srgbClr val="F3EEE3">
              <a:alpha val="28000"/>
            </a:srgbClr>
          </a:solidFill>
          <a:ln/>
        </p:spPr>
      </p:sp>
      <p:sp>
        <p:nvSpPr>
          <p:cNvPr id="32" name="Shape 30"/>
          <p:cNvSpPr/>
          <p:nvPr/>
        </p:nvSpPr>
        <p:spPr>
          <a:xfrm>
            <a:off x="4782406" y="9578686"/>
            <a:ext cx="83127" cy="83127"/>
          </a:xfrm>
          <a:prstGeom prst="ellipse">
            <a:avLst/>
          </a:prstGeom>
          <a:solidFill>
            <a:srgbClr val="F3EEE3">
              <a:alpha val="28000"/>
            </a:srgbClr>
          </a:solidFill>
          <a:ln/>
        </p:spPr>
      </p:sp>
      <p:sp>
        <p:nvSpPr>
          <p:cNvPr id="33" name="Shape 31"/>
          <p:cNvSpPr/>
          <p:nvPr/>
        </p:nvSpPr>
        <p:spPr>
          <a:xfrm>
            <a:off x="4948660" y="9578686"/>
            <a:ext cx="83127" cy="83127"/>
          </a:xfrm>
          <a:prstGeom prst="ellipse">
            <a:avLst/>
          </a:prstGeom>
          <a:solidFill>
            <a:srgbClr val="F3EEE3">
              <a:alpha val="28000"/>
            </a:srgbClr>
          </a:solidFill>
          <a:ln/>
        </p:spPr>
      </p:sp>
      <p:sp>
        <p:nvSpPr>
          <p:cNvPr id="34" name="Shape 32"/>
          <p:cNvSpPr/>
          <p:nvPr/>
        </p:nvSpPr>
        <p:spPr>
          <a:xfrm>
            <a:off x="5114914" y="9578686"/>
            <a:ext cx="83127" cy="83127"/>
          </a:xfrm>
          <a:prstGeom prst="ellipse">
            <a:avLst/>
          </a:prstGeom>
          <a:solidFill>
            <a:srgbClr val="F3EEE3">
              <a:alpha val="28000"/>
            </a:srgbClr>
          </a:solidFill>
          <a:ln/>
        </p:spPr>
      </p:sp>
      <p:sp>
        <p:nvSpPr>
          <p:cNvPr id="35" name="Shape 33"/>
          <p:cNvSpPr/>
          <p:nvPr/>
        </p:nvSpPr>
        <p:spPr>
          <a:xfrm>
            <a:off x="5281168" y="9578686"/>
            <a:ext cx="83127" cy="83127"/>
          </a:xfrm>
          <a:prstGeom prst="ellipse">
            <a:avLst/>
          </a:prstGeom>
          <a:solidFill>
            <a:srgbClr val="F3EEE3">
              <a:alpha val="28000"/>
            </a:srgbClr>
          </a:solidFill>
          <a:ln/>
        </p:spPr>
      </p:sp>
      <p:sp>
        <p:nvSpPr>
          <p:cNvPr id="36" name="Shape 34"/>
          <p:cNvSpPr/>
          <p:nvPr/>
        </p:nvSpPr>
        <p:spPr>
          <a:xfrm>
            <a:off x="5447422" y="9578686"/>
            <a:ext cx="83127" cy="83127"/>
          </a:xfrm>
          <a:prstGeom prst="ellipse">
            <a:avLst/>
          </a:prstGeom>
          <a:solidFill>
            <a:srgbClr val="F3EEE3">
              <a:alpha val="28000"/>
            </a:srgbClr>
          </a:solidFill>
          <a:ln/>
        </p:spPr>
      </p:sp>
      <p:sp>
        <p:nvSpPr>
          <p:cNvPr id="37" name="Shape 35"/>
          <p:cNvSpPr/>
          <p:nvPr/>
        </p:nvSpPr>
        <p:spPr>
          <a:xfrm>
            <a:off x="5613676" y="9578686"/>
            <a:ext cx="83127" cy="83127"/>
          </a:xfrm>
          <a:prstGeom prst="ellipse">
            <a:avLst/>
          </a:prstGeom>
          <a:solidFill>
            <a:srgbClr val="F3EEE3">
              <a:alpha val="28000"/>
            </a:srgbClr>
          </a:solidFill>
          <a:ln/>
        </p:spPr>
      </p:sp>
      <p:sp>
        <p:nvSpPr>
          <p:cNvPr id="38" name="Shape 36"/>
          <p:cNvSpPr/>
          <p:nvPr/>
        </p:nvSpPr>
        <p:spPr>
          <a:xfrm>
            <a:off x="5779931" y="9578686"/>
            <a:ext cx="83127" cy="83127"/>
          </a:xfrm>
          <a:prstGeom prst="ellipse">
            <a:avLst/>
          </a:prstGeom>
          <a:solidFill>
            <a:srgbClr val="F3EEE3">
              <a:alpha val="28000"/>
            </a:srgbClr>
          </a:solidFill>
          <a:ln/>
        </p:spPr>
      </p:sp>
      <p:sp>
        <p:nvSpPr>
          <p:cNvPr id="39" name="Shape 37"/>
          <p:cNvSpPr/>
          <p:nvPr/>
        </p:nvSpPr>
        <p:spPr>
          <a:xfrm>
            <a:off x="5946185" y="9578686"/>
            <a:ext cx="83127" cy="83127"/>
          </a:xfrm>
          <a:prstGeom prst="ellipse">
            <a:avLst/>
          </a:prstGeom>
          <a:solidFill>
            <a:srgbClr val="F3EEE3">
              <a:alpha val="28000"/>
            </a:srgbClr>
          </a:solidFill>
          <a:ln/>
        </p:spPr>
      </p:sp>
      <p:sp>
        <p:nvSpPr>
          <p:cNvPr id="40" name="Shape 38"/>
          <p:cNvSpPr/>
          <p:nvPr/>
        </p:nvSpPr>
        <p:spPr>
          <a:xfrm>
            <a:off x="6112439" y="9578686"/>
            <a:ext cx="83127" cy="83127"/>
          </a:xfrm>
          <a:prstGeom prst="ellipse">
            <a:avLst/>
          </a:prstGeom>
          <a:solidFill>
            <a:srgbClr val="F3EEE3">
              <a:alpha val="28000"/>
            </a:srgbClr>
          </a:solidFill>
          <a:ln/>
        </p:spPr>
      </p:sp>
      <p:sp>
        <p:nvSpPr>
          <p:cNvPr id="41" name="Shape 39"/>
          <p:cNvSpPr/>
          <p:nvPr/>
        </p:nvSpPr>
        <p:spPr>
          <a:xfrm>
            <a:off x="6278693" y="9578686"/>
            <a:ext cx="83127" cy="83127"/>
          </a:xfrm>
          <a:prstGeom prst="ellipse">
            <a:avLst/>
          </a:prstGeom>
          <a:solidFill>
            <a:srgbClr val="F3EEE3">
              <a:alpha val="28000"/>
            </a:srgbClr>
          </a:solidFill>
          <a:ln/>
        </p:spPr>
      </p:sp>
      <p:sp>
        <p:nvSpPr>
          <p:cNvPr id="42" name="Shape 40"/>
          <p:cNvSpPr/>
          <p:nvPr/>
        </p:nvSpPr>
        <p:spPr>
          <a:xfrm>
            <a:off x="6444947" y="9578686"/>
            <a:ext cx="83127" cy="83127"/>
          </a:xfrm>
          <a:prstGeom prst="ellipse">
            <a:avLst/>
          </a:prstGeom>
          <a:solidFill>
            <a:srgbClr val="F3EEE3">
              <a:alpha val="28000"/>
            </a:srgbClr>
          </a:solidFill>
          <a:ln/>
        </p:spPr>
      </p:sp>
      <p:sp>
        <p:nvSpPr>
          <p:cNvPr id="43" name="Shape 41"/>
          <p:cNvSpPr/>
          <p:nvPr/>
        </p:nvSpPr>
        <p:spPr>
          <a:xfrm>
            <a:off x="6611201" y="9578686"/>
            <a:ext cx="83127" cy="83127"/>
          </a:xfrm>
          <a:prstGeom prst="ellipse">
            <a:avLst/>
          </a:prstGeom>
          <a:solidFill>
            <a:srgbClr val="F3EEE3">
              <a:alpha val="28000"/>
            </a:srgbClr>
          </a:solidFill>
          <a:ln/>
        </p:spPr>
      </p:sp>
      <p:sp>
        <p:nvSpPr>
          <p:cNvPr id="44" name="Shape 42"/>
          <p:cNvSpPr/>
          <p:nvPr/>
        </p:nvSpPr>
        <p:spPr>
          <a:xfrm>
            <a:off x="6777455" y="9578686"/>
            <a:ext cx="83127" cy="83127"/>
          </a:xfrm>
          <a:prstGeom prst="ellipse">
            <a:avLst/>
          </a:prstGeom>
          <a:solidFill>
            <a:srgbClr val="F3EEE3">
              <a:alpha val="28000"/>
            </a:srgbClr>
          </a:solidFill>
          <a:ln/>
        </p:spPr>
      </p:sp>
      <p:sp>
        <p:nvSpPr>
          <p:cNvPr id="45" name="Shape 43"/>
          <p:cNvSpPr/>
          <p:nvPr/>
        </p:nvSpPr>
        <p:spPr>
          <a:xfrm>
            <a:off x="6943709" y="9578686"/>
            <a:ext cx="83127" cy="83127"/>
          </a:xfrm>
          <a:prstGeom prst="ellipse">
            <a:avLst/>
          </a:prstGeom>
          <a:solidFill>
            <a:srgbClr val="F3EEE3">
              <a:alpha val="28000"/>
            </a:srgbClr>
          </a:solidFill>
          <a:ln/>
        </p:spPr>
      </p:sp>
      <p:sp>
        <p:nvSpPr>
          <p:cNvPr id="46" name="Shape 44"/>
          <p:cNvSpPr/>
          <p:nvPr/>
        </p:nvSpPr>
        <p:spPr>
          <a:xfrm>
            <a:off x="7109963" y="9578686"/>
            <a:ext cx="83127" cy="83127"/>
          </a:xfrm>
          <a:prstGeom prst="ellipse">
            <a:avLst/>
          </a:prstGeom>
          <a:solidFill>
            <a:srgbClr val="F3EEE3">
              <a:alpha val="28000"/>
            </a:srgbClr>
          </a:solidFill>
          <a:ln/>
        </p:spPr>
      </p:sp>
      <p:sp>
        <p:nvSpPr>
          <p:cNvPr id="47" name="Shape 45"/>
          <p:cNvSpPr/>
          <p:nvPr/>
        </p:nvSpPr>
        <p:spPr>
          <a:xfrm>
            <a:off x="7276218" y="9578686"/>
            <a:ext cx="83127" cy="83127"/>
          </a:xfrm>
          <a:prstGeom prst="ellipse">
            <a:avLst/>
          </a:prstGeom>
          <a:solidFill>
            <a:srgbClr val="F3EEE3">
              <a:alpha val="28000"/>
            </a:srgbClr>
          </a:solidFill>
          <a:ln/>
        </p:spPr>
      </p:sp>
      <p:sp>
        <p:nvSpPr>
          <p:cNvPr id="48" name="Shape 46"/>
          <p:cNvSpPr/>
          <p:nvPr/>
        </p:nvSpPr>
        <p:spPr>
          <a:xfrm>
            <a:off x="7442472" y="9578686"/>
            <a:ext cx="83127" cy="83127"/>
          </a:xfrm>
          <a:prstGeom prst="ellipse">
            <a:avLst/>
          </a:prstGeom>
          <a:solidFill>
            <a:srgbClr val="F3EEE3">
              <a:alpha val="28000"/>
            </a:srgbClr>
          </a:solidFill>
          <a:ln/>
        </p:spPr>
      </p:sp>
      <p:sp>
        <p:nvSpPr>
          <p:cNvPr id="49" name="Shape 47"/>
          <p:cNvSpPr/>
          <p:nvPr/>
        </p:nvSpPr>
        <p:spPr>
          <a:xfrm>
            <a:off x="7608726" y="9578686"/>
            <a:ext cx="83127" cy="83127"/>
          </a:xfrm>
          <a:prstGeom prst="ellipse">
            <a:avLst/>
          </a:prstGeom>
          <a:solidFill>
            <a:srgbClr val="F3EEE3">
              <a:alpha val="28000"/>
            </a:srgbClr>
          </a:solidFill>
          <a:ln/>
        </p:spPr>
      </p:sp>
      <p:sp>
        <p:nvSpPr>
          <p:cNvPr id="50" name="Shape 48"/>
          <p:cNvSpPr/>
          <p:nvPr/>
        </p:nvSpPr>
        <p:spPr>
          <a:xfrm>
            <a:off x="7774980" y="9578686"/>
            <a:ext cx="83127" cy="83127"/>
          </a:xfrm>
          <a:prstGeom prst="ellipse">
            <a:avLst/>
          </a:prstGeom>
          <a:solidFill>
            <a:srgbClr val="F3EEE3">
              <a:alpha val="28000"/>
            </a:srgbClr>
          </a:solidFill>
          <a:ln/>
        </p:spPr>
      </p:sp>
      <p:sp>
        <p:nvSpPr>
          <p:cNvPr id="51" name="Shape 49"/>
          <p:cNvSpPr/>
          <p:nvPr/>
        </p:nvSpPr>
        <p:spPr>
          <a:xfrm>
            <a:off x="7941234" y="9578686"/>
            <a:ext cx="83127" cy="83127"/>
          </a:xfrm>
          <a:prstGeom prst="ellipse">
            <a:avLst/>
          </a:prstGeom>
          <a:solidFill>
            <a:srgbClr val="F3EEE3">
              <a:alpha val="28000"/>
            </a:srgbClr>
          </a:solidFill>
          <a:ln/>
        </p:spPr>
      </p:sp>
      <p:sp>
        <p:nvSpPr>
          <p:cNvPr id="52" name="Shape 50"/>
          <p:cNvSpPr/>
          <p:nvPr/>
        </p:nvSpPr>
        <p:spPr>
          <a:xfrm>
            <a:off x="8107488" y="9578686"/>
            <a:ext cx="83127" cy="83127"/>
          </a:xfrm>
          <a:prstGeom prst="ellipse">
            <a:avLst/>
          </a:prstGeom>
          <a:solidFill>
            <a:srgbClr val="F3EEE3">
              <a:alpha val="28000"/>
            </a:srgbClr>
          </a:solidFill>
          <a:ln/>
        </p:spPr>
      </p:sp>
      <p:sp>
        <p:nvSpPr>
          <p:cNvPr id="53" name="Shape 51"/>
          <p:cNvSpPr/>
          <p:nvPr/>
        </p:nvSpPr>
        <p:spPr>
          <a:xfrm>
            <a:off x="8259888" y="9564832"/>
            <a:ext cx="110836" cy="110836"/>
          </a:xfrm>
          <a:prstGeom prst="ellipse">
            <a:avLst/>
          </a:prstGeom>
          <a:solidFill>
            <a:srgbClr val="FF6A4D"/>
          </a:solidFill>
          <a:ln/>
        </p:spPr>
      </p:sp>
      <p:sp>
        <p:nvSpPr>
          <p:cNvPr id="54" name="Shape 52"/>
          <p:cNvSpPr/>
          <p:nvPr/>
        </p:nvSpPr>
        <p:spPr>
          <a:xfrm>
            <a:off x="8439996" y="9578686"/>
            <a:ext cx="83127" cy="83127"/>
          </a:xfrm>
          <a:prstGeom prst="ellipse">
            <a:avLst/>
          </a:prstGeom>
          <a:solidFill>
            <a:srgbClr val="F3EEE3">
              <a:alpha val="28000"/>
            </a:srgbClr>
          </a:solidFill>
          <a:ln/>
        </p:spPr>
      </p:sp>
      <p:sp>
        <p:nvSpPr>
          <p:cNvPr id="55" name="Shape 53"/>
          <p:cNvSpPr/>
          <p:nvPr/>
        </p:nvSpPr>
        <p:spPr>
          <a:xfrm>
            <a:off x="8606251" y="9578686"/>
            <a:ext cx="83127" cy="83127"/>
          </a:xfrm>
          <a:prstGeom prst="ellipse">
            <a:avLst/>
          </a:prstGeom>
          <a:solidFill>
            <a:srgbClr val="F3EEE3">
              <a:alpha val="28000"/>
            </a:srgbClr>
          </a:solidFill>
          <a:ln/>
        </p:spPr>
      </p:sp>
      <p:sp>
        <p:nvSpPr>
          <p:cNvPr id="56" name="Shape 54"/>
          <p:cNvSpPr/>
          <p:nvPr/>
        </p:nvSpPr>
        <p:spPr>
          <a:xfrm>
            <a:off x="8772505" y="9578686"/>
            <a:ext cx="83127" cy="83127"/>
          </a:xfrm>
          <a:prstGeom prst="ellipse">
            <a:avLst/>
          </a:prstGeom>
          <a:solidFill>
            <a:srgbClr val="F3EEE3">
              <a:alpha val="28000"/>
            </a:srgbClr>
          </a:solidFill>
          <a:ln/>
        </p:spPr>
      </p:sp>
      <p:sp>
        <p:nvSpPr>
          <p:cNvPr id="57" name="Shape 55"/>
          <p:cNvSpPr/>
          <p:nvPr/>
        </p:nvSpPr>
        <p:spPr>
          <a:xfrm>
            <a:off x="8938759" y="9578686"/>
            <a:ext cx="83127" cy="83127"/>
          </a:xfrm>
          <a:prstGeom prst="ellipse">
            <a:avLst/>
          </a:prstGeom>
          <a:solidFill>
            <a:srgbClr val="F3EEE3">
              <a:alpha val="28000"/>
            </a:srgbClr>
          </a:solidFill>
          <a:ln/>
        </p:spPr>
      </p:sp>
      <p:sp>
        <p:nvSpPr>
          <p:cNvPr id="58" name="Shape 56"/>
          <p:cNvSpPr/>
          <p:nvPr/>
        </p:nvSpPr>
        <p:spPr>
          <a:xfrm>
            <a:off x="9105013" y="9578686"/>
            <a:ext cx="83127" cy="83127"/>
          </a:xfrm>
          <a:prstGeom prst="ellipse">
            <a:avLst/>
          </a:prstGeom>
          <a:solidFill>
            <a:srgbClr val="F3EEE3">
              <a:alpha val="28000"/>
            </a:srgbClr>
          </a:solidFill>
          <a:ln/>
        </p:spPr>
      </p:sp>
      <p:sp>
        <p:nvSpPr>
          <p:cNvPr id="59" name="Shape 57"/>
          <p:cNvSpPr/>
          <p:nvPr/>
        </p:nvSpPr>
        <p:spPr>
          <a:xfrm>
            <a:off x="9271267" y="9578686"/>
            <a:ext cx="83127" cy="83127"/>
          </a:xfrm>
          <a:prstGeom prst="ellipse">
            <a:avLst/>
          </a:prstGeom>
          <a:solidFill>
            <a:srgbClr val="F3EEE3">
              <a:alpha val="28000"/>
            </a:srgbClr>
          </a:solidFill>
          <a:ln/>
        </p:spPr>
      </p:sp>
      <p:sp>
        <p:nvSpPr>
          <p:cNvPr id="60" name="Shape 58"/>
          <p:cNvSpPr/>
          <p:nvPr/>
        </p:nvSpPr>
        <p:spPr>
          <a:xfrm>
            <a:off x="9437521" y="9578686"/>
            <a:ext cx="83127" cy="83127"/>
          </a:xfrm>
          <a:prstGeom prst="ellipse">
            <a:avLst/>
          </a:prstGeom>
          <a:solidFill>
            <a:srgbClr val="F3EEE3">
              <a:alpha val="28000"/>
            </a:srgbClr>
          </a:solidFill>
          <a:ln/>
        </p:spPr>
      </p:sp>
      <p:sp>
        <p:nvSpPr>
          <p:cNvPr id="61" name="Shape 59"/>
          <p:cNvSpPr/>
          <p:nvPr/>
        </p:nvSpPr>
        <p:spPr>
          <a:xfrm>
            <a:off x="9603775" y="9578686"/>
            <a:ext cx="83127" cy="83127"/>
          </a:xfrm>
          <a:prstGeom prst="ellipse">
            <a:avLst/>
          </a:prstGeom>
          <a:solidFill>
            <a:srgbClr val="F3EEE3">
              <a:alpha val="28000"/>
            </a:srgbClr>
          </a:solidFill>
          <a:ln/>
        </p:spPr>
      </p:sp>
      <p:sp>
        <p:nvSpPr>
          <p:cNvPr id="62" name="Shape 60"/>
          <p:cNvSpPr/>
          <p:nvPr/>
        </p:nvSpPr>
        <p:spPr>
          <a:xfrm>
            <a:off x="9770029" y="9578686"/>
            <a:ext cx="83127" cy="83127"/>
          </a:xfrm>
          <a:prstGeom prst="ellipse">
            <a:avLst/>
          </a:prstGeom>
          <a:solidFill>
            <a:srgbClr val="F3EEE3">
              <a:alpha val="28000"/>
            </a:srgbClr>
          </a:solidFill>
          <a:ln/>
        </p:spPr>
      </p:sp>
      <p:sp>
        <p:nvSpPr>
          <p:cNvPr id="63" name="Shape 61"/>
          <p:cNvSpPr/>
          <p:nvPr/>
        </p:nvSpPr>
        <p:spPr>
          <a:xfrm>
            <a:off x="9936283" y="9578686"/>
            <a:ext cx="83127" cy="83127"/>
          </a:xfrm>
          <a:prstGeom prst="ellipse">
            <a:avLst/>
          </a:prstGeom>
          <a:solidFill>
            <a:srgbClr val="F3EEE3">
              <a:alpha val="28000"/>
            </a:srgbClr>
          </a:solidFill>
          <a:ln/>
        </p:spPr>
      </p:sp>
      <p:sp>
        <p:nvSpPr>
          <p:cNvPr id="64" name="Text 62"/>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45/55</a:t>
            </a:r>
            <a:endParaRPr lang="en-US" sz="1800" dirty="0"/>
          </a:p>
        </p:txBody>
      </p:sp>
      <p:sp>
        <p:nvSpPr>
          <p:cNvPr id="65" name="Shape 63"/>
          <p:cNvSpPr/>
          <p:nvPr/>
        </p:nvSpPr>
        <p:spPr>
          <a:xfrm>
            <a:off x="15983712" y="9076331"/>
            <a:ext cx="1645920" cy="552301"/>
          </a:xfrm>
          <a:prstGeom prst="roundRect">
            <a:avLst>
              <a:gd name="adj" fmla="val 28000"/>
            </a:avLst>
          </a:prstGeom>
          <a:solidFill>
            <a:srgbClr val="FFFFFF">
              <a:alpha val="82000"/>
            </a:srgbClr>
          </a:solidFill>
          <a:ln/>
        </p:spPr>
      </p:sp>
      <p:pic>
        <p:nvPicPr>
          <p:cNvPr id="66" name="Moda image moda-export-watermark-67ce5892-a9fa-470f-b522-8aa9b9f80b7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Bốn</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cách</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cài</a:t>
            </a:r>
            <a:endParaRPr lang="en-US" sz="5700" dirty="0"/>
          </a:p>
        </p:txBody>
      </p:sp>
      <p:sp>
        <p:nvSpPr>
          <p:cNvPr id="3" name="Shape 1"/>
          <p:cNvSpPr/>
          <p:nvPr/>
        </p:nvSpPr>
        <p:spPr>
          <a:xfrm>
            <a:off x="914400" y="3048000"/>
            <a:ext cx="3857625" cy="4953000"/>
          </a:xfrm>
          <a:prstGeom prst="roundRect">
            <a:avLst>
              <a:gd name="adj" fmla="val 6914"/>
            </a:avLst>
          </a:prstGeom>
          <a:solidFill>
            <a:srgbClr val="E8E0CF"/>
          </a:solidFill>
          <a:ln/>
        </p:spPr>
      </p:sp>
      <p:sp>
        <p:nvSpPr>
          <p:cNvPr id="4" name="Shape 2"/>
          <p:cNvSpPr/>
          <p:nvPr/>
        </p:nvSpPr>
        <p:spPr>
          <a:xfrm>
            <a:off x="914400" y="3048000"/>
            <a:ext cx="3857625" cy="152400"/>
          </a:xfrm>
          <a:prstGeom prst="roundRect">
            <a:avLst>
              <a:gd name="adj" fmla="val 50000"/>
            </a:avLst>
          </a:prstGeom>
          <a:solidFill>
            <a:srgbClr val="B45309"/>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spc="-23" kern="0">
                <a:solidFill>
                  <a:srgbClr val="B45309"/>
                </a:solidFill>
                <a:latin typeface="Bricolage Grotesque ExtraBold" pitchFamily="34" charset="0"/>
                <a:ea typeface="Bricolage Grotesque ExtraBold" pitchFamily="34" charset="-122"/>
                <a:cs typeface="Bricolage Grotesque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spc="-15" kern="0">
                <a:solidFill>
                  <a:srgbClr val="14161C"/>
                </a:solidFill>
                <a:latin typeface="Be Vietnam Pro" pitchFamily="34" charset="0"/>
                <a:ea typeface="Be Vietnam Pro" pitchFamily="34" charset="-122"/>
                <a:cs typeface="Be Vietnam Pro" pitchFamily="34" charset="-120"/>
              </a:rPr>
              <a:t>Marketplace</a:t>
            </a:r>
            <a:endParaRPr lang="en-US" sz="2700" dirty="0"/>
          </a:p>
        </p:txBody>
      </p:sp>
      <p:sp>
        <p:nvSpPr>
          <p:cNvPr id="7" name="Text 5"/>
          <p:cNvSpPr/>
          <p:nvPr/>
        </p:nvSpPr>
        <p:spPr>
          <a:xfrm>
            <a:off x="129540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0" kern="0">
                <a:solidFill>
                  <a:srgbClr val="6B6A66"/>
                </a:solidFill>
                <a:latin typeface="Be Vietnam Pro" pitchFamily="34" charset="0"/>
                <a:ea typeface="Be Vietnam Pro" pitchFamily="34" charset="-122"/>
                <a:cs typeface="Be Vietnam Pro" pitchFamily="34" charset="-120"/>
              </a:rPr>
              <a:t>/plugin</a:t>
            </a:r>
            <a:r>
              <a:rPr lang="en-US" sz="2550" dirty="0" spc="-11" kern="0">
                <a:solidFill>
                  <a:srgbClr val="6B6A66"/>
                </a:solidFill>
                <a:latin typeface="Be Vietnam Pro" pitchFamily="34" charset="0"/>
                <a:ea typeface="Be Vietnam Pro" pitchFamily="34" charset="-122"/>
                <a:cs typeface="Be Vietnam Pro" pitchFamily="34" charset="-120"/>
              </a:rPr>
              <a:t> marketplace</a:t>
            </a:r>
            <a:r>
              <a:rPr lang="en-US" sz="2550" dirty="0" spc="1" kern="0">
                <a:solidFill>
                  <a:srgbClr val="6B6A66"/>
                </a:solidFill>
                <a:latin typeface="Be Vietnam Pro" pitchFamily="34" charset="0"/>
                <a:ea typeface="Be Vietnam Pro" pitchFamily="34" charset="-122"/>
                <a:cs typeface="Be Vietnam Pro" pitchFamily="34" charset="-120"/>
              </a:rPr>
              <a:t> add</a:t>
            </a:r>
            <a:r>
              <a:rPr lang="en-US" sz="2550" dirty="0" spc="-26" kern="0">
                <a:solidFill>
                  <a:srgbClr val="6B6A66"/>
                </a:solidFill>
                <a:latin typeface="Be Vietnam Pro" pitchFamily="34" charset="0"/>
                <a:ea typeface="Be Vietnam Pro" pitchFamily="34" charset="-122"/>
                <a:cs typeface="Be Vietnam Pro" pitchFamily="34" charset="-120"/>
              </a:rPr>
              <a:t> rồi</a:t>
            </a:r>
            <a:r>
              <a:rPr lang="en-US" sz="2550" dirty="0" spc="0" kern="0">
                <a:solidFill>
                  <a:srgbClr val="6B6A66"/>
                </a:solidFill>
                <a:latin typeface="Be Vietnam Pro" pitchFamily="34" charset="0"/>
                <a:ea typeface="Be Vietnam Pro" pitchFamily="34" charset="-122"/>
                <a:cs typeface="Be Vietnam Pro" pitchFamily="34" charset="-120"/>
              </a:rPr>
              <a:t> /plugin</a:t>
            </a:r>
            <a:r>
              <a:rPr lang="en-US" sz="2550" dirty="0" spc="-10" kern="0">
                <a:solidFill>
                  <a:srgbClr val="6B6A66"/>
                </a:solidFill>
                <a:latin typeface="Be Vietnam Pro" pitchFamily="34" charset="0"/>
                <a:ea typeface="Be Vietnam Pro" pitchFamily="34" charset="-122"/>
                <a:cs typeface="Be Vietnam Pro" pitchFamily="34" charset="-120"/>
              </a:rPr>
              <a:t> install</a:t>
            </a:r>
            <a:endParaRPr lang="en-US" sz="2550" dirty="0"/>
          </a:p>
        </p:txBody>
      </p:sp>
      <p:sp>
        <p:nvSpPr>
          <p:cNvPr id="8" name="Shape 6"/>
          <p:cNvSpPr/>
          <p:nvPr/>
        </p:nvSpPr>
        <p:spPr>
          <a:xfrm>
            <a:off x="5114925" y="3048000"/>
            <a:ext cx="3857625" cy="4953000"/>
          </a:xfrm>
          <a:prstGeom prst="roundRect">
            <a:avLst>
              <a:gd name="adj" fmla="val 6914"/>
            </a:avLst>
          </a:prstGeom>
          <a:solidFill>
            <a:srgbClr val="E8E0CF"/>
          </a:solidFill>
          <a:ln/>
        </p:spPr>
      </p:sp>
      <p:sp>
        <p:nvSpPr>
          <p:cNvPr id="9" name="Shape 7"/>
          <p:cNvSpPr/>
          <p:nvPr/>
        </p:nvSpPr>
        <p:spPr>
          <a:xfrm>
            <a:off x="5114925" y="3048000"/>
            <a:ext cx="3857625" cy="152400"/>
          </a:xfrm>
          <a:prstGeom prst="roundRect">
            <a:avLst>
              <a:gd name="adj" fmla="val 50000"/>
            </a:avLst>
          </a:prstGeom>
          <a:solidFill>
            <a:srgbClr val="0F766E"/>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spc="-4" kern="0">
                <a:solidFill>
                  <a:srgbClr val="0F766E"/>
                </a:solidFill>
                <a:latin typeface="Bricolage Grotesque ExtraBold" pitchFamily="34" charset="0"/>
                <a:ea typeface="Bricolage Grotesque ExtraBold" pitchFamily="34" charset="-122"/>
                <a:cs typeface="Bricolage Grotesque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spc="-19" kern="0">
                <a:solidFill>
                  <a:srgbClr val="14161C"/>
                </a:solidFill>
                <a:latin typeface="Be Vietnam Pro" pitchFamily="34" charset="0"/>
                <a:ea typeface="Be Vietnam Pro" pitchFamily="34" charset="-122"/>
                <a:cs typeface="Be Vietnam Pro" pitchFamily="34" charset="-120"/>
              </a:rPr>
              <a:t>Trình</a:t>
            </a:r>
            <a:r>
              <a:rPr lang="en-US" sz="2700" b="1" dirty="0" spc="-3" kern="0">
                <a:solidFill>
                  <a:srgbClr val="14161C"/>
                </a:solidFill>
                <a:latin typeface="Be Vietnam Pro" pitchFamily="34" charset="0"/>
                <a:ea typeface="Be Vietnam Pro" pitchFamily="34" charset="-122"/>
                <a:cs typeface="Be Vietnam Pro" pitchFamily="34" charset="-120"/>
              </a:rPr>
              <a:t> cài</a:t>
            </a:r>
            <a:r>
              <a:rPr lang="en-US" sz="2700" b="1" dirty="0" spc="-2" kern="0">
                <a:solidFill>
                  <a:srgbClr val="14161C"/>
                </a:solidFill>
                <a:latin typeface="Be Vietnam Pro" pitchFamily="34" charset="0"/>
                <a:ea typeface="Be Vietnam Pro" pitchFamily="34" charset="-122"/>
                <a:cs typeface="Be Vietnam Pro" pitchFamily="34" charset="-120"/>
              </a:rPr>
              <a:t> chung</a:t>
            </a:r>
            <a:endParaRPr lang="en-US" sz="2700" dirty="0"/>
          </a:p>
        </p:txBody>
      </p:sp>
      <p:sp>
        <p:nvSpPr>
          <p:cNvPr id="12" name="Text 10"/>
          <p:cNvSpPr/>
          <p:nvPr/>
        </p:nvSpPr>
        <p:spPr>
          <a:xfrm>
            <a:off x="549592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26" kern="0">
                <a:solidFill>
                  <a:srgbClr val="6B6A66"/>
                </a:solidFill>
                <a:latin typeface="Be Vietnam Pro" pitchFamily="34" charset="0"/>
                <a:ea typeface="Be Vietnam Pro" pitchFamily="34" charset="-122"/>
                <a:cs typeface="Be Vietnam Pro" pitchFamily="34" charset="-120"/>
              </a:rPr>
              <a:t>npx</a:t>
            </a:r>
            <a:r>
              <a:rPr lang="en-US" sz="2550" dirty="0" spc="-1" kern="0">
                <a:solidFill>
                  <a:srgbClr val="6B6A66"/>
                </a:solidFill>
                <a:latin typeface="Be Vietnam Pro" pitchFamily="34" charset="0"/>
                <a:ea typeface="Be Vietnam Pro" pitchFamily="34" charset="-122"/>
                <a:cs typeface="Be Vietnam Pro" pitchFamily="34" charset="-120"/>
              </a:rPr>
              <a:t> skills add</a:t>
            </a:r>
            <a:r>
              <a:rPr lang="en-US" sz="2550" dirty="0" spc="0" kern="0">
                <a:solidFill>
                  <a:srgbClr val="6B6A66"/>
                </a:solidFill>
                <a:latin typeface="Be Vietnam Pro" pitchFamily="34" charset="0"/>
                <a:ea typeface="Be Vietnam Pro" pitchFamily="34" charset="-122"/>
                <a:cs typeface="Be Vietnam Pro" pitchFamily="34" charset="-120"/>
              </a:rPr>
              <a:t> cho</a:t>
            </a:r>
            <a:r>
              <a:rPr lang="en-US" sz="2550" dirty="0" spc="1" kern="0">
                <a:solidFill>
                  <a:srgbClr val="6B6A66"/>
                </a:solidFill>
                <a:latin typeface="Be Vietnam Pro" pitchFamily="34" charset="0"/>
                <a:ea typeface="Be Vietnam Pro" pitchFamily="34" charset="-122"/>
                <a:cs typeface="Be Vietnam Pro" pitchFamily="34" charset="-120"/>
              </a:rPr>
              <a:t> nhiều</a:t>
            </a:r>
            <a:r>
              <a:rPr lang="en-US" sz="2550" dirty="0" spc="-16" kern="0">
                <a:solidFill>
                  <a:srgbClr val="6B6A66"/>
                </a:solidFill>
                <a:latin typeface="Be Vietnam Pro" pitchFamily="34" charset="0"/>
                <a:ea typeface="Be Vietnam Pro" pitchFamily="34" charset="-122"/>
                <a:cs typeface="Be Vietnam Pro" pitchFamily="34" charset="-120"/>
              </a:rPr>
              <a:t> agent</a:t>
            </a:r>
            <a:endParaRPr lang="en-US" sz="2550" dirty="0"/>
          </a:p>
        </p:txBody>
      </p:sp>
      <p:sp>
        <p:nvSpPr>
          <p:cNvPr id="13" name="Shape 11"/>
          <p:cNvSpPr/>
          <p:nvPr/>
        </p:nvSpPr>
        <p:spPr>
          <a:xfrm>
            <a:off x="9315450" y="3048000"/>
            <a:ext cx="3857625" cy="4953000"/>
          </a:xfrm>
          <a:prstGeom prst="roundRect">
            <a:avLst>
              <a:gd name="adj" fmla="val 6914"/>
            </a:avLst>
          </a:prstGeom>
          <a:solidFill>
            <a:srgbClr val="E8E0CF"/>
          </a:solidFill>
          <a:ln/>
        </p:spPr>
      </p:sp>
      <p:sp>
        <p:nvSpPr>
          <p:cNvPr id="14" name="Shape 12"/>
          <p:cNvSpPr/>
          <p:nvPr/>
        </p:nvSpPr>
        <p:spPr>
          <a:xfrm>
            <a:off x="9315450" y="3048000"/>
            <a:ext cx="3857625" cy="152400"/>
          </a:xfrm>
          <a:prstGeom prst="roundRect">
            <a:avLst>
              <a:gd name="adj" fmla="val 50000"/>
            </a:avLst>
          </a:prstGeom>
          <a:solidFill>
            <a:srgbClr val="E8472B"/>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spc="-11" kern="0">
                <a:solidFill>
                  <a:srgbClr val="E8472B"/>
                </a:solidFill>
                <a:latin typeface="Bricolage Grotesque ExtraBold" pitchFamily="34" charset="0"/>
                <a:ea typeface="Bricolage Grotesque ExtraBold" pitchFamily="34" charset="-122"/>
                <a:cs typeface="Bricolage Grotesque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spc="-19" kern="0">
                <a:solidFill>
                  <a:srgbClr val="14161C"/>
                </a:solidFill>
                <a:latin typeface="Be Vietnam Pro" pitchFamily="34" charset="0"/>
                <a:ea typeface="Be Vietnam Pro" pitchFamily="34" charset="-122"/>
                <a:cs typeface="Be Vietnam Pro" pitchFamily="34" charset="-120"/>
              </a:rPr>
              <a:t>Trình</a:t>
            </a:r>
            <a:r>
              <a:rPr lang="en-US" sz="2700" b="1" dirty="0" spc="-3" kern="0">
                <a:solidFill>
                  <a:srgbClr val="14161C"/>
                </a:solidFill>
                <a:latin typeface="Be Vietnam Pro" pitchFamily="34" charset="0"/>
                <a:ea typeface="Be Vietnam Pro" pitchFamily="34" charset="-122"/>
                <a:cs typeface="Be Vietnam Pro" pitchFamily="34" charset="-120"/>
              </a:rPr>
              <a:t> cài</a:t>
            </a:r>
            <a:r>
              <a:rPr lang="en-US" sz="2700" b="1" dirty="0" spc="1" kern="0">
                <a:solidFill>
                  <a:srgbClr val="14161C"/>
                </a:solidFill>
                <a:latin typeface="Be Vietnam Pro" pitchFamily="34" charset="0"/>
                <a:ea typeface="Be Vietnam Pro" pitchFamily="34" charset="-122"/>
                <a:cs typeface="Be Vietnam Pro" pitchFamily="34" charset="-120"/>
              </a:rPr>
              <a:t> riêng</a:t>
            </a:r>
            <a:endParaRPr lang="en-US" sz="2700" dirty="0"/>
          </a:p>
        </p:txBody>
      </p:sp>
      <p:sp>
        <p:nvSpPr>
          <p:cNvPr id="17" name="Text 15"/>
          <p:cNvSpPr/>
          <p:nvPr/>
        </p:nvSpPr>
        <p:spPr>
          <a:xfrm>
            <a:off x="969645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26" kern="0">
                <a:solidFill>
                  <a:srgbClr val="6B6A66"/>
                </a:solidFill>
                <a:latin typeface="Be Vietnam Pro" pitchFamily="34" charset="0"/>
                <a:ea typeface="Be Vietnam Pro" pitchFamily="34" charset="-122"/>
                <a:cs typeface="Be Vietnam Pro" pitchFamily="34" charset="-120"/>
              </a:rPr>
              <a:t>npx</a:t>
            </a:r>
            <a:r>
              <a:rPr lang="en-US" sz="2550" dirty="0" spc="-19" kern="0">
                <a:solidFill>
                  <a:srgbClr val="6B6A66"/>
                </a:solidFill>
                <a:latin typeface="Be Vietnam Pro" pitchFamily="34" charset="0"/>
                <a:ea typeface="Be Vietnam Pro" pitchFamily="34" charset="-122"/>
                <a:cs typeface="Be Vietnam Pro" pitchFamily="34" charset="-120"/>
              </a:rPr>
              <a:t> rea-agents</a:t>
            </a:r>
            <a:r>
              <a:rPr lang="en-US" sz="2550" dirty="0" spc="-7" kern="0">
                <a:solidFill>
                  <a:srgbClr val="6B6A66"/>
                </a:solidFill>
                <a:latin typeface="Be Vietnam Pro" pitchFamily="34" charset="0"/>
                <a:ea typeface="Be Vietnam Pro" pitchFamily="34" charset="-122"/>
                <a:cs typeface="Be Vietnam Pro" pitchFamily="34" charset="-120"/>
              </a:rPr>
              <a:t> setup,</a:t>
            </a:r>
            <a:r>
              <a:rPr lang="en-US" sz="2550" dirty="0" spc="-22" kern="0">
                <a:solidFill>
                  <a:srgbClr val="6B6A66"/>
                </a:solidFill>
                <a:latin typeface="Be Vietnam Pro" pitchFamily="34" charset="0"/>
                <a:ea typeface="Be Vietnam Pro" pitchFamily="34" charset="-122"/>
                <a:cs typeface="Be Vietnam Pro" pitchFamily="34" charset="-120"/>
              </a:rPr>
              <a:t> make</a:t>
            </a:r>
            <a:r>
              <a:rPr lang="en-US" sz="2550" dirty="0" spc="-7" kern="0">
                <a:solidFill>
                  <a:srgbClr val="6B6A66"/>
                </a:solidFill>
                <a:latin typeface="Be Vietnam Pro" pitchFamily="34" charset="0"/>
                <a:ea typeface="Be Vietnam Pro" pitchFamily="34" charset="-122"/>
                <a:cs typeface="Be Vietnam Pro" pitchFamily="34" charset="-120"/>
              </a:rPr>
              <a:t> setup,</a:t>
            </a:r>
            <a:r>
              <a:rPr lang="en-US" sz="2550" dirty="0" spc="9" kern="0">
                <a:solidFill>
                  <a:srgbClr val="6B6A66"/>
                </a:solidFill>
                <a:latin typeface="Be Vietnam Pro" pitchFamily="34" charset="0"/>
                <a:ea typeface="Be Vietnam Pro" pitchFamily="34" charset="-122"/>
                <a:cs typeface="Be Vietnam Pro" pitchFamily="34" charset="-120"/>
              </a:rPr>
              <a:t> uv</a:t>
            </a:r>
            <a:r>
              <a:rPr lang="en-US" sz="2550" dirty="0" spc="-12" kern="0">
                <a:solidFill>
                  <a:srgbClr val="6B6A66"/>
                </a:solidFill>
                <a:latin typeface="Be Vietnam Pro" pitchFamily="34" charset="0"/>
                <a:ea typeface="Be Vietnam Pro" pitchFamily="34" charset="-122"/>
                <a:cs typeface="Be Vietnam Pro" pitchFamily="34" charset="-120"/>
              </a:rPr>
              <a:t> tool</a:t>
            </a:r>
            <a:r>
              <a:rPr lang="en-US" sz="2550" dirty="0" spc="-10" kern="0">
                <a:solidFill>
                  <a:srgbClr val="6B6A66"/>
                </a:solidFill>
                <a:latin typeface="Be Vietnam Pro" pitchFamily="34" charset="0"/>
                <a:ea typeface="Be Vietnam Pro" pitchFamily="34" charset="-122"/>
                <a:cs typeface="Be Vietnam Pro" pitchFamily="34" charset="-120"/>
              </a:rPr>
              <a:t> install</a:t>
            </a:r>
            <a:endParaRPr lang="en-US" sz="2550" dirty="0"/>
          </a:p>
        </p:txBody>
      </p:sp>
      <p:sp>
        <p:nvSpPr>
          <p:cNvPr id="18" name="Shape 16"/>
          <p:cNvSpPr/>
          <p:nvPr/>
        </p:nvSpPr>
        <p:spPr>
          <a:xfrm>
            <a:off x="13515975" y="3048000"/>
            <a:ext cx="3857625" cy="4953000"/>
          </a:xfrm>
          <a:prstGeom prst="roundRect">
            <a:avLst>
              <a:gd name="adj" fmla="val 6914"/>
            </a:avLst>
          </a:prstGeom>
          <a:solidFill>
            <a:srgbClr val="E8E0CF"/>
          </a:solidFill>
          <a:ln/>
        </p:spPr>
      </p:sp>
      <p:sp>
        <p:nvSpPr>
          <p:cNvPr id="19" name="Shape 17"/>
          <p:cNvSpPr/>
          <p:nvPr/>
        </p:nvSpPr>
        <p:spPr>
          <a:xfrm>
            <a:off x="13515975" y="3048000"/>
            <a:ext cx="3857625" cy="152400"/>
          </a:xfrm>
          <a:prstGeom prst="roundRect">
            <a:avLst>
              <a:gd name="adj" fmla="val 50000"/>
            </a:avLst>
          </a:prstGeom>
          <a:solidFill>
            <a:srgbClr val="1F3FD1"/>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spc="-1" kern="0">
                <a:solidFill>
                  <a:srgbClr val="1F3FD1"/>
                </a:solidFill>
                <a:latin typeface="Bricolage Grotesque ExtraBold" pitchFamily="34" charset="0"/>
                <a:ea typeface="Bricolage Grotesque ExtraBold" pitchFamily="34" charset="-122"/>
                <a:cs typeface="Bricolage Grotesque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5" kern="0">
                <a:solidFill>
                  <a:srgbClr val="14161C"/>
                </a:solidFill>
                <a:latin typeface="Be Vietnam Pro" pitchFamily="34" charset="0"/>
                <a:ea typeface="Be Vietnam Pro" pitchFamily="34" charset="-122"/>
                <a:cs typeface="Be Vietnam Pro" pitchFamily="34" charset="-120"/>
              </a:rPr>
              <a:t>Dán</a:t>
            </a:r>
            <a:r>
              <a:rPr lang="en-US" sz="2700" b="1" dirty="0" spc="-4" kern="0">
                <a:solidFill>
                  <a:srgbClr val="14161C"/>
                </a:solidFill>
                <a:latin typeface="Be Vietnam Pro" pitchFamily="34" charset="0"/>
                <a:ea typeface="Be Vietnam Pro" pitchFamily="34" charset="-122"/>
                <a:cs typeface="Be Vietnam Pro" pitchFamily="34" charset="-120"/>
              </a:rPr>
              <a:t> cho</a:t>
            </a:r>
            <a:r>
              <a:rPr lang="en-US" sz="2700" b="1" dirty="0" spc="-6" kern="0">
                <a:solidFill>
                  <a:srgbClr val="14161C"/>
                </a:solidFill>
                <a:latin typeface="Be Vietnam Pro" pitchFamily="34" charset="0"/>
                <a:ea typeface="Be Vietnam Pro" pitchFamily="34" charset="-122"/>
                <a:cs typeface="Be Vietnam Pro" pitchFamily="34" charset="-120"/>
              </a:rPr>
              <a:t> agent</a:t>
            </a:r>
            <a:endParaRPr lang="en-US" sz="2700" dirty="0"/>
          </a:p>
        </p:txBody>
      </p:sp>
      <p:sp>
        <p:nvSpPr>
          <p:cNvPr id="22" name="Text 20"/>
          <p:cNvSpPr/>
          <p:nvPr/>
        </p:nvSpPr>
        <p:spPr>
          <a:xfrm>
            <a:off x="13896975" y="6000750"/>
            <a:ext cx="3095625" cy="1905000"/>
          </a:xfrm>
          <a:prstGeom prst="rect">
            <a:avLst/>
          </a:prstGeom>
          <a:noFill/>
          <a:ln/>
        </p:spPr>
        <p:txBody>
          <a:bodyPr wrap="square" lIns="0" tIns="12954" rIns="0" bIns="-12954" rtlCol="0" anchor="t"/>
          <a:lstStyle/>
          <a:p>
            <a:pPr algn="l" indent="0" marL="0">
              <a:lnSpc>
                <a:spcPts val="3120"/>
              </a:lnSpc>
              <a:buNone/>
            </a:pPr>
            <a:r>
              <a:rPr lang="en-US" sz="2400" dirty="0" spc="-26" kern="0">
                <a:solidFill>
                  <a:srgbClr val="6B6A66"/>
                </a:solidFill>
                <a:latin typeface="Be Vietnam Pro" pitchFamily="34" charset="0"/>
                <a:ea typeface="Be Vietnam Pro" pitchFamily="34" charset="-122"/>
                <a:cs typeface="Be Vietnam Pro" pitchFamily="34" charset="-120"/>
              </a:rPr>
              <a:t>Agent</a:t>
            </a:r>
            <a:r>
              <a:rPr lang="en-US" sz="2400" dirty="0" spc="-18" kern="0">
                <a:solidFill>
                  <a:srgbClr val="6B6A66"/>
                </a:solidFill>
                <a:latin typeface="Be Vietnam Pro" pitchFamily="34" charset="0"/>
                <a:ea typeface="Be Vietnam Pro" pitchFamily="34" charset="-122"/>
                <a:cs typeface="Be Vietnam Pro" pitchFamily="34" charset="-120"/>
              </a:rPr>
              <a:t> Reach,</a:t>
            </a:r>
            <a:r>
              <a:rPr lang="en-US" sz="2400" dirty="0" spc="-3" kern="0">
                <a:solidFill>
                  <a:srgbClr val="6B6A66"/>
                </a:solidFill>
                <a:latin typeface="Be Vietnam Pro" pitchFamily="34" charset="0"/>
                <a:ea typeface="Be Vietnam Pro" pitchFamily="34" charset="-122"/>
                <a:cs typeface="Be Vietnam Pro" pitchFamily="34" charset="-120"/>
              </a:rPr>
              <a:t> I</a:t>
            </a:r>
            <a:r>
              <a:rPr lang="en-US" sz="2400" dirty="0" spc="-19" kern="0">
                <a:solidFill>
                  <a:srgbClr val="6B6A66"/>
                </a:solidFill>
                <a:latin typeface="Be Vietnam Pro" pitchFamily="34" charset="0"/>
                <a:ea typeface="Be Vietnam Pro" pitchFamily="34" charset="-122"/>
                <a:cs typeface="Be Vietnam Pro" pitchFamily="34" charset="-120"/>
              </a:rPr>
              <a:t> Have</a:t>
            </a:r>
            <a:r>
              <a:rPr lang="en-US" sz="2400" dirty="0" spc="1" kern="0">
                <a:solidFill>
                  <a:srgbClr val="6B6A66"/>
                </a:solidFill>
                <a:latin typeface="Be Vietnam Pro" pitchFamily="34" charset="0"/>
                <a:ea typeface="Be Vietnam Pro" pitchFamily="34" charset="-122"/>
                <a:cs typeface="Be Vietnam Pro" pitchFamily="34" charset="-120"/>
              </a:rPr>
              <a:t> ADHD,</a:t>
            </a:r>
            <a:r>
              <a:rPr lang="en-US" sz="2400" dirty="0" spc="-9" kern="0">
                <a:solidFill>
                  <a:srgbClr val="6B6A66"/>
                </a:solidFill>
                <a:latin typeface="Be Vietnam Pro" pitchFamily="34" charset="0"/>
                <a:ea typeface="Be Vietnam Pro" pitchFamily="34" charset="-122"/>
                <a:cs typeface="Be Vietnam Pro" pitchFamily="34" charset="-120"/>
              </a:rPr>
              <a:t> gstack;</a:t>
            </a:r>
            <a:r>
              <a:rPr lang="en-US" sz="2400" dirty="0" spc="1" kern="0">
                <a:solidFill>
                  <a:srgbClr val="6B6A66"/>
                </a:solidFill>
                <a:latin typeface="Be Vietnam Pro" pitchFamily="34" charset="0"/>
                <a:ea typeface="Be Vietnam Pro" pitchFamily="34" charset="-122"/>
                <a:cs typeface="Be Vietnam Pro" pitchFamily="34" charset="-120"/>
              </a:rPr>
              <a:t> ít</a:t>
            </a:r>
            <a:r>
              <a:rPr lang="en-US" sz="2400" dirty="0" spc="0" kern="0">
                <a:solidFill>
                  <a:srgbClr val="6B6A66"/>
                </a:solidFill>
                <a:latin typeface="Be Vietnam Pro" pitchFamily="34" charset="0"/>
                <a:ea typeface="Be Vietnam Pro" pitchFamily="34" charset="-122"/>
                <a:cs typeface="Be Vietnam Pro" pitchFamily="34" charset="-120"/>
              </a:rPr>
              <a:t> kiểm</a:t>
            </a:r>
            <a:r>
              <a:rPr lang="en-US" sz="2400" dirty="0" spc="-16" kern="0">
                <a:solidFill>
                  <a:srgbClr val="6B6A66"/>
                </a:solidFill>
                <a:latin typeface="Be Vietnam Pro" pitchFamily="34" charset="0"/>
                <a:ea typeface="Be Vietnam Pro" pitchFamily="34" charset="-122"/>
                <a:cs typeface="Be Vietnam Pro" pitchFamily="34" charset="-120"/>
              </a:rPr>
              <a:t> soát</a:t>
            </a:r>
            <a:r>
              <a:rPr lang="en-US" sz="2400" dirty="0" spc="-8" kern="0">
                <a:solidFill>
                  <a:srgbClr val="6B6A66"/>
                </a:solidFill>
                <a:latin typeface="Be Vietnam Pro" pitchFamily="34" charset="0"/>
                <a:ea typeface="Be Vietnam Pro" pitchFamily="34" charset="-122"/>
                <a:cs typeface="Be Vietnam Pro" pitchFamily="34" charset="-120"/>
              </a:rPr>
              <a:t> nhất</a:t>
            </a:r>
            <a:r>
              <a:rPr lang="en-US" sz="2400" dirty="0" spc="-1" kern="0">
                <a:solidFill>
                  <a:srgbClr val="6B6A66"/>
                </a:solidFill>
                <a:latin typeface="Be Vietnam Pro" pitchFamily="34" charset="0"/>
                <a:ea typeface="Be Vietnam Pro" pitchFamily="34" charset="-122"/>
                <a:cs typeface="Be Vietnam Pro" pitchFamily="34" charset="-120"/>
              </a:rPr>
              <a:t> (suy</a:t>
            </a:r>
            <a:r>
              <a:rPr lang="en-US" sz="2400" dirty="0" spc="1" kern="0">
                <a:solidFill>
                  <a:srgbClr val="6B6A66"/>
                </a:solidFill>
                <a:latin typeface="Be Vietnam Pro" pitchFamily="34" charset="0"/>
                <a:ea typeface="Be Vietnam Pro" pitchFamily="34" charset="-122"/>
                <a:cs typeface="Be Vietnam Pro" pitchFamily="34" charset="-120"/>
              </a:rPr>
              <a:t> luận)</a:t>
            </a:r>
            <a:endParaRPr lang="en-US" sz="240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1" kern="0">
                <a:solidFill>
                  <a:srgbClr val="6B6A66"/>
                </a:solidFill>
                <a:latin typeface="Be Vietnam Pro" pitchFamily="34" charset="0"/>
                <a:ea typeface="Be Vietnam Pro" pitchFamily="34" charset="-122"/>
                <a:cs typeface="Be Vietnam Pro" pitchFamily="34" charset="-120"/>
              </a:rPr>
              <a:t> [S2] [S7]</a:t>
            </a:r>
            <a:r>
              <a:rPr lang="en-US" sz="1800" dirty="0" spc="3" kern="0">
                <a:solidFill>
                  <a:srgbClr val="6B6A66"/>
                </a:solidFill>
                <a:latin typeface="Be Vietnam Pro" pitchFamily="34" charset="0"/>
                <a:ea typeface="Be Vietnam Pro" pitchFamily="34" charset="-122"/>
                <a:cs typeface="Be Vietnam Pro" pitchFamily="34" charset="-120"/>
              </a:rPr>
              <a:t> [S8] [S10] [S14]</a:t>
            </a:r>
            <a:r>
              <a:rPr lang="en-US" sz="1800" dirty="0" spc="-1" kern="0">
                <a:solidFill>
                  <a:srgbClr val="6B6A66"/>
                </a:solidFill>
                <a:latin typeface="Be Vietnam Pro" pitchFamily="34" charset="0"/>
                <a:ea typeface="Be Vietnam Pro" pitchFamily="34" charset="-122"/>
                <a:cs typeface="Be Vietnam Pro" pitchFamily="34" charset="-120"/>
              </a:rPr>
              <a:t> [S30]</a:t>
            </a:r>
            <a:endParaRPr lang="en-US" sz="1800" dirty="0"/>
          </a:p>
        </p:txBody>
      </p:sp>
      <p:sp>
        <p:nvSpPr>
          <p:cNvPr id="24" name="Shape 22"/>
          <p:cNvSpPr/>
          <p:nvPr/>
        </p:nvSpPr>
        <p:spPr>
          <a:xfrm>
            <a:off x="958561" y="9578686"/>
            <a:ext cx="83127" cy="83127"/>
          </a:xfrm>
          <a:prstGeom prst="ellipse">
            <a:avLst/>
          </a:prstGeom>
          <a:solidFill>
            <a:srgbClr val="14161C">
              <a:alpha val="28000"/>
            </a:srgbClr>
          </a:solidFill>
          <a:ln/>
        </p:spPr>
      </p:sp>
      <p:sp>
        <p:nvSpPr>
          <p:cNvPr id="25" name="Shape 23"/>
          <p:cNvSpPr/>
          <p:nvPr/>
        </p:nvSpPr>
        <p:spPr>
          <a:xfrm>
            <a:off x="1124815" y="9578686"/>
            <a:ext cx="83127" cy="83127"/>
          </a:xfrm>
          <a:prstGeom prst="ellipse">
            <a:avLst/>
          </a:prstGeom>
          <a:solidFill>
            <a:srgbClr val="14161C">
              <a:alpha val="28000"/>
            </a:srgbClr>
          </a:solidFill>
          <a:ln/>
        </p:spPr>
      </p:sp>
      <p:sp>
        <p:nvSpPr>
          <p:cNvPr id="26" name="Shape 24"/>
          <p:cNvSpPr/>
          <p:nvPr/>
        </p:nvSpPr>
        <p:spPr>
          <a:xfrm>
            <a:off x="1291070" y="9578686"/>
            <a:ext cx="83127" cy="83127"/>
          </a:xfrm>
          <a:prstGeom prst="ellipse">
            <a:avLst/>
          </a:prstGeom>
          <a:solidFill>
            <a:srgbClr val="14161C">
              <a:alpha val="28000"/>
            </a:srgbClr>
          </a:solidFill>
          <a:ln/>
        </p:spPr>
      </p:sp>
      <p:sp>
        <p:nvSpPr>
          <p:cNvPr id="27" name="Shape 25"/>
          <p:cNvSpPr/>
          <p:nvPr/>
        </p:nvSpPr>
        <p:spPr>
          <a:xfrm>
            <a:off x="1457324" y="9578686"/>
            <a:ext cx="83127" cy="83127"/>
          </a:xfrm>
          <a:prstGeom prst="ellipse">
            <a:avLst/>
          </a:prstGeom>
          <a:solidFill>
            <a:srgbClr val="14161C">
              <a:alpha val="28000"/>
            </a:srgbClr>
          </a:solidFill>
          <a:ln/>
        </p:spPr>
      </p:sp>
      <p:sp>
        <p:nvSpPr>
          <p:cNvPr id="28" name="Shape 26"/>
          <p:cNvSpPr/>
          <p:nvPr/>
        </p:nvSpPr>
        <p:spPr>
          <a:xfrm>
            <a:off x="1623578" y="9578686"/>
            <a:ext cx="83127" cy="83127"/>
          </a:xfrm>
          <a:prstGeom prst="ellipse">
            <a:avLst/>
          </a:prstGeom>
          <a:solidFill>
            <a:srgbClr val="14161C">
              <a:alpha val="28000"/>
            </a:srgbClr>
          </a:solidFill>
          <a:ln/>
        </p:spPr>
      </p:sp>
      <p:sp>
        <p:nvSpPr>
          <p:cNvPr id="29" name="Shape 27"/>
          <p:cNvSpPr/>
          <p:nvPr/>
        </p:nvSpPr>
        <p:spPr>
          <a:xfrm>
            <a:off x="1789832" y="9578686"/>
            <a:ext cx="83127" cy="83127"/>
          </a:xfrm>
          <a:prstGeom prst="ellipse">
            <a:avLst/>
          </a:prstGeom>
          <a:solidFill>
            <a:srgbClr val="14161C">
              <a:alpha val="28000"/>
            </a:srgbClr>
          </a:solidFill>
          <a:ln/>
        </p:spPr>
      </p:sp>
      <p:sp>
        <p:nvSpPr>
          <p:cNvPr id="30" name="Shape 28"/>
          <p:cNvSpPr/>
          <p:nvPr/>
        </p:nvSpPr>
        <p:spPr>
          <a:xfrm>
            <a:off x="1956086" y="9578686"/>
            <a:ext cx="83127" cy="83127"/>
          </a:xfrm>
          <a:prstGeom prst="ellipse">
            <a:avLst/>
          </a:prstGeom>
          <a:solidFill>
            <a:srgbClr val="14161C">
              <a:alpha val="28000"/>
            </a:srgbClr>
          </a:solidFill>
          <a:ln/>
        </p:spPr>
      </p:sp>
      <p:sp>
        <p:nvSpPr>
          <p:cNvPr id="31" name="Shape 29"/>
          <p:cNvSpPr/>
          <p:nvPr/>
        </p:nvSpPr>
        <p:spPr>
          <a:xfrm>
            <a:off x="2122340" y="9578686"/>
            <a:ext cx="83127" cy="83127"/>
          </a:xfrm>
          <a:prstGeom prst="ellipse">
            <a:avLst/>
          </a:prstGeom>
          <a:solidFill>
            <a:srgbClr val="14161C">
              <a:alpha val="28000"/>
            </a:srgbClr>
          </a:solidFill>
          <a:ln/>
        </p:spPr>
      </p:sp>
      <p:sp>
        <p:nvSpPr>
          <p:cNvPr id="32" name="Shape 30"/>
          <p:cNvSpPr/>
          <p:nvPr/>
        </p:nvSpPr>
        <p:spPr>
          <a:xfrm>
            <a:off x="2288594" y="9578686"/>
            <a:ext cx="83127" cy="83127"/>
          </a:xfrm>
          <a:prstGeom prst="ellipse">
            <a:avLst/>
          </a:prstGeom>
          <a:solidFill>
            <a:srgbClr val="14161C">
              <a:alpha val="28000"/>
            </a:srgbClr>
          </a:solidFill>
          <a:ln/>
        </p:spPr>
      </p:sp>
      <p:sp>
        <p:nvSpPr>
          <p:cNvPr id="33" name="Shape 31"/>
          <p:cNvSpPr/>
          <p:nvPr/>
        </p:nvSpPr>
        <p:spPr>
          <a:xfrm>
            <a:off x="2454848" y="9578686"/>
            <a:ext cx="83127" cy="83127"/>
          </a:xfrm>
          <a:prstGeom prst="ellipse">
            <a:avLst/>
          </a:prstGeom>
          <a:solidFill>
            <a:srgbClr val="14161C">
              <a:alpha val="28000"/>
            </a:srgbClr>
          </a:solidFill>
          <a:ln/>
        </p:spPr>
      </p:sp>
      <p:sp>
        <p:nvSpPr>
          <p:cNvPr id="34" name="Shape 32"/>
          <p:cNvSpPr/>
          <p:nvPr/>
        </p:nvSpPr>
        <p:spPr>
          <a:xfrm>
            <a:off x="2621102" y="9578686"/>
            <a:ext cx="83127" cy="83127"/>
          </a:xfrm>
          <a:prstGeom prst="ellipse">
            <a:avLst/>
          </a:prstGeom>
          <a:solidFill>
            <a:srgbClr val="14161C">
              <a:alpha val="28000"/>
            </a:srgbClr>
          </a:solidFill>
          <a:ln/>
        </p:spPr>
      </p:sp>
      <p:sp>
        <p:nvSpPr>
          <p:cNvPr id="35" name="Shape 33"/>
          <p:cNvSpPr/>
          <p:nvPr/>
        </p:nvSpPr>
        <p:spPr>
          <a:xfrm>
            <a:off x="2787357" y="9578686"/>
            <a:ext cx="83127" cy="83127"/>
          </a:xfrm>
          <a:prstGeom prst="ellipse">
            <a:avLst/>
          </a:prstGeom>
          <a:solidFill>
            <a:srgbClr val="14161C">
              <a:alpha val="28000"/>
            </a:srgbClr>
          </a:solidFill>
          <a:ln/>
        </p:spPr>
      </p:sp>
      <p:sp>
        <p:nvSpPr>
          <p:cNvPr id="36" name="Shape 34"/>
          <p:cNvSpPr/>
          <p:nvPr/>
        </p:nvSpPr>
        <p:spPr>
          <a:xfrm>
            <a:off x="2953611" y="9578686"/>
            <a:ext cx="83127" cy="83127"/>
          </a:xfrm>
          <a:prstGeom prst="ellipse">
            <a:avLst/>
          </a:prstGeom>
          <a:solidFill>
            <a:srgbClr val="14161C">
              <a:alpha val="28000"/>
            </a:srgbClr>
          </a:solidFill>
          <a:ln/>
        </p:spPr>
      </p:sp>
      <p:sp>
        <p:nvSpPr>
          <p:cNvPr id="37" name="Shape 35"/>
          <p:cNvSpPr/>
          <p:nvPr/>
        </p:nvSpPr>
        <p:spPr>
          <a:xfrm>
            <a:off x="3119865" y="9578686"/>
            <a:ext cx="83127" cy="83127"/>
          </a:xfrm>
          <a:prstGeom prst="ellipse">
            <a:avLst/>
          </a:prstGeom>
          <a:solidFill>
            <a:srgbClr val="14161C">
              <a:alpha val="28000"/>
            </a:srgbClr>
          </a:solidFill>
          <a:ln/>
        </p:spPr>
      </p:sp>
      <p:sp>
        <p:nvSpPr>
          <p:cNvPr id="38" name="Shape 36"/>
          <p:cNvSpPr/>
          <p:nvPr/>
        </p:nvSpPr>
        <p:spPr>
          <a:xfrm>
            <a:off x="3286119" y="9578686"/>
            <a:ext cx="83127" cy="83127"/>
          </a:xfrm>
          <a:prstGeom prst="ellipse">
            <a:avLst/>
          </a:prstGeom>
          <a:solidFill>
            <a:srgbClr val="14161C">
              <a:alpha val="28000"/>
            </a:srgbClr>
          </a:solidFill>
          <a:ln/>
        </p:spPr>
      </p:sp>
      <p:sp>
        <p:nvSpPr>
          <p:cNvPr id="39" name="Shape 37"/>
          <p:cNvSpPr/>
          <p:nvPr/>
        </p:nvSpPr>
        <p:spPr>
          <a:xfrm>
            <a:off x="3452373" y="9578686"/>
            <a:ext cx="83127" cy="83127"/>
          </a:xfrm>
          <a:prstGeom prst="ellipse">
            <a:avLst/>
          </a:prstGeom>
          <a:solidFill>
            <a:srgbClr val="14161C">
              <a:alpha val="28000"/>
            </a:srgbClr>
          </a:solidFill>
          <a:ln/>
        </p:spPr>
      </p:sp>
      <p:sp>
        <p:nvSpPr>
          <p:cNvPr id="40" name="Shape 38"/>
          <p:cNvSpPr/>
          <p:nvPr/>
        </p:nvSpPr>
        <p:spPr>
          <a:xfrm>
            <a:off x="3618627" y="9578686"/>
            <a:ext cx="83127" cy="83127"/>
          </a:xfrm>
          <a:prstGeom prst="ellipse">
            <a:avLst/>
          </a:prstGeom>
          <a:solidFill>
            <a:srgbClr val="14161C">
              <a:alpha val="28000"/>
            </a:srgbClr>
          </a:solidFill>
          <a:ln/>
        </p:spPr>
      </p:sp>
      <p:sp>
        <p:nvSpPr>
          <p:cNvPr id="41" name="Shape 39"/>
          <p:cNvSpPr/>
          <p:nvPr/>
        </p:nvSpPr>
        <p:spPr>
          <a:xfrm>
            <a:off x="3784881" y="9578686"/>
            <a:ext cx="83127" cy="83127"/>
          </a:xfrm>
          <a:prstGeom prst="ellipse">
            <a:avLst/>
          </a:prstGeom>
          <a:solidFill>
            <a:srgbClr val="14161C">
              <a:alpha val="28000"/>
            </a:srgbClr>
          </a:solidFill>
          <a:ln/>
        </p:spPr>
      </p:sp>
      <p:sp>
        <p:nvSpPr>
          <p:cNvPr id="42" name="Shape 40"/>
          <p:cNvSpPr/>
          <p:nvPr/>
        </p:nvSpPr>
        <p:spPr>
          <a:xfrm>
            <a:off x="3951135" y="9578686"/>
            <a:ext cx="83127" cy="83127"/>
          </a:xfrm>
          <a:prstGeom prst="ellipse">
            <a:avLst/>
          </a:prstGeom>
          <a:solidFill>
            <a:srgbClr val="14161C">
              <a:alpha val="28000"/>
            </a:srgbClr>
          </a:solidFill>
          <a:ln/>
        </p:spPr>
      </p:sp>
      <p:sp>
        <p:nvSpPr>
          <p:cNvPr id="43" name="Shape 41"/>
          <p:cNvSpPr/>
          <p:nvPr/>
        </p:nvSpPr>
        <p:spPr>
          <a:xfrm>
            <a:off x="4117389" y="9578686"/>
            <a:ext cx="83127" cy="83127"/>
          </a:xfrm>
          <a:prstGeom prst="ellipse">
            <a:avLst/>
          </a:prstGeom>
          <a:solidFill>
            <a:srgbClr val="14161C">
              <a:alpha val="28000"/>
            </a:srgbClr>
          </a:solidFill>
          <a:ln/>
        </p:spPr>
      </p:sp>
      <p:sp>
        <p:nvSpPr>
          <p:cNvPr id="44" name="Shape 42"/>
          <p:cNvSpPr/>
          <p:nvPr/>
        </p:nvSpPr>
        <p:spPr>
          <a:xfrm>
            <a:off x="4283644" y="9578686"/>
            <a:ext cx="83127" cy="83127"/>
          </a:xfrm>
          <a:prstGeom prst="ellipse">
            <a:avLst/>
          </a:prstGeom>
          <a:solidFill>
            <a:srgbClr val="14161C">
              <a:alpha val="28000"/>
            </a:srgbClr>
          </a:solidFill>
          <a:ln/>
        </p:spPr>
      </p:sp>
      <p:sp>
        <p:nvSpPr>
          <p:cNvPr id="45" name="Shape 43"/>
          <p:cNvSpPr/>
          <p:nvPr/>
        </p:nvSpPr>
        <p:spPr>
          <a:xfrm>
            <a:off x="4449898" y="9578686"/>
            <a:ext cx="83127" cy="83127"/>
          </a:xfrm>
          <a:prstGeom prst="ellipse">
            <a:avLst/>
          </a:prstGeom>
          <a:solidFill>
            <a:srgbClr val="14161C">
              <a:alpha val="28000"/>
            </a:srgbClr>
          </a:solidFill>
          <a:ln/>
        </p:spPr>
      </p:sp>
      <p:sp>
        <p:nvSpPr>
          <p:cNvPr id="46" name="Shape 44"/>
          <p:cNvSpPr/>
          <p:nvPr/>
        </p:nvSpPr>
        <p:spPr>
          <a:xfrm>
            <a:off x="4616152" y="9578686"/>
            <a:ext cx="83127" cy="83127"/>
          </a:xfrm>
          <a:prstGeom prst="ellipse">
            <a:avLst/>
          </a:prstGeom>
          <a:solidFill>
            <a:srgbClr val="14161C">
              <a:alpha val="28000"/>
            </a:srgbClr>
          </a:solidFill>
          <a:ln/>
        </p:spPr>
      </p:sp>
      <p:sp>
        <p:nvSpPr>
          <p:cNvPr id="47" name="Shape 45"/>
          <p:cNvSpPr/>
          <p:nvPr/>
        </p:nvSpPr>
        <p:spPr>
          <a:xfrm>
            <a:off x="4782406" y="9578686"/>
            <a:ext cx="83127" cy="83127"/>
          </a:xfrm>
          <a:prstGeom prst="ellipse">
            <a:avLst/>
          </a:prstGeom>
          <a:solidFill>
            <a:srgbClr val="14161C">
              <a:alpha val="28000"/>
            </a:srgbClr>
          </a:solidFill>
          <a:ln/>
        </p:spPr>
      </p:sp>
      <p:sp>
        <p:nvSpPr>
          <p:cNvPr id="48" name="Shape 46"/>
          <p:cNvSpPr/>
          <p:nvPr/>
        </p:nvSpPr>
        <p:spPr>
          <a:xfrm>
            <a:off x="4948660" y="9578686"/>
            <a:ext cx="83127" cy="83127"/>
          </a:xfrm>
          <a:prstGeom prst="ellipse">
            <a:avLst/>
          </a:prstGeom>
          <a:solidFill>
            <a:srgbClr val="14161C">
              <a:alpha val="28000"/>
            </a:srgbClr>
          </a:solidFill>
          <a:ln/>
        </p:spPr>
      </p:sp>
      <p:sp>
        <p:nvSpPr>
          <p:cNvPr id="49" name="Shape 47"/>
          <p:cNvSpPr/>
          <p:nvPr/>
        </p:nvSpPr>
        <p:spPr>
          <a:xfrm>
            <a:off x="5114914" y="9578686"/>
            <a:ext cx="83127" cy="83127"/>
          </a:xfrm>
          <a:prstGeom prst="ellipse">
            <a:avLst/>
          </a:prstGeom>
          <a:solidFill>
            <a:srgbClr val="14161C">
              <a:alpha val="28000"/>
            </a:srgbClr>
          </a:solidFill>
          <a:ln/>
        </p:spPr>
      </p:sp>
      <p:sp>
        <p:nvSpPr>
          <p:cNvPr id="50" name="Shape 48"/>
          <p:cNvSpPr/>
          <p:nvPr/>
        </p:nvSpPr>
        <p:spPr>
          <a:xfrm>
            <a:off x="5281168" y="9578686"/>
            <a:ext cx="83127" cy="83127"/>
          </a:xfrm>
          <a:prstGeom prst="ellipse">
            <a:avLst/>
          </a:prstGeom>
          <a:solidFill>
            <a:srgbClr val="14161C">
              <a:alpha val="28000"/>
            </a:srgbClr>
          </a:solidFill>
          <a:ln/>
        </p:spPr>
      </p:sp>
      <p:sp>
        <p:nvSpPr>
          <p:cNvPr id="51" name="Shape 49"/>
          <p:cNvSpPr/>
          <p:nvPr/>
        </p:nvSpPr>
        <p:spPr>
          <a:xfrm>
            <a:off x="5447422" y="9578686"/>
            <a:ext cx="83127" cy="83127"/>
          </a:xfrm>
          <a:prstGeom prst="ellipse">
            <a:avLst/>
          </a:prstGeom>
          <a:solidFill>
            <a:srgbClr val="14161C">
              <a:alpha val="28000"/>
            </a:srgbClr>
          </a:solidFill>
          <a:ln/>
        </p:spPr>
      </p:sp>
      <p:sp>
        <p:nvSpPr>
          <p:cNvPr id="52" name="Shape 50"/>
          <p:cNvSpPr/>
          <p:nvPr/>
        </p:nvSpPr>
        <p:spPr>
          <a:xfrm>
            <a:off x="5613676" y="9578686"/>
            <a:ext cx="83127" cy="83127"/>
          </a:xfrm>
          <a:prstGeom prst="ellipse">
            <a:avLst/>
          </a:prstGeom>
          <a:solidFill>
            <a:srgbClr val="14161C">
              <a:alpha val="28000"/>
            </a:srgbClr>
          </a:solidFill>
          <a:ln/>
        </p:spPr>
      </p:sp>
      <p:sp>
        <p:nvSpPr>
          <p:cNvPr id="53" name="Shape 51"/>
          <p:cNvSpPr/>
          <p:nvPr/>
        </p:nvSpPr>
        <p:spPr>
          <a:xfrm>
            <a:off x="5779931" y="9578686"/>
            <a:ext cx="83127" cy="83127"/>
          </a:xfrm>
          <a:prstGeom prst="ellipse">
            <a:avLst/>
          </a:prstGeom>
          <a:solidFill>
            <a:srgbClr val="14161C">
              <a:alpha val="28000"/>
            </a:srgbClr>
          </a:solidFill>
          <a:ln/>
        </p:spPr>
      </p:sp>
      <p:sp>
        <p:nvSpPr>
          <p:cNvPr id="54" name="Shape 52"/>
          <p:cNvSpPr/>
          <p:nvPr/>
        </p:nvSpPr>
        <p:spPr>
          <a:xfrm>
            <a:off x="5946185" y="9578686"/>
            <a:ext cx="83127" cy="83127"/>
          </a:xfrm>
          <a:prstGeom prst="ellipse">
            <a:avLst/>
          </a:prstGeom>
          <a:solidFill>
            <a:srgbClr val="14161C">
              <a:alpha val="28000"/>
            </a:srgbClr>
          </a:solidFill>
          <a:ln/>
        </p:spPr>
      </p:sp>
      <p:sp>
        <p:nvSpPr>
          <p:cNvPr id="55" name="Shape 53"/>
          <p:cNvSpPr/>
          <p:nvPr/>
        </p:nvSpPr>
        <p:spPr>
          <a:xfrm>
            <a:off x="6112439" y="9578686"/>
            <a:ext cx="83127" cy="83127"/>
          </a:xfrm>
          <a:prstGeom prst="ellipse">
            <a:avLst/>
          </a:prstGeom>
          <a:solidFill>
            <a:srgbClr val="14161C">
              <a:alpha val="28000"/>
            </a:srgbClr>
          </a:solidFill>
          <a:ln/>
        </p:spPr>
      </p:sp>
      <p:sp>
        <p:nvSpPr>
          <p:cNvPr id="56" name="Shape 54"/>
          <p:cNvSpPr/>
          <p:nvPr/>
        </p:nvSpPr>
        <p:spPr>
          <a:xfrm>
            <a:off x="6278693" y="9578686"/>
            <a:ext cx="83127" cy="83127"/>
          </a:xfrm>
          <a:prstGeom prst="ellipse">
            <a:avLst/>
          </a:prstGeom>
          <a:solidFill>
            <a:srgbClr val="14161C">
              <a:alpha val="28000"/>
            </a:srgbClr>
          </a:solidFill>
          <a:ln/>
        </p:spPr>
      </p:sp>
      <p:sp>
        <p:nvSpPr>
          <p:cNvPr id="57" name="Shape 55"/>
          <p:cNvSpPr/>
          <p:nvPr/>
        </p:nvSpPr>
        <p:spPr>
          <a:xfrm>
            <a:off x="6444947" y="9578686"/>
            <a:ext cx="83127" cy="83127"/>
          </a:xfrm>
          <a:prstGeom prst="ellipse">
            <a:avLst/>
          </a:prstGeom>
          <a:solidFill>
            <a:srgbClr val="14161C">
              <a:alpha val="28000"/>
            </a:srgbClr>
          </a:solidFill>
          <a:ln/>
        </p:spPr>
      </p:sp>
      <p:sp>
        <p:nvSpPr>
          <p:cNvPr id="58" name="Shape 56"/>
          <p:cNvSpPr/>
          <p:nvPr/>
        </p:nvSpPr>
        <p:spPr>
          <a:xfrm>
            <a:off x="6611201" y="9578686"/>
            <a:ext cx="83127" cy="83127"/>
          </a:xfrm>
          <a:prstGeom prst="ellipse">
            <a:avLst/>
          </a:prstGeom>
          <a:solidFill>
            <a:srgbClr val="14161C">
              <a:alpha val="28000"/>
            </a:srgbClr>
          </a:solidFill>
          <a:ln/>
        </p:spPr>
      </p:sp>
      <p:sp>
        <p:nvSpPr>
          <p:cNvPr id="59" name="Shape 57"/>
          <p:cNvSpPr/>
          <p:nvPr/>
        </p:nvSpPr>
        <p:spPr>
          <a:xfrm>
            <a:off x="6777455" y="9578686"/>
            <a:ext cx="83127" cy="83127"/>
          </a:xfrm>
          <a:prstGeom prst="ellipse">
            <a:avLst/>
          </a:prstGeom>
          <a:solidFill>
            <a:srgbClr val="14161C">
              <a:alpha val="28000"/>
            </a:srgbClr>
          </a:solidFill>
          <a:ln/>
        </p:spPr>
      </p:sp>
      <p:sp>
        <p:nvSpPr>
          <p:cNvPr id="60" name="Shape 58"/>
          <p:cNvSpPr/>
          <p:nvPr/>
        </p:nvSpPr>
        <p:spPr>
          <a:xfrm>
            <a:off x="6943709" y="9578686"/>
            <a:ext cx="83127" cy="83127"/>
          </a:xfrm>
          <a:prstGeom prst="ellipse">
            <a:avLst/>
          </a:prstGeom>
          <a:solidFill>
            <a:srgbClr val="14161C">
              <a:alpha val="28000"/>
            </a:srgbClr>
          </a:solidFill>
          <a:ln/>
        </p:spPr>
      </p:sp>
      <p:sp>
        <p:nvSpPr>
          <p:cNvPr id="61" name="Shape 59"/>
          <p:cNvSpPr/>
          <p:nvPr/>
        </p:nvSpPr>
        <p:spPr>
          <a:xfrm>
            <a:off x="7109963" y="9578686"/>
            <a:ext cx="83127" cy="83127"/>
          </a:xfrm>
          <a:prstGeom prst="ellipse">
            <a:avLst/>
          </a:prstGeom>
          <a:solidFill>
            <a:srgbClr val="14161C">
              <a:alpha val="28000"/>
            </a:srgbClr>
          </a:solidFill>
          <a:ln/>
        </p:spPr>
      </p:sp>
      <p:sp>
        <p:nvSpPr>
          <p:cNvPr id="62" name="Shape 60"/>
          <p:cNvSpPr/>
          <p:nvPr/>
        </p:nvSpPr>
        <p:spPr>
          <a:xfrm>
            <a:off x="7276218" y="9578686"/>
            <a:ext cx="83127" cy="83127"/>
          </a:xfrm>
          <a:prstGeom prst="ellipse">
            <a:avLst/>
          </a:prstGeom>
          <a:solidFill>
            <a:srgbClr val="14161C">
              <a:alpha val="28000"/>
            </a:srgbClr>
          </a:solidFill>
          <a:ln/>
        </p:spPr>
      </p:sp>
      <p:sp>
        <p:nvSpPr>
          <p:cNvPr id="63" name="Shape 61"/>
          <p:cNvSpPr/>
          <p:nvPr/>
        </p:nvSpPr>
        <p:spPr>
          <a:xfrm>
            <a:off x="7442472" y="9578686"/>
            <a:ext cx="83127" cy="83127"/>
          </a:xfrm>
          <a:prstGeom prst="ellipse">
            <a:avLst/>
          </a:prstGeom>
          <a:solidFill>
            <a:srgbClr val="14161C">
              <a:alpha val="28000"/>
            </a:srgbClr>
          </a:solidFill>
          <a:ln/>
        </p:spPr>
      </p:sp>
      <p:sp>
        <p:nvSpPr>
          <p:cNvPr id="64" name="Shape 62"/>
          <p:cNvSpPr/>
          <p:nvPr/>
        </p:nvSpPr>
        <p:spPr>
          <a:xfrm>
            <a:off x="7608726" y="9578686"/>
            <a:ext cx="83127" cy="83127"/>
          </a:xfrm>
          <a:prstGeom prst="ellipse">
            <a:avLst/>
          </a:prstGeom>
          <a:solidFill>
            <a:srgbClr val="14161C">
              <a:alpha val="28000"/>
            </a:srgbClr>
          </a:solidFill>
          <a:ln/>
        </p:spPr>
      </p:sp>
      <p:sp>
        <p:nvSpPr>
          <p:cNvPr id="65" name="Shape 63"/>
          <p:cNvSpPr/>
          <p:nvPr/>
        </p:nvSpPr>
        <p:spPr>
          <a:xfrm>
            <a:off x="7774980" y="9578686"/>
            <a:ext cx="83127" cy="83127"/>
          </a:xfrm>
          <a:prstGeom prst="ellipse">
            <a:avLst/>
          </a:prstGeom>
          <a:solidFill>
            <a:srgbClr val="14161C">
              <a:alpha val="28000"/>
            </a:srgbClr>
          </a:solidFill>
          <a:ln/>
        </p:spPr>
      </p:sp>
      <p:sp>
        <p:nvSpPr>
          <p:cNvPr id="66" name="Shape 64"/>
          <p:cNvSpPr/>
          <p:nvPr/>
        </p:nvSpPr>
        <p:spPr>
          <a:xfrm>
            <a:off x="7941234" y="9578686"/>
            <a:ext cx="83127" cy="83127"/>
          </a:xfrm>
          <a:prstGeom prst="ellipse">
            <a:avLst/>
          </a:prstGeom>
          <a:solidFill>
            <a:srgbClr val="14161C">
              <a:alpha val="28000"/>
            </a:srgbClr>
          </a:solidFill>
          <a:ln/>
        </p:spPr>
      </p:sp>
      <p:sp>
        <p:nvSpPr>
          <p:cNvPr id="67" name="Shape 65"/>
          <p:cNvSpPr/>
          <p:nvPr/>
        </p:nvSpPr>
        <p:spPr>
          <a:xfrm>
            <a:off x="8107488" y="9578686"/>
            <a:ext cx="83127" cy="83127"/>
          </a:xfrm>
          <a:prstGeom prst="ellipse">
            <a:avLst/>
          </a:prstGeom>
          <a:solidFill>
            <a:srgbClr val="14161C">
              <a:alpha val="28000"/>
            </a:srgbClr>
          </a:solidFill>
          <a:ln/>
        </p:spPr>
      </p:sp>
      <p:sp>
        <p:nvSpPr>
          <p:cNvPr id="68" name="Shape 66"/>
          <p:cNvSpPr/>
          <p:nvPr/>
        </p:nvSpPr>
        <p:spPr>
          <a:xfrm>
            <a:off x="8273742" y="9578686"/>
            <a:ext cx="83127" cy="83127"/>
          </a:xfrm>
          <a:prstGeom prst="ellipse">
            <a:avLst/>
          </a:prstGeom>
          <a:solidFill>
            <a:srgbClr val="14161C">
              <a:alpha val="28000"/>
            </a:srgbClr>
          </a:solidFill>
          <a:ln/>
        </p:spPr>
      </p:sp>
      <p:sp>
        <p:nvSpPr>
          <p:cNvPr id="69" name="Shape 67"/>
          <p:cNvSpPr/>
          <p:nvPr/>
        </p:nvSpPr>
        <p:spPr>
          <a:xfrm>
            <a:off x="8426142" y="9564832"/>
            <a:ext cx="110836" cy="110836"/>
          </a:xfrm>
          <a:prstGeom prst="ellipse">
            <a:avLst/>
          </a:prstGeom>
          <a:solidFill>
            <a:srgbClr val="E8472B"/>
          </a:solidFill>
          <a:ln/>
        </p:spPr>
      </p:sp>
      <p:sp>
        <p:nvSpPr>
          <p:cNvPr id="70" name="Shape 68"/>
          <p:cNvSpPr/>
          <p:nvPr/>
        </p:nvSpPr>
        <p:spPr>
          <a:xfrm>
            <a:off x="8606251" y="9578686"/>
            <a:ext cx="83127" cy="83127"/>
          </a:xfrm>
          <a:prstGeom prst="ellipse">
            <a:avLst/>
          </a:prstGeom>
          <a:solidFill>
            <a:srgbClr val="14161C">
              <a:alpha val="28000"/>
            </a:srgbClr>
          </a:solidFill>
          <a:ln/>
        </p:spPr>
      </p:sp>
      <p:sp>
        <p:nvSpPr>
          <p:cNvPr id="71" name="Shape 69"/>
          <p:cNvSpPr/>
          <p:nvPr/>
        </p:nvSpPr>
        <p:spPr>
          <a:xfrm>
            <a:off x="8772505" y="9578686"/>
            <a:ext cx="83127" cy="83127"/>
          </a:xfrm>
          <a:prstGeom prst="ellipse">
            <a:avLst/>
          </a:prstGeom>
          <a:solidFill>
            <a:srgbClr val="14161C">
              <a:alpha val="28000"/>
            </a:srgbClr>
          </a:solidFill>
          <a:ln/>
        </p:spPr>
      </p:sp>
      <p:sp>
        <p:nvSpPr>
          <p:cNvPr id="72" name="Shape 70"/>
          <p:cNvSpPr/>
          <p:nvPr/>
        </p:nvSpPr>
        <p:spPr>
          <a:xfrm>
            <a:off x="8938759" y="9578686"/>
            <a:ext cx="83127" cy="83127"/>
          </a:xfrm>
          <a:prstGeom prst="ellipse">
            <a:avLst/>
          </a:prstGeom>
          <a:solidFill>
            <a:srgbClr val="14161C">
              <a:alpha val="28000"/>
            </a:srgbClr>
          </a:solidFill>
          <a:ln/>
        </p:spPr>
      </p:sp>
      <p:sp>
        <p:nvSpPr>
          <p:cNvPr id="73" name="Shape 71"/>
          <p:cNvSpPr/>
          <p:nvPr/>
        </p:nvSpPr>
        <p:spPr>
          <a:xfrm>
            <a:off x="9105013" y="9578686"/>
            <a:ext cx="83127" cy="83127"/>
          </a:xfrm>
          <a:prstGeom prst="ellipse">
            <a:avLst/>
          </a:prstGeom>
          <a:solidFill>
            <a:srgbClr val="14161C">
              <a:alpha val="28000"/>
            </a:srgbClr>
          </a:solidFill>
          <a:ln/>
        </p:spPr>
      </p:sp>
      <p:sp>
        <p:nvSpPr>
          <p:cNvPr id="74" name="Shape 72"/>
          <p:cNvSpPr/>
          <p:nvPr/>
        </p:nvSpPr>
        <p:spPr>
          <a:xfrm>
            <a:off x="9271267" y="9578686"/>
            <a:ext cx="83127" cy="83127"/>
          </a:xfrm>
          <a:prstGeom prst="ellipse">
            <a:avLst/>
          </a:prstGeom>
          <a:solidFill>
            <a:srgbClr val="14161C">
              <a:alpha val="28000"/>
            </a:srgbClr>
          </a:solidFill>
          <a:ln/>
        </p:spPr>
      </p:sp>
      <p:sp>
        <p:nvSpPr>
          <p:cNvPr id="75" name="Shape 73"/>
          <p:cNvSpPr/>
          <p:nvPr/>
        </p:nvSpPr>
        <p:spPr>
          <a:xfrm>
            <a:off x="9437521" y="9578686"/>
            <a:ext cx="83127" cy="83127"/>
          </a:xfrm>
          <a:prstGeom prst="ellipse">
            <a:avLst/>
          </a:prstGeom>
          <a:solidFill>
            <a:srgbClr val="14161C">
              <a:alpha val="28000"/>
            </a:srgbClr>
          </a:solidFill>
          <a:ln/>
        </p:spPr>
      </p:sp>
      <p:sp>
        <p:nvSpPr>
          <p:cNvPr id="76" name="Shape 74"/>
          <p:cNvSpPr/>
          <p:nvPr/>
        </p:nvSpPr>
        <p:spPr>
          <a:xfrm>
            <a:off x="9603775" y="9578686"/>
            <a:ext cx="83127" cy="83127"/>
          </a:xfrm>
          <a:prstGeom prst="ellipse">
            <a:avLst/>
          </a:prstGeom>
          <a:solidFill>
            <a:srgbClr val="14161C">
              <a:alpha val="28000"/>
            </a:srgbClr>
          </a:solidFill>
          <a:ln/>
        </p:spPr>
      </p:sp>
      <p:sp>
        <p:nvSpPr>
          <p:cNvPr id="77" name="Shape 75"/>
          <p:cNvSpPr/>
          <p:nvPr/>
        </p:nvSpPr>
        <p:spPr>
          <a:xfrm>
            <a:off x="9770029" y="9578686"/>
            <a:ext cx="83127" cy="83127"/>
          </a:xfrm>
          <a:prstGeom prst="ellipse">
            <a:avLst/>
          </a:prstGeom>
          <a:solidFill>
            <a:srgbClr val="14161C">
              <a:alpha val="28000"/>
            </a:srgbClr>
          </a:solidFill>
          <a:ln/>
        </p:spPr>
      </p:sp>
      <p:sp>
        <p:nvSpPr>
          <p:cNvPr id="78" name="Shape 76"/>
          <p:cNvSpPr/>
          <p:nvPr/>
        </p:nvSpPr>
        <p:spPr>
          <a:xfrm>
            <a:off x="9936283" y="9578686"/>
            <a:ext cx="83127" cy="83127"/>
          </a:xfrm>
          <a:prstGeom prst="ellipse">
            <a:avLst/>
          </a:prstGeom>
          <a:solidFill>
            <a:srgbClr val="14161C">
              <a:alpha val="28000"/>
            </a:srgbClr>
          </a:solidFill>
          <a:ln/>
        </p:spPr>
      </p:sp>
      <p:sp>
        <p:nvSpPr>
          <p:cNvPr id="79" name="Text 77"/>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46/55</a:t>
            </a:r>
            <a:endParaRPr lang="en-US" sz="1800" dirty="0"/>
          </a:p>
        </p:txBody>
      </p:sp>
      <p:sp>
        <p:nvSpPr>
          <p:cNvPr id="80" name="Shape 78"/>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d3cd7466-ac0b-4cc9-84a6-cd59dabafae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33" kern="0">
                <a:solidFill>
                  <a:srgbClr val="F3EEE3"/>
                </a:solidFill>
                <a:latin typeface="Bricolage Grotesque ExtraBold" pitchFamily="34" charset="0"/>
                <a:ea typeface="Bricolage Grotesque ExtraBold" pitchFamily="34" charset="-122"/>
                <a:cs typeface="Bricolage Grotesque ExtraBold" pitchFamily="34" charset="-120"/>
              </a:rPr>
              <a:t>Tám</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README cảnh</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báo</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bản sao</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không</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chính</a:t>
            </a:r>
            <a:r>
              <a:rPr lang="en-US" sz="5700" dirty="0" spc="-46" kern="0">
                <a:solidFill>
                  <a:srgbClr val="F3EEE3"/>
                </a:solidFill>
                <a:latin typeface="Bricolage Grotesque ExtraBold" pitchFamily="34" charset="0"/>
                <a:ea typeface="Bricolage Grotesque ExtraBold" pitchFamily="34" charset="-122"/>
                <a:cs typeface="Bricolage Grotesque ExtraBold" pitchFamily="34" charset="-120"/>
              </a:rPr>
              <a:t> thức</a:t>
            </a:r>
            <a:endParaRPr lang="en-US" sz="5700" dirty="0"/>
          </a:p>
        </p:txBody>
      </p:sp>
      <p:sp>
        <p:nvSpPr>
          <p:cNvPr id="3" name="Text 1"/>
          <p:cNvSpPr/>
          <p:nvPr/>
        </p:nvSpPr>
        <p:spPr>
          <a:xfrm>
            <a:off x="914400" y="2476500"/>
            <a:ext cx="16459200" cy="3429000"/>
          </a:xfrm>
          <a:prstGeom prst="rect">
            <a:avLst/>
          </a:prstGeom>
          <a:noFill/>
          <a:ln/>
        </p:spPr>
        <p:txBody>
          <a:bodyPr wrap="square" lIns="0" tIns="228600" rIns="0" bIns="-228600" rtlCol="0" anchor="ctr"/>
          <a:lstStyle/>
          <a:p>
            <a:pPr algn="l" indent="0" marL="0">
              <a:lnSpc>
                <a:spcPts val="22500"/>
              </a:lnSpc>
              <a:buNone/>
            </a:pPr>
            <a:r>
              <a:rPr lang="en-US" sz="22500" dirty="0" spc="5" kern="0">
                <a:solidFill>
                  <a:srgbClr val="FFB454"/>
                </a:solidFill>
                <a:latin typeface="Bricolage Grotesque ExtraBold" pitchFamily="34" charset="0"/>
                <a:ea typeface="Bricolage Grotesque ExtraBold" pitchFamily="34" charset="-122"/>
                <a:cs typeface="Bricolage Grotesque ExtraBold" pitchFamily="34" charset="-120"/>
              </a:rPr>
              <a:t>8</a:t>
            </a:r>
            <a:endParaRPr lang="en-US" sz="22500" dirty="0"/>
          </a:p>
        </p:txBody>
      </p:sp>
      <p:sp>
        <p:nvSpPr>
          <p:cNvPr id="4" name="Text 2"/>
          <p:cNvSpPr/>
          <p:nvPr/>
        </p:nvSpPr>
        <p:spPr>
          <a:xfrm>
            <a:off x="914400" y="6096000"/>
            <a:ext cx="16459200" cy="790575"/>
          </a:xfrm>
          <a:prstGeom prst="rect">
            <a:avLst/>
          </a:prstGeom>
          <a:noFill/>
          <a:ln/>
        </p:spPr>
        <p:txBody>
          <a:bodyPr wrap="square" lIns="0" tIns="18392" rIns="0" bIns="-18392" rtlCol="0" anchor="t"/>
          <a:lstStyle/>
          <a:p>
            <a:pPr algn="l" indent="0" marL="0">
              <a:lnSpc>
                <a:spcPts val="3795"/>
              </a:lnSpc>
              <a:buNone/>
            </a:pPr>
            <a:r>
              <a:rPr lang="en-US" sz="3300" dirty="0" spc="-4" kern="0">
                <a:solidFill>
                  <a:srgbClr val="F3EEE3"/>
                </a:solidFill>
                <a:latin typeface="Be Vietnam Pro SemiBold" pitchFamily="34" charset="0"/>
                <a:ea typeface="Be Vietnam Pro SemiBold" pitchFamily="34" charset="-122"/>
                <a:cs typeface="Be Vietnam Pro SemiBold" pitchFamily="34" charset="-120"/>
              </a:rPr>
              <a:t>ECC,</a:t>
            </a:r>
            <a:r>
              <a:rPr lang="en-US" sz="3300" dirty="0" spc="-16" kern="0">
                <a:solidFill>
                  <a:srgbClr val="F3EEE3"/>
                </a:solidFill>
                <a:latin typeface="Be Vietnam Pro SemiBold" pitchFamily="34" charset="0"/>
                <a:ea typeface="Be Vietnam Pro SemiBold" pitchFamily="34" charset="-122"/>
                <a:cs typeface="Be Vietnam Pro SemiBold" pitchFamily="34" charset="-120"/>
              </a:rPr>
              <a:t> Ponytail,</a:t>
            </a:r>
            <a:r>
              <a:rPr lang="en-US" sz="3300" dirty="0" spc="1" kern="0">
                <a:solidFill>
                  <a:srgbClr val="F3EEE3"/>
                </a:solidFill>
                <a:latin typeface="Be Vietnam Pro SemiBold" pitchFamily="34" charset="0"/>
                <a:ea typeface="Be Vietnam Pro SemiBold" pitchFamily="34" charset="-122"/>
                <a:cs typeface="Be Vietnam Pro SemiBold" pitchFamily="34" charset="-120"/>
              </a:rPr>
              <a:t> REA,</a:t>
            </a:r>
            <a:r>
              <a:rPr lang="en-US" sz="3300" dirty="0" spc="-11" kern="0">
                <a:solidFill>
                  <a:srgbClr val="F3EEE3"/>
                </a:solidFill>
                <a:latin typeface="Be Vietnam Pro SemiBold" pitchFamily="34" charset="0"/>
                <a:ea typeface="Be Vietnam Pro SemiBold" pitchFamily="34" charset="-122"/>
                <a:cs typeface="Be Vietnam Pro SemiBold" pitchFamily="34" charset="-120"/>
              </a:rPr>
              <a:t> Graphify</a:t>
            </a:r>
            <a:endParaRPr lang="en-US" sz="3300" dirty="0"/>
          </a:p>
        </p:txBody>
      </p:sp>
      <p:sp>
        <p:nvSpPr>
          <p:cNvPr id="5" name="Text 3"/>
          <p:cNvSpPr/>
          <p:nvPr/>
        </p:nvSpPr>
        <p:spPr>
          <a:xfrm>
            <a:off x="914400" y="6981825"/>
            <a:ext cx="16459200" cy="790575"/>
          </a:xfrm>
          <a:prstGeom prst="rect">
            <a:avLst/>
          </a:prstGeom>
          <a:noFill/>
          <a:ln/>
        </p:spPr>
        <p:txBody>
          <a:bodyPr wrap="square" lIns="0" tIns="18392" rIns="0" bIns="-18392" rtlCol="0" anchor="t"/>
          <a:lstStyle/>
          <a:p>
            <a:pPr algn="l" indent="0" marL="0">
              <a:lnSpc>
                <a:spcPts val="3795"/>
              </a:lnSpc>
              <a:buNone/>
            </a:pPr>
            <a:r>
              <a:rPr lang="en-US" sz="3300" dirty="0" spc="-31" kern="0">
                <a:solidFill>
                  <a:srgbClr val="F3EEE3"/>
                </a:solidFill>
                <a:latin typeface="Be Vietnam Pro SemiBold" pitchFamily="34" charset="0"/>
                <a:ea typeface="Be Vietnam Pro SemiBold" pitchFamily="34" charset="-122"/>
                <a:cs typeface="Be Vietnam Pro SemiBold" pitchFamily="34" charset="-120"/>
              </a:rPr>
              <a:t>Agent</a:t>
            </a:r>
            <a:r>
              <a:rPr lang="en-US" sz="3300" dirty="0" spc="-24" kern="0">
                <a:solidFill>
                  <a:srgbClr val="F3EEE3"/>
                </a:solidFill>
                <a:latin typeface="Be Vietnam Pro SemiBold" pitchFamily="34" charset="0"/>
                <a:ea typeface="Be Vietnam Pro SemiBold" pitchFamily="34" charset="-122"/>
                <a:cs typeface="Be Vietnam Pro SemiBold" pitchFamily="34" charset="-120"/>
              </a:rPr>
              <a:t> Reach,</a:t>
            </a:r>
            <a:r>
              <a:rPr lang="en-US" sz="3300" dirty="0" spc="-10" kern="0">
                <a:solidFill>
                  <a:srgbClr val="F3EEE3"/>
                </a:solidFill>
                <a:latin typeface="Be Vietnam Pro SemiBold" pitchFamily="34" charset="0"/>
                <a:ea typeface="Be Vietnam Pro SemiBold" pitchFamily="34" charset="-122"/>
                <a:cs typeface="Be Vietnam Pro SemiBold" pitchFamily="34" charset="-120"/>
              </a:rPr>
              <a:t> Archify,</a:t>
            </a:r>
            <a:r>
              <a:rPr lang="en-US" sz="3300" dirty="0" spc="-19" kern="0">
                <a:solidFill>
                  <a:srgbClr val="F3EEE3"/>
                </a:solidFill>
                <a:latin typeface="Be Vietnam Pro SemiBold" pitchFamily="34" charset="0"/>
                <a:ea typeface="Be Vietnam Pro SemiBold" pitchFamily="34" charset="-122"/>
                <a:cs typeface="Be Vietnam Pro SemiBold" pitchFamily="34" charset="-120"/>
              </a:rPr>
              <a:t> PPT</a:t>
            </a:r>
            <a:r>
              <a:rPr lang="en-US" sz="3300" dirty="0" spc="-13" kern="0">
                <a:solidFill>
                  <a:srgbClr val="F3EEE3"/>
                </a:solidFill>
                <a:latin typeface="Be Vietnam Pro SemiBold" pitchFamily="34" charset="0"/>
                <a:ea typeface="Be Vietnam Pro SemiBold" pitchFamily="34" charset="-122"/>
                <a:cs typeface="Be Vietnam Pro SemiBold" pitchFamily="34" charset="-120"/>
              </a:rPr>
              <a:t> Master,</a:t>
            </a:r>
            <a:r>
              <a:rPr lang="en-US" sz="3300" dirty="0" spc="-9" kern="0">
                <a:solidFill>
                  <a:srgbClr val="F3EEE3"/>
                </a:solidFill>
                <a:latin typeface="Be Vietnam Pro SemiBold" pitchFamily="34" charset="0"/>
                <a:ea typeface="Be Vietnam Pro SemiBold" pitchFamily="34" charset="-122"/>
                <a:cs typeface="Be Vietnam Pro SemiBold" pitchFamily="34" charset="-120"/>
              </a:rPr>
              <a:t> Diagram</a:t>
            </a:r>
            <a:r>
              <a:rPr lang="en-US" sz="3300" dirty="0" spc="0" kern="0">
                <a:solidFill>
                  <a:srgbClr val="F3EEE3"/>
                </a:solidFill>
                <a:latin typeface="Be Vietnam Pro SemiBold" pitchFamily="34" charset="0"/>
                <a:ea typeface="Be Vietnam Pro SemiBold" pitchFamily="34" charset="-122"/>
                <a:cs typeface="Be Vietnam Pro SemiBold" pitchFamily="34" charset="-120"/>
              </a:rPr>
              <a:t> Design</a:t>
            </a:r>
            <a:endParaRPr lang="en-US" sz="3300" dirty="0"/>
          </a:p>
        </p:txBody>
      </p:sp>
      <p:sp>
        <p:nvSpPr>
          <p:cNvPr id="6" name="Text 4"/>
          <p:cNvSpPr/>
          <p:nvPr/>
        </p:nvSpPr>
        <p:spPr>
          <a:xfrm>
            <a:off x="914400" y="7877175"/>
            <a:ext cx="16459200" cy="790575"/>
          </a:xfrm>
          <a:prstGeom prst="rect">
            <a:avLst/>
          </a:prstGeom>
          <a:noFill/>
          <a:ln/>
        </p:spPr>
        <p:txBody>
          <a:bodyPr wrap="square" lIns="0" tIns="18392" rIns="0" bIns="-18392" rtlCol="0" anchor="t"/>
          <a:lstStyle/>
          <a:p>
            <a:pPr algn="l" indent="0" marL="0">
              <a:lnSpc>
                <a:spcPts val="3795"/>
              </a:lnSpc>
              <a:buNone/>
            </a:pPr>
            <a:r>
              <a:rPr lang="en-US" sz="3300" dirty="0" spc="-2" kern="0">
                <a:solidFill>
                  <a:srgbClr val="F3EEE3"/>
                </a:solidFill>
                <a:latin typeface="Be Vietnam Pro SemiBold" pitchFamily="34" charset="0"/>
                <a:ea typeface="Be Vietnam Pro SemiBold" pitchFamily="34" charset="-122"/>
                <a:cs typeface="Be Vietnam Pro SemiBold" pitchFamily="34" charset="-120"/>
              </a:rPr>
              <a:t>Việc</a:t>
            </a:r>
            <a:r>
              <a:rPr lang="en-US" sz="3300" dirty="0" spc="13" kern="0">
                <a:solidFill>
                  <a:srgbClr val="F3EEE3"/>
                </a:solidFill>
                <a:latin typeface="Be Vietnam Pro SemiBold" pitchFamily="34" charset="0"/>
                <a:ea typeface="Be Vietnam Pro SemiBold" pitchFamily="34" charset="-122"/>
                <a:cs typeface="Be Vietnam Pro SemiBold" pitchFamily="34" charset="-120"/>
              </a:rPr>
              <a:t> đầu</a:t>
            </a:r>
            <a:r>
              <a:rPr lang="en-US" sz="3300" dirty="0" spc="-2" kern="0">
                <a:solidFill>
                  <a:srgbClr val="F3EEE3"/>
                </a:solidFill>
                <a:latin typeface="Be Vietnam Pro SemiBold" pitchFamily="34" charset="0"/>
                <a:ea typeface="Be Vietnam Pro SemiBold" pitchFamily="34" charset="-122"/>
                <a:cs typeface="Be Vietnam Pro SemiBold" pitchFamily="34" charset="-120"/>
              </a:rPr>
              <a:t> tiên:</a:t>
            </a:r>
            <a:r>
              <a:rPr lang="en-US" sz="3300" dirty="0" spc="-1" kern="0">
                <a:solidFill>
                  <a:srgbClr val="F3EEE3"/>
                </a:solidFill>
                <a:latin typeface="Be Vietnam Pro SemiBold" pitchFamily="34" charset="0"/>
                <a:ea typeface="Be Vietnam Pro SemiBold" pitchFamily="34" charset="-122"/>
                <a:cs typeface="Be Vietnam Pro SemiBold" pitchFamily="34" charset="-120"/>
              </a:rPr>
              <a:t> kiểm</a:t>
            </a:r>
            <a:r>
              <a:rPr lang="en-US" sz="3300" dirty="0" spc="-6" kern="0">
                <a:solidFill>
                  <a:srgbClr val="F3EEE3"/>
                </a:solidFill>
                <a:latin typeface="Be Vietnam Pro SemiBold" pitchFamily="34" charset="0"/>
                <a:ea typeface="Be Vietnam Pro SemiBold" pitchFamily="34" charset="-122"/>
                <a:cs typeface="Be Vietnam Pro SemiBold" pitchFamily="34" charset="-120"/>
              </a:rPr>
              <a:t> đúng</a:t>
            </a:r>
            <a:r>
              <a:rPr lang="en-US" sz="3300" dirty="0" spc="-16" kern="0">
                <a:solidFill>
                  <a:srgbClr val="F3EEE3"/>
                </a:solidFill>
                <a:latin typeface="Be Vietnam Pro SemiBold" pitchFamily="34" charset="0"/>
                <a:ea typeface="Be Vietnam Pro SemiBold" pitchFamily="34" charset="-122"/>
                <a:cs typeface="Be Vietnam Pro SemiBold" pitchFamily="34" charset="-120"/>
              </a:rPr>
              <a:t> owner</a:t>
            </a:r>
            <a:r>
              <a:rPr lang="en-US" sz="3300" dirty="0" spc="-25" kern="0">
                <a:solidFill>
                  <a:srgbClr val="F3EEE3"/>
                </a:solidFill>
                <a:latin typeface="Be Vietnam Pro SemiBold" pitchFamily="34" charset="0"/>
                <a:ea typeface="Be Vietnam Pro SemiBold" pitchFamily="34" charset="-122"/>
                <a:cs typeface="Be Vietnam Pro SemiBold" pitchFamily="34" charset="-120"/>
              </a:rPr>
              <a:t> và</a:t>
            </a:r>
            <a:r>
              <a:rPr lang="en-US" sz="3300" dirty="0" spc="-15" kern="0">
                <a:solidFill>
                  <a:srgbClr val="F3EEE3"/>
                </a:solidFill>
                <a:latin typeface="Be Vietnam Pro SemiBold" pitchFamily="34" charset="0"/>
                <a:ea typeface="Be Vietnam Pro SemiBold" pitchFamily="34" charset="-122"/>
                <a:cs typeface="Be Vietnam Pro SemiBold" pitchFamily="34" charset="-120"/>
              </a:rPr>
              <a:t> tên</a:t>
            </a:r>
            <a:r>
              <a:rPr lang="en-US" sz="3300" dirty="0" spc="-25" kern="0">
                <a:solidFill>
                  <a:srgbClr val="F3EEE3"/>
                </a:solidFill>
                <a:latin typeface="Be Vietnam Pro SemiBold" pitchFamily="34" charset="0"/>
                <a:ea typeface="Be Vietnam Pro SemiBold" pitchFamily="34" charset="-122"/>
                <a:cs typeface="Be Vietnam Pro SemiBold" pitchFamily="34" charset="-120"/>
              </a:rPr>
              <a:t> repo</a:t>
            </a:r>
            <a:r>
              <a:rPr lang="en-US" sz="3300" dirty="0" spc="0" kern="0">
                <a:solidFill>
                  <a:srgbClr val="F3EEE3"/>
                </a:solidFill>
                <a:latin typeface="Be Vietnam Pro SemiBold" pitchFamily="34" charset="0"/>
                <a:ea typeface="Be Vietnam Pro SemiBold" pitchFamily="34" charset="-122"/>
                <a:cs typeface="Be Vietnam Pro SemiBold" pitchFamily="34" charset="-120"/>
              </a:rPr>
              <a:t> (suy</a:t>
            </a:r>
            <a:r>
              <a:rPr lang="en-US" sz="3300" dirty="0" spc="1" kern="0">
                <a:solidFill>
                  <a:srgbClr val="F3EEE3"/>
                </a:solidFill>
                <a:latin typeface="Be Vietnam Pro SemiBold" pitchFamily="34" charset="0"/>
                <a:ea typeface="Be Vietnam Pro SemiBold" pitchFamily="34" charset="-122"/>
                <a:cs typeface="Be Vietnam Pro SemiBold" pitchFamily="34" charset="-120"/>
              </a:rPr>
              <a:t> luận)</a:t>
            </a:r>
            <a:endParaRPr lang="en-US" sz="3300" dirty="0"/>
          </a:p>
        </p:txBody>
      </p:sp>
      <p:sp>
        <p:nvSpPr>
          <p:cNvPr id="7" name="Text 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[S4]</a:t>
            </a:r>
            <a:r>
              <a:rPr lang="en-US" sz="1800" dirty="0" spc="1" kern="0">
                <a:solidFill>
                  <a:srgbClr val="9AA0B5"/>
                </a:solidFill>
                <a:latin typeface="Be Vietnam Pro" pitchFamily="34" charset="0"/>
                <a:ea typeface="Be Vietnam Pro" pitchFamily="34" charset="-122"/>
                <a:cs typeface="Be Vietnam Pro" pitchFamily="34" charset="-120"/>
              </a:rPr>
              <a:t> [S6]</a:t>
            </a:r>
            <a:r>
              <a:rPr lang="en-US" sz="1800" dirty="0" spc="3" kern="0">
                <a:solidFill>
                  <a:srgbClr val="9AA0B5"/>
                </a:solidFill>
                <a:latin typeface="Be Vietnam Pro" pitchFamily="34" charset="0"/>
                <a:ea typeface="Be Vietnam Pro" pitchFamily="34" charset="-122"/>
                <a:cs typeface="Be Vietnam Pro" pitchFamily="34" charset="-120"/>
              </a:rPr>
              <a:t> [S8]</a:t>
            </a:r>
            <a:r>
              <a:rPr lang="en-US" sz="1800" dirty="0" spc="2" kern="0">
                <a:solidFill>
                  <a:srgbClr val="9AA0B5"/>
                </a:solidFill>
                <a:latin typeface="Be Vietnam Pro" pitchFamily="34" charset="0"/>
                <a:ea typeface="Be Vietnam Pro" pitchFamily="34" charset="-122"/>
                <a:cs typeface="Be Vietnam Pro" pitchFamily="34" charset="-120"/>
              </a:rPr>
              <a:t> [S9]</a:t>
            </a:r>
            <a:r>
              <a:rPr lang="en-US" sz="1800" dirty="0" spc="3" kern="0">
                <a:solidFill>
                  <a:srgbClr val="9AA0B5"/>
                </a:solidFill>
                <a:latin typeface="Be Vietnam Pro" pitchFamily="34" charset="0"/>
                <a:ea typeface="Be Vietnam Pro" pitchFamily="34" charset="-122"/>
                <a:cs typeface="Be Vietnam Pro" pitchFamily="34" charset="-120"/>
              </a:rPr>
              <a:t> [S10]</a:t>
            </a:r>
            <a:r>
              <a:rPr lang="en-US" sz="1800" dirty="0" spc="0" kern="0">
                <a:solidFill>
                  <a:srgbClr val="9AA0B5"/>
                </a:solidFill>
                <a:latin typeface="Be Vietnam Pro" pitchFamily="34" charset="0"/>
                <a:ea typeface="Be Vietnam Pro" pitchFamily="34" charset="-122"/>
                <a:cs typeface="Be Vietnam Pro" pitchFamily="34" charset="-120"/>
              </a:rPr>
              <a:t> [S22]</a:t>
            </a:r>
            <a:r>
              <a:rPr lang="en-US" sz="1800" dirty="0" spc="-7" kern="0">
                <a:solidFill>
                  <a:srgbClr val="9AA0B5"/>
                </a:solidFill>
                <a:latin typeface="Be Vietnam Pro" pitchFamily="34" charset="0"/>
                <a:ea typeface="Be Vietnam Pro" pitchFamily="34" charset="-122"/>
                <a:cs typeface="Be Vietnam Pro" pitchFamily="34" charset="-120"/>
              </a:rPr>
              <a:t> [S24]</a:t>
            </a:r>
            <a:r>
              <a:rPr lang="en-US" sz="1800" dirty="0" spc="1" kern="0">
                <a:solidFill>
                  <a:srgbClr val="9AA0B5"/>
                </a:solidFill>
                <a:latin typeface="Be Vietnam Pro" pitchFamily="34" charset="0"/>
                <a:ea typeface="Be Vietnam Pro" pitchFamily="34" charset="-122"/>
                <a:cs typeface="Be Vietnam Pro" pitchFamily="34" charset="-120"/>
              </a:rPr>
              <a:t> [S25]</a:t>
            </a:r>
            <a:endParaRPr lang="en-US" sz="1800" dirty="0"/>
          </a:p>
        </p:txBody>
      </p:sp>
      <p:sp>
        <p:nvSpPr>
          <p:cNvPr id="8" name="Shape 6"/>
          <p:cNvSpPr/>
          <p:nvPr/>
        </p:nvSpPr>
        <p:spPr>
          <a:xfrm>
            <a:off x="958561" y="9578686"/>
            <a:ext cx="83127" cy="83127"/>
          </a:xfrm>
          <a:prstGeom prst="ellipse">
            <a:avLst/>
          </a:prstGeom>
          <a:solidFill>
            <a:srgbClr val="F3EEE3">
              <a:alpha val="28000"/>
            </a:srgbClr>
          </a:solidFill>
          <a:ln/>
        </p:spPr>
      </p:sp>
      <p:sp>
        <p:nvSpPr>
          <p:cNvPr id="9" name="Shape 7"/>
          <p:cNvSpPr/>
          <p:nvPr/>
        </p:nvSpPr>
        <p:spPr>
          <a:xfrm>
            <a:off x="1124815" y="9578686"/>
            <a:ext cx="83127" cy="83127"/>
          </a:xfrm>
          <a:prstGeom prst="ellipse">
            <a:avLst/>
          </a:prstGeom>
          <a:solidFill>
            <a:srgbClr val="F3EEE3">
              <a:alpha val="28000"/>
            </a:srgbClr>
          </a:solidFill>
          <a:ln/>
        </p:spPr>
      </p:sp>
      <p:sp>
        <p:nvSpPr>
          <p:cNvPr id="10" name="Shape 8"/>
          <p:cNvSpPr/>
          <p:nvPr/>
        </p:nvSpPr>
        <p:spPr>
          <a:xfrm>
            <a:off x="1291070" y="9578686"/>
            <a:ext cx="83127" cy="83127"/>
          </a:xfrm>
          <a:prstGeom prst="ellipse">
            <a:avLst/>
          </a:prstGeom>
          <a:solidFill>
            <a:srgbClr val="F3EEE3">
              <a:alpha val="28000"/>
            </a:srgbClr>
          </a:solidFill>
          <a:ln/>
        </p:spPr>
      </p:sp>
      <p:sp>
        <p:nvSpPr>
          <p:cNvPr id="11" name="Shape 9"/>
          <p:cNvSpPr/>
          <p:nvPr/>
        </p:nvSpPr>
        <p:spPr>
          <a:xfrm>
            <a:off x="1457324" y="9578686"/>
            <a:ext cx="83127" cy="83127"/>
          </a:xfrm>
          <a:prstGeom prst="ellipse">
            <a:avLst/>
          </a:prstGeom>
          <a:solidFill>
            <a:srgbClr val="F3EEE3">
              <a:alpha val="28000"/>
            </a:srgbClr>
          </a:solidFill>
          <a:ln/>
        </p:spPr>
      </p:sp>
      <p:sp>
        <p:nvSpPr>
          <p:cNvPr id="12" name="Shape 10"/>
          <p:cNvSpPr/>
          <p:nvPr/>
        </p:nvSpPr>
        <p:spPr>
          <a:xfrm>
            <a:off x="1623578" y="9578686"/>
            <a:ext cx="83127" cy="83127"/>
          </a:xfrm>
          <a:prstGeom prst="ellipse">
            <a:avLst/>
          </a:prstGeom>
          <a:solidFill>
            <a:srgbClr val="F3EEE3">
              <a:alpha val="28000"/>
            </a:srgbClr>
          </a:solidFill>
          <a:ln/>
        </p:spPr>
      </p:sp>
      <p:sp>
        <p:nvSpPr>
          <p:cNvPr id="13" name="Shape 11"/>
          <p:cNvSpPr/>
          <p:nvPr/>
        </p:nvSpPr>
        <p:spPr>
          <a:xfrm>
            <a:off x="1789832" y="9578686"/>
            <a:ext cx="83127" cy="83127"/>
          </a:xfrm>
          <a:prstGeom prst="ellipse">
            <a:avLst/>
          </a:prstGeom>
          <a:solidFill>
            <a:srgbClr val="F3EEE3">
              <a:alpha val="28000"/>
            </a:srgbClr>
          </a:solidFill>
          <a:ln/>
        </p:spPr>
      </p:sp>
      <p:sp>
        <p:nvSpPr>
          <p:cNvPr id="14" name="Shape 12"/>
          <p:cNvSpPr/>
          <p:nvPr/>
        </p:nvSpPr>
        <p:spPr>
          <a:xfrm>
            <a:off x="1956086" y="9578686"/>
            <a:ext cx="83127" cy="83127"/>
          </a:xfrm>
          <a:prstGeom prst="ellipse">
            <a:avLst/>
          </a:prstGeom>
          <a:solidFill>
            <a:srgbClr val="F3EEE3">
              <a:alpha val="28000"/>
            </a:srgbClr>
          </a:solidFill>
          <a:ln/>
        </p:spPr>
      </p:sp>
      <p:sp>
        <p:nvSpPr>
          <p:cNvPr id="15" name="Shape 13"/>
          <p:cNvSpPr/>
          <p:nvPr/>
        </p:nvSpPr>
        <p:spPr>
          <a:xfrm>
            <a:off x="2122340" y="9578686"/>
            <a:ext cx="83127" cy="83127"/>
          </a:xfrm>
          <a:prstGeom prst="ellipse">
            <a:avLst/>
          </a:prstGeom>
          <a:solidFill>
            <a:srgbClr val="F3EEE3">
              <a:alpha val="28000"/>
            </a:srgbClr>
          </a:solidFill>
          <a:ln/>
        </p:spPr>
      </p:sp>
      <p:sp>
        <p:nvSpPr>
          <p:cNvPr id="16" name="Shape 14"/>
          <p:cNvSpPr/>
          <p:nvPr/>
        </p:nvSpPr>
        <p:spPr>
          <a:xfrm>
            <a:off x="2288594" y="9578686"/>
            <a:ext cx="83127" cy="83127"/>
          </a:xfrm>
          <a:prstGeom prst="ellipse">
            <a:avLst/>
          </a:prstGeom>
          <a:solidFill>
            <a:srgbClr val="F3EEE3">
              <a:alpha val="28000"/>
            </a:srgbClr>
          </a:solidFill>
          <a:ln/>
        </p:spPr>
      </p:sp>
      <p:sp>
        <p:nvSpPr>
          <p:cNvPr id="17" name="Shape 15"/>
          <p:cNvSpPr/>
          <p:nvPr/>
        </p:nvSpPr>
        <p:spPr>
          <a:xfrm>
            <a:off x="2454848" y="9578686"/>
            <a:ext cx="83127" cy="83127"/>
          </a:xfrm>
          <a:prstGeom prst="ellipse">
            <a:avLst/>
          </a:prstGeom>
          <a:solidFill>
            <a:srgbClr val="F3EEE3">
              <a:alpha val="28000"/>
            </a:srgbClr>
          </a:solidFill>
          <a:ln/>
        </p:spPr>
      </p:sp>
      <p:sp>
        <p:nvSpPr>
          <p:cNvPr id="18" name="Shape 16"/>
          <p:cNvSpPr/>
          <p:nvPr/>
        </p:nvSpPr>
        <p:spPr>
          <a:xfrm>
            <a:off x="2621102" y="9578686"/>
            <a:ext cx="83127" cy="83127"/>
          </a:xfrm>
          <a:prstGeom prst="ellipse">
            <a:avLst/>
          </a:prstGeom>
          <a:solidFill>
            <a:srgbClr val="F3EEE3">
              <a:alpha val="28000"/>
            </a:srgbClr>
          </a:solidFill>
          <a:ln/>
        </p:spPr>
      </p:sp>
      <p:sp>
        <p:nvSpPr>
          <p:cNvPr id="19" name="Shape 17"/>
          <p:cNvSpPr/>
          <p:nvPr/>
        </p:nvSpPr>
        <p:spPr>
          <a:xfrm>
            <a:off x="2787357" y="9578686"/>
            <a:ext cx="83127" cy="83127"/>
          </a:xfrm>
          <a:prstGeom prst="ellipse">
            <a:avLst/>
          </a:prstGeom>
          <a:solidFill>
            <a:srgbClr val="F3EEE3">
              <a:alpha val="28000"/>
            </a:srgbClr>
          </a:solidFill>
          <a:ln/>
        </p:spPr>
      </p:sp>
      <p:sp>
        <p:nvSpPr>
          <p:cNvPr id="20" name="Shape 18"/>
          <p:cNvSpPr/>
          <p:nvPr/>
        </p:nvSpPr>
        <p:spPr>
          <a:xfrm>
            <a:off x="2953611" y="9578686"/>
            <a:ext cx="83127" cy="83127"/>
          </a:xfrm>
          <a:prstGeom prst="ellipse">
            <a:avLst/>
          </a:prstGeom>
          <a:solidFill>
            <a:srgbClr val="F3EEE3">
              <a:alpha val="28000"/>
            </a:srgbClr>
          </a:solidFill>
          <a:ln/>
        </p:spPr>
      </p:sp>
      <p:sp>
        <p:nvSpPr>
          <p:cNvPr id="21" name="Shape 19"/>
          <p:cNvSpPr/>
          <p:nvPr/>
        </p:nvSpPr>
        <p:spPr>
          <a:xfrm>
            <a:off x="3119865" y="9578686"/>
            <a:ext cx="83127" cy="83127"/>
          </a:xfrm>
          <a:prstGeom prst="ellipse">
            <a:avLst/>
          </a:prstGeom>
          <a:solidFill>
            <a:srgbClr val="F3EEE3">
              <a:alpha val="28000"/>
            </a:srgbClr>
          </a:solidFill>
          <a:ln/>
        </p:spPr>
      </p:sp>
      <p:sp>
        <p:nvSpPr>
          <p:cNvPr id="22" name="Shape 20"/>
          <p:cNvSpPr/>
          <p:nvPr/>
        </p:nvSpPr>
        <p:spPr>
          <a:xfrm>
            <a:off x="3286119" y="9578686"/>
            <a:ext cx="83127" cy="83127"/>
          </a:xfrm>
          <a:prstGeom prst="ellipse">
            <a:avLst/>
          </a:prstGeom>
          <a:solidFill>
            <a:srgbClr val="F3EEE3">
              <a:alpha val="28000"/>
            </a:srgbClr>
          </a:solidFill>
          <a:ln/>
        </p:spPr>
      </p:sp>
      <p:sp>
        <p:nvSpPr>
          <p:cNvPr id="23" name="Shape 21"/>
          <p:cNvSpPr/>
          <p:nvPr/>
        </p:nvSpPr>
        <p:spPr>
          <a:xfrm>
            <a:off x="3452373" y="9578686"/>
            <a:ext cx="83127" cy="83127"/>
          </a:xfrm>
          <a:prstGeom prst="ellipse">
            <a:avLst/>
          </a:prstGeom>
          <a:solidFill>
            <a:srgbClr val="F3EEE3">
              <a:alpha val="28000"/>
            </a:srgbClr>
          </a:solidFill>
          <a:ln/>
        </p:spPr>
      </p:sp>
      <p:sp>
        <p:nvSpPr>
          <p:cNvPr id="24" name="Shape 22"/>
          <p:cNvSpPr/>
          <p:nvPr/>
        </p:nvSpPr>
        <p:spPr>
          <a:xfrm>
            <a:off x="3618627" y="9578686"/>
            <a:ext cx="83127" cy="83127"/>
          </a:xfrm>
          <a:prstGeom prst="ellipse">
            <a:avLst/>
          </a:prstGeom>
          <a:solidFill>
            <a:srgbClr val="F3EEE3">
              <a:alpha val="28000"/>
            </a:srgbClr>
          </a:solidFill>
          <a:ln/>
        </p:spPr>
      </p:sp>
      <p:sp>
        <p:nvSpPr>
          <p:cNvPr id="25" name="Shape 23"/>
          <p:cNvSpPr/>
          <p:nvPr/>
        </p:nvSpPr>
        <p:spPr>
          <a:xfrm>
            <a:off x="3784881" y="9578686"/>
            <a:ext cx="83127" cy="83127"/>
          </a:xfrm>
          <a:prstGeom prst="ellipse">
            <a:avLst/>
          </a:prstGeom>
          <a:solidFill>
            <a:srgbClr val="F3EEE3">
              <a:alpha val="28000"/>
            </a:srgbClr>
          </a:solidFill>
          <a:ln/>
        </p:spPr>
      </p:sp>
      <p:sp>
        <p:nvSpPr>
          <p:cNvPr id="26" name="Shape 24"/>
          <p:cNvSpPr/>
          <p:nvPr/>
        </p:nvSpPr>
        <p:spPr>
          <a:xfrm>
            <a:off x="3951135" y="9578686"/>
            <a:ext cx="83127" cy="83127"/>
          </a:xfrm>
          <a:prstGeom prst="ellipse">
            <a:avLst/>
          </a:prstGeom>
          <a:solidFill>
            <a:srgbClr val="F3EEE3">
              <a:alpha val="28000"/>
            </a:srgbClr>
          </a:solidFill>
          <a:ln/>
        </p:spPr>
      </p:sp>
      <p:sp>
        <p:nvSpPr>
          <p:cNvPr id="27" name="Shape 25"/>
          <p:cNvSpPr/>
          <p:nvPr/>
        </p:nvSpPr>
        <p:spPr>
          <a:xfrm>
            <a:off x="4117389" y="9578686"/>
            <a:ext cx="83127" cy="83127"/>
          </a:xfrm>
          <a:prstGeom prst="ellipse">
            <a:avLst/>
          </a:prstGeom>
          <a:solidFill>
            <a:srgbClr val="F3EEE3">
              <a:alpha val="28000"/>
            </a:srgbClr>
          </a:solidFill>
          <a:ln/>
        </p:spPr>
      </p:sp>
      <p:sp>
        <p:nvSpPr>
          <p:cNvPr id="28" name="Shape 26"/>
          <p:cNvSpPr/>
          <p:nvPr/>
        </p:nvSpPr>
        <p:spPr>
          <a:xfrm>
            <a:off x="4283644" y="9578686"/>
            <a:ext cx="83127" cy="83127"/>
          </a:xfrm>
          <a:prstGeom prst="ellipse">
            <a:avLst/>
          </a:prstGeom>
          <a:solidFill>
            <a:srgbClr val="F3EEE3">
              <a:alpha val="28000"/>
            </a:srgbClr>
          </a:solidFill>
          <a:ln/>
        </p:spPr>
      </p:sp>
      <p:sp>
        <p:nvSpPr>
          <p:cNvPr id="29" name="Shape 27"/>
          <p:cNvSpPr/>
          <p:nvPr/>
        </p:nvSpPr>
        <p:spPr>
          <a:xfrm>
            <a:off x="4449898" y="9578686"/>
            <a:ext cx="83127" cy="83127"/>
          </a:xfrm>
          <a:prstGeom prst="ellipse">
            <a:avLst/>
          </a:prstGeom>
          <a:solidFill>
            <a:srgbClr val="F3EEE3">
              <a:alpha val="28000"/>
            </a:srgbClr>
          </a:solidFill>
          <a:ln/>
        </p:spPr>
      </p:sp>
      <p:sp>
        <p:nvSpPr>
          <p:cNvPr id="30" name="Shape 28"/>
          <p:cNvSpPr/>
          <p:nvPr/>
        </p:nvSpPr>
        <p:spPr>
          <a:xfrm>
            <a:off x="4616152" y="9578686"/>
            <a:ext cx="83127" cy="83127"/>
          </a:xfrm>
          <a:prstGeom prst="ellipse">
            <a:avLst/>
          </a:prstGeom>
          <a:solidFill>
            <a:srgbClr val="F3EEE3">
              <a:alpha val="28000"/>
            </a:srgbClr>
          </a:solidFill>
          <a:ln/>
        </p:spPr>
      </p:sp>
      <p:sp>
        <p:nvSpPr>
          <p:cNvPr id="31" name="Shape 29"/>
          <p:cNvSpPr/>
          <p:nvPr/>
        </p:nvSpPr>
        <p:spPr>
          <a:xfrm>
            <a:off x="4782406" y="9578686"/>
            <a:ext cx="83127" cy="83127"/>
          </a:xfrm>
          <a:prstGeom prst="ellipse">
            <a:avLst/>
          </a:prstGeom>
          <a:solidFill>
            <a:srgbClr val="F3EEE3">
              <a:alpha val="28000"/>
            </a:srgbClr>
          </a:solidFill>
          <a:ln/>
        </p:spPr>
      </p:sp>
      <p:sp>
        <p:nvSpPr>
          <p:cNvPr id="32" name="Shape 30"/>
          <p:cNvSpPr/>
          <p:nvPr/>
        </p:nvSpPr>
        <p:spPr>
          <a:xfrm>
            <a:off x="4948660" y="9578686"/>
            <a:ext cx="83127" cy="83127"/>
          </a:xfrm>
          <a:prstGeom prst="ellipse">
            <a:avLst/>
          </a:prstGeom>
          <a:solidFill>
            <a:srgbClr val="F3EEE3">
              <a:alpha val="28000"/>
            </a:srgbClr>
          </a:solidFill>
          <a:ln/>
        </p:spPr>
      </p:sp>
      <p:sp>
        <p:nvSpPr>
          <p:cNvPr id="33" name="Shape 31"/>
          <p:cNvSpPr/>
          <p:nvPr/>
        </p:nvSpPr>
        <p:spPr>
          <a:xfrm>
            <a:off x="5114914" y="9578686"/>
            <a:ext cx="83127" cy="83127"/>
          </a:xfrm>
          <a:prstGeom prst="ellipse">
            <a:avLst/>
          </a:prstGeom>
          <a:solidFill>
            <a:srgbClr val="F3EEE3">
              <a:alpha val="28000"/>
            </a:srgbClr>
          </a:solidFill>
          <a:ln/>
        </p:spPr>
      </p:sp>
      <p:sp>
        <p:nvSpPr>
          <p:cNvPr id="34" name="Shape 32"/>
          <p:cNvSpPr/>
          <p:nvPr/>
        </p:nvSpPr>
        <p:spPr>
          <a:xfrm>
            <a:off x="5281168" y="9578686"/>
            <a:ext cx="83127" cy="83127"/>
          </a:xfrm>
          <a:prstGeom prst="ellipse">
            <a:avLst/>
          </a:prstGeom>
          <a:solidFill>
            <a:srgbClr val="F3EEE3">
              <a:alpha val="28000"/>
            </a:srgbClr>
          </a:solidFill>
          <a:ln/>
        </p:spPr>
      </p:sp>
      <p:sp>
        <p:nvSpPr>
          <p:cNvPr id="35" name="Shape 33"/>
          <p:cNvSpPr/>
          <p:nvPr/>
        </p:nvSpPr>
        <p:spPr>
          <a:xfrm>
            <a:off x="5447422" y="9578686"/>
            <a:ext cx="83127" cy="83127"/>
          </a:xfrm>
          <a:prstGeom prst="ellipse">
            <a:avLst/>
          </a:prstGeom>
          <a:solidFill>
            <a:srgbClr val="F3EEE3">
              <a:alpha val="28000"/>
            </a:srgbClr>
          </a:solidFill>
          <a:ln/>
        </p:spPr>
      </p:sp>
      <p:sp>
        <p:nvSpPr>
          <p:cNvPr id="36" name="Shape 34"/>
          <p:cNvSpPr/>
          <p:nvPr/>
        </p:nvSpPr>
        <p:spPr>
          <a:xfrm>
            <a:off x="5613676" y="9578686"/>
            <a:ext cx="83127" cy="83127"/>
          </a:xfrm>
          <a:prstGeom prst="ellipse">
            <a:avLst/>
          </a:prstGeom>
          <a:solidFill>
            <a:srgbClr val="F3EEE3">
              <a:alpha val="28000"/>
            </a:srgbClr>
          </a:solidFill>
          <a:ln/>
        </p:spPr>
      </p:sp>
      <p:sp>
        <p:nvSpPr>
          <p:cNvPr id="37" name="Shape 35"/>
          <p:cNvSpPr/>
          <p:nvPr/>
        </p:nvSpPr>
        <p:spPr>
          <a:xfrm>
            <a:off x="5779931" y="9578686"/>
            <a:ext cx="83127" cy="83127"/>
          </a:xfrm>
          <a:prstGeom prst="ellipse">
            <a:avLst/>
          </a:prstGeom>
          <a:solidFill>
            <a:srgbClr val="F3EEE3">
              <a:alpha val="28000"/>
            </a:srgbClr>
          </a:solidFill>
          <a:ln/>
        </p:spPr>
      </p:sp>
      <p:sp>
        <p:nvSpPr>
          <p:cNvPr id="38" name="Shape 36"/>
          <p:cNvSpPr/>
          <p:nvPr/>
        </p:nvSpPr>
        <p:spPr>
          <a:xfrm>
            <a:off x="5946185" y="9578686"/>
            <a:ext cx="83127" cy="83127"/>
          </a:xfrm>
          <a:prstGeom prst="ellipse">
            <a:avLst/>
          </a:prstGeom>
          <a:solidFill>
            <a:srgbClr val="F3EEE3">
              <a:alpha val="28000"/>
            </a:srgbClr>
          </a:solidFill>
          <a:ln/>
        </p:spPr>
      </p:sp>
      <p:sp>
        <p:nvSpPr>
          <p:cNvPr id="39" name="Shape 37"/>
          <p:cNvSpPr/>
          <p:nvPr/>
        </p:nvSpPr>
        <p:spPr>
          <a:xfrm>
            <a:off x="6112439" y="9578686"/>
            <a:ext cx="83127" cy="83127"/>
          </a:xfrm>
          <a:prstGeom prst="ellipse">
            <a:avLst/>
          </a:prstGeom>
          <a:solidFill>
            <a:srgbClr val="F3EEE3">
              <a:alpha val="28000"/>
            </a:srgbClr>
          </a:solidFill>
          <a:ln/>
        </p:spPr>
      </p:sp>
      <p:sp>
        <p:nvSpPr>
          <p:cNvPr id="40" name="Shape 38"/>
          <p:cNvSpPr/>
          <p:nvPr/>
        </p:nvSpPr>
        <p:spPr>
          <a:xfrm>
            <a:off x="6278693" y="9578686"/>
            <a:ext cx="83127" cy="83127"/>
          </a:xfrm>
          <a:prstGeom prst="ellipse">
            <a:avLst/>
          </a:prstGeom>
          <a:solidFill>
            <a:srgbClr val="F3EEE3">
              <a:alpha val="28000"/>
            </a:srgbClr>
          </a:solidFill>
          <a:ln/>
        </p:spPr>
      </p:sp>
      <p:sp>
        <p:nvSpPr>
          <p:cNvPr id="41" name="Shape 39"/>
          <p:cNvSpPr/>
          <p:nvPr/>
        </p:nvSpPr>
        <p:spPr>
          <a:xfrm>
            <a:off x="6444947" y="9578686"/>
            <a:ext cx="83127" cy="83127"/>
          </a:xfrm>
          <a:prstGeom prst="ellipse">
            <a:avLst/>
          </a:prstGeom>
          <a:solidFill>
            <a:srgbClr val="F3EEE3">
              <a:alpha val="28000"/>
            </a:srgbClr>
          </a:solidFill>
          <a:ln/>
        </p:spPr>
      </p:sp>
      <p:sp>
        <p:nvSpPr>
          <p:cNvPr id="42" name="Shape 40"/>
          <p:cNvSpPr/>
          <p:nvPr/>
        </p:nvSpPr>
        <p:spPr>
          <a:xfrm>
            <a:off x="6611201" y="9578686"/>
            <a:ext cx="83127" cy="83127"/>
          </a:xfrm>
          <a:prstGeom prst="ellipse">
            <a:avLst/>
          </a:prstGeom>
          <a:solidFill>
            <a:srgbClr val="F3EEE3">
              <a:alpha val="28000"/>
            </a:srgbClr>
          </a:solidFill>
          <a:ln/>
        </p:spPr>
      </p:sp>
      <p:sp>
        <p:nvSpPr>
          <p:cNvPr id="43" name="Shape 41"/>
          <p:cNvSpPr/>
          <p:nvPr/>
        </p:nvSpPr>
        <p:spPr>
          <a:xfrm>
            <a:off x="6777455" y="9578686"/>
            <a:ext cx="83127" cy="83127"/>
          </a:xfrm>
          <a:prstGeom prst="ellipse">
            <a:avLst/>
          </a:prstGeom>
          <a:solidFill>
            <a:srgbClr val="F3EEE3">
              <a:alpha val="28000"/>
            </a:srgbClr>
          </a:solidFill>
          <a:ln/>
        </p:spPr>
      </p:sp>
      <p:sp>
        <p:nvSpPr>
          <p:cNvPr id="44" name="Shape 42"/>
          <p:cNvSpPr/>
          <p:nvPr/>
        </p:nvSpPr>
        <p:spPr>
          <a:xfrm>
            <a:off x="6943709" y="9578686"/>
            <a:ext cx="83127" cy="83127"/>
          </a:xfrm>
          <a:prstGeom prst="ellipse">
            <a:avLst/>
          </a:prstGeom>
          <a:solidFill>
            <a:srgbClr val="F3EEE3">
              <a:alpha val="28000"/>
            </a:srgbClr>
          </a:solidFill>
          <a:ln/>
        </p:spPr>
      </p:sp>
      <p:sp>
        <p:nvSpPr>
          <p:cNvPr id="45" name="Shape 43"/>
          <p:cNvSpPr/>
          <p:nvPr/>
        </p:nvSpPr>
        <p:spPr>
          <a:xfrm>
            <a:off x="7109963" y="9578686"/>
            <a:ext cx="83127" cy="83127"/>
          </a:xfrm>
          <a:prstGeom prst="ellipse">
            <a:avLst/>
          </a:prstGeom>
          <a:solidFill>
            <a:srgbClr val="F3EEE3">
              <a:alpha val="28000"/>
            </a:srgbClr>
          </a:solidFill>
          <a:ln/>
        </p:spPr>
      </p:sp>
      <p:sp>
        <p:nvSpPr>
          <p:cNvPr id="46" name="Shape 44"/>
          <p:cNvSpPr/>
          <p:nvPr/>
        </p:nvSpPr>
        <p:spPr>
          <a:xfrm>
            <a:off x="7276218" y="9578686"/>
            <a:ext cx="83127" cy="83127"/>
          </a:xfrm>
          <a:prstGeom prst="ellipse">
            <a:avLst/>
          </a:prstGeom>
          <a:solidFill>
            <a:srgbClr val="F3EEE3">
              <a:alpha val="28000"/>
            </a:srgbClr>
          </a:solidFill>
          <a:ln/>
        </p:spPr>
      </p:sp>
      <p:sp>
        <p:nvSpPr>
          <p:cNvPr id="47" name="Shape 45"/>
          <p:cNvSpPr/>
          <p:nvPr/>
        </p:nvSpPr>
        <p:spPr>
          <a:xfrm>
            <a:off x="7442472" y="9578686"/>
            <a:ext cx="83127" cy="83127"/>
          </a:xfrm>
          <a:prstGeom prst="ellipse">
            <a:avLst/>
          </a:prstGeom>
          <a:solidFill>
            <a:srgbClr val="F3EEE3">
              <a:alpha val="28000"/>
            </a:srgbClr>
          </a:solidFill>
          <a:ln/>
        </p:spPr>
      </p:sp>
      <p:sp>
        <p:nvSpPr>
          <p:cNvPr id="48" name="Shape 46"/>
          <p:cNvSpPr/>
          <p:nvPr/>
        </p:nvSpPr>
        <p:spPr>
          <a:xfrm>
            <a:off x="7608726" y="9578686"/>
            <a:ext cx="83127" cy="83127"/>
          </a:xfrm>
          <a:prstGeom prst="ellipse">
            <a:avLst/>
          </a:prstGeom>
          <a:solidFill>
            <a:srgbClr val="F3EEE3">
              <a:alpha val="28000"/>
            </a:srgbClr>
          </a:solidFill>
          <a:ln/>
        </p:spPr>
      </p:sp>
      <p:sp>
        <p:nvSpPr>
          <p:cNvPr id="49" name="Shape 47"/>
          <p:cNvSpPr/>
          <p:nvPr/>
        </p:nvSpPr>
        <p:spPr>
          <a:xfrm>
            <a:off x="7774980" y="9578686"/>
            <a:ext cx="83127" cy="83127"/>
          </a:xfrm>
          <a:prstGeom prst="ellipse">
            <a:avLst/>
          </a:prstGeom>
          <a:solidFill>
            <a:srgbClr val="F3EEE3">
              <a:alpha val="28000"/>
            </a:srgbClr>
          </a:solidFill>
          <a:ln/>
        </p:spPr>
      </p:sp>
      <p:sp>
        <p:nvSpPr>
          <p:cNvPr id="50" name="Shape 48"/>
          <p:cNvSpPr/>
          <p:nvPr/>
        </p:nvSpPr>
        <p:spPr>
          <a:xfrm>
            <a:off x="7941234" y="9578686"/>
            <a:ext cx="83127" cy="83127"/>
          </a:xfrm>
          <a:prstGeom prst="ellipse">
            <a:avLst/>
          </a:prstGeom>
          <a:solidFill>
            <a:srgbClr val="F3EEE3">
              <a:alpha val="28000"/>
            </a:srgbClr>
          </a:solidFill>
          <a:ln/>
        </p:spPr>
      </p:sp>
      <p:sp>
        <p:nvSpPr>
          <p:cNvPr id="51" name="Shape 49"/>
          <p:cNvSpPr/>
          <p:nvPr/>
        </p:nvSpPr>
        <p:spPr>
          <a:xfrm>
            <a:off x="8107488" y="9578686"/>
            <a:ext cx="83127" cy="83127"/>
          </a:xfrm>
          <a:prstGeom prst="ellipse">
            <a:avLst/>
          </a:prstGeom>
          <a:solidFill>
            <a:srgbClr val="F3EEE3">
              <a:alpha val="28000"/>
            </a:srgbClr>
          </a:solidFill>
          <a:ln/>
        </p:spPr>
      </p:sp>
      <p:sp>
        <p:nvSpPr>
          <p:cNvPr id="52" name="Shape 50"/>
          <p:cNvSpPr/>
          <p:nvPr/>
        </p:nvSpPr>
        <p:spPr>
          <a:xfrm>
            <a:off x="8273742" y="9578686"/>
            <a:ext cx="83127" cy="83127"/>
          </a:xfrm>
          <a:prstGeom prst="ellipse">
            <a:avLst/>
          </a:prstGeom>
          <a:solidFill>
            <a:srgbClr val="F3EEE3">
              <a:alpha val="28000"/>
            </a:srgbClr>
          </a:solidFill>
          <a:ln/>
        </p:spPr>
      </p:sp>
      <p:sp>
        <p:nvSpPr>
          <p:cNvPr id="53" name="Shape 51"/>
          <p:cNvSpPr/>
          <p:nvPr/>
        </p:nvSpPr>
        <p:spPr>
          <a:xfrm>
            <a:off x="8439996" y="9578686"/>
            <a:ext cx="83127" cy="83127"/>
          </a:xfrm>
          <a:prstGeom prst="ellipse">
            <a:avLst/>
          </a:prstGeom>
          <a:solidFill>
            <a:srgbClr val="F3EEE3">
              <a:alpha val="28000"/>
            </a:srgbClr>
          </a:solidFill>
          <a:ln/>
        </p:spPr>
      </p:sp>
      <p:sp>
        <p:nvSpPr>
          <p:cNvPr id="54" name="Shape 52"/>
          <p:cNvSpPr/>
          <p:nvPr/>
        </p:nvSpPr>
        <p:spPr>
          <a:xfrm>
            <a:off x="8592396" y="9564832"/>
            <a:ext cx="110836" cy="110836"/>
          </a:xfrm>
          <a:prstGeom prst="ellipse">
            <a:avLst/>
          </a:prstGeom>
          <a:solidFill>
            <a:srgbClr val="FF6A4D"/>
          </a:solidFill>
          <a:ln/>
        </p:spPr>
      </p:sp>
      <p:sp>
        <p:nvSpPr>
          <p:cNvPr id="55" name="Shape 53"/>
          <p:cNvSpPr/>
          <p:nvPr/>
        </p:nvSpPr>
        <p:spPr>
          <a:xfrm>
            <a:off x="8772505" y="9578686"/>
            <a:ext cx="83127" cy="83127"/>
          </a:xfrm>
          <a:prstGeom prst="ellipse">
            <a:avLst/>
          </a:prstGeom>
          <a:solidFill>
            <a:srgbClr val="F3EEE3">
              <a:alpha val="28000"/>
            </a:srgbClr>
          </a:solidFill>
          <a:ln/>
        </p:spPr>
      </p:sp>
      <p:sp>
        <p:nvSpPr>
          <p:cNvPr id="56" name="Shape 54"/>
          <p:cNvSpPr/>
          <p:nvPr/>
        </p:nvSpPr>
        <p:spPr>
          <a:xfrm>
            <a:off x="8938759" y="9578686"/>
            <a:ext cx="83127" cy="83127"/>
          </a:xfrm>
          <a:prstGeom prst="ellipse">
            <a:avLst/>
          </a:prstGeom>
          <a:solidFill>
            <a:srgbClr val="F3EEE3">
              <a:alpha val="28000"/>
            </a:srgbClr>
          </a:solidFill>
          <a:ln/>
        </p:spPr>
      </p:sp>
      <p:sp>
        <p:nvSpPr>
          <p:cNvPr id="57" name="Shape 55"/>
          <p:cNvSpPr/>
          <p:nvPr/>
        </p:nvSpPr>
        <p:spPr>
          <a:xfrm>
            <a:off x="9105013" y="9578686"/>
            <a:ext cx="83127" cy="83127"/>
          </a:xfrm>
          <a:prstGeom prst="ellipse">
            <a:avLst/>
          </a:prstGeom>
          <a:solidFill>
            <a:srgbClr val="F3EEE3">
              <a:alpha val="28000"/>
            </a:srgbClr>
          </a:solidFill>
          <a:ln/>
        </p:spPr>
      </p:sp>
      <p:sp>
        <p:nvSpPr>
          <p:cNvPr id="58" name="Shape 56"/>
          <p:cNvSpPr/>
          <p:nvPr/>
        </p:nvSpPr>
        <p:spPr>
          <a:xfrm>
            <a:off x="9271267" y="9578686"/>
            <a:ext cx="83127" cy="83127"/>
          </a:xfrm>
          <a:prstGeom prst="ellipse">
            <a:avLst/>
          </a:prstGeom>
          <a:solidFill>
            <a:srgbClr val="F3EEE3">
              <a:alpha val="28000"/>
            </a:srgbClr>
          </a:solidFill>
          <a:ln/>
        </p:spPr>
      </p:sp>
      <p:sp>
        <p:nvSpPr>
          <p:cNvPr id="59" name="Shape 57"/>
          <p:cNvSpPr/>
          <p:nvPr/>
        </p:nvSpPr>
        <p:spPr>
          <a:xfrm>
            <a:off x="9437521" y="9578686"/>
            <a:ext cx="83127" cy="83127"/>
          </a:xfrm>
          <a:prstGeom prst="ellipse">
            <a:avLst/>
          </a:prstGeom>
          <a:solidFill>
            <a:srgbClr val="F3EEE3">
              <a:alpha val="28000"/>
            </a:srgbClr>
          </a:solidFill>
          <a:ln/>
        </p:spPr>
      </p:sp>
      <p:sp>
        <p:nvSpPr>
          <p:cNvPr id="60" name="Shape 58"/>
          <p:cNvSpPr/>
          <p:nvPr/>
        </p:nvSpPr>
        <p:spPr>
          <a:xfrm>
            <a:off x="9603775" y="9578686"/>
            <a:ext cx="83127" cy="83127"/>
          </a:xfrm>
          <a:prstGeom prst="ellipse">
            <a:avLst/>
          </a:prstGeom>
          <a:solidFill>
            <a:srgbClr val="F3EEE3">
              <a:alpha val="28000"/>
            </a:srgbClr>
          </a:solidFill>
          <a:ln/>
        </p:spPr>
      </p:sp>
      <p:sp>
        <p:nvSpPr>
          <p:cNvPr id="61" name="Shape 59"/>
          <p:cNvSpPr/>
          <p:nvPr/>
        </p:nvSpPr>
        <p:spPr>
          <a:xfrm>
            <a:off x="9770029" y="9578686"/>
            <a:ext cx="83127" cy="83127"/>
          </a:xfrm>
          <a:prstGeom prst="ellipse">
            <a:avLst/>
          </a:prstGeom>
          <a:solidFill>
            <a:srgbClr val="F3EEE3">
              <a:alpha val="28000"/>
            </a:srgbClr>
          </a:solidFill>
          <a:ln/>
        </p:spPr>
      </p:sp>
      <p:sp>
        <p:nvSpPr>
          <p:cNvPr id="62" name="Shape 60"/>
          <p:cNvSpPr/>
          <p:nvPr/>
        </p:nvSpPr>
        <p:spPr>
          <a:xfrm>
            <a:off x="9936283" y="9578686"/>
            <a:ext cx="83127" cy="83127"/>
          </a:xfrm>
          <a:prstGeom prst="ellipse">
            <a:avLst/>
          </a:prstGeom>
          <a:solidFill>
            <a:srgbClr val="F3EEE3">
              <a:alpha val="28000"/>
            </a:srgbClr>
          </a:solidFill>
          <a:ln/>
        </p:spPr>
      </p:sp>
      <p:sp>
        <p:nvSpPr>
          <p:cNvPr id="63" name="Text 6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3" kern="0">
                <a:solidFill>
                  <a:srgbClr val="9AA0B5"/>
                </a:solidFill>
                <a:latin typeface="Be Vietnam Pro" pitchFamily="34" charset="0"/>
                <a:ea typeface="Be Vietnam Pro" pitchFamily="34" charset="-122"/>
                <a:cs typeface="Be Vietnam Pro" pitchFamily="34" charset="-120"/>
              </a:rPr>
              <a:t> 47/55</a:t>
            </a:r>
            <a:endParaRPr lang="en-US" sz="1800" dirty="0"/>
          </a:p>
        </p:txBody>
      </p:sp>
      <p:sp>
        <p:nvSpPr>
          <p:cNvPr id="64" name="Shape 62"/>
          <p:cNvSpPr/>
          <p:nvPr/>
        </p:nvSpPr>
        <p:spPr>
          <a:xfrm>
            <a:off x="15983712" y="9076331"/>
            <a:ext cx="1645920" cy="552301"/>
          </a:xfrm>
          <a:prstGeom prst="roundRect">
            <a:avLst>
              <a:gd name="adj" fmla="val 28000"/>
            </a:avLst>
          </a:prstGeom>
          <a:solidFill>
            <a:srgbClr val="FFFFFF">
              <a:alpha val="82000"/>
            </a:srgbClr>
          </a:solidFill>
          <a:ln/>
        </p:spPr>
      </p:sp>
      <p:pic>
        <p:nvPicPr>
          <p:cNvPr id="65" name="Moda image moda-export-watermark-f1127a16-6c41-43bc-85bc-79e400c3e34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29" kern="0">
                <a:solidFill>
                  <a:srgbClr val="14161C"/>
                </a:solidFill>
                <a:latin typeface="Bricolage Grotesque ExtraBold" pitchFamily="34" charset="0"/>
                <a:ea typeface="Bricolage Grotesque ExtraBold" pitchFamily="34" charset="-122"/>
                <a:cs typeface="Bricolage Grotesque ExtraBold" pitchFamily="34" charset="-120"/>
              </a:rPr>
              <a:t>"All</a:t>
            </a:r>
            <a:r>
              <a:rPr lang="en-US" sz="5700" dirty="0" spc="-37" kern="0">
                <a:solidFill>
                  <a:srgbClr val="14161C"/>
                </a:solidFill>
                <a:latin typeface="Bricolage Grotesque ExtraBold" pitchFamily="34" charset="0"/>
                <a:ea typeface="Bricolage Grotesque ExtraBold" pitchFamily="34" charset="-122"/>
                <a:cs typeface="Bricolage Grotesque ExtraBold" pitchFamily="34" charset="-120"/>
              </a:rPr>
              <a:t> free"</a:t>
            </a:r>
            <a:r>
              <a:rPr lang="en-US" sz="5700" dirty="0" spc="9" kern="0">
                <a:solidFill>
                  <a:srgbClr val="14161C"/>
                </a:solidFill>
                <a:latin typeface="Bricolage Grotesque ExtraBold" pitchFamily="34" charset="0"/>
                <a:ea typeface="Bricolage Grotesque ExtraBold" pitchFamily="34" charset="-122"/>
                <a:cs typeface="Bricolage Grotesque ExtraBold" pitchFamily="34" charset="-120"/>
              </a:rPr>
              <a:t> đúng</a:t>
            </a:r>
            <a:r>
              <a:rPr lang="en-US" sz="5700" dirty="0" spc="-73" kern="0">
                <a:solidFill>
                  <a:srgbClr val="14161C"/>
                </a:solidFill>
                <a:latin typeface="Bricolage Grotesque ExtraBold" pitchFamily="34" charset="0"/>
                <a:ea typeface="Bricolage Grotesque ExtraBold" pitchFamily="34" charset="-122"/>
                <a:cs typeface="Bricolage Grotesque ExtraBold" pitchFamily="34" charset="-120"/>
              </a:rPr>
              <a:t> với</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mã</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nguồn,</a:t>
            </a:r>
            <a:r>
              <a:rPr lang="en-US" sz="5700" dirty="0" spc="-39" kern="0">
                <a:solidFill>
                  <a:srgbClr val="14161C"/>
                </a:solidFill>
                <a:latin typeface="Bricolage Grotesque ExtraBold" pitchFamily="34" charset="0"/>
                <a:ea typeface="Bricolage Grotesque ExtraBold" pitchFamily="34" charset="-122"/>
                <a:cs typeface="Bricolage Grotesque ExtraBold" pitchFamily="34" charset="-120"/>
              </a:rPr>
              <a:t> chưa</a:t>
            </a:r>
            <a:r>
              <a:rPr lang="en-US" sz="5700" dirty="0" spc="10" kern="0">
                <a:solidFill>
                  <a:srgbClr val="14161C"/>
                </a:solidFill>
                <a:latin typeface="Bricolage Grotesque ExtraBold" pitchFamily="34" charset="0"/>
                <a:ea typeface="Bricolage Grotesque ExtraBold" pitchFamily="34" charset="-122"/>
                <a:cs typeface="Bricolage Grotesque ExtraBold" pitchFamily="34" charset="-120"/>
              </a:rPr>
              <a:t> đúng</a:t>
            </a:r>
            <a:r>
              <a:rPr lang="en-US" sz="5700" dirty="0" spc="-73" kern="0">
                <a:solidFill>
                  <a:srgbClr val="14161C"/>
                </a:solidFill>
                <a:latin typeface="Bricolage Grotesque ExtraBold" pitchFamily="34" charset="0"/>
                <a:ea typeface="Bricolage Grotesque ExtraBold" pitchFamily="34" charset="-122"/>
                <a:cs typeface="Bricolage Grotesque ExtraBold" pitchFamily="34" charset="-120"/>
              </a:rPr>
              <a:t> với</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mọi chi</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phí</a:t>
            </a:r>
            <a:endParaRPr lang="en-US" sz="5700" dirty="0"/>
          </a:p>
        </p:txBody>
      </p:sp>
      <p:sp>
        <p:nvSpPr>
          <p:cNvPr id="3" name="Shape 1"/>
          <p:cNvSpPr/>
          <p:nvPr/>
        </p:nvSpPr>
        <p:spPr>
          <a:xfrm>
            <a:off x="914400" y="2857500"/>
            <a:ext cx="8058150" cy="4191000"/>
          </a:xfrm>
          <a:prstGeom prst="roundRect">
            <a:avLst>
              <a:gd name="adj" fmla="val 6364"/>
            </a:avLst>
          </a:prstGeom>
          <a:solidFill>
            <a:srgbClr val="F3DFB8"/>
          </a:solidFill>
          <a:ln/>
        </p:spPr>
      </p:sp>
      <p:sp>
        <p:nvSpPr>
          <p:cNvPr id="4" name="Shape 2"/>
          <p:cNvSpPr/>
          <p:nvPr/>
        </p:nvSpPr>
        <p:spPr>
          <a:xfrm>
            <a:off x="914400" y="2857500"/>
            <a:ext cx="133350" cy="4191000"/>
          </a:xfrm>
          <a:prstGeom prst="roundRect">
            <a:avLst>
              <a:gd name="adj" fmla="val 50000"/>
            </a:avLst>
          </a:prstGeom>
          <a:solidFill>
            <a:srgbClr val="B45309"/>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050" dirty="0" spc="-96" kern="0">
                <a:solidFill>
                  <a:srgbClr val="B45309"/>
                </a:solidFill>
                <a:latin typeface="Bricolage Grotesque ExtraBold" pitchFamily="34" charset="0"/>
                <a:ea typeface="Bricolage Grotesque ExtraBold" pitchFamily="34" charset="-122"/>
                <a:cs typeface="Bricolage Grotesque ExtraBold" pitchFamily="34" charset="-120"/>
              </a:rPr>
              <a:t>Tám</a:t>
            </a:r>
            <a:r>
              <a:rPr lang="en-US" sz="4050" dirty="0" spc="-10" kern="0">
                <a:solidFill>
                  <a:srgbClr val="B45309"/>
                </a:solidFill>
                <a:latin typeface="Bricolage Grotesque ExtraBold" pitchFamily="34" charset="0"/>
                <a:ea typeface="Bricolage Grotesque ExtraBold" pitchFamily="34" charset="-122"/>
                <a:cs typeface="Bricolage Grotesque ExtraBold" pitchFamily="34" charset="-120"/>
              </a:rPr>
              <a:t> repo</a:t>
            </a:r>
            <a:r>
              <a:rPr lang="en-US" sz="4050" dirty="0" spc="-4" kern="0">
                <a:solidFill>
                  <a:srgbClr val="B45309"/>
                </a:solidFill>
                <a:latin typeface="Bricolage Grotesque ExtraBold" pitchFamily="34" charset="0"/>
                <a:ea typeface="Bricolage Grotesque ExtraBold" pitchFamily="34" charset="-122"/>
                <a:cs typeface="Bricolage Grotesque ExtraBold" pitchFamily="34" charset="-120"/>
              </a:rPr>
              <a:t> có</a:t>
            </a:r>
            <a:r>
              <a:rPr lang="en-US" sz="4050" dirty="0" spc="-27" kern="0">
                <a:solidFill>
                  <a:srgbClr val="B45309"/>
                </a:solidFill>
                <a:latin typeface="Bricolage Grotesque ExtraBold" pitchFamily="34" charset="0"/>
                <a:ea typeface="Bricolage Grotesque ExtraBold" pitchFamily="34" charset="-122"/>
                <a:cs typeface="Bricolage Grotesque ExtraBold" pitchFamily="34" charset="-120"/>
              </a:rPr>
              <a:t> lớp</a:t>
            </a:r>
            <a:r>
              <a:rPr lang="en-US" sz="4050" dirty="0" spc="-19" kern="0">
                <a:solidFill>
                  <a:srgbClr val="B45309"/>
                </a:solidFill>
                <a:latin typeface="Bricolage Grotesque ExtraBold" pitchFamily="34" charset="0"/>
                <a:ea typeface="Bricolage Grotesque ExtraBold" pitchFamily="34" charset="-122"/>
                <a:cs typeface="Bricolage Grotesque ExtraBold" pitchFamily="34" charset="-120"/>
              </a:rPr>
              <a:t> trả</a:t>
            </a:r>
            <a:r>
              <a:rPr lang="en-US" sz="4050" dirty="0" spc="1" kern="0">
                <a:solidFill>
                  <a:srgbClr val="B45309"/>
                </a:solidFill>
                <a:latin typeface="Bricolage Grotesque ExtraBold" pitchFamily="34" charset="0"/>
                <a:ea typeface="Bricolage Grotesque ExtraBold" pitchFamily="34" charset="-122"/>
                <a:cs typeface="Bricolage Grotesque ExtraBold" pitchFamily="34" charset="-120"/>
              </a:rPr>
              <a:t> phí</a:t>
            </a:r>
            <a:endParaRPr lang="en-US" sz="4050" dirty="0"/>
          </a:p>
        </p:txBody>
      </p:sp>
      <p:sp>
        <p:nvSpPr>
          <p:cNvPr id="6" name="Text 4"/>
          <p:cNvSpPr/>
          <p:nvPr/>
        </p:nvSpPr>
        <p:spPr>
          <a:xfrm>
            <a:off x="1371600" y="4286250"/>
            <a:ext cx="7143750" cy="2286000"/>
          </a:xfrm>
          <a:prstGeom prst="rect">
            <a:avLst/>
          </a:prstGeom>
          <a:noFill/>
          <a:ln/>
        </p:spPr>
        <p:txBody>
          <a:bodyPr wrap="square" lIns="0" tIns="17002" rIns="0" bIns="-17002" rtlCol="0" anchor="t"/>
          <a:lstStyle/>
          <a:p>
            <a:pPr algn="l" indent="0" marL="0">
              <a:lnSpc>
                <a:spcPts val="4095"/>
              </a:lnSpc>
              <a:buNone/>
            </a:pPr>
            <a:r>
              <a:rPr lang="en-US" sz="3150" dirty="0" spc="-13" kern="0">
                <a:solidFill>
                  <a:srgbClr val="14161C"/>
                </a:solidFill>
                <a:latin typeface="Be Vietnam Pro" pitchFamily="34" charset="0"/>
                <a:ea typeface="Be Vietnam Pro" pitchFamily="34" charset="-122"/>
                <a:cs typeface="Be Vietnam Pro" pitchFamily="34" charset="-120"/>
              </a:rPr>
              <a:t>Superpowers,</a:t>
            </a:r>
            <a:r>
              <a:rPr lang="en-US" sz="3150" dirty="0" spc="3" kern="0">
                <a:solidFill>
                  <a:srgbClr val="14161C"/>
                </a:solidFill>
                <a:latin typeface="Be Vietnam Pro" pitchFamily="34" charset="0"/>
                <a:ea typeface="Be Vietnam Pro" pitchFamily="34" charset="-122"/>
                <a:cs typeface="Be Vietnam Pro" pitchFamily="34" charset="-120"/>
              </a:rPr>
              <a:t> ECC,</a:t>
            </a:r>
            <a:r>
              <a:rPr lang="en-US" sz="3150" dirty="0" spc="-12" kern="0">
                <a:solidFill>
                  <a:srgbClr val="14161C"/>
                </a:solidFill>
                <a:latin typeface="Be Vietnam Pro" pitchFamily="34" charset="0"/>
                <a:ea typeface="Be Vietnam Pro" pitchFamily="34" charset="-122"/>
                <a:cs typeface="Be Vietnam Pro" pitchFamily="34" charset="-120"/>
              </a:rPr>
              <a:t> Graphify,</a:t>
            </a:r>
            <a:r>
              <a:rPr lang="en-US" sz="3150" dirty="0" spc="0" kern="0">
                <a:solidFill>
                  <a:srgbClr val="14161C"/>
                </a:solidFill>
                <a:latin typeface="Be Vietnam Pro" pitchFamily="34" charset="0"/>
                <a:ea typeface="Be Vietnam Pro" pitchFamily="34" charset="-122"/>
                <a:cs typeface="Be Vietnam Pro" pitchFamily="34" charset="-120"/>
              </a:rPr>
              <a:t> Claude-Mem,</a:t>
            </a:r>
            <a:r>
              <a:rPr lang="en-US" sz="3150" dirty="0" spc="-13" kern="0">
                <a:solidFill>
                  <a:srgbClr val="14161C"/>
                </a:solidFill>
                <a:latin typeface="Be Vietnam Pro" pitchFamily="34" charset="0"/>
                <a:ea typeface="Be Vietnam Pro" pitchFamily="34" charset="-122"/>
                <a:cs typeface="Be Vietnam Pro" pitchFamily="34" charset="-120"/>
              </a:rPr>
              <a:t> Caveman,</a:t>
            </a:r>
            <a:r>
              <a:rPr lang="en-US" sz="3150" dirty="0" spc="-16" kern="0">
                <a:solidFill>
                  <a:srgbClr val="14161C"/>
                </a:solidFill>
                <a:latin typeface="Be Vietnam Pro" pitchFamily="34" charset="0"/>
                <a:ea typeface="Be Vietnam Pro" pitchFamily="34" charset="-122"/>
                <a:cs typeface="Be Vietnam Pro" pitchFamily="34" charset="-120"/>
              </a:rPr>
              <a:t> Headroom,</a:t>
            </a:r>
            <a:r>
              <a:rPr lang="en-US" sz="3150" dirty="0" spc="-2" kern="0">
                <a:solidFill>
                  <a:srgbClr val="14161C"/>
                </a:solidFill>
                <a:latin typeface="Be Vietnam Pro" pitchFamily="34" charset="0"/>
                <a:ea typeface="Be Vietnam Pro" pitchFamily="34" charset="-122"/>
                <a:cs typeface="Be Vietnam Pro" pitchFamily="34" charset="-120"/>
              </a:rPr>
              <a:t> UI</a:t>
            </a:r>
            <a:r>
              <a:rPr lang="en-US" sz="3150" dirty="0" spc="1" kern="0">
                <a:solidFill>
                  <a:srgbClr val="14161C"/>
                </a:solidFill>
                <a:latin typeface="Be Vietnam Pro" pitchFamily="34" charset="0"/>
                <a:ea typeface="Be Vietnam Pro" pitchFamily="34" charset="-122"/>
                <a:cs typeface="Be Vietnam Pro" pitchFamily="34" charset="-120"/>
              </a:rPr>
              <a:t> UX</a:t>
            </a:r>
            <a:r>
              <a:rPr lang="en-US" sz="3150" dirty="0" spc="-32" kern="0">
                <a:solidFill>
                  <a:srgbClr val="14161C"/>
                </a:solidFill>
                <a:latin typeface="Be Vietnam Pro" pitchFamily="34" charset="0"/>
                <a:ea typeface="Be Vietnam Pro" pitchFamily="34" charset="-122"/>
                <a:cs typeface="Be Vietnam Pro" pitchFamily="34" charset="-120"/>
              </a:rPr>
              <a:t> Pro</a:t>
            </a:r>
            <a:r>
              <a:rPr lang="en-US" sz="3150" dirty="0" spc="0" kern="0">
                <a:solidFill>
                  <a:srgbClr val="14161C"/>
                </a:solidFill>
                <a:latin typeface="Be Vietnam Pro" pitchFamily="34" charset="0"/>
                <a:ea typeface="Be Vietnam Pro" pitchFamily="34" charset="-122"/>
                <a:cs typeface="Be Vietnam Pro" pitchFamily="34" charset="-120"/>
              </a:rPr>
              <a:t> Max,</a:t>
            </a:r>
            <a:r>
              <a:rPr lang="en-US" sz="3150" dirty="0" spc="-19" kern="0">
                <a:solidFill>
                  <a:srgbClr val="14161C"/>
                </a:solidFill>
                <a:latin typeface="Be Vietnam Pro" pitchFamily="34" charset="0"/>
                <a:ea typeface="Be Vietnam Pro" pitchFamily="34" charset="-122"/>
                <a:cs typeface="Be Vietnam Pro" pitchFamily="34" charset="-120"/>
              </a:rPr>
              <a:t> Marketing</a:t>
            </a:r>
            <a:r>
              <a:rPr lang="en-US" sz="3150" dirty="0" spc="0" kern="0">
                <a:solidFill>
                  <a:srgbClr val="14161C"/>
                </a:solidFill>
                <a:latin typeface="Be Vietnam Pro" pitchFamily="34" charset="0"/>
                <a:ea typeface="Be Vietnam Pro" pitchFamily="34" charset="-122"/>
                <a:cs typeface="Be Vietnam Pro" pitchFamily="34" charset="-120"/>
              </a:rPr>
              <a:t> Skills.</a:t>
            </a:r>
            <a:endParaRPr lang="en-US" sz="3150" dirty="0"/>
          </a:p>
        </p:txBody>
      </p:sp>
      <p:sp>
        <p:nvSpPr>
          <p:cNvPr id="7" name="Shape 5"/>
          <p:cNvSpPr/>
          <p:nvPr/>
        </p:nvSpPr>
        <p:spPr>
          <a:xfrm>
            <a:off x="9315450" y="2857500"/>
            <a:ext cx="8058150" cy="4191000"/>
          </a:xfrm>
          <a:prstGeom prst="roundRect">
            <a:avLst>
              <a:gd name="adj" fmla="val 6364"/>
            </a:avLst>
          </a:prstGeom>
          <a:solidFill>
            <a:srgbClr val="CFE8E2"/>
          </a:solidFill>
          <a:ln/>
        </p:spPr>
      </p:sp>
      <p:sp>
        <p:nvSpPr>
          <p:cNvPr id="8" name="Shape 6"/>
          <p:cNvSpPr/>
          <p:nvPr/>
        </p:nvSpPr>
        <p:spPr>
          <a:xfrm>
            <a:off x="9315450" y="2857500"/>
            <a:ext cx="133350" cy="4191000"/>
          </a:xfrm>
          <a:prstGeom prst="roundRect">
            <a:avLst>
              <a:gd name="adj" fmla="val 50000"/>
            </a:avLst>
          </a:prstGeom>
          <a:solidFill>
            <a:srgbClr val="0F766E"/>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spc="1" kern="0">
                <a:solidFill>
                  <a:srgbClr val="0F766E"/>
                </a:solidFill>
                <a:latin typeface="Bricolage Grotesque ExtraBold" pitchFamily="34" charset="0"/>
                <a:ea typeface="Bricolage Grotesque ExtraBold" pitchFamily="34" charset="-122"/>
                <a:cs typeface="Bricolage Grotesque ExtraBold" pitchFamily="34" charset="-120"/>
              </a:rPr>
              <a:t>Giấy</a:t>
            </a:r>
            <a:r>
              <a:rPr lang="en-US" sz="4200" dirty="0" spc="4" kern="0">
                <a:solidFill>
                  <a:srgbClr val="0F766E"/>
                </a:solidFill>
                <a:latin typeface="Bricolage Grotesque ExtraBold" pitchFamily="34" charset="0"/>
                <a:ea typeface="Bricolage Grotesque ExtraBold" pitchFamily="34" charset="-122"/>
                <a:cs typeface="Bricolage Grotesque ExtraBold" pitchFamily="34" charset="-120"/>
              </a:rPr>
              <a:t> phép</a:t>
            </a:r>
            <a:r>
              <a:rPr lang="en-US" sz="4200" dirty="0" spc="1" kern="0">
                <a:solidFill>
                  <a:srgbClr val="0F766E"/>
                </a:solidFill>
                <a:latin typeface="Bricolage Grotesque ExtraBold" pitchFamily="34" charset="0"/>
                <a:ea typeface="Bricolage Grotesque ExtraBold" pitchFamily="34" charset="-122"/>
                <a:cs typeface="Bricolage Grotesque ExtraBold" pitchFamily="34" charset="-120"/>
              </a:rPr>
              <a:t> cần</a:t>
            </a:r>
            <a:r>
              <a:rPr lang="en-US" sz="4200" dirty="0" spc="8" kern="0">
                <a:solidFill>
                  <a:srgbClr val="0F766E"/>
                </a:solidFill>
                <a:latin typeface="Bricolage Grotesque ExtraBold" pitchFamily="34" charset="0"/>
                <a:ea typeface="Bricolage Grotesque ExtraBold" pitchFamily="34" charset="-122"/>
                <a:cs typeface="Bricolage Grotesque ExtraBold" pitchFamily="34" charset="-120"/>
              </a:rPr>
              <a:t> đọc</a:t>
            </a:r>
            <a:r>
              <a:rPr lang="en-US" sz="4200" dirty="0" spc="0" kern="0">
                <a:solidFill>
                  <a:srgbClr val="0F766E"/>
                </a:solidFill>
                <a:latin typeface="Bricolage Grotesque ExtraBold" pitchFamily="34" charset="0"/>
                <a:ea typeface="Bricolage Grotesque ExtraBold" pitchFamily="34" charset="-122"/>
                <a:cs typeface="Bricolage Grotesque ExtraBold" pitchFamily="34" charset="-120"/>
              </a:rPr>
              <a:t> kỹ</a:t>
            </a:r>
            <a:endParaRPr lang="en-US" sz="4200" dirty="0"/>
          </a:p>
        </p:txBody>
      </p:sp>
      <p:sp>
        <p:nvSpPr>
          <p:cNvPr id="10" name="Text 8"/>
          <p:cNvSpPr/>
          <p:nvPr/>
        </p:nvSpPr>
        <p:spPr>
          <a:xfrm>
            <a:off x="9772650" y="4286250"/>
            <a:ext cx="7143750" cy="2286000"/>
          </a:xfrm>
          <a:prstGeom prst="rect">
            <a:avLst/>
          </a:prstGeom>
          <a:noFill/>
          <a:ln/>
        </p:spPr>
        <p:txBody>
          <a:bodyPr wrap="square" lIns="0" tIns="17002" rIns="0" bIns="-17002" rtlCol="0" anchor="t"/>
          <a:lstStyle/>
          <a:p>
            <a:pPr algn="l" indent="0" marL="0">
              <a:lnSpc>
                <a:spcPts val="4095"/>
              </a:lnSpc>
              <a:buNone/>
            </a:pPr>
            <a:r>
              <a:rPr lang="en-US" sz="3150" dirty="0" spc="-18" kern="0">
                <a:solidFill>
                  <a:srgbClr val="14161C"/>
                </a:solidFill>
                <a:latin typeface="Be Vietnam Pro" pitchFamily="34" charset="0"/>
                <a:ea typeface="Be Vietnam Pro" pitchFamily="34" charset="-122"/>
                <a:cs typeface="Be Vietnam Pro" pitchFamily="34" charset="-120"/>
              </a:rPr>
              <a:t>OpenMontage</a:t>
            </a:r>
            <a:r>
              <a:rPr lang="en-US" sz="3150" dirty="0" spc="2" kern="0">
                <a:solidFill>
                  <a:srgbClr val="14161C"/>
                </a:solidFill>
                <a:latin typeface="Be Vietnam Pro" pitchFamily="34" charset="0"/>
                <a:ea typeface="Be Vietnam Pro" pitchFamily="34" charset="-122"/>
                <a:cs typeface="Be Vietnam Pro" pitchFamily="34" charset="-120"/>
              </a:rPr>
              <a:t> dùng</a:t>
            </a:r>
            <a:r>
              <a:rPr lang="en-US" sz="3150" dirty="0" spc="1" kern="0">
                <a:solidFill>
                  <a:srgbClr val="14161C"/>
                </a:solidFill>
                <a:latin typeface="Be Vietnam Pro" pitchFamily="34" charset="0"/>
                <a:ea typeface="Be Vietnam Pro" pitchFamily="34" charset="-122"/>
                <a:cs typeface="Be Vietnam Pro" pitchFamily="34" charset="-120"/>
              </a:rPr>
              <a:t> GNU</a:t>
            </a:r>
            <a:r>
              <a:rPr lang="en-US" sz="3150" dirty="0" spc="-40" kern="0">
                <a:solidFill>
                  <a:srgbClr val="14161C"/>
                </a:solidFill>
                <a:latin typeface="Be Vietnam Pro" pitchFamily="34" charset="0"/>
                <a:ea typeface="Be Vietnam Pro" pitchFamily="34" charset="-122"/>
                <a:cs typeface="Be Vietnam Pro" pitchFamily="34" charset="-120"/>
              </a:rPr>
              <a:t> AGPLv3;</a:t>
            </a:r>
            <a:r>
              <a:rPr lang="en-US" sz="3150" dirty="0" spc="0" kern="0">
                <a:solidFill>
                  <a:srgbClr val="14161C"/>
                </a:solidFill>
                <a:latin typeface="Be Vietnam Pro" pitchFamily="34" charset="0"/>
                <a:ea typeface="Be Vietnam Pro" pitchFamily="34" charset="-122"/>
                <a:cs typeface="Be Vietnam Pro" pitchFamily="34" charset="-120"/>
              </a:rPr>
              <a:t> skill</a:t>
            </a:r>
            <a:r>
              <a:rPr lang="en-US" sz="3150" dirty="0" spc="-20" kern="0">
                <a:solidFill>
                  <a:srgbClr val="14161C"/>
                </a:solidFill>
                <a:latin typeface="Be Vietnam Pro" pitchFamily="34" charset="0"/>
                <a:ea typeface="Be Vietnam Pro" pitchFamily="34" charset="-122"/>
                <a:cs typeface="Be Vietnam Pro" pitchFamily="34" charset="-120"/>
              </a:rPr>
              <a:t> tài</a:t>
            </a:r>
            <a:r>
              <a:rPr lang="en-US" sz="3150" dirty="0" spc="0" kern="0">
                <a:solidFill>
                  <a:srgbClr val="14161C"/>
                </a:solidFill>
                <a:latin typeface="Be Vietnam Pro" pitchFamily="34" charset="0"/>
                <a:ea typeface="Be Vietnam Pro" pitchFamily="34" charset="-122"/>
                <a:cs typeface="Be Vietnam Pro" pitchFamily="34" charset="-120"/>
              </a:rPr>
              <a:t> liệu của</a:t>
            </a:r>
            <a:r>
              <a:rPr lang="en-US" sz="3150" dirty="0" spc="-18" kern="0">
                <a:solidFill>
                  <a:srgbClr val="14161C"/>
                </a:solidFill>
                <a:latin typeface="Be Vietnam Pro" pitchFamily="34" charset="0"/>
                <a:ea typeface="Be Vietnam Pro" pitchFamily="34" charset="-122"/>
                <a:cs typeface="Be Vietnam Pro" pitchFamily="34" charset="-120"/>
              </a:rPr>
              <a:t> Anthropic</a:t>
            </a:r>
            <a:r>
              <a:rPr lang="en-US" sz="3150" dirty="0" spc="-2" kern="0">
                <a:solidFill>
                  <a:srgbClr val="14161C"/>
                </a:solidFill>
                <a:latin typeface="Be Vietnam Pro" pitchFamily="34" charset="0"/>
                <a:ea typeface="Be Vietnam Pro" pitchFamily="34" charset="-122"/>
                <a:cs typeface="Be Vietnam Pro" pitchFamily="34" charset="-120"/>
              </a:rPr>
              <a:t> là</a:t>
            </a:r>
            <a:r>
              <a:rPr lang="en-US" sz="3150" dirty="0" spc="-16" kern="0">
                <a:solidFill>
                  <a:srgbClr val="14161C"/>
                </a:solidFill>
                <a:latin typeface="Be Vietnam Pro" pitchFamily="34" charset="0"/>
                <a:ea typeface="Be Vietnam Pro" pitchFamily="34" charset="-122"/>
                <a:cs typeface="Be Vietnam Pro" pitchFamily="34" charset="-120"/>
              </a:rPr>
              <a:t> source-available;</a:t>
            </a:r>
            <a:r>
              <a:rPr lang="en-US" sz="3150" dirty="0" spc="-1" kern="0">
                <a:solidFill>
                  <a:srgbClr val="14161C"/>
                </a:solidFill>
                <a:latin typeface="Be Vietnam Pro" pitchFamily="34" charset="0"/>
                <a:ea typeface="Be Vietnam Pro" pitchFamily="34" charset="-122"/>
                <a:cs typeface="Be Vietnam Pro" pitchFamily="34" charset="-120"/>
              </a:rPr>
              <a:t> hai</a:t>
            </a:r>
            <a:r>
              <a:rPr lang="en-US" sz="3150" dirty="0" spc="-29" kern="0">
                <a:solidFill>
                  <a:srgbClr val="14161C"/>
                </a:solidFill>
                <a:latin typeface="Be Vietnam Pro" pitchFamily="34" charset="0"/>
                <a:ea typeface="Be Vietnam Pro" pitchFamily="34" charset="-122"/>
                <a:cs typeface="Be Vietnam Pro" pitchFamily="34" charset="-120"/>
              </a:rPr>
              <a:t> repo</a:t>
            </a:r>
            <a:r>
              <a:rPr lang="en-US" sz="3150" dirty="0" spc="1" kern="0">
                <a:solidFill>
                  <a:srgbClr val="14161C"/>
                </a:solidFill>
                <a:latin typeface="Be Vietnam Pro" pitchFamily="34" charset="0"/>
                <a:ea typeface="Be Vietnam Pro" pitchFamily="34" charset="-122"/>
                <a:cs typeface="Be Vietnam Pro" pitchFamily="34" charset="-120"/>
              </a:rPr>
              <a:t> không</a:t>
            </a:r>
            <a:r>
              <a:rPr lang="en-US" sz="3150" dirty="0" spc="3" kern="0">
                <a:solidFill>
                  <a:srgbClr val="14161C"/>
                </a:solidFill>
                <a:latin typeface="Be Vietnam Pro" pitchFamily="34" charset="0"/>
                <a:ea typeface="Be Vietnam Pro" pitchFamily="34" charset="-122"/>
                <a:cs typeface="Be Vietnam Pro" pitchFamily="34" charset="-120"/>
              </a:rPr>
              <a:t> có</a:t>
            </a:r>
            <a:r>
              <a:rPr lang="en-US" sz="3150" dirty="0" spc="2" kern="0">
                <a:solidFill>
                  <a:srgbClr val="14161C"/>
                </a:solidFill>
                <a:latin typeface="Be Vietnam Pro" pitchFamily="34" charset="0"/>
                <a:ea typeface="Be Vietnam Pro" pitchFamily="34" charset="-122"/>
                <a:cs typeface="Be Vietnam Pro" pitchFamily="34" charset="-120"/>
              </a:rPr>
              <a:t> LICENSE</a:t>
            </a:r>
            <a:r>
              <a:rPr lang="en-US" sz="3150" dirty="0" spc="3" kern="0">
                <a:solidFill>
                  <a:srgbClr val="14161C"/>
                </a:solidFill>
                <a:latin typeface="Be Vietnam Pro" pitchFamily="34" charset="0"/>
                <a:ea typeface="Be Vietnam Pro" pitchFamily="34" charset="-122"/>
                <a:cs typeface="Be Vietnam Pro" pitchFamily="34" charset="-120"/>
              </a:rPr>
              <a:t> ở</a:t>
            </a:r>
            <a:r>
              <a:rPr lang="en-US" sz="3150" dirty="0" spc="-14" kern="0">
                <a:solidFill>
                  <a:srgbClr val="14161C"/>
                </a:solidFill>
                <a:latin typeface="Be Vietnam Pro" pitchFamily="34" charset="0"/>
                <a:ea typeface="Be Vietnam Pro" pitchFamily="34" charset="-122"/>
                <a:cs typeface="Be Vietnam Pro" pitchFamily="34" charset="-120"/>
              </a:rPr>
              <a:t> gốc.</a:t>
            </a:r>
            <a:endParaRPr lang="en-US" sz="3150"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850" dirty="0" spc="1" kern="0">
                <a:solidFill>
                  <a:srgbClr val="14161C"/>
                </a:solidFill>
                <a:latin typeface="Be Vietnam Pro SemiBold" pitchFamily="34" charset="0"/>
                <a:ea typeface="Be Vietnam Pro SemiBold" pitchFamily="34" charset="-122"/>
                <a:cs typeface="Be Vietnam Pro SemiBold" pitchFamily="34" charset="-120"/>
              </a:rPr>
              <a:t>Chi</a:t>
            </a:r>
            <a:r>
              <a:rPr lang="en-US" sz="2850" dirty="0" spc="-2" kern="0">
                <a:solidFill>
                  <a:srgbClr val="14161C"/>
                </a:solidFill>
                <a:latin typeface="Be Vietnam Pro SemiBold" pitchFamily="34" charset="0"/>
                <a:ea typeface="Be Vietnam Pro SemiBold" pitchFamily="34" charset="-122"/>
                <a:cs typeface="Be Vietnam Pro SemiBold" pitchFamily="34" charset="-120"/>
              </a:rPr>
              <a:t> phí</a:t>
            </a:r>
            <a:r>
              <a:rPr lang="en-US" sz="2850" dirty="0" spc="2" kern="0">
                <a:solidFill>
                  <a:srgbClr val="14161C"/>
                </a:solidFill>
                <a:latin typeface="Be Vietnam Pro SemiBold" pitchFamily="34" charset="0"/>
                <a:ea typeface="Be Vietnam Pro SemiBold" pitchFamily="34" charset="-122"/>
                <a:cs typeface="Be Vietnam Pro SemiBold" pitchFamily="34" charset="-120"/>
              </a:rPr>
              <a:t> khác:</a:t>
            </a:r>
            <a:r>
              <a:rPr lang="en-US" sz="2850" dirty="0" spc="-29" kern="0">
                <a:solidFill>
                  <a:srgbClr val="14161C"/>
                </a:solidFill>
                <a:latin typeface="Be Vietnam Pro SemiBold" pitchFamily="34" charset="0"/>
                <a:ea typeface="Be Vietnam Pro SemiBold" pitchFamily="34" charset="-122"/>
                <a:cs typeface="Be Vietnam Pro SemiBold" pitchFamily="34" charset="-120"/>
              </a:rPr>
              <a:t> token</a:t>
            </a:r>
            <a:r>
              <a:rPr lang="en-US" sz="2850" dirty="0" spc="-37" kern="0">
                <a:solidFill>
                  <a:srgbClr val="14161C"/>
                </a:solidFill>
                <a:latin typeface="Be Vietnam Pro SemiBold" pitchFamily="34" charset="0"/>
                <a:ea typeface="Be Vietnam Pro SemiBold" pitchFamily="34" charset="-122"/>
                <a:cs typeface="Be Vietnam Pro SemiBold" pitchFamily="34" charset="-120"/>
              </a:rPr>
              <a:t> (Taste),</a:t>
            </a:r>
            <a:r>
              <a:rPr lang="en-US" sz="2850" dirty="0" spc="0" kern="0">
                <a:solidFill>
                  <a:srgbClr val="14161C"/>
                </a:solidFill>
                <a:latin typeface="Be Vietnam Pro SemiBold" pitchFamily="34" charset="0"/>
                <a:ea typeface="Be Vietnam Pro SemiBold" pitchFamily="34" charset="-122"/>
                <a:cs typeface="Be Vietnam Pro SemiBold" pitchFamily="34" charset="-120"/>
              </a:rPr>
              <a:t> API</a:t>
            </a:r>
            <a:r>
              <a:rPr lang="en-US" sz="2850" dirty="0" spc="-4" kern="0">
                <a:solidFill>
                  <a:srgbClr val="14161C"/>
                </a:solidFill>
                <a:latin typeface="Be Vietnam Pro SemiBold" pitchFamily="34" charset="0"/>
                <a:ea typeface="Be Vietnam Pro SemiBold" pitchFamily="34" charset="-122"/>
                <a:cs typeface="Be Vietnam Pro SemiBold" pitchFamily="34" charset="-120"/>
              </a:rPr>
              <a:t> video</a:t>
            </a:r>
            <a:r>
              <a:rPr lang="en-US" sz="2850" dirty="0" spc="-10" kern="0">
                <a:solidFill>
                  <a:srgbClr val="14161C"/>
                </a:solidFill>
                <a:latin typeface="Be Vietnam Pro SemiBold" pitchFamily="34" charset="0"/>
                <a:ea typeface="Be Vietnam Pro SemiBold" pitchFamily="34" charset="-122"/>
                <a:cs typeface="Be Vietnam Pro SemiBold" pitchFamily="34" charset="-120"/>
              </a:rPr>
              <a:t> (OpenMontage),</a:t>
            </a:r>
            <a:r>
              <a:rPr lang="en-US" sz="2850" dirty="0" spc="-5" kern="0">
                <a:solidFill>
                  <a:srgbClr val="14161C"/>
                </a:solidFill>
                <a:latin typeface="Be Vietnam Pro SemiBold" pitchFamily="34" charset="0"/>
                <a:ea typeface="Be Vietnam Pro SemiBold" pitchFamily="34" charset="-122"/>
                <a:cs typeface="Be Vietnam Pro SemiBold" pitchFamily="34" charset="-120"/>
              </a:rPr>
              <a:t> khóa</a:t>
            </a:r>
            <a:r>
              <a:rPr lang="en-US" sz="2850" dirty="0" spc="-18" kern="0">
                <a:solidFill>
                  <a:srgbClr val="14161C"/>
                </a:solidFill>
                <a:latin typeface="Be Vietnam Pro SemiBold" pitchFamily="34" charset="0"/>
                <a:ea typeface="Be Vietnam Pro SemiBold" pitchFamily="34" charset="-122"/>
                <a:cs typeface="Be Vietnam Pro SemiBold" pitchFamily="34" charset="-120"/>
              </a:rPr>
              <a:t> và</a:t>
            </a:r>
            <a:r>
              <a:rPr lang="en-US" sz="2850" dirty="0" spc="8" kern="0">
                <a:solidFill>
                  <a:srgbClr val="14161C"/>
                </a:solidFill>
                <a:latin typeface="Be Vietnam Pro SemiBold" pitchFamily="34" charset="0"/>
                <a:ea typeface="Be Vietnam Pro SemiBold" pitchFamily="34" charset="-122"/>
                <a:cs typeface="Be Vietnam Pro SemiBold" pitchFamily="34" charset="-120"/>
              </a:rPr>
              <a:t> đăng</a:t>
            </a:r>
            <a:r>
              <a:rPr lang="en-US" sz="2850" dirty="0" spc="-1" kern="0">
                <a:solidFill>
                  <a:srgbClr val="14161C"/>
                </a:solidFill>
                <a:latin typeface="Be Vietnam Pro SemiBold" pitchFamily="34" charset="0"/>
                <a:ea typeface="Be Vietnam Pro SemiBold" pitchFamily="34" charset="-122"/>
                <a:cs typeface="Be Vietnam Pro SemiBold" pitchFamily="34" charset="-120"/>
              </a:rPr>
              <a:t> nhập</a:t>
            </a:r>
            <a:r>
              <a:rPr lang="en-US" sz="2850" dirty="0" spc="-17" kern="0">
                <a:solidFill>
                  <a:srgbClr val="14161C"/>
                </a:solidFill>
                <a:latin typeface="Be Vietnam Pro SemiBold" pitchFamily="34" charset="0"/>
                <a:ea typeface="Be Vietnam Pro SemiBold" pitchFamily="34" charset="-122"/>
                <a:cs typeface="Be Vietnam Pro SemiBold" pitchFamily="34" charset="-120"/>
              </a:rPr>
              <a:t> (Agent</a:t>
            </a:r>
            <a:r>
              <a:rPr lang="en-US" sz="2850" dirty="0" spc="-20" kern="0">
                <a:solidFill>
                  <a:srgbClr val="14161C"/>
                </a:solidFill>
                <a:latin typeface="Be Vietnam Pro SemiBold" pitchFamily="34" charset="0"/>
                <a:ea typeface="Be Vietnam Pro SemiBold" pitchFamily="34" charset="-122"/>
                <a:cs typeface="Be Vietnam Pro SemiBold" pitchFamily="34" charset="-120"/>
              </a:rPr>
              <a:t> Reach,</a:t>
            </a:r>
            <a:r>
              <a:rPr lang="en-US" sz="2850" dirty="0" spc="-23" kern="0">
                <a:solidFill>
                  <a:srgbClr val="14161C"/>
                </a:solidFill>
                <a:latin typeface="Be Vietnam Pro SemiBold" pitchFamily="34" charset="0"/>
                <a:ea typeface="Be Vietnam Pro SemiBold" pitchFamily="34" charset="-122"/>
                <a:cs typeface="Be Vietnam Pro SemiBold" pitchFamily="34" charset="-120"/>
              </a:rPr>
              <a:t> Last</a:t>
            </a:r>
            <a:r>
              <a:rPr lang="en-US" sz="2850" dirty="0" spc="-13" kern="0">
                <a:solidFill>
                  <a:srgbClr val="14161C"/>
                </a:solidFill>
                <a:latin typeface="Be Vietnam Pro SemiBold" pitchFamily="34" charset="0"/>
                <a:ea typeface="Be Vietnam Pro SemiBold" pitchFamily="34" charset="-122"/>
                <a:cs typeface="Be Vietnam Pro SemiBold" pitchFamily="34" charset="-120"/>
              </a:rPr>
              <a:t> 30</a:t>
            </a:r>
            <a:r>
              <a:rPr lang="en-US" sz="2850" dirty="0" spc="-11" kern="0">
                <a:solidFill>
                  <a:srgbClr val="14161C"/>
                </a:solidFill>
                <a:latin typeface="Be Vietnam Pro SemiBold" pitchFamily="34" charset="0"/>
                <a:ea typeface="Be Vietnam Pro SemiBold" pitchFamily="34" charset="-122"/>
                <a:cs typeface="Be Vietnam Pro SemiBold" pitchFamily="34" charset="-120"/>
              </a:rPr>
              <a:t> Days).</a:t>
            </a:r>
            <a:endParaRPr lang="en-US" sz="285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[S2]</a:t>
            </a:r>
            <a:r>
              <a:rPr lang="en-US" sz="1800" dirty="0" spc="3" kern="0">
                <a:solidFill>
                  <a:srgbClr val="6B6A66"/>
                </a:solidFill>
                <a:latin typeface="Be Vietnam Pro" pitchFamily="34" charset="0"/>
                <a:ea typeface="Be Vietnam Pro" pitchFamily="34" charset="-122"/>
                <a:cs typeface="Be Vietnam Pro" pitchFamily="34" charset="-120"/>
              </a:rPr>
              <a:t> [S4]</a:t>
            </a:r>
            <a:r>
              <a:rPr lang="en-US" sz="1800" dirty="0" spc="1" kern="0">
                <a:solidFill>
                  <a:srgbClr val="6B6A66"/>
                </a:solidFill>
                <a:latin typeface="Be Vietnam Pro" pitchFamily="34" charset="0"/>
                <a:ea typeface="Be Vietnam Pro" pitchFamily="34" charset="-122"/>
                <a:cs typeface="Be Vietnam Pro" pitchFamily="34" charset="-120"/>
              </a:rPr>
              <a:t> [S9]</a:t>
            </a:r>
            <a:r>
              <a:rPr lang="en-US" sz="1800" dirty="0" spc="3" kern="0">
                <a:solidFill>
                  <a:srgbClr val="6B6A66"/>
                </a:solidFill>
                <a:latin typeface="Be Vietnam Pro" pitchFamily="34" charset="0"/>
                <a:ea typeface="Be Vietnam Pro" pitchFamily="34" charset="-122"/>
                <a:cs typeface="Be Vietnam Pro" pitchFamily="34" charset="-120"/>
              </a:rPr>
              <a:t> [S16]</a:t>
            </a:r>
            <a:r>
              <a:rPr lang="en-US" sz="1800" dirty="0" spc="2" kern="0">
                <a:solidFill>
                  <a:srgbClr val="6B6A66"/>
                </a:solidFill>
                <a:latin typeface="Be Vietnam Pro" pitchFamily="34" charset="0"/>
                <a:ea typeface="Be Vietnam Pro" pitchFamily="34" charset="-122"/>
                <a:cs typeface="Be Vietnam Pro" pitchFamily="34" charset="-120"/>
              </a:rPr>
              <a:t> [S15] [S17] [S20] [S31]</a:t>
            </a:r>
            <a:endParaRPr lang="en-US" sz="1800" dirty="0"/>
          </a:p>
        </p:txBody>
      </p:sp>
      <p:sp>
        <p:nvSpPr>
          <p:cNvPr id="14" name="Shape 12"/>
          <p:cNvSpPr/>
          <p:nvPr/>
        </p:nvSpPr>
        <p:spPr>
          <a:xfrm>
            <a:off x="958561" y="9578686"/>
            <a:ext cx="83127" cy="83127"/>
          </a:xfrm>
          <a:prstGeom prst="ellipse">
            <a:avLst/>
          </a:prstGeom>
          <a:solidFill>
            <a:srgbClr val="14161C">
              <a:alpha val="28000"/>
            </a:srgbClr>
          </a:solidFill>
          <a:ln/>
        </p:spPr>
      </p:sp>
      <p:sp>
        <p:nvSpPr>
          <p:cNvPr id="15" name="Shape 13"/>
          <p:cNvSpPr/>
          <p:nvPr/>
        </p:nvSpPr>
        <p:spPr>
          <a:xfrm>
            <a:off x="1124815" y="9578686"/>
            <a:ext cx="83127" cy="83127"/>
          </a:xfrm>
          <a:prstGeom prst="ellipse">
            <a:avLst/>
          </a:prstGeom>
          <a:solidFill>
            <a:srgbClr val="14161C">
              <a:alpha val="28000"/>
            </a:srgbClr>
          </a:solidFill>
          <a:ln/>
        </p:spPr>
      </p:sp>
      <p:sp>
        <p:nvSpPr>
          <p:cNvPr id="16" name="Shape 14"/>
          <p:cNvSpPr/>
          <p:nvPr/>
        </p:nvSpPr>
        <p:spPr>
          <a:xfrm>
            <a:off x="1291070" y="9578686"/>
            <a:ext cx="83127" cy="83127"/>
          </a:xfrm>
          <a:prstGeom prst="ellipse">
            <a:avLst/>
          </a:prstGeom>
          <a:solidFill>
            <a:srgbClr val="14161C">
              <a:alpha val="28000"/>
            </a:srgbClr>
          </a:solidFill>
          <a:ln/>
        </p:spPr>
      </p:sp>
      <p:sp>
        <p:nvSpPr>
          <p:cNvPr id="17" name="Shape 15"/>
          <p:cNvSpPr/>
          <p:nvPr/>
        </p:nvSpPr>
        <p:spPr>
          <a:xfrm>
            <a:off x="1457324" y="9578686"/>
            <a:ext cx="83127" cy="83127"/>
          </a:xfrm>
          <a:prstGeom prst="ellipse">
            <a:avLst/>
          </a:prstGeom>
          <a:solidFill>
            <a:srgbClr val="14161C">
              <a:alpha val="28000"/>
            </a:srgbClr>
          </a:solidFill>
          <a:ln/>
        </p:spPr>
      </p:sp>
      <p:sp>
        <p:nvSpPr>
          <p:cNvPr id="18" name="Shape 16"/>
          <p:cNvSpPr/>
          <p:nvPr/>
        </p:nvSpPr>
        <p:spPr>
          <a:xfrm>
            <a:off x="1623578" y="9578686"/>
            <a:ext cx="83127" cy="83127"/>
          </a:xfrm>
          <a:prstGeom prst="ellipse">
            <a:avLst/>
          </a:prstGeom>
          <a:solidFill>
            <a:srgbClr val="14161C">
              <a:alpha val="28000"/>
            </a:srgbClr>
          </a:solidFill>
          <a:ln/>
        </p:spPr>
      </p:sp>
      <p:sp>
        <p:nvSpPr>
          <p:cNvPr id="19" name="Shape 17"/>
          <p:cNvSpPr/>
          <p:nvPr/>
        </p:nvSpPr>
        <p:spPr>
          <a:xfrm>
            <a:off x="1789832" y="9578686"/>
            <a:ext cx="83127" cy="83127"/>
          </a:xfrm>
          <a:prstGeom prst="ellipse">
            <a:avLst/>
          </a:prstGeom>
          <a:solidFill>
            <a:srgbClr val="14161C">
              <a:alpha val="28000"/>
            </a:srgbClr>
          </a:solidFill>
          <a:ln/>
        </p:spPr>
      </p:sp>
      <p:sp>
        <p:nvSpPr>
          <p:cNvPr id="20" name="Shape 18"/>
          <p:cNvSpPr/>
          <p:nvPr/>
        </p:nvSpPr>
        <p:spPr>
          <a:xfrm>
            <a:off x="1956086" y="9578686"/>
            <a:ext cx="83127" cy="83127"/>
          </a:xfrm>
          <a:prstGeom prst="ellipse">
            <a:avLst/>
          </a:prstGeom>
          <a:solidFill>
            <a:srgbClr val="14161C">
              <a:alpha val="28000"/>
            </a:srgbClr>
          </a:solidFill>
          <a:ln/>
        </p:spPr>
      </p:sp>
      <p:sp>
        <p:nvSpPr>
          <p:cNvPr id="21" name="Shape 19"/>
          <p:cNvSpPr/>
          <p:nvPr/>
        </p:nvSpPr>
        <p:spPr>
          <a:xfrm>
            <a:off x="2122340" y="9578686"/>
            <a:ext cx="83127" cy="83127"/>
          </a:xfrm>
          <a:prstGeom prst="ellipse">
            <a:avLst/>
          </a:prstGeom>
          <a:solidFill>
            <a:srgbClr val="14161C">
              <a:alpha val="28000"/>
            </a:srgbClr>
          </a:solidFill>
          <a:ln/>
        </p:spPr>
      </p:sp>
      <p:sp>
        <p:nvSpPr>
          <p:cNvPr id="22" name="Shape 20"/>
          <p:cNvSpPr/>
          <p:nvPr/>
        </p:nvSpPr>
        <p:spPr>
          <a:xfrm>
            <a:off x="2288594" y="9578686"/>
            <a:ext cx="83127" cy="83127"/>
          </a:xfrm>
          <a:prstGeom prst="ellipse">
            <a:avLst/>
          </a:prstGeom>
          <a:solidFill>
            <a:srgbClr val="14161C">
              <a:alpha val="28000"/>
            </a:srgbClr>
          </a:solidFill>
          <a:ln/>
        </p:spPr>
      </p:sp>
      <p:sp>
        <p:nvSpPr>
          <p:cNvPr id="23" name="Shape 21"/>
          <p:cNvSpPr/>
          <p:nvPr/>
        </p:nvSpPr>
        <p:spPr>
          <a:xfrm>
            <a:off x="2454848" y="9578686"/>
            <a:ext cx="83127" cy="83127"/>
          </a:xfrm>
          <a:prstGeom prst="ellipse">
            <a:avLst/>
          </a:prstGeom>
          <a:solidFill>
            <a:srgbClr val="14161C">
              <a:alpha val="28000"/>
            </a:srgbClr>
          </a:solidFill>
          <a:ln/>
        </p:spPr>
      </p:sp>
      <p:sp>
        <p:nvSpPr>
          <p:cNvPr id="24" name="Shape 22"/>
          <p:cNvSpPr/>
          <p:nvPr/>
        </p:nvSpPr>
        <p:spPr>
          <a:xfrm>
            <a:off x="2621102" y="9578686"/>
            <a:ext cx="83127" cy="83127"/>
          </a:xfrm>
          <a:prstGeom prst="ellipse">
            <a:avLst/>
          </a:prstGeom>
          <a:solidFill>
            <a:srgbClr val="14161C">
              <a:alpha val="28000"/>
            </a:srgbClr>
          </a:solidFill>
          <a:ln/>
        </p:spPr>
      </p:sp>
      <p:sp>
        <p:nvSpPr>
          <p:cNvPr id="25" name="Shape 23"/>
          <p:cNvSpPr/>
          <p:nvPr/>
        </p:nvSpPr>
        <p:spPr>
          <a:xfrm>
            <a:off x="2787357" y="9578686"/>
            <a:ext cx="83127" cy="83127"/>
          </a:xfrm>
          <a:prstGeom prst="ellipse">
            <a:avLst/>
          </a:prstGeom>
          <a:solidFill>
            <a:srgbClr val="14161C">
              <a:alpha val="28000"/>
            </a:srgbClr>
          </a:solidFill>
          <a:ln/>
        </p:spPr>
      </p:sp>
      <p:sp>
        <p:nvSpPr>
          <p:cNvPr id="26" name="Shape 24"/>
          <p:cNvSpPr/>
          <p:nvPr/>
        </p:nvSpPr>
        <p:spPr>
          <a:xfrm>
            <a:off x="2953611" y="9578686"/>
            <a:ext cx="83127" cy="83127"/>
          </a:xfrm>
          <a:prstGeom prst="ellipse">
            <a:avLst/>
          </a:prstGeom>
          <a:solidFill>
            <a:srgbClr val="14161C">
              <a:alpha val="28000"/>
            </a:srgbClr>
          </a:solidFill>
          <a:ln/>
        </p:spPr>
      </p:sp>
      <p:sp>
        <p:nvSpPr>
          <p:cNvPr id="27" name="Shape 25"/>
          <p:cNvSpPr/>
          <p:nvPr/>
        </p:nvSpPr>
        <p:spPr>
          <a:xfrm>
            <a:off x="3119865" y="9578686"/>
            <a:ext cx="83127" cy="83127"/>
          </a:xfrm>
          <a:prstGeom prst="ellipse">
            <a:avLst/>
          </a:prstGeom>
          <a:solidFill>
            <a:srgbClr val="14161C">
              <a:alpha val="28000"/>
            </a:srgbClr>
          </a:solidFill>
          <a:ln/>
        </p:spPr>
      </p:sp>
      <p:sp>
        <p:nvSpPr>
          <p:cNvPr id="28" name="Shape 26"/>
          <p:cNvSpPr/>
          <p:nvPr/>
        </p:nvSpPr>
        <p:spPr>
          <a:xfrm>
            <a:off x="3286119" y="9578686"/>
            <a:ext cx="83127" cy="83127"/>
          </a:xfrm>
          <a:prstGeom prst="ellipse">
            <a:avLst/>
          </a:prstGeom>
          <a:solidFill>
            <a:srgbClr val="14161C">
              <a:alpha val="28000"/>
            </a:srgbClr>
          </a:solidFill>
          <a:ln/>
        </p:spPr>
      </p:sp>
      <p:sp>
        <p:nvSpPr>
          <p:cNvPr id="29" name="Shape 27"/>
          <p:cNvSpPr/>
          <p:nvPr/>
        </p:nvSpPr>
        <p:spPr>
          <a:xfrm>
            <a:off x="3452373" y="9578686"/>
            <a:ext cx="83127" cy="83127"/>
          </a:xfrm>
          <a:prstGeom prst="ellipse">
            <a:avLst/>
          </a:prstGeom>
          <a:solidFill>
            <a:srgbClr val="14161C">
              <a:alpha val="28000"/>
            </a:srgbClr>
          </a:solidFill>
          <a:ln/>
        </p:spPr>
      </p:sp>
      <p:sp>
        <p:nvSpPr>
          <p:cNvPr id="30" name="Shape 28"/>
          <p:cNvSpPr/>
          <p:nvPr/>
        </p:nvSpPr>
        <p:spPr>
          <a:xfrm>
            <a:off x="3618627" y="9578686"/>
            <a:ext cx="83127" cy="83127"/>
          </a:xfrm>
          <a:prstGeom prst="ellipse">
            <a:avLst/>
          </a:prstGeom>
          <a:solidFill>
            <a:srgbClr val="14161C">
              <a:alpha val="28000"/>
            </a:srgbClr>
          </a:solidFill>
          <a:ln/>
        </p:spPr>
      </p:sp>
      <p:sp>
        <p:nvSpPr>
          <p:cNvPr id="31" name="Shape 29"/>
          <p:cNvSpPr/>
          <p:nvPr/>
        </p:nvSpPr>
        <p:spPr>
          <a:xfrm>
            <a:off x="3784881" y="9578686"/>
            <a:ext cx="83127" cy="83127"/>
          </a:xfrm>
          <a:prstGeom prst="ellipse">
            <a:avLst/>
          </a:prstGeom>
          <a:solidFill>
            <a:srgbClr val="14161C">
              <a:alpha val="28000"/>
            </a:srgbClr>
          </a:solidFill>
          <a:ln/>
        </p:spPr>
      </p:sp>
      <p:sp>
        <p:nvSpPr>
          <p:cNvPr id="32" name="Shape 30"/>
          <p:cNvSpPr/>
          <p:nvPr/>
        </p:nvSpPr>
        <p:spPr>
          <a:xfrm>
            <a:off x="3951135" y="9578686"/>
            <a:ext cx="83127" cy="83127"/>
          </a:xfrm>
          <a:prstGeom prst="ellipse">
            <a:avLst/>
          </a:prstGeom>
          <a:solidFill>
            <a:srgbClr val="14161C">
              <a:alpha val="28000"/>
            </a:srgbClr>
          </a:solidFill>
          <a:ln/>
        </p:spPr>
      </p:sp>
      <p:sp>
        <p:nvSpPr>
          <p:cNvPr id="33" name="Shape 31"/>
          <p:cNvSpPr/>
          <p:nvPr/>
        </p:nvSpPr>
        <p:spPr>
          <a:xfrm>
            <a:off x="4117389" y="9578686"/>
            <a:ext cx="83127" cy="83127"/>
          </a:xfrm>
          <a:prstGeom prst="ellipse">
            <a:avLst/>
          </a:prstGeom>
          <a:solidFill>
            <a:srgbClr val="14161C">
              <a:alpha val="28000"/>
            </a:srgbClr>
          </a:solidFill>
          <a:ln/>
        </p:spPr>
      </p:sp>
      <p:sp>
        <p:nvSpPr>
          <p:cNvPr id="34" name="Shape 32"/>
          <p:cNvSpPr/>
          <p:nvPr/>
        </p:nvSpPr>
        <p:spPr>
          <a:xfrm>
            <a:off x="4283644" y="9578686"/>
            <a:ext cx="83127" cy="83127"/>
          </a:xfrm>
          <a:prstGeom prst="ellipse">
            <a:avLst/>
          </a:prstGeom>
          <a:solidFill>
            <a:srgbClr val="14161C">
              <a:alpha val="28000"/>
            </a:srgbClr>
          </a:solidFill>
          <a:ln/>
        </p:spPr>
      </p:sp>
      <p:sp>
        <p:nvSpPr>
          <p:cNvPr id="35" name="Shape 33"/>
          <p:cNvSpPr/>
          <p:nvPr/>
        </p:nvSpPr>
        <p:spPr>
          <a:xfrm>
            <a:off x="4449898" y="9578686"/>
            <a:ext cx="83127" cy="83127"/>
          </a:xfrm>
          <a:prstGeom prst="ellipse">
            <a:avLst/>
          </a:prstGeom>
          <a:solidFill>
            <a:srgbClr val="14161C">
              <a:alpha val="28000"/>
            </a:srgbClr>
          </a:solidFill>
          <a:ln/>
        </p:spPr>
      </p:sp>
      <p:sp>
        <p:nvSpPr>
          <p:cNvPr id="36" name="Shape 34"/>
          <p:cNvSpPr/>
          <p:nvPr/>
        </p:nvSpPr>
        <p:spPr>
          <a:xfrm>
            <a:off x="4616152" y="9578686"/>
            <a:ext cx="83127" cy="83127"/>
          </a:xfrm>
          <a:prstGeom prst="ellipse">
            <a:avLst/>
          </a:prstGeom>
          <a:solidFill>
            <a:srgbClr val="14161C">
              <a:alpha val="28000"/>
            </a:srgbClr>
          </a:solidFill>
          <a:ln/>
        </p:spPr>
      </p:sp>
      <p:sp>
        <p:nvSpPr>
          <p:cNvPr id="37" name="Shape 35"/>
          <p:cNvSpPr/>
          <p:nvPr/>
        </p:nvSpPr>
        <p:spPr>
          <a:xfrm>
            <a:off x="4782406" y="9578686"/>
            <a:ext cx="83127" cy="83127"/>
          </a:xfrm>
          <a:prstGeom prst="ellipse">
            <a:avLst/>
          </a:prstGeom>
          <a:solidFill>
            <a:srgbClr val="14161C">
              <a:alpha val="28000"/>
            </a:srgbClr>
          </a:solidFill>
          <a:ln/>
        </p:spPr>
      </p:sp>
      <p:sp>
        <p:nvSpPr>
          <p:cNvPr id="38" name="Shape 36"/>
          <p:cNvSpPr/>
          <p:nvPr/>
        </p:nvSpPr>
        <p:spPr>
          <a:xfrm>
            <a:off x="4948660" y="9578686"/>
            <a:ext cx="83127" cy="83127"/>
          </a:xfrm>
          <a:prstGeom prst="ellipse">
            <a:avLst/>
          </a:prstGeom>
          <a:solidFill>
            <a:srgbClr val="14161C">
              <a:alpha val="28000"/>
            </a:srgbClr>
          </a:solidFill>
          <a:ln/>
        </p:spPr>
      </p:sp>
      <p:sp>
        <p:nvSpPr>
          <p:cNvPr id="39" name="Shape 37"/>
          <p:cNvSpPr/>
          <p:nvPr/>
        </p:nvSpPr>
        <p:spPr>
          <a:xfrm>
            <a:off x="5114914" y="9578686"/>
            <a:ext cx="83127" cy="83127"/>
          </a:xfrm>
          <a:prstGeom prst="ellipse">
            <a:avLst/>
          </a:prstGeom>
          <a:solidFill>
            <a:srgbClr val="14161C">
              <a:alpha val="28000"/>
            </a:srgbClr>
          </a:solidFill>
          <a:ln/>
        </p:spPr>
      </p:sp>
      <p:sp>
        <p:nvSpPr>
          <p:cNvPr id="40" name="Shape 38"/>
          <p:cNvSpPr/>
          <p:nvPr/>
        </p:nvSpPr>
        <p:spPr>
          <a:xfrm>
            <a:off x="5281168" y="9578686"/>
            <a:ext cx="83127" cy="83127"/>
          </a:xfrm>
          <a:prstGeom prst="ellipse">
            <a:avLst/>
          </a:prstGeom>
          <a:solidFill>
            <a:srgbClr val="14161C">
              <a:alpha val="28000"/>
            </a:srgbClr>
          </a:solidFill>
          <a:ln/>
        </p:spPr>
      </p:sp>
      <p:sp>
        <p:nvSpPr>
          <p:cNvPr id="41" name="Shape 39"/>
          <p:cNvSpPr/>
          <p:nvPr/>
        </p:nvSpPr>
        <p:spPr>
          <a:xfrm>
            <a:off x="5447422" y="9578686"/>
            <a:ext cx="83127" cy="83127"/>
          </a:xfrm>
          <a:prstGeom prst="ellipse">
            <a:avLst/>
          </a:prstGeom>
          <a:solidFill>
            <a:srgbClr val="14161C">
              <a:alpha val="28000"/>
            </a:srgbClr>
          </a:solidFill>
          <a:ln/>
        </p:spPr>
      </p:sp>
      <p:sp>
        <p:nvSpPr>
          <p:cNvPr id="42" name="Shape 40"/>
          <p:cNvSpPr/>
          <p:nvPr/>
        </p:nvSpPr>
        <p:spPr>
          <a:xfrm>
            <a:off x="5613676" y="9578686"/>
            <a:ext cx="83127" cy="83127"/>
          </a:xfrm>
          <a:prstGeom prst="ellipse">
            <a:avLst/>
          </a:prstGeom>
          <a:solidFill>
            <a:srgbClr val="14161C">
              <a:alpha val="28000"/>
            </a:srgbClr>
          </a:solidFill>
          <a:ln/>
        </p:spPr>
      </p:sp>
      <p:sp>
        <p:nvSpPr>
          <p:cNvPr id="43" name="Shape 41"/>
          <p:cNvSpPr/>
          <p:nvPr/>
        </p:nvSpPr>
        <p:spPr>
          <a:xfrm>
            <a:off x="5779931" y="9578686"/>
            <a:ext cx="83127" cy="83127"/>
          </a:xfrm>
          <a:prstGeom prst="ellipse">
            <a:avLst/>
          </a:prstGeom>
          <a:solidFill>
            <a:srgbClr val="14161C">
              <a:alpha val="28000"/>
            </a:srgbClr>
          </a:solidFill>
          <a:ln/>
        </p:spPr>
      </p:sp>
      <p:sp>
        <p:nvSpPr>
          <p:cNvPr id="44" name="Shape 42"/>
          <p:cNvSpPr/>
          <p:nvPr/>
        </p:nvSpPr>
        <p:spPr>
          <a:xfrm>
            <a:off x="5946185" y="9578686"/>
            <a:ext cx="83127" cy="83127"/>
          </a:xfrm>
          <a:prstGeom prst="ellipse">
            <a:avLst/>
          </a:prstGeom>
          <a:solidFill>
            <a:srgbClr val="14161C">
              <a:alpha val="28000"/>
            </a:srgbClr>
          </a:solidFill>
          <a:ln/>
        </p:spPr>
      </p:sp>
      <p:sp>
        <p:nvSpPr>
          <p:cNvPr id="45" name="Shape 43"/>
          <p:cNvSpPr/>
          <p:nvPr/>
        </p:nvSpPr>
        <p:spPr>
          <a:xfrm>
            <a:off x="6112439" y="9578686"/>
            <a:ext cx="83127" cy="83127"/>
          </a:xfrm>
          <a:prstGeom prst="ellipse">
            <a:avLst/>
          </a:prstGeom>
          <a:solidFill>
            <a:srgbClr val="14161C">
              <a:alpha val="28000"/>
            </a:srgbClr>
          </a:solidFill>
          <a:ln/>
        </p:spPr>
      </p:sp>
      <p:sp>
        <p:nvSpPr>
          <p:cNvPr id="46" name="Shape 44"/>
          <p:cNvSpPr/>
          <p:nvPr/>
        </p:nvSpPr>
        <p:spPr>
          <a:xfrm>
            <a:off x="6278693" y="9578686"/>
            <a:ext cx="83127" cy="83127"/>
          </a:xfrm>
          <a:prstGeom prst="ellipse">
            <a:avLst/>
          </a:prstGeom>
          <a:solidFill>
            <a:srgbClr val="14161C">
              <a:alpha val="28000"/>
            </a:srgbClr>
          </a:solidFill>
          <a:ln/>
        </p:spPr>
      </p:sp>
      <p:sp>
        <p:nvSpPr>
          <p:cNvPr id="47" name="Shape 45"/>
          <p:cNvSpPr/>
          <p:nvPr/>
        </p:nvSpPr>
        <p:spPr>
          <a:xfrm>
            <a:off x="6444947" y="9578686"/>
            <a:ext cx="83127" cy="83127"/>
          </a:xfrm>
          <a:prstGeom prst="ellipse">
            <a:avLst/>
          </a:prstGeom>
          <a:solidFill>
            <a:srgbClr val="14161C">
              <a:alpha val="28000"/>
            </a:srgbClr>
          </a:solidFill>
          <a:ln/>
        </p:spPr>
      </p:sp>
      <p:sp>
        <p:nvSpPr>
          <p:cNvPr id="48" name="Shape 46"/>
          <p:cNvSpPr/>
          <p:nvPr/>
        </p:nvSpPr>
        <p:spPr>
          <a:xfrm>
            <a:off x="6611201" y="9578686"/>
            <a:ext cx="83127" cy="83127"/>
          </a:xfrm>
          <a:prstGeom prst="ellipse">
            <a:avLst/>
          </a:prstGeom>
          <a:solidFill>
            <a:srgbClr val="14161C">
              <a:alpha val="28000"/>
            </a:srgbClr>
          </a:solidFill>
          <a:ln/>
        </p:spPr>
      </p:sp>
      <p:sp>
        <p:nvSpPr>
          <p:cNvPr id="49" name="Shape 47"/>
          <p:cNvSpPr/>
          <p:nvPr/>
        </p:nvSpPr>
        <p:spPr>
          <a:xfrm>
            <a:off x="6777455" y="9578686"/>
            <a:ext cx="83127" cy="83127"/>
          </a:xfrm>
          <a:prstGeom prst="ellipse">
            <a:avLst/>
          </a:prstGeom>
          <a:solidFill>
            <a:srgbClr val="14161C">
              <a:alpha val="28000"/>
            </a:srgbClr>
          </a:solidFill>
          <a:ln/>
        </p:spPr>
      </p:sp>
      <p:sp>
        <p:nvSpPr>
          <p:cNvPr id="50" name="Shape 48"/>
          <p:cNvSpPr/>
          <p:nvPr/>
        </p:nvSpPr>
        <p:spPr>
          <a:xfrm>
            <a:off x="6943709" y="9578686"/>
            <a:ext cx="83127" cy="83127"/>
          </a:xfrm>
          <a:prstGeom prst="ellipse">
            <a:avLst/>
          </a:prstGeom>
          <a:solidFill>
            <a:srgbClr val="14161C">
              <a:alpha val="28000"/>
            </a:srgbClr>
          </a:solidFill>
          <a:ln/>
        </p:spPr>
      </p:sp>
      <p:sp>
        <p:nvSpPr>
          <p:cNvPr id="51" name="Shape 49"/>
          <p:cNvSpPr/>
          <p:nvPr/>
        </p:nvSpPr>
        <p:spPr>
          <a:xfrm>
            <a:off x="7109963" y="9578686"/>
            <a:ext cx="83127" cy="83127"/>
          </a:xfrm>
          <a:prstGeom prst="ellipse">
            <a:avLst/>
          </a:prstGeom>
          <a:solidFill>
            <a:srgbClr val="14161C">
              <a:alpha val="28000"/>
            </a:srgbClr>
          </a:solidFill>
          <a:ln/>
        </p:spPr>
      </p:sp>
      <p:sp>
        <p:nvSpPr>
          <p:cNvPr id="52" name="Shape 50"/>
          <p:cNvSpPr/>
          <p:nvPr/>
        </p:nvSpPr>
        <p:spPr>
          <a:xfrm>
            <a:off x="7276218" y="9578686"/>
            <a:ext cx="83127" cy="83127"/>
          </a:xfrm>
          <a:prstGeom prst="ellipse">
            <a:avLst/>
          </a:prstGeom>
          <a:solidFill>
            <a:srgbClr val="14161C">
              <a:alpha val="28000"/>
            </a:srgbClr>
          </a:solidFill>
          <a:ln/>
        </p:spPr>
      </p:sp>
      <p:sp>
        <p:nvSpPr>
          <p:cNvPr id="53" name="Shape 51"/>
          <p:cNvSpPr/>
          <p:nvPr/>
        </p:nvSpPr>
        <p:spPr>
          <a:xfrm>
            <a:off x="7442472" y="9578686"/>
            <a:ext cx="83127" cy="83127"/>
          </a:xfrm>
          <a:prstGeom prst="ellipse">
            <a:avLst/>
          </a:prstGeom>
          <a:solidFill>
            <a:srgbClr val="14161C">
              <a:alpha val="28000"/>
            </a:srgbClr>
          </a:solidFill>
          <a:ln/>
        </p:spPr>
      </p:sp>
      <p:sp>
        <p:nvSpPr>
          <p:cNvPr id="54" name="Shape 52"/>
          <p:cNvSpPr/>
          <p:nvPr/>
        </p:nvSpPr>
        <p:spPr>
          <a:xfrm>
            <a:off x="7608726" y="9578686"/>
            <a:ext cx="83127" cy="83127"/>
          </a:xfrm>
          <a:prstGeom prst="ellipse">
            <a:avLst/>
          </a:prstGeom>
          <a:solidFill>
            <a:srgbClr val="14161C">
              <a:alpha val="28000"/>
            </a:srgbClr>
          </a:solidFill>
          <a:ln/>
        </p:spPr>
      </p:sp>
      <p:sp>
        <p:nvSpPr>
          <p:cNvPr id="55" name="Shape 53"/>
          <p:cNvSpPr/>
          <p:nvPr/>
        </p:nvSpPr>
        <p:spPr>
          <a:xfrm>
            <a:off x="7774980" y="9578686"/>
            <a:ext cx="83127" cy="83127"/>
          </a:xfrm>
          <a:prstGeom prst="ellipse">
            <a:avLst/>
          </a:prstGeom>
          <a:solidFill>
            <a:srgbClr val="14161C">
              <a:alpha val="28000"/>
            </a:srgbClr>
          </a:solidFill>
          <a:ln/>
        </p:spPr>
      </p:sp>
      <p:sp>
        <p:nvSpPr>
          <p:cNvPr id="56" name="Shape 54"/>
          <p:cNvSpPr/>
          <p:nvPr/>
        </p:nvSpPr>
        <p:spPr>
          <a:xfrm>
            <a:off x="7941234" y="9578686"/>
            <a:ext cx="83127" cy="83127"/>
          </a:xfrm>
          <a:prstGeom prst="ellipse">
            <a:avLst/>
          </a:prstGeom>
          <a:solidFill>
            <a:srgbClr val="14161C">
              <a:alpha val="28000"/>
            </a:srgbClr>
          </a:solidFill>
          <a:ln/>
        </p:spPr>
      </p:sp>
      <p:sp>
        <p:nvSpPr>
          <p:cNvPr id="57" name="Shape 55"/>
          <p:cNvSpPr/>
          <p:nvPr/>
        </p:nvSpPr>
        <p:spPr>
          <a:xfrm>
            <a:off x="8107488" y="9578686"/>
            <a:ext cx="83127" cy="83127"/>
          </a:xfrm>
          <a:prstGeom prst="ellipse">
            <a:avLst/>
          </a:prstGeom>
          <a:solidFill>
            <a:srgbClr val="14161C">
              <a:alpha val="28000"/>
            </a:srgbClr>
          </a:solidFill>
          <a:ln/>
        </p:spPr>
      </p:sp>
      <p:sp>
        <p:nvSpPr>
          <p:cNvPr id="58" name="Shape 56"/>
          <p:cNvSpPr/>
          <p:nvPr/>
        </p:nvSpPr>
        <p:spPr>
          <a:xfrm>
            <a:off x="8273742" y="9578686"/>
            <a:ext cx="83127" cy="83127"/>
          </a:xfrm>
          <a:prstGeom prst="ellipse">
            <a:avLst/>
          </a:prstGeom>
          <a:solidFill>
            <a:srgbClr val="14161C">
              <a:alpha val="28000"/>
            </a:srgbClr>
          </a:solidFill>
          <a:ln/>
        </p:spPr>
      </p:sp>
      <p:sp>
        <p:nvSpPr>
          <p:cNvPr id="59" name="Shape 57"/>
          <p:cNvSpPr/>
          <p:nvPr/>
        </p:nvSpPr>
        <p:spPr>
          <a:xfrm>
            <a:off x="8439996" y="9578686"/>
            <a:ext cx="83127" cy="83127"/>
          </a:xfrm>
          <a:prstGeom prst="ellipse">
            <a:avLst/>
          </a:prstGeom>
          <a:solidFill>
            <a:srgbClr val="14161C">
              <a:alpha val="28000"/>
            </a:srgbClr>
          </a:solidFill>
          <a:ln/>
        </p:spPr>
      </p:sp>
      <p:sp>
        <p:nvSpPr>
          <p:cNvPr id="60" name="Shape 58"/>
          <p:cNvSpPr/>
          <p:nvPr/>
        </p:nvSpPr>
        <p:spPr>
          <a:xfrm>
            <a:off x="8606251" y="9578686"/>
            <a:ext cx="83127" cy="83127"/>
          </a:xfrm>
          <a:prstGeom prst="ellipse">
            <a:avLst/>
          </a:prstGeom>
          <a:solidFill>
            <a:srgbClr val="14161C">
              <a:alpha val="28000"/>
            </a:srgbClr>
          </a:solidFill>
          <a:ln/>
        </p:spPr>
      </p:sp>
      <p:sp>
        <p:nvSpPr>
          <p:cNvPr id="61" name="Shape 59"/>
          <p:cNvSpPr/>
          <p:nvPr/>
        </p:nvSpPr>
        <p:spPr>
          <a:xfrm>
            <a:off x="8758650" y="9564832"/>
            <a:ext cx="110836" cy="110836"/>
          </a:xfrm>
          <a:prstGeom prst="ellipse">
            <a:avLst/>
          </a:prstGeom>
          <a:solidFill>
            <a:srgbClr val="E8472B"/>
          </a:solidFill>
          <a:ln/>
        </p:spPr>
      </p:sp>
      <p:sp>
        <p:nvSpPr>
          <p:cNvPr id="62" name="Shape 60"/>
          <p:cNvSpPr/>
          <p:nvPr/>
        </p:nvSpPr>
        <p:spPr>
          <a:xfrm>
            <a:off x="8938759" y="9578686"/>
            <a:ext cx="83127" cy="83127"/>
          </a:xfrm>
          <a:prstGeom prst="ellipse">
            <a:avLst/>
          </a:prstGeom>
          <a:solidFill>
            <a:srgbClr val="14161C">
              <a:alpha val="28000"/>
            </a:srgbClr>
          </a:solidFill>
          <a:ln/>
        </p:spPr>
      </p:sp>
      <p:sp>
        <p:nvSpPr>
          <p:cNvPr id="63" name="Shape 61"/>
          <p:cNvSpPr/>
          <p:nvPr/>
        </p:nvSpPr>
        <p:spPr>
          <a:xfrm>
            <a:off x="9105013" y="9578686"/>
            <a:ext cx="83127" cy="83127"/>
          </a:xfrm>
          <a:prstGeom prst="ellipse">
            <a:avLst/>
          </a:prstGeom>
          <a:solidFill>
            <a:srgbClr val="14161C">
              <a:alpha val="28000"/>
            </a:srgbClr>
          </a:solidFill>
          <a:ln/>
        </p:spPr>
      </p:sp>
      <p:sp>
        <p:nvSpPr>
          <p:cNvPr id="64" name="Shape 62"/>
          <p:cNvSpPr/>
          <p:nvPr/>
        </p:nvSpPr>
        <p:spPr>
          <a:xfrm>
            <a:off x="9271267" y="9578686"/>
            <a:ext cx="83127" cy="83127"/>
          </a:xfrm>
          <a:prstGeom prst="ellipse">
            <a:avLst/>
          </a:prstGeom>
          <a:solidFill>
            <a:srgbClr val="14161C">
              <a:alpha val="28000"/>
            </a:srgbClr>
          </a:solidFill>
          <a:ln/>
        </p:spPr>
      </p:sp>
      <p:sp>
        <p:nvSpPr>
          <p:cNvPr id="65" name="Shape 63"/>
          <p:cNvSpPr/>
          <p:nvPr/>
        </p:nvSpPr>
        <p:spPr>
          <a:xfrm>
            <a:off x="9437521" y="9578686"/>
            <a:ext cx="83127" cy="83127"/>
          </a:xfrm>
          <a:prstGeom prst="ellipse">
            <a:avLst/>
          </a:prstGeom>
          <a:solidFill>
            <a:srgbClr val="14161C">
              <a:alpha val="28000"/>
            </a:srgbClr>
          </a:solidFill>
          <a:ln/>
        </p:spPr>
      </p:sp>
      <p:sp>
        <p:nvSpPr>
          <p:cNvPr id="66" name="Shape 64"/>
          <p:cNvSpPr/>
          <p:nvPr/>
        </p:nvSpPr>
        <p:spPr>
          <a:xfrm>
            <a:off x="9603775" y="9578686"/>
            <a:ext cx="83127" cy="83127"/>
          </a:xfrm>
          <a:prstGeom prst="ellipse">
            <a:avLst/>
          </a:prstGeom>
          <a:solidFill>
            <a:srgbClr val="14161C">
              <a:alpha val="28000"/>
            </a:srgbClr>
          </a:solidFill>
          <a:ln/>
        </p:spPr>
      </p:sp>
      <p:sp>
        <p:nvSpPr>
          <p:cNvPr id="67" name="Shape 65"/>
          <p:cNvSpPr/>
          <p:nvPr/>
        </p:nvSpPr>
        <p:spPr>
          <a:xfrm>
            <a:off x="9770029" y="9578686"/>
            <a:ext cx="83127" cy="83127"/>
          </a:xfrm>
          <a:prstGeom prst="ellipse">
            <a:avLst/>
          </a:prstGeom>
          <a:solidFill>
            <a:srgbClr val="14161C">
              <a:alpha val="28000"/>
            </a:srgbClr>
          </a:solidFill>
          <a:ln/>
        </p:spPr>
      </p:sp>
      <p:sp>
        <p:nvSpPr>
          <p:cNvPr id="68" name="Shape 66"/>
          <p:cNvSpPr/>
          <p:nvPr/>
        </p:nvSpPr>
        <p:spPr>
          <a:xfrm>
            <a:off x="9936283" y="9578686"/>
            <a:ext cx="83127" cy="83127"/>
          </a:xfrm>
          <a:prstGeom prst="ellipse">
            <a:avLst/>
          </a:prstGeom>
          <a:solidFill>
            <a:srgbClr val="14161C">
              <a:alpha val="28000"/>
            </a:srgbClr>
          </a:solidFill>
          <a:ln/>
        </p:spPr>
      </p:sp>
      <p:sp>
        <p:nvSpPr>
          <p:cNvPr id="69" name="Text 67"/>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8" kern="0">
                <a:solidFill>
                  <a:srgbClr val="6B6A66"/>
                </a:solidFill>
                <a:latin typeface="Be Vietnam Pro" pitchFamily="34" charset="0"/>
                <a:ea typeface="Be Vietnam Pro" pitchFamily="34" charset="-122"/>
                <a:cs typeface="Be Vietnam Pro" pitchFamily="34" charset="-120"/>
              </a:rPr>
              <a:t> 48/55</a:t>
            </a:r>
            <a:endParaRPr lang="en-US" sz="1800" dirty="0"/>
          </a:p>
        </p:txBody>
      </p:sp>
      <p:sp>
        <p:nvSpPr>
          <p:cNvPr id="70" name="Shape 68"/>
          <p:cNvSpPr/>
          <p:nvPr/>
        </p:nvSpPr>
        <p:spPr>
          <a:xfrm>
            <a:off x="15983712" y="9076331"/>
            <a:ext cx="1645920" cy="552301"/>
          </a:xfrm>
          <a:prstGeom prst="roundRect">
            <a:avLst>
              <a:gd name="adj" fmla="val 28000"/>
            </a:avLst>
          </a:prstGeom>
          <a:solidFill>
            <a:srgbClr val="FFFFFF">
              <a:alpha val="82000"/>
            </a:srgbClr>
          </a:solidFill>
          <a:ln/>
        </p:spPr>
      </p:sp>
      <p:pic>
        <p:nvPicPr>
          <p:cNvPr id="71" name="Moda image moda-export-watermark-bc284615-3cef-4325-a1c1-2d05007efc4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Giấy</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phép</a:t>
            </a:r>
            <a:r>
              <a:rPr lang="en-US" sz="5700" dirty="0" spc="-66"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nhãn</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hiệu</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cần</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kỹ</a:t>
            </a:r>
            <a:endParaRPr lang="en-US" sz="5700" dirty="0"/>
          </a:p>
        </p:txBody>
      </p:sp>
      <p:sp>
        <p:nvSpPr>
          <p:cNvPr id="3" name="Shape 1"/>
          <p:cNvSpPr/>
          <p:nvPr/>
        </p:nvSpPr>
        <p:spPr>
          <a:xfrm>
            <a:off x="914400" y="2762250"/>
            <a:ext cx="16459200" cy="1085850"/>
          </a:xfrm>
          <a:prstGeom prst="roundRect">
            <a:avLst>
              <a:gd name="adj" fmla="val 17544"/>
            </a:avLst>
          </a:prstGeom>
          <a:solidFill>
            <a:srgbClr val="1E212B"/>
          </a:solidFill>
          <a:ln w="19050">
            <a:solidFill>
              <a:srgbClr val="2C3040"/>
            </a:solidFill>
            <a:prstDash val="solid"/>
          </a:ln>
        </p:spPr>
      </p:sp>
      <p:sp>
        <p:nvSpPr>
          <p:cNvPr id="4" name="Shape 2"/>
          <p:cNvSpPr/>
          <p:nvPr/>
        </p:nvSpPr>
        <p:spPr>
          <a:xfrm>
            <a:off x="914400" y="2762250"/>
            <a:ext cx="133350" cy="1085850"/>
          </a:xfrm>
          <a:prstGeom prst="roundRect">
            <a:avLst>
              <a:gd name="adj" fmla="val 50000"/>
            </a:avLst>
          </a:prstGeom>
          <a:solidFill>
            <a:srgbClr val="FFB454"/>
          </a:solidFill>
          <a:ln/>
        </p:spPr>
      </p:sp>
      <p:sp>
        <p:nvSpPr>
          <p:cNvPr id="5" name="Text 3"/>
          <p:cNvSpPr/>
          <p:nvPr/>
        </p:nvSpPr>
        <p:spPr>
          <a:xfrm>
            <a:off x="1295400" y="27622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1" kern="0">
                <a:solidFill>
                  <a:srgbClr val="FFB454"/>
                </a:solidFill>
                <a:latin typeface="Be Vietnam Pro ExtraBold" pitchFamily="34" charset="0"/>
                <a:ea typeface="Be Vietnam Pro ExtraBold" pitchFamily="34" charset="-122"/>
                <a:cs typeface="Be Vietnam Pro ExtraBold" pitchFamily="34" charset="-120"/>
              </a:rPr>
              <a:t>OpenMontage</a:t>
            </a:r>
            <a:endParaRPr lang="en-US" sz="3000" dirty="0"/>
          </a:p>
        </p:txBody>
      </p:sp>
      <p:sp>
        <p:nvSpPr>
          <p:cNvPr id="6" name="Text 4"/>
          <p:cNvSpPr/>
          <p:nvPr/>
        </p:nvSpPr>
        <p:spPr>
          <a:xfrm>
            <a:off x="7581900" y="2762250"/>
            <a:ext cx="9525000" cy="108585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GNU</a:t>
            </a:r>
            <a:r>
              <a:rPr lang="en-US" sz="2700" dirty="0" spc="-37" kern="0">
                <a:solidFill>
                  <a:srgbClr val="F3EEE3"/>
                </a:solidFill>
                <a:latin typeface="Be Vietnam Pro" pitchFamily="34" charset="0"/>
                <a:ea typeface="Be Vietnam Pro" pitchFamily="34" charset="-122"/>
                <a:cs typeface="Be Vietnam Pro" pitchFamily="34" charset="-120"/>
              </a:rPr>
              <a:t> AGPLv3,</a:t>
            </a:r>
            <a:r>
              <a:rPr lang="en-US" sz="2700" dirty="0" spc="-9" kern="0">
                <a:solidFill>
                  <a:srgbClr val="F3EEE3"/>
                </a:solidFill>
                <a:latin typeface="Be Vietnam Pro" pitchFamily="34" charset="0"/>
                <a:ea typeface="Be Vietnam Pro" pitchFamily="34" charset="-122"/>
                <a:cs typeface="Be Vietnam Pro" pitchFamily="34" charset="-120"/>
              </a:rPr>
              <a:t> giấy</a:t>
            </a:r>
            <a:r>
              <a:rPr lang="en-US" sz="2700" dirty="0" spc="-3" kern="0">
                <a:solidFill>
                  <a:srgbClr val="F3EEE3"/>
                </a:solidFill>
                <a:latin typeface="Be Vietnam Pro" pitchFamily="34" charset="0"/>
                <a:ea typeface="Be Vietnam Pro" pitchFamily="34" charset="-122"/>
                <a:cs typeface="Be Vietnam Pro" pitchFamily="34" charset="-120"/>
              </a:rPr>
              <a:t> phép</a:t>
            </a:r>
            <a:r>
              <a:rPr lang="en-US" sz="2700" dirty="0" spc="-9" kern="0">
                <a:solidFill>
                  <a:srgbClr val="F3EEE3"/>
                </a:solidFill>
                <a:latin typeface="Be Vietnam Pro" pitchFamily="34" charset="0"/>
                <a:ea typeface="Be Vietnam Pro" pitchFamily="34" charset="-122"/>
                <a:cs typeface="Be Vietnam Pro" pitchFamily="34" charset="-120"/>
              </a:rPr>
              <a:t> copyleft</a:t>
            </a:r>
            <a:r>
              <a:rPr lang="en-US" sz="2700" dirty="0" spc="-2" kern="0">
                <a:solidFill>
                  <a:srgbClr val="F3EEE3"/>
                </a:solidFill>
                <a:latin typeface="Be Vietnam Pro" pitchFamily="34" charset="0"/>
                <a:ea typeface="Be Vietnam Pro" pitchFamily="34" charset="-122"/>
                <a:cs typeface="Be Vietnam Pro" pitchFamily="34" charset="-120"/>
              </a:rPr>
              <a:t> mạnh</a:t>
            </a:r>
            <a:endParaRPr lang="en-US" sz="2700" dirty="0"/>
          </a:p>
        </p:txBody>
      </p:sp>
      <p:sp>
        <p:nvSpPr>
          <p:cNvPr id="7" name="Shape 5"/>
          <p:cNvSpPr/>
          <p:nvPr/>
        </p:nvSpPr>
        <p:spPr>
          <a:xfrm>
            <a:off x="914400" y="3981450"/>
            <a:ext cx="16459200" cy="1085850"/>
          </a:xfrm>
          <a:prstGeom prst="roundRect">
            <a:avLst>
              <a:gd name="adj" fmla="val 17544"/>
            </a:avLst>
          </a:prstGeom>
          <a:solidFill>
            <a:srgbClr val="1E212B"/>
          </a:solidFill>
          <a:ln w="19050">
            <a:solidFill>
              <a:srgbClr val="2C3040"/>
            </a:solidFill>
            <a:prstDash val="solid"/>
          </a:ln>
        </p:spPr>
      </p:sp>
      <p:sp>
        <p:nvSpPr>
          <p:cNvPr id="8" name="Shape 6"/>
          <p:cNvSpPr/>
          <p:nvPr/>
        </p:nvSpPr>
        <p:spPr>
          <a:xfrm>
            <a:off x="914400" y="3981450"/>
            <a:ext cx="133350" cy="1085850"/>
          </a:xfrm>
          <a:prstGeom prst="roundRect">
            <a:avLst>
              <a:gd name="adj" fmla="val 50000"/>
            </a:avLst>
          </a:prstGeom>
          <a:solidFill>
            <a:srgbClr val="3DD6A0"/>
          </a:solidFill>
          <a:ln/>
        </p:spPr>
      </p:sp>
      <p:sp>
        <p:nvSpPr>
          <p:cNvPr id="9" name="Text 7"/>
          <p:cNvSpPr/>
          <p:nvPr/>
        </p:nvSpPr>
        <p:spPr>
          <a:xfrm>
            <a:off x="1295400" y="39814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3DD6A0"/>
                </a:solidFill>
                <a:latin typeface="Be Vietnam Pro ExtraBold" pitchFamily="34" charset="0"/>
                <a:ea typeface="Be Vietnam Pro ExtraBold" pitchFamily="34" charset="-122"/>
                <a:cs typeface="Be Vietnam Pro ExtraBold" pitchFamily="34" charset="-120"/>
              </a:rPr>
              <a:t>Skills</a:t>
            </a:r>
            <a:r>
              <a:rPr lang="en-US" sz="3000" dirty="0" spc="-7" kern="0">
                <a:solidFill>
                  <a:srgbClr val="3DD6A0"/>
                </a:solidFill>
                <a:latin typeface="Be Vietnam Pro ExtraBold" pitchFamily="34" charset="0"/>
                <a:ea typeface="Be Vietnam Pro ExtraBold" pitchFamily="34" charset="-122"/>
                <a:cs typeface="Be Vietnam Pro ExtraBold" pitchFamily="34" charset="-120"/>
              </a:rPr>
              <a:t> (Anthropic)</a:t>
            </a:r>
            <a:endParaRPr lang="en-US" sz="3000" dirty="0"/>
          </a:p>
        </p:txBody>
      </p:sp>
      <p:sp>
        <p:nvSpPr>
          <p:cNvPr id="10" name="Text 8"/>
          <p:cNvSpPr/>
          <p:nvPr/>
        </p:nvSpPr>
        <p:spPr>
          <a:xfrm>
            <a:off x="7581900" y="3981450"/>
            <a:ext cx="9525000" cy="1085850"/>
          </a:xfrm>
          <a:prstGeom prst="rect">
            <a:avLst/>
          </a:prstGeom>
          <a:noFill/>
          <a:ln/>
        </p:spPr>
        <p:txBody>
          <a:bodyPr wrap="square" lIns="0" tIns="0" rIns="0" bIns="0" rtlCol="0" anchor="ctr"/>
          <a:lstStyle/>
          <a:p>
            <a:pPr algn="l" indent="0" marL="0">
              <a:buNone/>
            </a:pPr>
            <a:r>
              <a:rPr lang="en-US" sz="2700" dirty="0" spc="-2" kern="0">
                <a:solidFill>
                  <a:srgbClr val="F3EEE3"/>
                </a:solidFill>
                <a:latin typeface="Be Vietnam Pro" pitchFamily="34" charset="0"/>
                <a:ea typeface="Be Vietnam Pro" pitchFamily="34" charset="-122"/>
                <a:cs typeface="Be Vietnam Pro" pitchFamily="34" charset="-120"/>
              </a:rPr>
              <a:t>docx,</a:t>
            </a:r>
            <a:r>
              <a:rPr lang="en-US" sz="2700" dirty="0" spc="-3" kern="0">
                <a:solidFill>
                  <a:srgbClr val="F3EEE3"/>
                </a:solidFill>
                <a:latin typeface="Be Vietnam Pro" pitchFamily="34" charset="0"/>
                <a:ea typeface="Be Vietnam Pro" pitchFamily="34" charset="-122"/>
                <a:cs typeface="Be Vietnam Pro" pitchFamily="34" charset="-120"/>
              </a:rPr>
              <a:t> pdf,</a:t>
            </a:r>
            <a:r>
              <a:rPr lang="en-US" sz="2700" dirty="0" spc="-4" kern="0">
                <a:solidFill>
                  <a:srgbClr val="F3EEE3"/>
                </a:solidFill>
                <a:latin typeface="Be Vietnam Pro" pitchFamily="34" charset="0"/>
                <a:ea typeface="Be Vietnam Pro" pitchFamily="34" charset="-122"/>
                <a:cs typeface="Be Vietnam Pro" pitchFamily="34" charset="-120"/>
              </a:rPr>
              <a:t> pptx,</a:t>
            </a:r>
            <a:r>
              <a:rPr lang="en-US" sz="2700" dirty="0" spc="-3" kern="0">
                <a:solidFill>
                  <a:srgbClr val="F3EEE3"/>
                </a:solidFill>
                <a:latin typeface="Be Vietnam Pro" pitchFamily="34" charset="0"/>
                <a:ea typeface="Be Vietnam Pro" pitchFamily="34" charset="-122"/>
                <a:cs typeface="Be Vietnam Pro" pitchFamily="34" charset="-120"/>
              </a:rPr>
              <a:t> xlsx</a:t>
            </a:r>
            <a:r>
              <a:rPr lang="en-US" sz="2700" dirty="0" spc="-1" kern="0">
                <a:solidFill>
                  <a:srgbClr val="F3EEE3"/>
                </a:solidFill>
                <a:latin typeface="Be Vietnam Pro" pitchFamily="34" charset="0"/>
                <a:ea typeface="Be Vietnam Pro" pitchFamily="34" charset="-122"/>
                <a:cs typeface="Be Vietnam Pro" pitchFamily="34" charset="-120"/>
              </a:rPr>
              <a:t> là</a:t>
            </a:r>
            <a:r>
              <a:rPr lang="en-US" sz="2700" dirty="0" spc="-13" kern="0">
                <a:solidFill>
                  <a:srgbClr val="F3EEE3"/>
                </a:solidFill>
                <a:latin typeface="Be Vietnam Pro" pitchFamily="34" charset="0"/>
                <a:ea typeface="Be Vietnam Pro" pitchFamily="34" charset="-122"/>
                <a:cs typeface="Be Vietnam Pro" pitchFamily="34" charset="-120"/>
              </a:rPr>
              <a:t> source-available;</a:t>
            </a:r>
            <a:r>
              <a:rPr lang="en-US" sz="2700" dirty="0" spc="-3" kern="0">
                <a:solidFill>
                  <a:srgbClr val="F3EEE3"/>
                </a:solidFill>
                <a:latin typeface="Be Vietnam Pro" pitchFamily="34" charset="0"/>
                <a:ea typeface="Be Vietnam Pro" pitchFamily="34" charset="-122"/>
                <a:cs typeface="Be Vietnam Pro" pitchFamily="34" charset="-120"/>
              </a:rPr>
              <a:t> không</a:t>
            </a:r>
            <a:r>
              <a:rPr lang="en-US" sz="2700" dirty="0" spc="0" kern="0">
                <a:solidFill>
                  <a:srgbClr val="F3EEE3"/>
                </a:solidFill>
                <a:latin typeface="Be Vietnam Pro" pitchFamily="34" charset="0"/>
                <a:ea typeface="Be Vietnam Pro" pitchFamily="34" charset="-122"/>
                <a:cs typeface="Be Vietnam Pro" pitchFamily="34" charset="-120"/>
              </a:rPr>
              <a:t> có LICENSE</a:t>
            </a:r>
            <a:r>
              <a:rPr lang="en-US" sz="2700" dirty="0" spc="-4" kern="0">
                <a:solidFill>
                  <a:srgbClr val="F3EEE3"/>
                </a:solidFill>
                <a:latin typeface="Be Vietnam Pro" pitchFamily="34" charset="0"/>
                <a:ea typeface="Be Vietnam Pro" pitchFamily="34" charset="-122"/>
                <a:cs typeface="Be Vietnam Pro" pitchFamily="34" charset="-120"/>
              </a:rPr>
              <a:t> ở</a:t>
            </a:r>
            <a:r>
              <a:rPr lang="en-US" sz="2700" dirty="0" spc="-18" kern="0">
                <a:solidFill>
                  <a:srgbClr val="F3EEE3"/>
                </a:solidFill>
                <a:latin typeface="Be Vietnam Pro" pitchFamily="34" charset="0"/>
                <a:ea typeface="Be Vietnam Pro" pitchFamily="34" charset="-122"/>
                <a:cs typeface="Be Vietnam Pro" pitchFamily="34" charset="-120"/>
              </a:rPr>
              <a:t> gốc</a:t>
            </a:r>
            <a:endParaRPr lang="en-US" sz="2700" dirty="0"/>
          </a:p>
        </p:txBody>
      </p:sp>
      <p:sp>
        <p:nvSpPr>
          <p:cNvPr id="11" name="Shape 9"/>
          <p:cNvSpPr/>
          <p:nvPr/>
        </p:nvSpPr>
        <p:spPr>
          <a:xfrm>
            <a:off x="914400" y="5200650"/>
            <a:ext cx="16459200" cy="1085850"/>
          </a:xfrm>
          <a:prstGeom prst="roundRect">
            <a:avLst>
              <a:gd name="adj" fmla="val 17544"/>
            </a:avLst>
          </a:prstGeom>
          <a:solidFill>
            <a:srgbClr val="1E212B"/>
          </a:solidFill>
          <a:ln w="19050">
            <a:solidFill>
              <a:srgbClr val="2C3040"/>
            </a:solidFill>
            <a:prstDash val="solid"/>
          </a:ln>
        </p:spPr>
      </p:sp>
      <p:sp>
        <p:nvSpPr>
          <p:cNvPr id="12" name="Shape 10"/>
          <p:cNvSpPr/>
          <p:nvPr/>
        </p:nvSpPr>
        <p:spPr>
          <a:xfrm>
            <a:off x="914400" y="5200650"/>
            <a:ext cx="133350" cy="1085850"/>
          </a:xfrm>
          <a:prstGeom prst="roundRect">
            <a:avLst>
              <a:gd name="adj" fmla="val 50000"/>
            </a:avLst>
          </a:prstGeom>
          <a:solidFill>
            <a:srgbClr val="FF6A4D"/>
          </a:solidFill>
          <a:ln/>
        </p:spPr>
      </p:sp>
      <p:sp>
        <p:nvSpPr>
          <p:cNvPr id="13" name="Text 11"/>
          <p:cNvSpPr/>
          <p:nvPr/>
        </p:nvSpPr>
        <p:spPr>
          <a:xfrm>
            <a:off x="1295400" y="52006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27" kern="0">
                <a:solidFill>
                  <a:srgbClr val="FF6A4D"/>
                </a:solidFill>
                <a:latin typeface="Be Vietnam Pro ExtraBold" pitchFamily="34" charset="0"/>
                <a:ea typeface="Be Vietnam Pro ExtraBold" pitchFamily="34" charset="-122"/>
                <a:cs typeface="Be Vietnam Pro ExtraBold" pitchFamily="34" charset="-120"/>
              </a:rPr>
              <a:t>Karpathy</a:t>
            </a:r>
            <a:r>
              <a:rPr lang="en-US" sz="3000" dirty="0" spc="2" kern="0">
                <a:solidFill>
                  <a:srgbClr val="FF6A4D"/>
                </a:solidFill>
                <a:latin typeface="Be Vietnam Pro ExtraBold" pitchFamily="34" charset="0"/>
                <a:ea typeface="Be Vietnam Pro ExtraBold" pitchFamily="34" charset="-122"/>
                <a:cs typeface="Be Vietnam Pro ExtraBold" pitchFamily="34" charset="-120"/>
              </a:rPr>
              <a:t> Skills</a:t>
            </a:r>
            <a:endParaRPr lang="en-US" sz="3000" dirty="0"/>
          </a:p>
        </p:txBody>
      </p:sp>
      <p:sp>
        <p:nvSpPr>
          <p:cNvPr id="14" name="Text 12"/>
          <p:cNvSpPr/>
          <p:nvPr/>
        </p:nvSpPr>
        <p:spPr>
          <a:xfrm>
            <a:off x="7581900" y="5200650"/>
            <a:ext cx="9525000" cy="108585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README</a:t>
            </a:r>
            <a:r>
              <a:rPr lang="en-US" sz="2700" dirty="0" spc="-1" kern="0">
                <a:solidFill>
                  <a:srgbClr val="F3EEE3"/>
                </a:solidFill>
                <a:latin typeface="Be Vietnam Pro" pitchFamily="34" charset="0"/>
                <a:ea typeface="Be Vietnam Pro" pitchFamily="34" charset="-122"/>
                <a:cs typeface="Be Vietnam Pro" pitchFamily="34" charset="-120"/>
              </a:rPr>
              <a:t> ghi</a:t>
            </a:r>
            <a:r>
              <a:rPr lang="en-US" sz="2700" dirty="0" spc="0" kern="0">
                <a:solidFill>
                  <a:srgbClr val="F3EEE3"/>
                </a:solidFill>
                <a:latin typeface="Be Vietnam Pro" pitchFamily="34" charset="0"/>
                <a:ea typeface="Be Vietnam Pro" pitchFamily="34" charset="-122"/>
                <a:cs typeface="Be Vietnam Pro" pitchFamily="34" charset="-120"/>
              </a:rPr>
              <a:t> MIT</a:t>
            </a:r>
            <a:r>
              <a:rPr lang="en-US" sz="2700" dirty="0" spc="17" kern="0">
                <a:solidFill>
                  <a:srgbClr val="F3EEE3"/>
                </a:solidFill>
                <a:latin typeface="Be Vietnam Pro" pitchFamily="34" charset="0"/>
                <a:ea typeface="Be Vietnam Pro" pitchFamily="34" charset="-122"/>
                <a:cs typeface="Be Vietnam Pro" pitchFamily="34" charset="-120"/>
              </a:rPr>
              <a:t> nhưng</a:t>
            </a:r>
            <a:r>
              <a:rPr lang="en-US" sz="2700" dirty="0" spc="-18" kern="0">
                <a:solidFill>
                  <a:srgbClr val="F3EEE3"/>
                </a:solidFill>
                <a:latin typeface="Be Vietnam Pro" pitchFamily="34" charset="0"/>
                <a:ea typeface="Be Vietnam Pro" pitchFamily="34" charset="-122"/>
                <a:cs typeface="Be Vietnam Pro" pitchFamily="34" charset="-120"/>
              </a:rPr>
              <a:t> gốc</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2" kern="0">
                <a:solidFill>
                  <a:srgbClr val="F3EEE3"/>
                </a:solidFill>
                <a:latin typeface="Be Vietnam Pro" pitchFamily="34" charset="0"/>
                <a:ea typeface="Be Vietnam Pro" pitchFamily="34" charset="-122"/>
                <a:cs typeface="Be Vietnam Pro" pitchFamily="34" charset="-120"/>
              </a:rPr>
              <a:t> không</a:t>
            </a:r>
            <a:r>
              <a:rPr lang="en-US" sz="2700" dirty="0" spc="0" kern="0">
                <a:solidFill>
                  <a:srgbClr val="F3EEE3"/>
                </a:solidFill>
                <a:latin typeface="Be Vietnam Pro" pitchFamily="34" charset="0"/>
                <a:ea typeface="Be Vietnam Pro" pitchFamily="34" charset="-122"/>
                <a:cs typeface="Be Vietnam Pro" pitchFamily="34" charset="-120"/>
              </a:rPr>
              <a:t> có</a:t>
            </a:r>
            <a:r>
              <a:rPr lang="en-US" sz="2700" dirty="0" spc="4" kern="0">
                <a:solidFill>
                  <a:srgbClr val="F3EEE3"/>
                </a:solidFill>
                <a:latin typeface="Be Vietnam Pro" pitchFamily="34" charset="0"/>
                <a:ea typeface="Be Vietnam Pro" pitchFamily="34" charset="-122"/>
                <a:cs typeface="Be Vietnam Pro" pitchFamily="34" charset="-120"/>
              </a:rPr>
              <a:t> file</a:t>
            </a:r>
            <a:r>
              <a:rPr lang="en-US" sz="2700" dirty="0" spc="0" kern="0">
                <a:solidFill>
                  <a:srgbClr val="F3EEE3"/>
                </a:solidFill>
                <a:latin typeface="Be Vietnam Pro" pitchFamily="34" charset="0"/>
                <a:ea typeface="Be Vietnam Pro" pitchFamily="34" charset="-122"/>
                <a:cs typeface="Be Vietnam Pro" pitchFamily="34" charset="-120"/>
              </a:rPr>
              <a:t> LICENSE</a:t>
            </a:r>
            <a:endParaRPr lang="en-US" sz="2700" dirty="0"/>
          </a:p>
        </p:txBody>
      </p:sp>
      <p:sp>
        <p:nvSpPr>
          <p:cNvPr id="15" name="Shape 13"/>
          <p:cNvSpPr/>
          <p:nvPr/>
        </p:nvSpPr>
        <p:spPr>
          <a:xfrm>
            <a:off x="914400" y="6419850"/>
            <a:ext cx="16459200" cy="1085850"/>
          </a:xfrm>
          <a:prstGeom prst="roundRect">
            <a:avLst>
              <a:gd name="adj" fmla="val 17544"/>
            </a:avLst>
          </a:prstGeom>
          <a:solidFill>
            <a:srgbClr val="1E212B"/>
          </a:solidFill>
          <a:ln w="19050">
            <a:solidFill>
              <a:srgbClr val="2C3040"/>
            </a:solidFill>
            <a:prstDash val="solid"/>
          </a:ln>
        </p:spPr>
      </p:sp>
      <p:sp>
        <p:nvSpPr>
          <p:cNvPr id="16" name="Shape 14"/>
          <p:cNvSpPr/>
          <p:nvPr/>
        </p:nvSpPr>
        <p:spPr>
          <a:xfrm>
            <a:off x="914400" y="6419850"/>
            <a:ext cx="133350" cy="1085850"/>
          </a:xfrm>
          <a:prstGeom prst="roundRect">
            <a:avLst>
              <a:gd name="adj" fmla="val 50000"/>
            </a:avLst>
          </a:prstGeom>
          <a:solidFill>
            <a:srgbClr val="7C93FF"/>
          </a:solidFill>
          <a:ln/>
        </p:spPr>
      </p:sp>
      <p:sp>
        <p:nvSpPr>
          <p:cNvPr id="17" name="Text 15"/>
          <p:cNvSpPr/>
          <p:nvPr/>
        </p:nvSpPr>
        <p:spPr>
          <a:xfrm>
            <a:off x="1295400" y="64198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7C93FF"/>
                </a:solidFill>
                <a:latin typeface="Be Vietnam Pro ExtraBold" pitchFamily="34" charset="0"/>
                <a:ea typeface="Be Vietnam Pro ExtraBold" pitchFamily="34" charset="-122"/>
                <a:cs typeface="Be Vietnam Pro ExtraBold" pitchFamily="34" charset="-120"/>
              </a:rPr>
              <a:t>REA</a:t>
            </a:r>
            <a:endParaRPr lang="en-US" sz="3000" dirty="0"/>
          </a:p>
        </p:txBody>
      </p:sp>
      <p:sp>
        <p:nvSpPr>
          <p:cNvPr id="18" name="Text 16"/>
          <p:cNvSpPr/>
          <p:nvPr/>
        </p:nvSpPr>
        <p:spPr>
          <a:xfrm>
            <a:off x="7581900" y="6419850"/>
            <a:ext cx="9525000" cy="1085850"/>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tự</a:t>
            </a:r>
            <a:r>
              <a:rPr lang="en-US" sz="2700" dirty="0" spc="-1" kern="0">
                <a:solidFill>
                  <a:srgbClr val="F3EEE3"/>
                </a:solidFill>
                <a:latin typeface="Be Vietnam Pro" pitchFamily="34" charset="0"/>
                <a:ea typeface="Be Vietnam Pro" pitchFamily="34" charset="-122"/>
                <a:cs typeface="Be Vietnam Pro" pitchFamily="34" charset="-120"/>
              </a:rPr>
              <a:t> có</a:t>
            </a:r>
            <a:r>
              <a:rPr lang="en-US" sz="2700" dirty="0" spc="-18" kern="0">
                <a:solidFill>
                  <a:srgbClr val="F3EEE3"/>
                </a:solidFill>
                <a:latin typeface="Be Vietnam Pro" pitchFamily="34" charset="0"/>
                <a:ea typeface="Be Vietnam Pro" pitchFamily="34" charset="-122"/>
                <a:cs typeface="Be Vietnam Pro" pitchFamily="34" charset="-120"/>
              </a:rPr>
              <a:t> quyền</a:t>
            </a:r>
            <a:r>
              <a:rPr lang="en-US" sz="2700" dirty="0" spc="-2" kern="0">
                <a:solidFill>
                  <a:srgbClr val="F3EEE3"/>
                </a:solidFill>
                <a:latin typeface="Be Vietnam Pro" pitchFamily="34" charset="0"/>
                <a:ea typeface="Be Vietnam Pro" pitchFamily="34" charset="-122"/>
                <a:cs typeface="Be Vietnam Pro" pitchFamily="34" charset="-120"/>
              </a:rPr>
              <a:t> hợp</a:t>
            </a:r>
            <a:r>
              <a:rPr lang="en-US" sz="2700" dirty="0" spc="-1" kern="0">
                <a:solidFill>
                  <a:srgbClr val="F3EEE3"/>
                </a:solidFill>
                <a:latin typeface="Be Vietnam Pro" pitchFamily="34" charset="0"/>
                <a:ea typeface="Be Vietnam Pro" pitchFamily="34" charset="-122"/>
                <a:cs typeface="Be Vietnam Pro" pitchFamily="34" charset="-120"/>
              </a:rPr>
              <a:t> pháp</a:t>
            </a:r>
            <a:r>
              <a:rPr lang="en-US" sz="2700" dirty="0" spc="-14" kern="0">
                <a:solidFill>
                  <a:srgbClr val="F3EEE3"/>
                </a:solidFill>
                <a:latin typeface="Be Vietnam Pro" pitchFamily="34" charset="0"/>
                <a:ea typeface="Be Vietnam Pro" pitchFamily="34" charset="-122"/>
                <a:cs typeface="Be Vietnam Pro" pitchFamily="34" charset="-120"/>
              </a:rPr>
              <a:t> với</a:t>
            </a:r>
            <a:r>
              <a:rPr lang="en-US" sz="2700" dirty="0" spc="-1" kern="0">
                <a:solidFill>
                  <a:srgbClr val="F3EEE3"/>
                </a:solidFill>
                <a:latin typeface="Be Vietnam Pro" pitchFamily="34" charset="0"/>
                <a:ea typeface="Be Vietnam Pro" pitchFamily="34" charset="-122"/>
                <a:cs typeface="Be Vietnam Pro" pitchFamily="34" charset="-120"/>
              </a:rPr>
              <a:t> công cụ</a:t>
            </a:r>
            <a:r>
              <a:rPr lang="en-US" sz="2700" dirty="0" spc="5" kern="0">
                <a:solidFill>
                  <a:srgbClr val="F3EEE3"/>
                </a:solidFill>
                <a:latin typeface="Be Vietnam Pro" pitchFamily="34" charset="0"/>
                <a:ea typeface="Be Vietnam Pro" pitchFamily="34" charset="-122"/>
                <a:cs typeface="Be Vietnam Pro" pitchFamily="34" charset="-120"/>
              </a:rPr>
              <a:t> thương</a:t>
            </a:r>
            <a:r>
              <a:rPr lang="en-US" sz="2700" dirty="0" spc="-1" kern="0">
                <a:solidFill>
                  <a:srgbClr val="F3EEE3"/>
                </a:solidFill>
                <a:latin typeface="Be Vietnam Pro" pitchFamily="34" charset="0"/>
                <a:ea typeface="Be Vietnam Pro" pitchFamily="34" charset="-122"/>
                <a:cs typeface="Be Vietnam Pro" pitchFamily="34" charset="-120"/>
              </a:rPr>
              <a:t> mại</a:t>
            </a:r>
            <a:r>
              <a:rPr lang="en-US" sz="2700" dirty="0" spc="0" kern="0">
                <a:solidFill>
                  <a:srgbClr val="F3EEE3"/>
                </a:solidFill>
                <a:latin typeface="Be Vietnam Pro" pitchFamily="34" charset="0"/>
                <a:ea typeface="Be Vietnam Pro" pitchFamily="34" charset="-122"/>
                <a:cs typeface="Be Vietnam Pro" pitchFamily="34" charset="-120"/>
              </a:rPr>
              <a:t> như</a:t>
            </a:r>
            <a:r>
              <a:rPr lang="en-US" sz="2700" dirty="0" spc="-4" kern="0">
                <a:solidFill>
                  <a:srgbClr val="F3EEE3"/>
                </a:solidFill>
                <a:latin typeface="Be Vietnam Pro" pitchFamily="34" charset="0"/>
                <a:ea typeface="Be Vietnam Pro" pitchFamily="34" charset="-122"/>
                <a:cs typeface="Be Vietnam Pro" pitchFamily="34" charset="-120"/>
              </a:rPr>
              <a:t> Hopper</a:t>
            </a:r>
            <a:r>
              <a:rPr lang="en-US" sz="2700" dirty="0" spc="-12" kern="0">
                <a:solidFill>
                  <a:srgbClr val="F3EEE3"/>
                </a:solidFill>
                <a:latin typeface="Be Vietnam Pro" pitchFamily="34" charset="0"/>
                <a:ea typeface="Be Vietnam Pro" pitchFamily="34" charset="-122"/>
                <a:cs typeface="Be Vietnam Pro" pitchFamily="34" charset="-120"/>
              </a:rPr>
              <a:t> hay</a:t>
            </a:r>
            <a:r>
              <a:rPr lang="en-US" sz="2700" dirty="0" spc="-28" kern="0">
                <a:solidFill>
                  <a:srgbClr val="F3EEE3"/>
                </a:solidFill>
                <a:latin typeface="Be Vietnam Pro" pitchFamily="34" charset="0"/>
                <a:ea typeface="Be Vietnam Pro" pitchFamily="34" charset="-122"/>
                <a:cs typeface="Be Vietnam Pro" pitchFamily="34" charset="-120"/>
              </a:rPr>
              <a:t> IDA</a:t>
            </a:r>
            <a:endParaRPr lang="en-US" sz="2700" dirty="0"/>
          </a:p>
        </p:txBody>
      </p:sp>
      <p:sp>
        <p:nvSpPr>
          <p:cNvPr id="19" name="Shape 17"/>
          <p:cNvSpPr/>
          <p:nvPr/>
        </p:nvSpPr>
        <p:spPr>
          <a:xfrm>
            <a:off x="914400" y="7639050"/>
            <a:ext cx="16459200" cy="1085850"/>
          </a:xfrm>
          <a:prstGeom prst="roundRect">
            <a:avLst>
              <a:gd name="adj" fmla="val 17544"/>
            </a:avLst>
          </a:prstGeom>
          <a:solidFill>
            <a:srgbClr val="1E212B"/>
          </a:solidFill>
          <a:ln w="19050">
            <a:solidFill>
              <a:srgbClr val="2C3040"/>
            </a:solidFill>
            <a:prstDash val="solid"/>
          </a:ln>
        </p:spPr>
      </p:sp>
      <p:sp>
        <p:nvSpPr>
          <p:cNvPr id="20" name="Shape 18"/>
          <p:cNvSpPr/>
          <p:nvPr/>
        </p:nvSpPr>
        <p:spPr>
          <a:xfrm>
            <a:off x="914400" y="7639050"/>
            <a:ext cx="133350" cy="1085850"/>
          </a:xfrm>
          <a:prstGeom prst="roundRect">
            <a:avLst>
              <a:gd name="adj" fmla="val 50000"/>
            </a:avLst>
          </a:prstGeom>
          <a:solidFill>
            <a:srgbClr val="FFB454"/>
          </a:solidFill>
          <a:ln/>
        </p:spPr>
      </p:sp>
      <p:sp>
        <p:nvSpPr>
          <p:cNvPr id="21" name="Text 19"/>
          <p:cNvSpPr/>
          <p:nvPr/>
        </p:nvSpPr>
        <p:spPr>
          <a:xfrm>
            <a:off x="1295400" y="76390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1" kern="0">
                <a:solidFill>
                  <a:srgbClr val="FFB454"/>
                </a:solidFill>
                <a:latin typeface="Be Vietnam Pro ExtraBold" pitchFamily="34" charset="0"/>
                <a:ea typeface="Be Vietnam Pro ExtraBold" pitchFamily="34" charset="-122"/>
                <a:cs typeface="Be Vietnam Pro ExtraBold" pitchFamily="34" charset="-120"/>
              </a:rPr>
              <a:t>Career</a:t>
            </a:r>
            <a:r>
              <a:rPr lang="en-US" sz="3000" dirty="0" spc="-2" kern="0">
                <a:solidFill>
                  <a:srgbClr val="FFB454"/>
                </a:solidFill>
                <a:latin typeface="Be Vietnam Pro ExtraBold" pitchFamily="34" charset="0"/>
                <a:ea typeface="Be Vietnam Pro ExtraBold" pitchFamily="34" charset="-122"/>
                <a:cs typeface="Be Vietnam Pro ExtraBold" pitchFamily="34" charset="-120"/>
              </a:rPr>
              <a:t> Ops,</a:t>
            </a:r>
            <a:r>
              <a:rPr lang="en-US" sz="3000" dirty="0" spc="1" kern="0">
                <a:solidFill>
                  <a:srgbClr val="FFB454"/>
                </a:solidFill>
                <a:latin typeface="Be Vietnam Pro ExtraBold" pitchFamily="34" charset="0"/>
                <a:ea typeface="Be Vietnam Pro ExtraBold" pitchFamily="34" charset="-122"/>
                <a:cs typeface="Be Vietnam Pro ExtraBold" pitchFamily="34" charset="-120"/>
              </a:rPr>
              <a:t> BMAD</a:t>
            </a:r>
            <a:endParaRPr lang="en-US" sz="3000" dirty="0"/>
          </a:p>
        </p:txBody>
      </p:sp>
      <p:sp>
        <p:nvSpPr>
          <p:cNvPr id="22" name="Text 20"/>
          <p:cNvSpPr/>
          <p:nvPr/>
        </p:nvSpPr>
        <p:spPr>
          <a:xfrm>
            <a:off x="7581900" y="7639050"/>
            <a:ext cx="9525000" cy="1085850"/>
          </a:xfrm>
          <a:prstGeom prst="rect">
            <a:avLst/>
          </a:prstGeom>
          <a:noFill/>
          <a:ln/>
        </p:spPr>
        <p:txBody>
          <a:bodyPr wrap="square" lIns="0" tIns="0" rIns="0" bIns="0" rtlCol="0" anchor="ctr"/>
          <a:lstStyle/>
          <a:p>
            <a:pPr algn="l" indent="0" marL="0">
              <a:buNone/>
            </a:pPr>
            <a:r>
              <a:rPr lang="en-US" sz="2700" dirty="0" spc="0" kern="0">
                <a:solidFill>
                  <a:srgbClr val="F3EEE3"/>
                </a:solidFill>
                <a:latin typeface="Be Vietnam Pro" pitchFamily="34" charset="0"/>
                <a:ea typeface="Be Vietnam Pro" pitchFamily="34" charset="-122"/>
                <a:cs typeface="Be Vietnam Pro" pitchFamily="34" charset="-120"/>
              </a:rPr>
              <a:t>mã MIT</a:t>
            </a:r>
            <a:r>
              <a:rPr lang="en-US" sz="2700" dirty="0" spc="17" kern="0">
                <a:solidFill>
                  <a:srgbClr val="F3EEE3"/>
                </a:solidFill>
                <a:latin typeface="Be Vietnam Pro" pitchFamily="34" charset="0"/>
                <a:ea typeface="Be Vietnam Pro" pitchFamily="34" charset="-122"/>
                <a:cs typeface="Be Vietnam Pro" pitchFamily="34" charset="-120"/>
              </a:rPr>
              <a:t> nhưng</a:t>
            </a:r>
            <a:r>
              <a:rPr lang="en-US" sz="2700" dirty="0" spc="-15" kern="0">
                <a:solidFill>
                  <a:srgbClr val="F3EEE3"/>
                </a:solidFill>
                <a:latin typeface="Be Vietnam Pro" pitchFamily="34" charset="0"/>
                <a:ea typeface="Be Vietnam Pro" pitchFamily="34" charset="-122"/>
                <a:cs typeface="Be Vietnam Pro" pitchFamily="34" charset="-120"/>
              </a:rPr>
              <a:t> tên</a:t>
            </a:r>
            <a:r>
              <a:rPr lang="en-US" sz="2700" dirty="0" spc="-18" kern="0">
                <a:solidFill>
                  <a:srgbClr val="F3EEE3"/>
                </a:solidFill>
                <a:latin typeface="Be Vietnam Pro" pitchFamily="34" charset="0"/>
                <a:ea typeface="Be Vietnam Pro" pitchFamily="34" charset="-122"/>
                <a:cs typeface="Be Vietnam Pro" pitchFamily="34" charset="-120"/>
              </a:rPr>
              <a:t> và</a:t>
            </a:r>
            <a:r>
              <a:rPr lang="en-US" sz="2700" dirty="0" spc="5" kern="0">
                <a:solidFill>
                  <a:srgbClr val="F3EEE3"/>
                </a:solidFill>
                <a:latin typeface="Be Vietnam Pro" pitchFamily="34" charset="0"/>
                <a:ea typeface="Be Vietnam Pro" pitchFamily="34" charset="-122"/>
                <a:cs typeface="Be Vietnam Pro" pitchFamily="34" charset="-120"/>
              </a:rPr>
              <a:t> thương</a:t>
            </a:r>
            <a:r>
              <a:rPr lang="en-US" sz="2700" dirty="0" spc="-1" kern="0">
                <a:solidFill>
                  <a:srgbClr val="F3EEE3"/>
                </a:solidFill>
                <a:latin typeface="Be Vietnam Pro" pitchFamily="34" charset="0"/>
                <a:ea typeface="Be Vietnam Pro" pitchFamily="34" charset="-122"/>
                <a:cs typeface="Be Vietnam Pro" pitchFamily="34" charset="-120"/>
              </a:rPr>
              <a:t> hiệu</a:t>
            </a:r>
            <a:r>
              <a:rPr lang="en-US" sz="2700" dirty="0" spc="0" kern="0">
                <a:solidFill>
                  <a:srgbClr val="F3EEE3"/>
                </a:solidFill>
                <a:latin typeface="Be Vietnam Pro" pitchFamily="34" charset="0"/>
                <a:ea typeface="Be Vietnam Pro" pitchFamily="34" charset="-122"/>
                <a:cs typeface="Be Vietnam Pro" pitchFamily="34" charset="-120"/>
              </a:rPr>
              <a:t> có</a:t>
            </a:r>
            <a:r>
              <a:rPr lang="en-US" sz="2700" dirty="0" spc="-1" kern="0">
                <a:solidFill>
                  <a:srgbClr val="F3EEE3"/>
                </a:solidFill>
                <a:latin typeface="Be Vietnam Pro" pitchFamily="34" charset="0"/>
                <a:ea typeface="Be Vietnam Pro" pitchFamily="34" charset="-122"/>
                <a:cs typeface="Be Vietnam Pro" pitchFamily="34" charset="-120"/>
              </a:rPr>
              <a:t> chính</a:t>
            </a:r>
            <a:r>
              <a:rPr lang="en-US" sz="2700" dirty="0" spc="-6" kern="0">
                <a:solidFill>
                  <a:srgbClr val="F3EEE3"/>
                </a:solidFill>
                <a:latin typeface="Be Vietnam Pro" pitchFamily="34" charset="0"/>
                <a:ea typeface="Be Vietnam Pro" pitchFamily="34" charset="-122"/>
                <a:cs typeface="Be Vietnam Pro" pitchFamily="34" charset="-120"/>
              </a:rPr>
              <a:t> sách</a:t>
            </a:r>
            <a:r>
              <a:rPr lang="en-US" sz="2700" dirty="0" spc="6" kern="0">
                <a:solidFill>
                  <a:srgbClr val="F3EEE3"/>
                </a:solidFill>
                <a:latin typeface="Be Vietnam Pro" pitchFamily="34" charset="0"/>
                <a:ea typeface="Be Vietnam Pro" pitchFamily="34" charset="-122"/>
                <a:cs typeface="Be Vietnam Pro" pitchFamily="34" charset="-120"/>
              </a:rPr>
              <a:t> riêng</a:t>
            </a:r>
            <a:endParaRPr lang="en-US" sz="270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[S27]</a:t>
            </a:r>
            <a:r>
              <a:rPr lang="en-US" sz="1800" dirty="0" spc="1" kern="0">
                <a:solidFill>
                  <a:srgbClr val="9AA0B5"/>
                </a:solidFill>
                <a:latin typeface="Be Vietnam Pro" pitchFamily="34" charset="0"/>
                <a:ea typeface="Be Vietnam Pro" pitchFamily="34" charset="-122"/>
                <a:cs typeface="Be Vietnam Pro" pitchFamily="34" charset="-120"/>
              </a:rPr>
              <a:t> [S26]</a:t>
            </a:r>
            <a:r>
              <a:rPr lang="en-US" sz="1800" dirty="0" spc="2" kern="0">
                <a:solidFill>
                  <a:srgbClr val="9AA0B5"/>
                </a:solidFill>
                <a:latin typeface="Be Vietnam Pro" pitchFamily="34" charset="0"/>
                <a:ea typeface="Be Vietnam Pro" pitchFamily="34" charset="-122"/>
                <a:cs typeface="Be Vietnam Pro" pitchFamily="34" charset="-120"/>
              </a:rPr>
              <a:t> [S5]</a:t>
            </a:r>
            <a:r>
              <a:rPr lang="en-US" sz="1800" dirty="0" spc="3" kern="0">
                <a:solidFill>
                  <a:srgbClr val="9AA0B5"/>
                </a:solidFill>
                <a:latin typeface="Be Vietnam Pro" pitchFamily="34" charset="0"/>
                <a:ea typeface="Be Vietnam Pro" pitchFamily="34" charset="-122"/>
                <a:cs typeface="Be Vietnam Pro" pitchFamily="34" charset="-120"/>
              </a:rPr>
              <a:t> [S8]</a:t>
            </a:r>
            <a:r>
              <a:rPr lang="en-US" sz="1800" dirty="0" spc="2" kern="0">
                <a:solidFill>
                  <a:srgbClr val="9AA0B5"/>
                </a:solidFill>
                <a:latin typeface="Be Vietnam Pro" pitchFamily="34" charset="0"/>
                <a:ea typeface="Be Vietnam Pro" pitchFamily="34" charset="-122"/>
                <a:cs typeface="Be Vietnam Pro" pitchFamily="34" charset="-120"/>
              </a:rPr>
              <a:t> [S12] [S19]</a:t>
            </a:r>
            <a:endParaRPr lang="en-US" sz="1800" dirty="0"/>
          </a:p>
        </p:txBody>
      </p:sp>
      <p:sp>
        <p:nvSpPr>
          <p:cNvPr id="24" name="Shape 22"/>
          <p:cNvSpPr/>
          <p:nvPr/>
        </p:nvSpPr>
        <p:spPr>
          <a:xfrm>
            <a:off x="958561" y="9578686"/>
            <a:ext cx="83127" cy="83127"/>
          </a:xfrm>
          <a:prstGeom prst="ellipse">
            <a:avLst/>
          </a:prstGeom>
          <a:solidFill>
            <a:srgbClr val="F3EEE3">
              <a:alpha val="28000"/>
            </a:srgbClr>
          </a:solidFill>
          <a:ln/>
        </p:spPr>
      </p:sp>
      <p:sp>
        <p:nvSpPr>
          <p:cNvPr id="25" name="Shape 23"/>
          <p:cNvSpPr/>
          <p:nvPr/>
        </p:nvSpPr>
        <p:spPr>
          <a:xfrm>
            <a:off x="1124815" y="9578686"/>
            <a:ext cx="83127" cy="83127"/>
          </a:xfrm>
          <a:prstGeom prst="ellipse">
            <a:avLst/>
          </a:prstGeom>
          <a:solidFill>
            <a:srgbClr val="F3EEE3">
              <a:alpha val="28000"/>
            </a:srgbClr>
          </a:solidFill>
          <a:ln/>
        </p:spPr>
      </p:sp>
      <p:sp>
        <p:nvSpPr>
          <p:cNvPr id="26" name="Shape 24"/>
          <p:cNvSpPr/>
          <p:nvPr/>
        </p:nvSpPr>
        <p:spPr>
          <a:xfrm>
            <a:off x="1291070" y="9578686"/>
            <a:ext cx="83127" cy="83127"/>
          </a:xfrm>
          <a:prstGeom prst="ellipse">
            <a:avLst/>
          </a:prstGeom>
          <a:solidFill>
            <a:srgbClr val="F3EEE3">
              <a:alpha val="28000"/>
            </a:srgbClr>
          </a:solidFill>
          <a:ln/>
        </p:spPr>
      </p:sp>
      <p:sp>
        <p:nvSpPr>
          <p:cNvPr id="27" name="Shape 25"/>
          <p:cNvSpPr/>
          <p:nvPr/>
        </p:nvSpPr>
        <p:spPr>
          <a:xfrm>
            <a:off x="1457324" y="9578686"/>
            <a:ext cx="83127" cy="83127"/>
          </a:xfrm>
          <a:prstGeom prst="ellipse">
            <a:avLst/>
          </a:prstGeom>
          <a:solidFill>
            <a:srgbClr val="F3EEE3">
              <a:alpha val="28000"/>
            </a:srgbClr>
          </a:solidFill>
          <a:ln/>
        </p:spPr>
      </p:sp>
      <p:sp>
        <p:nvSpPr>
          <p:cNvPr id="28" name="Shape 26"/>
          <p:cNvSpPr/>
          <p:nvPr/>
        </p:nvSpPr>
        <p:spPr>
          <a:xfrm>
            <a:off x="1623578" y="9578686"/>
            <a:ext cx="83127" cy="83127"/>
          </a:xfrm>
          <a:prstGeom prst="ellipse">
            <a:avLst/>
          </a:prstGeom>
          <a:solidFill>
            <a:srgbClr val="F3EEE3">
              <a:alpha val="28000"/>
            </a:srgbClr>
          </a:solidFill>
          <a:ln/>
        </p:spPr>
      </p:sp>
      <p:sp>
        <p:nvSpPr>
          <p:cNvPr id="29" name="Shape 27"/>
          <p:cNvSpPr/>
          <p:nvPr/>
        </p:nvSpPr>
        <p:spPr>
          <a:xfrm>
            <a:off x="1789832" y="9578686"/>
            <a:ext cx="83127" cy="83127"/>
          </a:xfrm>
          <a:prstGeom prst="ellipse">
            <a:avLst/>
          </a:prstGeom>
          <a:solidFill>
            <a:srgbClr val="F3EEE3">
              <a:alpha val="28000"/>
            </a:srgbClr>
          </a:solidFill>
          <a:ln/>
        </p:spPr>
      </p:sp>
      <p:sp>
        <p:nvSpPr>
          <p:cNvPr id="30" name="Shape 28"/>
          <p:cNvSpPr/>
          <p:nvPr/>
        </p:nvSpPr>
        <p:spPr>
          <a:xfrm>
            <a:off x="1956086" y="9578686"/>
            <a:ext cx="83127" cy="83127"/>
          </a:xfrm>
          <a:prstGeom prst="ellipse">
            <a:avLst/>
          </a:prstGeom>
          <a:solidFill>
            <a:srgbClr val="F3EEE3">
              <a:alpha val="28000"/>
            </a:srgbClr>
          </a:solidFill>
          <a:ln/>
        </p:spPr>
      </p:sp>
      <p:sp>
        <p:nvSpPr>
          <p:cNvPr id="31" name="Shape 29"/>
          <p:cNvSpPr/>
          <p:nvPr/>
        </p:nvSpPr>
        <p:spPr>
          <a:xfrm>
            <a:off x="2122340" y="9578686"/>
            <a:ext cx="83127" cy="83127"/>
          </a:xfrm>
          <a:prstGeom prst="ellipse">
            <a:avLst/>
          </a:prstGeom>
          <a:solidFill>
            <a:srgbClr val="F3EEE3">
              <a:alpha val="28000"/>
            </a:srgbClr>
          </a:solidFill>
          <a:ln/>
        </p:spPr>
      </p:sp>
      <p:sp>
        <p:nvSpPr>
          <p:cNvPr id="32" name="Shape 30"/>
          <p:cNvSpPr/>
          <p:nvPr/>
        </p:nvSpPr>
        <p:spPr>
          <a:xfrm>
            <a:off x="2288594" y="9578686"/>
            <a:ext cx="83127" cy="83127"/>
          </a:xfrm>
          <a:prstGeom prst="ellipse">
            <a:avLst/>
          </a:prstGeom>
          <a:solidFill>
            <a:srgbClr val="F3EEE3">
              <a:alpha val="28000"/>
            </a:srgbClr>
          </a:solidFill>
          <a:ln/>
        </p:spPr>
      </p:sp>
      <p:sp>
        <p:nvSpPr>
          <p:cNvPr id="33" name="Shape 31"/>
          <p:cNvSpPr/>
          <p:nvPr/>
        </p:nvSpPr>
        <p:spPr>
          <a:xfrm>
            <a:off x="2454848" y="9578686"/>
            <a:ext cx="83127" cy="83127"/>
          </a:xfrm>
          <a:prstGeom prst="ellipse">
            <a:avLst/>
          </a:prstGeom>
          <a:solidFill>
            <a:srgbClr val="F3EEE3">
              <a:alpha val="28000"/>
            </a:srgbClr>
          </a:solidFill>
          <a:ln/>
        </p:spPr>
      </p:sp>
      <p:sp>
        <p:nvSpPr>
          <p:cNvPr id="34" name="Shape 32"/>
          <p:cNvSpPr/>
          <p:nvPr/>
        </p:nvSpPr>
        <p:spPr>
          <a:xfrm>
            <a:off x="2621102" y="9578686"/>
            <a:ext cx="83127" cy="83127"/>
          </a:xfrm>
          <a:prstGeom prst="ellipse">
            <a:avLst/>
          </a:prstGeom>
          <a:solidFill>
            <a:srgbClr val="F3EEE3">
              <a:alpha val="28000"/>
            </a:srgbClr>
          </a:solidFill>
          <a:ln/>
        </p:spPr>
      </p:sp>
      <p:sp>
        <p:nvSpPr>
          <p:cNvPr id="35" name="Shape 33"/>
          <p:cNvSpPr/>
          <p:nvPr/>
        </p:nvSpPr>
        <p:spPr>
          <a:xfrm>
            <a:off x="2787357" y="9578686"/>
            <a:ext cx="83127" cy="83127"/>
          </a:xfrm>
          <a:prstGeom prst="ellipse">
            <a:avLst/>
          </a:prstGeom>
          <a:solidFill>
            <a:srgbClr val="F3EEE3">
              <a:alpha val="28000"/>
            </a:srgbClr>
          </a:solidFill>
          <a:ln/>
        </p:spPr>
      </p:sp>
      <p:sp>
        <p:nvSpPr>
          <p:cNvPr id="36" name="Shape 34"/>
          <p:cNvSpPr/>
          <p:nvPr/>
        </p:nvSpPr>
        <p:spPr>
          <a:xfrm>
            <a:off x="2953611" y="9578686"/>
            <a:ext cx="83127" cy="83127"/>
          </a:xfrm>
          <a:prstGeom prst="ellipse">
            <a:avLst/>
          </a:prstGeom>
          <a:solidFill>
            <a:srgbClr val="F3EEE3">
              <a:alpha val="28000"/>
            </a:srgbClr>
          </a:solidFill>
          <a:ln/>
        </p:spPr>
      </p:sp>
      <p:sp>
        <p:nvSpPr>
          <p:cNvPr id="37" name="Shape 35"/>
          <p:cNvSpPr/>
          <p:nvPr/>
        </p:nvSpPr>
        <p:spPr>
          <a:xfrm>
            <a:off x="3119865" y="9578686"/>
            <a:ext cx="83127" cy="83127"/>
          </a:xfrm>
          <a:prstGeom prst="ellipse">
            <a:avLst/>
          </a:prstGeom>
          <a:solidFill>
            <a:srgbClr val="F3EEE3">
              <a:alpha val="28000"/>
            </a:srgbClr>
          </a:solidFill>
          <a:ln/>
        </p:spPr>
      </p:sp>
      <p:sp>
        <p:nvSpPr>
          <p:cNvPr id="38" name="Shape 36"/>
          <p:cNvSpPr/>
          <p:nvPr/>
        </p:nvSpPr>
        <p:spPr>
          <a:xfrm>
            <a:off x="3286119" y="9578686"/>
            <a:ext cx="83127" cy="83127"/>
          </a:xfrm>
          <a:prstGeom prst="ellipse">
            <a:avLst/>
          </a:prstGeom>
          <a:solidFill>
            <a:srgbClr val="F3EEE3">
              <a:alpha val="28000"/>
            </a:srgbClr>
          </a:solidFill>
          <a:ln/>
        </p:spPr>
      </p:sp>
      <p:sp>
        <p:nvSpPr>
          <p:cNvPr id="39" name="Shape 37"/>
          <p:cNvSpPr/>
          <p:nvPr/>
        </p:nvSpPr>
        <p:spPr>
          <a:xfrm>
            <a:off x="3452373" y="9578686"/>
            <a:ext cx="83127" cy="83127"/>
          </a:xfrm>
          <a:prstGeom prst="ellipse">
            <a:avLst/>
          </a:prstGeom>
          <a:solidFill>
            <a:srgbClr val="F3EEE3">
              <a:alpha val="28000"/>
            </a:srgbClr>
          </a:solidFill>
          <a:ln/>
        </p:spPr>
      </p:sp>
      <p:sp>
        <p:nvSpPr>
          <p:cNvPr id="40" name="Shape 38"/>
          <p:cNvSpPr/>
          <p:nvPr/>
        </p:nvSpPr>
        <p:spPr>
          <a:xfrm>
            <a:off x="3618627" y="9578686"/>
            <a:ext cx="83127" cy="83127"/>
          </a:xfrm>
          <a:prstGeom prst="ellipse">
            <a:avLst/>
          </a:prstGeom>
          <a:solidFill>
            <a:srgbClr val="F3EEE3">
              <a:alpha val="28000"/>
            </a:srgbClr>
          </a:solidFill>
          <a:ln/>
        </p:spPr>
      </p:sp>
      <p:sp>
        <p:nvSpPr>
          <p:cNvPr id="41" name="Shape 39"/>
          <p:cNvSpPr/>
          <p:nvPr/>
        </p:nvSpPr>
        <p:spPr>
          <a:xfrm>
            <a:off x="3784881" y="9578686"/>
            <a:ext cx="83127" cy="83127"/>
          </a:xfrm>
          <a:prstGeom prst="ellipse">
            <a:avLst/>
          </a:prstGeom>
          <a:solidFill>
            <a:srgbClr val="F3EEE3">
              <a:alpha val="28000"/>
            </a:srgbClr>
          </a:solidFill>
          <a:ln/>
        </p:spPr>
      </p:sp>
      <p:sp>
        <p:nvSpPr>
          <p:cNvPr id="42" name="Shape 40"/>
          <p:cNvSpPr/>
          <p:nvPr/>
        </p:nvSpPr>
        <p:spPr>
          <a:xfrm>
            <a:off x="3951135" y="9578686"/>
            <a:ext cx="83127" cy="83127"/>
          </a:xfrm>
          <a:prstGeom prst="ellipse">
            <a:avLst/>
          </a:prstGeom>
          <a:solidFill>
            <a:srgbClr val="F3EEE3">
              <a:alpha val="28000"/>
            </a:srgbClr>
          </a:solidFill>
          <a:ln/>
        </p:spPr>
      </p:sp>
      <p:sp>
        <p:nvSpPr>
          <p:cNvPr id="43" name="Shape 41"/>
          <p:cNvSpPr/>
          <p:nvPr/>
        </p:nvSpPr>
        <p:spPr>
          <a:xfrm>
            <a:off x="4117389" y="9578686"/>
            <a:ext cx="83127" cy="83127"/>
          </a:xfrm>
          <a:prstGeom prst="ellipse">
            <a:avLst/>
          </a:prstGeom>
          <a:solidFill>
            <a:srgbClr val="F3EEE3">
              <a:alpha val="28000"/>
            </a:srgbClr>
          </a:solidFill>
          <a:ln/>
        </p:spPr>
      </p:sp>
      <p:sp>
        <p:nvSpPr>
          <p:cNvPr id="44" name="Shape 42"/>
          <p:cNvSpPr/>
          <p:nvPr/>
        </p:nvSpPr>
        <p:spPr>
          <a:xfrm>
            <a:off x="4283644" y="9578686"/>
            <a:ext cx="83127" cy="83127"/>
          </a:xfrm>
          <a:prstGeom prst="ellipse">
            <a:avLst/>
          </a:prstGeom>
          <a:solidFill>
            <a:srgbClr val="F3EEE3">
              <a:alpha val="28000"/>
            </a:srgbClr>
          </a:solidFill>
          <a:ln/>
        </p:spPr>
      </p:sp>
      <p:sp>
        <p:nvSpPr>
          <p:cNvPr id="45" name="Shape 43"/>
          <p:cNvSpPr/>
          <p:nvPr/>
        </p:nvSpPr>
        <p:spPr>
          <a:xfrm>
            <a:off x="4449898" y="9578686"/>
            <a:ext cx="83127" cy="83127"/>
          </a:xfrm>
          <a:prstGeom prst="ellipse">
            <a:avLst/>
          </a:prstGeom>
          <a:solidFill>
            <a:srgbClr val="F3EEE3">
              <a:alpha val="28000"/>
            </a:srgbClr>
          </a:solidFill>
          <a:ln/>
        </p:spPr>
      </p:sp>
      <p:sp>
        <p:nvSpPr>
          <p:cNvPr id="46" name="Shape 44"/>
          <p:cNvSpPr/>
          <p:nvPr/>
        </p:nvSpPr>
        <p:spPr>
          <a:xfrm>
            <a:off x="4616152" y="9578686"/>
            <a:ext cx="83127" cy="83127"/>
          </a:xfrm>
          <a:prstGeom prst="ellipse">
            <a:avLst/>
          </a:prstGeom>
          <a:solidFill>
            <a:srgbClr val="F3EEE3">
              <a:alpha val="28000"/>
            </a:srgbClr>
          </a:solidFill>
          <a:ln/>
        </p:spPr>
      </p:sp>
      <p:sp>
        <p:nvSpPr>
          <p:cNvPr id="47" name="Shape 45"/>
          <p:cNvSpPr/>
          <p:nvPr/>
        </p:nvSpPr>
        <p:spPr>
          <a:xfrm>
            <a:off x="4782406" y="9578686"/>
            <a:ext cx="83127" cy="83127"/>
          </a:xfrm>
          <a:prstGeom prst="ellipse">
            <a:avLst/>
          </a:prstGeom>
          <a:solidFill>
            <a:srgbClr val="F3EEE3">
              <a:alpha val="28000"/>
            </a:srgbClr>
          </a:solidFill>
          <a:ln/>
        </p:spPr>
      </p:sp>
      <p:sp>
        <p:nvSpPr>
          <p:cNvPr id="48" name="Shape 46"/>
          <p:cNvSpPr/>
          <p:nvPr/>
        </p:nvSpPr>
        <p:spPr>
          <a:xfrm>
            <a:off x="4948660" y="9578686"/>
            <a:ext cx="83127" cy="83127"/>
          </a:xfrm>
          <a:prstGeom prst="ellipse">
            <a:avLst/>
          </a:prstGeom>
          <a:solidFill>
            <a:srgbClr val="F3EEE3">
              <a:alpha val="28000"/>
            </a:srgbClr>
          </a:solidFill>
          <a:ln/>
        </p:spPr>
      </p:sp>
      <p:sp>
        <p:nvSpPr>
          <p:cNvPr id="49" name="Shape 47"/>
          <p:cNvSpPr/>
          <p:nvPr/>
        </p:nvSpPr>
        <p:spPr>
          <a:xfrm>
            <a:off x="5114914" y="9578686"/>
            <a:ext cx="83127" cy="83127"/>
          </a:xfrm>
          <a:prstGeom prst="ellipse">
            <a:avLst/>
          </a:prstGeom>
          <a:solidFill>
            <a:srgbClr val="F3EEE3">
              <a:alpha val="28000"/>
            </a:srgbClr>
          </a:solidFill>
          <a:ln/>
        </p:spPr>
      </p:sp>
      <p:sp>
        <p:nvSpPr>
          <p:cNvPr id="50" name="Shape 48"/>
          <p:cNvSpPr/>
          <p:nvPr/>
        </p:nvSpPr>
        <p:spPr>
          <a:xfrm>
            <a:off x="5281168" y="9578686"/>
            <a:ext cx="83127" cy="83127"/>
          </a:xfrm>
          <a:prstGeom prst="ellipse">
            <a:avLst/>
          </a:prstGeom>
          <a:solidFill>
            <a:srgbClr val="F3EEE3">
              <a:alpha val="28000"/>
            </a:srgbClr>
          </a:solidFill>
          <a:ln/>
        </p:spPr>
      </p:sp>
      <p:sp>
        <p:nvSpPr>
          <p:cNvPr id="51" name="Shape 49"/>
          <p:cNvSpPr/>
          <p:nvPr/>
        </p:nvSpPr>
        <p:spPr>
          <a:xfrm>
            <a:off x="5447422" y="9578686"/>
            <a:ext cx="83127" cy="83127"/>
          </a:xfrm>
          <a:prstGeom prst="ellipse">
            <a:avLst/>
          </a:prstGeom>
          <a:solidFill>
            <a:srgbClr val="F3EEE3">
              <a:alpha val="28000"/>
            </a:srgbClr>
          </a:solidFill>
          <a:ln/>
        </p:spPr>
      </p:sp>
      <p:sp>
        <p:nvSpPr>
          <p:cNvPr id="52" name="Shape 50"/>
          <p:cNvSpPr/>
          <p:nvPr/>
        </p:nvSpPr>
        <p:spPr>
          <a:xfrm>
            <a:off x="5613676" y="9578686"/>
            <a:ext cx="83127" cy="83127"/>
          </a:xfrm>
          <a:prstGeom prst="ellipse">
            <a:avLst/>
          </a:prstGeom>
          <a:solidFill>
            <a:srgbClr val="F3EEE3">
              <a:alpha val="28000"/>
            </a:srgbClr>
          </a:solidFill>
          <a:ln/>
        </p:spPr>
      </p:sp>
      <p:sp>
        <p:nvSpPr>
          <p:cNvPr id="53" name="Shape 51"/>
          <p:cNvSpPr/>
          <p:nvPr/>
        </p:nvSpPr>
        <p:spPr>
          <a:xfrm>
            <a:off x="5779931" y="9578686"/>
            <a:ext cx="83127" cy="83127"/>
          </a:xfrm>
          <a:prstGeom prst="ellipse">
            <a:avLst/>
          </a:prstGeom>
          <a:solidFill>
            <a:srgbClr val="F3EEE3">
              <a:alpha val="28000"/>
            </a:srgbClr>
          </a:solidFill>
          <a:ln/>
        </p:spPr>
      </p:sp>
      <p:sp>
        <p:nvSpPr>
          <p:cNvPr id="54" name="Shape 52"/>
          <p:cNvSpPr/>
          <p:nvPr/>
        </p:nvSpPr>
        <p:spPr>
          <a:xfrm>
            <a:off x="5946185" y="9578686"/>
            <a:ext cx="83127" cy="83127"/>
          </a:xfrm>
          <a:prstGeom prst="ellipse">
            <a:avLst/>
          </a:prstGeom>
          <a:solidFill>
            <a:srgbClr val="F3EEE3">
              <a:alpha val="28000"/>
            </a:srgbClr>
          </a:solidFill>
          <a:ln/>
        </p:spPr>
      </p:sp>
      <p:sp>
        <p:nvSpPr>
          <p:cNvPr id="55" name="Shape 53"/>
          <p:cNvSpPr/>
          <p:nvPr/>
        </p:nvSpPr>
        <p:spPr>
          <a:xfrm>
            <a:off x="6112439" y="9578686"/>
            <a:ext cx="83127" cy="83127"/>
          </a:xfrm>
          <a:prstGeom prst="ellipse">
            <a:avLst/>
          </a:prstGeom>
          <a:solidFill>
            <a:srgbClr val="F3EEE3">
              <a:alpha val="28000"/>
            </a:srgbClr>
          </a:solidFill>
          <a:ln/>
        </p:spPr>
      </p:sp>
      <p:sp>
        <p:nvSpPr>
          <p:cNvPr id="56" name="Shape 54"/>
          <p:cNvSpPr/>
          <p:nvPr/>
        </p:nvSpPr>
        <p:spPr>
          <a:xfrm>
            <a:off x="6278693" y="9578686"/>
            <a:ext cx="83127" cy="83127"/>
          </a:xfrm>
          <a:prstGeom prst="ellipse">
            <a:avLst/>
          </a:prstGeom>
          <a:solidFill>
            <a:srgbClr val="F3EEE3">
              <a:alpha val="28000"/>
            </a:srgbClr>
          </a:solidFill>
          <a:ln/>
        </p:spPr>
      </p:sp>
      <p:sp>
        <p:nvSpPr>
          <p:cNvPr id="57" name="Shape 55"/>
          <p:cNvSpPr/>
          <p:nvPr/>
        </p:nvSpPr>
        <p:spPr>
          <a:xfrm>
            <a:off x="6444947" y="9578686"/>
            <a:ext cx="83127" cy="83127"/>
          </a:xfrm>
          <a:prstGeom prst="ellipse">
            <a:avLst/>
          </a:prstGeom>
          <a:solidFill>
            <a:srgbClr val="F3EEE3">
              <a:alpha val="28000"/>
            </a:srgbClr>
          </a:solidFill>
          <a:ln/>
        </p:spPr>
      </p:sp>
      <p:sp>
        <p:nvSpPr>
          <p:cNvPr id="58" name="Shape 56"/>
          <p:cNvSpPr/>
          <p:nvPr/>
        </p:nvSpPr>
        <p:spPr>
          <a:xfrm>
            <a:off x="6611201" y="9578686"/>
            <a:ext cx="83127" cy="83127"/>
          </a:xfrm>
          <a:prstGeom prst="ellipse">
            <a:avLst/>
          </a:prstGeom>
          <a:solidFill>
            <a:srgbClr val="F3EEE3">
              <a:alpha val="28000"/>
            </a:srgbClr>
          </a:solidFill>
          <a:ln/>
        </p:spPr>
      </p:sp>
      <p:sp>
        <p:nvSpPr>
          <p:cNvPr id="59" name="Shape 57"/>
          <p:cNvSpPr/>
          <p:nvPr/>
        </p:nvSpPr>
        <p:spPr>
          <a:xfrm>
            <a:off x="6777455" y="9578686"/>
            <a:ext cx="83127" cy="83127"/>
          </a:xfrm>
          <a:prstGeom prst="ellipse">
            <a:avLst/>
          </a:prstGeom>
          <a:solidFill>
            <a:srgbClr val="F3EEE3">
              <a:alpha val="28000"/>
            </a:srgbClr>
          </a:solidFill>
          <a:ln/>
        </p:spPr>
      </p:sp>
      <p:sp>
        <p:nvSpPr>
          <p:cNvPr id="60" name="Shape 58"/>
          <p:cNvSpPr/>
          <p:nvPr/>
        </p:nvSpPr>
        <p:spPr>
          <a:xfrm>
            <a:off x="6943709" y="9578686"/>
            <a:ext cx="83127" cy="83127"/>
          </a:xfrm>
          <a:prstGeom prst="ellipse">
            <a:avLst/>
          </a:prstGeom>
          <a:solidFill>
            <a:srgbClr val="F3EEE3">
              <a:alpha val="28000"/>
            </a:srgbClr>
          </a:solidFill>
          <a:ln/>
        </p:spPr>
      </p:sp>
      <p:sp>
        <p:nvSpPr>
          <p:cNvPr id="61" name="Shape 59"/>
          <p:cNvSpPr/>
          <p:nvPr/>
        </p:nvSpPr>
        <p:spPr>
          <a:xfrm>
            <a:off x="7109963" y="9578686"/>
            <a:ext cx="83127" cy="83127"/>
          </a:xfrm>
          <a:prstGeom prst="ellipse">
            <a:avLst/>
          </a:prstGeom>
          <a:solidFill>
            <a:srgbClr val="F3EEE3">
              <a:alpha val="28000"/>
            </a:srgbClr>
          </a:solidFill>
          <a:ln/>
        </p:spPr>
      </p:sp>
      <p:sp>
        <p:nvSpPr>
          <p:cNvPr id="62" name="Shape 60"/>
          <p:cNvSpPr/>
          <p:nvPr/>
        </p:nvSpPr>
        <p:spPr>
          <a:xfrm>
            <a:off x="7276218" y="9578686"/>
            <a:ext cx="83127" cy="83127"/>
          </a:xfrm>
          <a:prstGeom prst="ellipse">
            <a:avLst/>
          </a:prstGeom>
          <a:solidFill>
            <a:srgbClr val="F3EEE3">
              <a:alpha val="28000"/>
            </a:srgbClr>
          </a:solidFill>
          <a:ln/>
        </p:spPr>
      </p:sp>
      <p:sp>
        <p:nvSpPr>
          <p:cNvPr id="63" name="Shape 61"/>
          <p:cNvSpPr/>
          <p:nvPr/>
        </p:nvSpPr>
        <p:spPr>
          <a:xfrm>
            <a:off x="7442472" y="9578686"/>
            <a:ext cx="83127" cy="83127"/>
          </a:xfrm>
          <a:prstGeom prst="ellipse">
            <a:avLst/>
          </a:prstGeom>
          <a:solidFill>
            <a:srgbClr val="F3EEE3">
              <a:alpha val="28000"/>
            </a:srgbClr>
          </a:solidFill>
          <a:ln/>
        </p:spPr>
      </p:sp>
      <p:sp>
        <p:nvSpPr>
          <p:cNvPr id="64" name="Shape 62"/>
          <p:cNvSpPr/>
          <p:nvPr/>
        </p:nvSpPr>
        <p:spPr>
          <a:xfrm>
            <a:off x="7608726" y="9578686"/>
            <a:ext cx="83127" cy="83127"/>
          </a:xfrm>
          <a:prstGeom prst="ellipse">
            <a:avLst/>
          </a:prstGeom>
          <a:solidFill>
            <a:srgbClr val="F3EEE3">
              <a:alpha val="28000"/>
            </a:srgbClr>
          </a:solidFill>
          <a:ln/>
        </p:spPr>
      </p:sp>
      <p:sp>
        <p:nvSpPr>
          <p:cNvPr id="65" name="Shape 63"/>
          <p:cNvSpPr/>
          <p:nvPr/>
        </p:nvSpPr>
        <p:spPr>
          <a:xfrm>
            <a:off x="7774980" y="9578686"/>
            <a:ext cx="83127" cy="83127"/>
          </a:xfrm>
          <a:prstGeom prst="ellipse">
            <a:avLst/>
          </a:prstGeom>
          <a:solidFill>
            <a:srgbClr val="F3EEE3">
              <a:alpha val="28000"/>
            </a:srgbClr>
          </a:solidFill>
          <a:ln/>
        </p:spPr>
      </p:sp>
      <p:sp>
        <p:nvSpPr>
          <p:cNvPr id="66" name="Shape 64"/>
          <p:cNvSpPr/>
          <p:nvPr/>
        </p:nvSpPr>
        <p:spPr>
          <a:xfrm>
            <a:off x="7941234" y="9578686"/>
            <a:ext cx="83127" cy="83127"/>
          </a:xfrm>
          <a:prstGeom prst="ellipse">
            <a:avLst/>
          </a:prstGeom>
          <a:solidFill>
            <a:srgbClr val="F3EEE3">
              <a:alpha val="28000"/>
            </a:srgbClr>
          </a:solidFill>
          <a:ln/>
        </p:spPr>
      </p:sp>
      <p:sp>
        <p:nvSpPr>
          <p:cNvPr id="67" name="Shape 65"/>
          <p:cNvSpPr/>
          <p:nvPr/>
        </p:nvSpPr>
        <p:spPr>
          <a:xfrm>
            <a:off x="8107488" y="9578686"/>
            <a:ext cx="83127" cy="83127"/>
          </a:xfrm>
          <a:prstGeom prst="ellipse">
            <a:avLst/>
          </a:prstGeom>
          <a:solidFill>
            <a:srgbClr val="F3EEE3">
              <a:alpha val="28000"/>
            </a:srgbClr>
          </a:solidFill>
          <a:ln/>
        </p:spPr>
      </p:sp>
      <p:sp>
        <p:nvSpPr>
          <p:cNvPr id="68" name="Shape 66"/>
          <p:cNvSpPr/>
          <p:nvPr/>
        </p:nvSpPr>
        <p:spPr>
          <a:xfrm>
            <a:off x="8273742" y="9578686"/>
            <a:ext cx="83127" cy="83127"/>
          </a:xfrm>
          <a:prstGeom prst="ellipse">
            <a:avLst/>
          </a:prstGeom>
          <a:solidFill>
            <a:srgbClr val="F3EEE3">
              <a:alpha val="28000"/>
            </a:srgbClr>
          </a:solidFill>
          <a:ln/>
        </p:spPr>
      </p:sp>
      <p:sp>
        <p:nvSpPr>
          <p:cNvPr id="69" name="Shape 67"/>
          <p:cNvSpPr/>
          <p:nvPr/>
        </p:nvSpPr>
        <p:spPr>
          <a:xfrm>
            <a:off x="8439996" y="9578686"/>
            <a:ext cx="83127" cy="83127"/>
          </a:xfrm>
          <a:prstGeom prst="ellipse">
            <a:avLst/>
          </a:prstGeom>
          <a:solidFill>
            <a:srgbClr val="F3EEE3">
              <a:alpha val="28000"/>
            </a:srgbClr>
          </a:solidFill>
          <a:ln/>
        </p:spPr>
      </p:sp>
      <p:sp>
        <p:nvSpPr>
          <p:cNvPr id="70" name="Shape 68"/>
          <p:cNvSpPr/>
          <p:nvPr/>
        </p:nvSpPr>
        <p:spPr>
          <a:xfrm>
            <a:off x="8606251" y="9578686"/>
            <a:ext cx="83127" cy="83127"/>
          </a:xfrm>
          <a:prstGeom prst="ellipse">
            <a:avLst/>
          </a:prstGeom>
          <a:solidFill>
            <a:srgbClr val="F3EEE3">
              <a:alpha val="28000"/>
            </a:srgbClr>
          </a:solidFill>
          <a:ln/>
        </p:spPr>
      </p:sp>
      <p:sp>
        <p:nvSpPr>
          <p:cNvPr id="71" name="Shape 69"/>
          <p:cNvSpPr/>
          <p:nvPr/>
        </p:nvSpPr>
        <p:spPr>
          <a:xfrm>
            <a:off x="8772505" y="9578686"/>
            <a:ext cx="83127" cy="83127"/>
          </a:xfrm>
          <a:prstGeom prst="ellipse">
            <a:avLst/>
          </a:prstGeom>
          <a:solidFill>
            <a:srgbClr val="F3EEE3">
              <a:alpha val="28000"/>
            </a:srgbClr>
          </a:solidFill>
          <a:ln/>
        </p:spPr>
      </p:sp>
      <p:sp>
        <p:nvSpPr>
          <p:cNvPr id="72" name="Shape 70"/>
          <p:cNvSpPr/>
          <p:nvPr/>
        </p:nvSpPr>
        <p:spPr>
          <a:xfrm>
            <a:off x="8924904" y="9564832"/>
            <a:ext cx="110836" cy="110836"/>
          </a:xfrm>
          <a:prstGeom prst="ellipse">
            <a:avLst/>
          </a:prstGeom>
          <a:solidFill>
            <a:srgbClr val="FF6A4D"/>
          </a:solidFill>
          <a:ln/>
        </p:spPr>
      </p:sp>
      <p:sp>
        <p:nvSpPr>
          <p:cNvPr id="73" name="Shape 71"/>
          <p:cNvSpPr/>
          <p:nvPr/>
        </p:nvSpPr>
        <p:spPr>
          <a:xfrm>
            <a:off x="9105013" y="9578686"/>
            <a:ext cx="83127" cy="83127"/>
          </a:xfrm>
          <a:prstGeom prst="ellipse">
            <a:avLst/>
          </a:prstGeom>
          <a:solidFill>
            <a:srgbClr val="F3EEE3">
              <a:alpha val="28000"/>
            </a:srgbClr>
          </a:solidFill>
          <a:ln/>
        </p:spPr>
      </p:sp>
      <p:sp>
        <p:nvSpPr>
          <p:cNvPr id="74" name="Shape 72"/>
          <p:cNvSpPr/>
          <p:nvPr/>
        </p:nvSpPr>
        <p:spPr>
          <a:xfrm>
            <a:off x="9271267" y="9578686"/>
            <a:ext cx="83127" cy="83127"/>
          </a:xfrm>
          <a:prstGeom prst="ellipse">
            <a:avLst/>
          </a:prstGeom>
          <a:solidFill>
            <a:srgbClr val="F3EEE3">
              <a:alpha val="28000"/>
            </a:srgbClr>
          </a:solidFill>
          <a:ln/>
        </p:spPr>
      </p:sp>
      <p:sp>
        <p:nvSpPr>
          <p:cNvPr id="75" name="Shape 73"/>
          <p:cNvSpPr/>
          <p:nvPr/>
        </p:nvSpPr>
        <p:spPr>
          <a:xfrm>
            <a:off x="9437521" y="9578686"/>
            <a:ext cx="83127" cy="83127"/>
          </a:xfrm>
          <a:prstGeom prst="ellipse">
            <a:avLst/>
          </a:prstGeom>
          <a:solidFill>
            <a:srgbClr val="F3EEE3">
              <a:alpha val="28000"/>
            </a:srgbClr>
          </a:solidFill>
          <a:ln/>
        </p:spPr>
      </p:sp>
      <p:sp>
        <p:nvSpPr>
          <p:cNvPr id="76" name="Shape 74"/>
          <p:cNvSpPr/>
          <p:nvPr/>
        </p:nvSpPr>
        <p:spPr>
          <a:xfrm>
            <a:off x="9603775" y="9578686"/>
            <a:ext cx="83127" cy="83127"/>
          </a:xfrm>
          <a:prstGeom prst="ellipse">
            <a:avLst/>
          </a:prstGeom>
          <a:solidFill>
            <a:srgbClr val="F3EEE3">
              <a:alpha val="28000"/>
            </a:srgbClr>
          </a:solidFill>
          <a:ln/>
        </p:spPr>
      </p:sp>
      <p:sp>
        <p:nvSpPr>
          <p:cNvPr id="77" name="Shape 75"/>
          <p:cNvSpPr/>
          <p:nvPr/>
        </p:nvSpPr>
        <p:spPr>
          <a:xfrm>
            <a:off x="9770029" y="9578686"/>
            <a:ext cx="83127" cy="83127"/>
          </a:xfrm>
          <a:prstGeom prst="ellipse">
            <a:avLst/>
          </a:prstGeom>
          <a:solidFill>
            <a:srgbClr val="F3EEE3">
              <a:alpha val="28000"/>
            </a:srgbClr>
          </a:solidFill>
          <a:ln/>
        </p:spPr>
      </p:sp>
      <p:sp>
        <p:nvSpPr>
          <p:cNvPr id="78" name="Shape 76"/>
          <p:cNvSpPr/>
          <p:nvPr/>
        </p:nvSpPr>
        <p:spPr>
          <a:xfrm>
            <a:off x="9936283" y="9578686"/>
            <a:ext cx="83127" cy="83127"/>
          </a:xfrm>
          <a:prstGeom prst="ellipse">
            <a:avLst/>
          </a:prstGeom>
          <a:solidFill>
            <a:srgbClr val="F3EEE3">
              <a:alpha val="28000"/>
            </a:srgbClr>
          </a:solidFill>
          <a:ln/>
        </p:spPr>
      </p:sp>
      <p:sp>
        <p:nvSpPr>
          <p:cNvPr id="79" name="Text 77"/>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49/55</a:t>
            </a:r>
            <a:endParaRPr lang="en-US" sz="1800" dirty="0"/>
          </a:p>
        </p:txBody>
      </p:sp>
      <p:sp>
        <p:nvSpPr>
          <p:cNvPr id="80" name="Shape 78"/>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bb0a0cb2-2e68-4fda-9b38-357bed97207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Dữ</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liệu</a:t>
            </a:r>
            <a:r>
              <a:rPr lang="en-US" sz="5700" dirty="0" spc="28" kern="0">
                <a:solidFill>
                  <a:srgbClr val="14161C"/>
                </a:solidFill>
                <a:latin typeface="Bricolage Grotesque ExtraBold" pitchFamily="34" charset="0"/>
                <a:ea typeface="Bricolage Grotesque ExtraBold" pitchFamily="34" charset="-122"/>
                <a:cs typeface="Bricolage Grotesque ExtraBold" pitchFamily="34" charset="-120"/>
              </a:rPr>
              <a:t> gửi</a:t>
            </a:r>
            <a:r>
              <a:rPr lang="en-US" sz="5700" dirty="0" spc="20" kern="0">
                <a:solidFill>
                  <a:srgbClr val="14161C"/>
                </a:solidFill>
                <a:latin typeface="Bricolage Grotesque ExtraBold" pitchFamily="34" charset="0"/>
                <a:ea typeface="Bricolage Grotesque ExtraBold" pitchFamily="34" charset="-122"/>
                <a:cs typeface="Bricolage Grotesque ExtraBold" pitchFamily="34" charset="-120"/>
              </a:rPr>
              <a:t> đi:</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bốn</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README</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nói</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thẳng</a:t>
            </a:r>
            <a:endParaRPr lang="en-US" sz="5700" dirty="0"/>
          </a:p>
        </p:txBody>
      </p:sp>
      <p:sp>
        <p:nvSpPr>
          <p:cNvPr id="3" name="Shape 1"/>
          <p:cNvSpPr/>
          <p:nvPr/>
        </p:nvSpPr>
        <p:spPr>
          <a:xfrm>
            <a:off x="914400" y="3048000"/>
            <a:ext cx="3857625" cy="4953000"/>
          </a:xfrm>
          <a:prstGeom prst="roundRect">
            <a:avLst>
              <a:gd name="adj" fmla="val 6914"/>
            </a:avLst>
          </a:prstGeom>
          <a:solidFill>
            <a:srgbClr val="E8E0CF"/>
          </a:solidFill>
          <a:ln/>
        </p:spPr>
      </p:sp>
      <p:sp>
        <p:nvSpPr>
          <p:cNvPr id="4" name="Shape 2"/>
          <p:cNvSpPr/>
          <p:nvPr/>
        </p:nvSpPr>
        <p:spPr>
          <a:xfrm>
            <a:off x="914400" y="3048000"/>
            <a:ext cx="3857625" cy="152400"/>
          </a:xfrm>
          <a:prstGeom prst="roundRect">
            <a:avLst>
              <a:gd name="adj" fmla="val 50000"/>
            </a:avLst>
          </a:prstGeom>
          <a:solidFill>
            <a:srgbClr val="B45309"/>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spc="-23" kern="0">
                <a:solidFill>
                  <a:srgbClr val="B45309"/>
                </a:solidFill>
                <a:latin typeface="Bricolage Grotesque ExtraBold" pitchFamily="34" charset="0"/>
                <a:ea typeface="Bricolage Grotesque ExtraBold" pitchFamily="34" charset="-122"/>
                <a:cs typeface="Bricolage Grotesque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spc="-14" kern="0">
                <a:solidFill>
                  <a:srgbClr val="14161C"/>
                </a:solidFill>
                <a:latin typeface="Be Vietnam Pro" pitchFamily="34" charset="0"/>
                <a:ea typeface="Be Vietnam Pro" pitchFamily="34" charset="-122"/>
                <a:cs typeface="Be Vietnam Pro" pitchFamily="34" charset="-120"/>
              </a:rPr>
              <a:t>Superpowers</a:t>
            </a:r>
            <a:endParaRPr lang="en-US" sz="2700" dirty="0"/>
          </a:p>
        </p:txBody>
      </p:sp>
      <p:sp>
        <p:nvSpPr>
          <p:cNvPr id="7" name="Text 5"/>
          <p:cNvSpPr/>
          <p:nvPr/>
        </p:nvSpPr>
        <p:spPr>
          <a:xfrm>
            <a:off x="129540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6" kern="0">
                <a:solidFill>
                  <a:srgbClr val="6B6A66"/>
                </a:solidFill>
                <a:latin typeface="Be Vietnam Pro" pitchFamily="34" charset="0"/>
                <a:ea typeface="Be Vietnam Pro" pitchFamily="34" charset="-122"/>
                <a:cs typeface="Be Vietnam Pro" pitchFamily="34" charset="-120"/>
              </a:rPr>
              <a:t>logo</a:t>
            </a:r>
            <a:r>
              <a:rPr lang="en-US" sz="2550" dirty="0" spc="-11" kern="0">
                <a:solidFill>
                  <a:srgbClr val="6B6A66"/>
                </a:solidFill>
                <a:latin typeface="Be Vietnam Pro" pitchFamily="34" charset="0"/>
                <a:ea typeface="Be Vietnam Pro" pitchFamily="34" charset="-122"/>
                <a:cs typeface="Be Vietnam Pro" pitchFamily="34" charset="-120"/>
              </a:rPr>
              <a:t> tải</a:t>
            </a:r>
            <a:r>
              <a:rPr lang="en-US" sz="2550" dirty="0" spc="-1" kern="0">
                <a:solidFill>
                  <a:srgbClr val="6B6A66"/>
                </a:solidFill>
                <a:latin typeface="Be Vietnam Pro" pitchFamily="34" charset="0"/>
                <a:ea typeface="Be Vietnam Pro" pitchFamily="34" charset="-122"/>
                <a:cs typeface="Be Vietnam Pro" pitchFamily="34" charset="-120"/>
              </a:rPr>
              <a:t> từ</a:t>
            </a:r>
            <a:r>
              <a:rPr lang="en-US" sz="2550" dirty="0" spc="-12" kern="0">
                <a:solidFill>
                  <a:srgbClr val="6B6A66"/>
                </a:solidFill>
                <a:latin typeface="Be Vietnam Pro" pitchFamily="34" charset="0"/>
                <a:ea typeface="Be Vietnam Pro" pitchFamily="34" charset="-122"/>
                <a:cs typeface="Be Vietnam Pro" pitchFamily="34" charset="-120"/>
              </a:rPr>
              <a:t> website</a:t>
            </a:r>
            <a:r>
              <a:rPr lang="en-US" sz="2550" dirty="0" spc="-11" kern="0">
                <a:solidFill>
                  <a:srgbClr val="6B6A66"/>
                </a:solidFill>
                <a:latin typeface="Be Vietnam Pro" pitchFamily="34" charset="0"/>
                <a:ea typeface="Be Vietnam Pro" pitchFamily="34" charset="-122"/>
                <a:cs typeface="Be Vietnam Pro" pitchFamily="34" charset="-120"/>
              </a:rPr>
              <a:t> tác</a:t>
            </a:r>
            <a:r>
              <a:rPr lang="en-US" sz="2550" dirty="0" spc="0" kern="0">
                <a:solidFill>
                  <a:srgbClr val="6B6A66"/>
                </a:solidFill>
                <a:latin typeface="Be Vietnam Pro" pitchFamily="34" charset="0"/>
                <a:ea typeface="Be Vietnam Pro" pitchFamily="34" charset="-122"/>
                <a:cs typeface="Be Vietnam Pro" pitchFamily="34" charset="-120"/>
              </a:rPr>
              <a:t> giả,</a:t>
            </a:r>
            <a:r>
              <a:rPr lang="en-US" sz="2550" dirty="0" spc="-27" kern="0">
                <a:solidFill>
                  <a:srgbClr val="6B6A66"/>
                </a:solidFill>
                <a:latin typeface="Be Vietnam Pro" pitchFamily="34" charset="0"/>
                <a:ea typeface="Be Vietnam Pro" pitchFamily="34" charset="-122"/>
                <a:cs typeface="Be Vietnam Pro" pitchFamily="34" charset="-120"/>
              </a:rPr>
              <a:t> kèm</a:t>
            </a:r>
            <a:r>
              <a:rPr lang="en-US" sz="2550" dirty="0" spc="0" kern="0">
                <a:solidFill>
                  <a:srgbClr val="6B6A66"/>
                </a:solidFill>
                <a:latin typeface="Be Vietnam Pro" pitchFamily="34" charset="0"/>
                <a:ea typeface="Be Vietnam Pro" pitchFamily="34" charset="-122"/>
                <a:cs typeface="Be Vietnam Pro" pitchFamily="34" charset="-120"/>
              </a:rPr>
              <a:t> phiên</a:t>
            </a:r>
            <a:r>
              <a:rPr lang="en-US" sz="2550" dirty="0" spc="-4" kern="0">
                <a:solidFill>
                  <a:srgbClr val="6B6A66"/>
                </a:solidFill>
                <a:latin typeface="Be Vietnam Pro" pitchFamily="34" charset="0"/>
                <a:ea typeface="Be Vietnam Pro" pitchFamily="34" charset="-122"/>
                <a:cs typeface="Be Vietnam Pro" pitchFamily="34" charset="-120"/>
              </a:rPr>
              <a:t> bản</a:t>
            </a:r>
            <a:endParaRPr lang="en-US" sz="2550" dirty="0"/>
          </a:p>
        </p:txBody>
      </p:sp>
      <p:sp>
        <p:nvSpPr>
          <p:cNvPr id="8" name="Shape 6"/>
          <p:cNvSpPr/>
          <p:nvPr/>
        </p:nvSpPr>
        <p:spPr>
          <a:xfrm>
            <a:off x="5114925" y="3048000"/>
            <a:ext cx="3857625" cy="4953000"/>
          </a:xfrm>
          <a:prstGeom prst="roundRect">
            <a:avLst>
              <a:gd name="adj" fmla="val 6914"/>
            </a:avLst>
          </a:prstGeom>
          <a:solidFill>
            <a:srgbClr val="E8E0CF"/>
          </a:solidFill>
          <a:ln/>
        </p:spPr>
      </p:sp>
      <p:sp>
        <p:nvSpPr>
          <p:cNvPr id="9" name="Shape 7"/>
          <p:cNvSpPr/>
          <p:nvPr/>
        </p:nvSpPr>
        <p:spPr>
          <a:xfrm>
            <a:off x="5114925" y="3048000"/>
            <a:ext cx="3857625" cy="152400"/>
          </a:xfrm>
          <a:prstGeom prst="roundRect">
            <a:avLst>
              <a:gd name="adj" fmla="val 50000"/>
            </a:avLst>
          </a:prstGeom>
          <a:solidFill>
            <a:srgbClr val="0F766E"/>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spc="-4" kern="0">
                <a:solidFill>
                  <a:srgbClr val="0F766E"/>
                </a:solidFill>
                <a:latin typeface="Bricolage Grotesque ExtraBold" pitchFamily="34" charset="0"/>
                <a:ea typeface="Bricolage Grotesque ExtraBold" pitchFamily="34" charset="-122"/>
                <a:cs typeface="Bricolage Grotesque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spc="-12" kern="0">
                <a:solidFill>
                  <a:srgbClr val="14161C"/>
                </a:solidFill>
                <a:latin typeface="Be Vietnam Pro" pitchFamily="34" charset="0"/>
                <a:ea typeface="Be Vietnam Pro" pitchFamily="34" charset="-122"/>
                <a:cs typeface="Be Vietnam Pro" pitchFamily="34" charset="-120"/>
              </a:rPr>
              <a:t>Headroom</a:t>
            </a:r>
            <a:endParaRPr lang="en-US" sz="2700" dirty="0"/>
          </a:p>
        </p:txBody>
      </p:sp>
      <p:sp>
        <p:nvSpPr>
          <p:cNvPr id="12" name="Text 10"/>
          <p:cNvSpPr/>
          <p:nvPr/>
        </p:nvSpPr>
        <p:spPr>
          <a:xfrm>
            <a:off x="549592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4" kern="0">
                <a:solidFill>
                  <a:srgbClr val="6B6A66"/>
                </a:solidFill>
                <a:latin typeface="Be Vietnam Pro" pitchFamily="34" charset="0"/>
                <a:ea typeface="Be Vietnam Pro" pitchFamily="34" charset="-122"/>
                <a:cs typeface="Be Vietnam Pro" pitchFamily="34" charset="-120"/>
              </a:rPr>
              <a:t>beacon</a:t>
            </a:r>
            <a:r>
              <a:rPr lang="en-US" sz="2550" dirty="0" spc="0" kern="0">
                <a:solidFill>
                  <a:srgbClr val="6B6A66"/>
                </a:solidFill>
                <a:latin typeface="Be Vietnam Pro" pitchFamily="34" charset="0"/>
                <a:ea typeface="Be Vietnam Pro" pitchFamily="34" charset="-122"/>
                <a:cs typeface="Be Vietnam Pro" pitchFamily="34" charset="-120"/>
              </a:rPr>
              <a:t> ẩn</a:t>
            </a:r>
            <a:r>
              <a:rPr lang="en-US" sz="2550" dirty="0" spc="-1" kern="0">
                <a:solidFill>
                  <a:srgbClr val="6B6A66"/>
                </a:solidFill>
                <a:latin typeface="Be Vietnam Pro" pitchFamily="34" charset="0"/>
                <a:ea typeface="Be Vietnam Pro" pitchFamily="34" charset="-122"/>
                <a:cs typeface="Be Vietnam Pro" pitchFamily="34" charset="-120"/>
              </a:rPr>
              <a:t> danh</a:t>
            </a:r>
            <a:r>
              <a:rPr lang="en-US" sz="2550" dirty="0" spc="-14" kern="0">
                <a:solidFill>
                  <a:srgbClr val="6B6A66"/>
                </a:solidFill>
                <a:latin typeface="Be Vietnam Pro" pitchFamily="34" charset="0"/>
                <a:ea typeface="Be Vietnam Pro" pitchFamily="34" charset="-122"/>
                <a:cs typeface="Be Vietnam Pro" pitchFamily="34" charset="-120"/>
              </a:rPr>
              <a:t> bật</a:t>
            </a:r>
            <a:r>
              <a:rPr lang="en-US" sz="2550" dirty="0" spc="1" kern="0">
                <a:solidFill>
                  <a:srgbClr val="6B6A66"/>
                </a:solidFill>
                <a:latin typeface="Be Vietnam Pro" pitchFamily="34" charset="0"/>
                <a:ea typeface="Be Vietnam Pro" pitchFamily="34" charset="-122"/>
                <a:cs typeface="Be Vietnam Pro" pitchFamily="34" charset="-120"/>
              </a:rPr>
              <a:t> mặc</a:t>
            </a:r>
            <a:r>
              <a:rPr lang="en-US" sz="2550" dirty="0" spc="21" kern="0">
                <a:solidFill>
                  <a:srgbClr val="6B6A66"/>
                </a:solidFill>
                <a:latin typeface="Be Vietnam Pro" pitchFamily="34" charset="0"/>
                <a:ea typeface="Be Vietnam Pro" pitchFamily="34" charset="-122"/>
                <a:cs typeface="Be Vietnam Pro" pitchFamily="34" charset="-120"/>
              </a:rPr>
              <a:t> định</a:t>
            </a:r>
            <a:endParaRPr lang="en-US" sz="2550" dirty="0"/>
          </a:p>
        </p:txBody>
      </p:sp>
      <p:sp>
        <p:nvSpPr>
          <p:cNvPr id="13" name="Shape 11"/>
          <p:cNvSpPr/>
          <p:nvPr/>
        </p:nvSpPr>
        <p:spPr>
          <a:xfrm>
            <a:off x="9315450" y="3048000"/>
            <a:ext cx="3857625" cy="4953000"/>
          </a:xfrm>
          <a:prstGeom prst="roundRect">
            <a:avLst>
              <a:gd name="adj" fmla="val 6914"/>
            </a:avLst>
          </a:prstGeom>
          <a:solidFill>
            <a:srgbClr val="E8E0CF"/>
          </a:solidFill>
          <a:ln/>
        </p:spPr>
      </p:sp>
      <p:sp>
        <p:nvSpPr>
          <p:cNvPr id="14" name="Shape 12"/>
          <p:cNvSpPr/>
          <p:nvPr/>
        </p:nvSpPr>
        <p:spPr>
          <a:xfrm>
            <a:off x="9315450" y="3048000"/>
            <a:ext cx="3857625" cy="152400"/>
          </a:xfrm>
          <a:prstGeom prst="roundRect">
            <a:avLst>
              <a:gd name="adj" fmla="val 50000"/>
            </a:avLst>
          </a:prstGeom>
          <a:solidFill>
            <a:srgbClr val="E8472B"/>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spc="-11" kern="0">
                <a:solidFill>
                  <a:srgbClr val="E8472B"/>
                </a:solidFill>
                <a:latin typeface="Bricolage Grotesque ExtraBold" pitchFamily="34" charset="0"/>
                <a:ea typeface="Bricolage Grotesque ExtraBold" pitchFamily="34" charset="-122"/>
                <a:cs typeface="Bricolage Grotesque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spc="-7" kern="0">
                <a:solidFill>
                  <a:srgbClr val="14161C"/>
                </a:solidFill>
                <a:latin typeface="Be Vietnam Pro" pitchFamily="34" charset="0"/>
                <a:ea typeface="Be Vietnam Pro" pitchFamily="34" charset="-122"/>
                <a:cs typeface="Be Vietnam Pro" pitchFamily="34" charset="-120"/>
              </a:rPr>
              <a:t>Impeccable</a:t>
            </a:r>
            <a:endParaRPr lang="en-US" sz="2700" dirty="0"/>
          </a:p>
        </p:txBody>
      </p:sp>
      <p:sp>
        <p:nvSpPr>
          <p:cNvPr id="17" name="Text 15"/>
          <p:cNvSpPr/>
          <p:nvPr/>
        </p:nvSpPr>
        <p:spPr>
          <a:xfrm>
            <a:off x="969645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7" kern="0">
                <a:solidFill>
                  <a:srgbClr val="6B6A66"/>
                </a:solidFill>
                <a:latin typeface="Be Vietnam Pro" pitchFamily="34" charset="0"/>
                <a:ea typeface="Be Vietnam Pro" pitchFamily="34" charset="-122"/>
                <a:cs typeface="Be Vietnam Pro" pitchFamily="34" charset="-120"/>
              </a:rPr>
              <a:t>gọi</a:t>
            </a:r>
            <a:r>
              <a:rPr lang="en-US" sz="2550" dirty="0" spc="0" kern="0">
                <a:solidFill>
                  <a:srgbClr val="6B6A66"/>
                </a:solidFill>
                <a:latin typeface="Be Vietnam Pro" pitchFamily="34" charset="0"/>
                <a:ea typeface="Be Vietnam Pro" pitchFamily="34" charset="-122"/>
                <a:cs typeface="Be Vietnam Pro" pitchFamily="34" charset="-120"/>
              </a:rPr>
              <a:t> API</a:t>
            </a:r>
            <a:r>
              <a:rPr lang="en-US" sz="2550" dirty="0" spc="-4" kern="0">
                <a:solidFill>
                  <a:srgbClr val="6B6A66"/>
                </a:solidFill>
                <a:latin typeface="Be Vietnam Pro" pitchFamily="34" charset="0"/>
                <a:ea typeface="Be Vietnam Pro" pitchFamily="34" charset="-122"/>
                <a:cs typeface="Be Vietnam Pro" pitchFamily="34" charset="-120"/>
              </a:rPr>
              <a:t> impeccable.style</a:t>
            </a:r>
            <a:r>
              <a:rPr lang="en-US" sz="2550" dirty="0" spc="1" kern="0">
                <a:solidFill>
                  <a:srgbClr val="6B6A66"/>
                </a:solidFill>
                <a:latin typeface="Be Vietnam Pro" pitchFamily="34" charset="0"/>
                <a:ea typeface="Be Vietnam Pro" pitchFamily="34" charset="-122"/>
                <a:cs typeface="Be Vietnam Pro" pitchFamily="34" charset="-120"/>
              </a:rPr>
              <a:t> khi</a:t>
            </a:r>
            <a:r>
              <a:rPr lang="en-US" sz="2550" dirty="0" spc="-15" kern="0">
                <a:solidFill>
                  <a:srgbClr val="6B6A66"/>
                </a:solidFill>
                <a:latin typeface="Be Vietnam Pro" pitchFamily="34" charset="0"/>
                <a:ea typeface="Be Vietnam Pro" pitchFamily="34" charset="-122"/>
                <a:cs typeface="Be Vietnam Pro" pitchFamily="34" charset="-120"/>
              </a:rPr>
              <a:t> bắt</a:t>
            </a:r>
            <a:r>
              <a:rPr lang="en-US" sz="2550" dirty="0" spc="15" kern="0">
                <a:solidFill>
                  <a:srgbClr val="6B6A66"/>
                </a:solidFill>
                <a:latin typeface="Be Vietnam Pro" pitchFamily="34" charset="0"/>
                <a:ea typeface="Be Vietnam Pro" pitchFamily="34" charset="-122"/>
                <a:cs typeface="Be Vietnam Pro" pitchFamily="34" charset="-120"/>
              </a:rPr>
              <a:t> đầu</a:t>
            </a:r>
            <a:r>
              <a:rPr lang="en-US" sz="2550" dirty="0" spc="-3" kern="0">
                <a:solidFill>
                  <a:srgbClr val="6B6A66"/>
                </a:solidFill>
                <a:latin typeface="Be Vietnam Pro" pitchFamily="34" charset="0"/>
                <a:ea typeface="Be Vietnam Pro" pitchFamily="34" charset="-122"/>
                <a:cs typeface="Be Vietnam Pro" pitchFamily="34" charset="-120"/>
              </a:rPr>
              <a:t> thiết</a:t>
            </a:r>
            <a:r>
              <a:rPr lang="en-US" sz="2550" dirty="0" spc="-37" kern="0">
                <a:solidFill>
                  <a:srgbClr val="6B6A66"/>
                </a:solidFill>
                <a:latin typeface="Be Vietnam Pro" pitchFamily="34" charset="0"/>
                <a:ea typeface="Be Vietnam Pro" pitchFamily="34" charset="-122"/>
                <a:cs typeface="Be Vietnam Pro" pitchFamily="34" charset="-120"/>
              </a:rPr>
              <a:t> kế</a:t>
            </a:r>
            <a:endParaRPr lang="en-US" sz="2550" dirty="0"/>
          </a:p>
        </p:txBody>
      </p:sp>
      <p:sp>
        <p:nvSpPr>
          <p:cNvPr id="18" name="Shape 16"/>
          <p:cNvSpPr/>
          <p:nvPr/>
        </p:nvSpPr>
        <p:spPr>
          <a:xfrm>
            <a:off x="13515975" y="3048000"/>
            <a:ext cx="3857625" cy="4953000"/>
          </a:xfrm>
          <a:prstGeom prst="roundRect">
            <a:avLst>
              <a:gd name="adj" fmla="val 6914"/>
            </a:avLst>
          </a:prstGeom>
          <a:solidFill>
            <a:srgbClr val="E8E0CF"/>
          </a:solidFill>
          <a:ln/>
        </p:spPr>
      </p:sp>
      <p:sp>
        <p:nvSpPr>
          <p:cNvPr id="19" name="Shape 17"/>
          <p:cNvSpPr/>
          <p:nvPr/>
        </p:nvSpPr>
        <p:spPr>
          <a:xfrm>
            <a:off x="13515975" y="3048000"/>
            <a:ext cx="3857625" cy="152400"/>
          </a:xfrm>
          <a:prstGeom prst="roundRect">
            <a:avLst>
              <a:gd name="adj" fmla="val 50000"/>
            </a:avLst>
          </a:prstGeom>
          <a:solidFill>
            <a:srgbClr val="1F3FD1"/>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spc="-1" kern="0">
                <a:solidFill>
                  <a:srgbClr val="1F3FD1"/>
                </a:solidFill>
                <a:latin typeface="Bricolage Grotesque ExtraBold" pitchFamily="34" charset="0"/>
                <a:ea typeface="Bricolage Grotesque ExtraBold" pitchFamily="34" charset="-122"/>
                <a:cs typeface="Bricolage Grotesque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19" kern="0">
                <a:solidFill>
                  <a:srgbClr val="14161C"/>
                </a:solidFill>
                <a:latin typeface="Be Vietnam Pro" pitchFamily="34" charset="0"/>
                <a:ea typeface="Be Vietnam Pro" pitchFamily="34" charset="-122"/>
                <a:cs typeface="Be Vietnam Pro" pitchFamily="34" charset="-120"/>
              </a:rPr>
              <a:t>Caveman</a:t>
            </a:r>
            <a:endParaRPr lang="en-US" sz="2700" dirty="0"/>
          </a:p>
        </p:txBody>
      </p:sp>
      <p:sp>
        <p:nvSpPr>
          <p:cNvPr id="22" name="Text 20"/>
          <p:cNvSpPr/>
          <p:nvPr/>
        </p:nvSpPr>
        <p:spPr>
          <a:xfrm>
            <a:off x="1389697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0" kern="0">
                <a:solidFill>
                  <a:srgbClr val="6B6A66"/>
                </a:solidFill>
                <a:latin typeface="Be Vietnam Pro" pitchFamily="34" charset="0"/>
                <a:ea typeface="Be Vietnam Pro" pitchFamily="34" charset="-122"/>
                <a:cs typeface="Be Vietnam Pro" pitchFamily="34" charset="-120"/>
              </a:rPr>
              <a:t>CLI</a:t>
            </a:r>
            <a:r>
              <a:rPr lang="en-US" sz="2550" dirty="0" spc="40" kern="0">
                <a:solidFill>
                  <a:srgbClr val="6B6A66"/>
                </a:solidFill>
                <a:latin typeface="Be Vietnam Pro" pitchFamily="34" charset="0"/>
                <a:ea typeface="Be Vietnam Pro" pitchFamily="34" charset="-122"/>
                <a:cs typeface="Be Vietnam Pro" pitchFamily="34" charset="-120"/>
              </a:rPr>
              <a:t> gửi</a:t>
            </a:r>
            <a:r>
              <a:rPr lang="en-US" sz="2550" dirty="0" spc="0" kern="0">
                <a:solidFill>
                  <a:srgbClr val="6B6A66"/>
                </a:solidFill>
                <a:latin typeface="Be Vietnam Pro" pitchFamily="34" charset="0"/>
                <a:ea typeface="Be Vietnam Pro" pitchFamily="34" charset="-122"/>
                <a:cs typeface="Be Vietnam Pro" pitchFamily="34" charset="-120"/>
              </a:rPr>
              <a:t> thống</a:t>
            </a:r>
            <a:r>
              <a:rPr lang="en-US" sz="2550" dirty="0" spc="-36" kern="0">
                <a:solidFill>
                  <a:srgbClr val="6B6A66"/>
                </a:solidFill>
                <a:latin typeface="Be Vietnam Pro" pitchFamily="34" charset="0"/>
                <a:ea typeface="Be Vietnam Pro" pitchFamily="34" charset="-122"/>
                <a:cs typeface="Be Vietnam Pro" pitchFamily="34" charset="-120"/>
              </a:rPr>
              <a:t> kê</a:t>
            </a:r>
            <a:r>
              <a:rPr lang="en-US" sz="2550" dirty="0" spc="-1" kern="0">
                <a:solidFill>
                  <a:srgbClr val="6B6A66"/>
                </a:solidFill>
                <a:latin typeface="Be Vietnam Pro" pitchFamily="34" charset="0"/>
                <a:ea typeface="Be Vietnam Pro" pitchFamily="34" charset="-122"/>
                <a:cs typeface="Be Vietnam Pro" pitchFamily="34" charset="-120"/>
              </a:rPr>
              <a:t> dùng,</a:t>
            </a:r>
            <a:r>
              <a:rPr lang="en-US" sz="2550" dirty="0" spc="-23" kern="0">
                <a:solidFill>
                  <a:srgbClr val="6B6A66"/>
                </a:solidFill>
                <a:latin typeface="Be Vietnam Pro" pitchFamily="34" charset="0"/>
                <a:ea typeface="Be Vietnam Pro" pitchFamily="34" charset="-122"/>
                <a:cs typeface="Be Vietnam Pro" pitchFamily="34" charset="-120"/>
              </a:rPr>
              <a:t> tắt</a:t>
            </a:r>
            <a:r>
              <a:rPr lang="en-US" sz="2550" dirty="0" spc="-2" kern="0">
                <a:solidFill>
                  <a:srgbClr val="6B6A66"/>
                </a:solidFill>
                <a:latin typeface="Be Vietnam Pro" pitchFamily="34" charset="0"/>
                <a:ea typeface="Be Vietnam Pro" pitchFamily="34" charset="-122"/>
                <a:cs typeface="Be Vietnam Pro" pitchFamily="34" charset="-120"/>
              </a:rPr>
              <a:t> bằng</a:t>
            </a:r>
            <a:r>
              <a:rPr lang="en-US" sz="2550" dirty="0" spc="-13" kern="0">
                <a:solidFill>
                  <a:srgbClr val="6B6A66"/>
                </a:solidFill>
                <a:latin typeface="Be Vietnam Pro" pitchFamily="34" charset="0"/>
                <a:ea typeface="Be Vietnam Pro" pitchFamily="34" charset="-122"/>
                <a:cs typeface="Be Vietnam Pro" pitchFamily="34" charset="-120"/>
              </a:rPr>
              <a:t> caveman</a:t>
            </a:r>
            <a:r>
              <a:rPr lang="en-US" sz="2550" dirty="0" spc="-7" kern="0">
                <a:solidFill>
                  <a:srgbClr val="6B6A66"/>
                </a:solidFill>
                <a:latin typeface="Be Vietnam Pro" pitchFamily="34" charset="0"/>
                <a:ea typeface="Be Vietnam Pro" pitchFamily="34" charset="-122"/>
                <a:cs typeface="Be Vietnam Pro" pitchFamily="34" charset="-120"/>
              </a:rPr>
              <a:t> telemetry</a:t>
            </a:r>
            <a:r>
              <a:rPr lang="en-US" sz="2550" dirty="0" spc="-13" kern="0">
                <a:solidFill>
                  <a:srgbClr val="6B6A66"/>
                </a:solidFill>
                <a:latin typeface="Be Vietnam Pro" pitchFamily="34" charset="0"/>
                <a:ea typeface="Be Vietnam Pro" pitchFamily="34" charset="-122"/>
                <a:cs typeface="Be Vietnam Pro" pitchFamily="34" charset="-120"/>
              </a:rPr>
              <a:t> off</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1" kern="0">
                <a:solidFill>
                  <a:srgbClr val="6B6A66"/>
                </a:solidFill>
                <a:latin typeface="Be Vietnam Pro" pitchFamily="34" charset="0"/>
                <a:ea typeface="Be Vietnam Pro" pitchFamily="34" charset="-122"/>
                <a:cs typeface="Be Vietnam Pro" pitchFamily="34" charset="-120"/>
              </a:rPr>
              <a:t> [S2]</a:t>
            </a:r>
            <a:r>
              <a:rPr lang="en-US" sz="1800" dirty="0" spc="2" kern="0">
                <a:solidFill>
                  <a:srgbClr val="6B6A66"/>
                </a:solidFill>
                <a:latin typeface="Be Vietnam Pro" pitchFamily="34" charset="0"/>
                <a:ea typeface="Be Vietnam Pro" pitchFamily="34" charset="-122"/>
                <a:cs typeface="Be Vietnam Pro" pitchFamily="34" charset="-120"/>
              </a:rPr>
              <a:t> [S17]</a:t>
            </a:r>
            <a:r>
              <a:rPr lang="en-US" sz="1800" dirty="0" spc="1" kern="0">
                <a:solidFill>
                  <a:srgbClr val="6B6A66"/>
                </a:solidFill>
                <a:latin typeface="Be Vietnam Pro" pitchFamily="34" charset="0"/>
                <a:ea typeface="Be Vietnam Pro" pitchFamily="34" charset="-122"/>
                <a:cs typeface="Be Vietnam Pro" pitchFamily="34" charset="-120"/>
              </a:rPr>
              <a:t> [S23]</a:t>
            </a:r>
            <a:r>
              <a:rPr lang="en-US" sz="1800" dirty="0" spc="2" kern="0">
                <a:solidFill>
                  <a:srgbClr val="6B6A66"/>
                </a:solidFill>
                <a:latin typeface="Be Vietnam Pro" pitchFamily="34" charset="0"/>
                <a:ea typeface="Be Vietnam Pro" pitchFamily="34" charset="-122"/>
                <a:cs typeface="Be Vietnam Pro" pitchFamily="34" charset="-120"/>
              </a:rPr>
              <a:t> [S15]</a:t>
            </a:r>
            <a:endParaRPr lang="en-US" sz="1800" dirty="0"/>
          </a:p>
        </p:txBody>
      </p:sp>
      <p:sp>
        <p:nvSpPr>
          <p:cNvPr id="24" name="Shape 22"/>
          <p:cNvSpPr/>
          <p:nvPr/>
        </p:nvSpPr>
        <p:spPr>
          <a:xfrm>
            <a:off x="958561" y="9578686"/>
            <a:ext cx="83127" cy="83127"/>
          </a:xfrm>
          <a:prstGeom prst="ellipse">
            <a:avLst/>
          </a:prstGeom>
          <a:solidFill>
            <a:srgbClr val="14161C">
              <a:alpha val="28000"/>
            </a:srgbClr>
          </a:solidFill>
          <a:ln/>
        </p:spPr>
      </p:sp>
      <p:sp>
        <p:nvSpPr>
          <p:cNvPr id="25" name="Shape 23"/>
          <p:cNvSpPr/>
          <p:nvPr/>
        </p:nvSpPr>
        <p:spPr>
          <a:xfrm>
            <a:off x="1124815" y="9578686"/>
            <a:ext cx="83127" cy="83127"/>
          </a:xfrm>
          <a:prstGeom prst="ellipse">
            <a:avLst/>
          </a:prstGeom>
          <a:solidFill>
            <a:srgbClr val="14161C">
              <a:alpha val="28000"/>
            </a:srgbClr>
          </a:solidFill>
          <a:ln/>
        </p:spPr>
      </p:sp>
      <p:sp>
        <p:nvSpPr>
          <p:cNvPr id="26" name="Shape 24"/>
          <p:cNvSpPr/>
          <p:nvPr/>
        </p:nvSpPr>
        <p:spPr>
          <a:xfrm>
            <a:off x="1291070" y="9578686"/>
            <a:ext cx="83127" cy="83127"/>
          </a:xfrm>
          <a:prstGeom prst="ellipse">
            <a:avLst/>
          </a:prstGeom>
          <a:solidFill>
            <a:srgbClr val="14161C">
              <a:alpha val="28000"/>
            </a:srgbClr>
          </a:solidFill>
          <a:ln/>
        </p:spPr>
      </p:sp>
      <p:sp>
        <p:nvSpPr>
          <p:cNvPr id="27" name="Shape 25"/>
          <p:cNvSpPr/>
          <p:nvPr/>
        </p:nvSpPr>
        <p:spPr>
          <a:xfrm>
            <a:off x="1457324" y="9578686"/>
            <a:ext cx="83127" cy="83127"/>
          </a:xfrm>
          <a:prstGeom prst="ellipse">
            <a:avLst/>
          </a:prstGeom>
          <a:solidFill>
            <a:srgbClr val="14161C">
              <a:alpha val="28000"/>
            </a:srgbClr>
          </a:solidFill>
          <a:ln/>
        </p:spPr>
      </p:sp>
      <p:sp>
        <p:nvSpPr>
          <p:cNvPr id="28" name="Shape 26"/>
          <p:cNvSpPr/>
          <p:nvPr/>
        </p:nvSpPr>
        <p:spPr>
          <a:xfrm>
            <a:off x="1623578" y="9578686"/>
            <a:ext cx="83127" cy="83127"/>
          </a:xfrm>
          <a:prstGeom prst="ellipse">
            <a:avLst/>
          </a:prstGeom>
          <a:solidFill>
            <a:srgbClr val="14161C">
              <a:alpha val="28000"/>
            </a:srgbClr>
          </a:solidFill>
          <a:ln/>
        </p:spPr>
      </p:sp>
      <p:sp>
        <p:nvSpPr>
          <p:cNvPr id="29" name="Shape 27"/>
          <p:cNvSpPr/>
          <p:nvPr/>
        </p:nvSpPr>
        <p:spPr>
          <a:xfrm>
            <a:off x="1789832" y="9578686"/>
            <a:ext cx="83127" cy="83127"/>
          </a:xfrm>
          <a:prstGeom prst="ellipse">
            <a:avLst/>
          </a:prstGeom>
          <a:solidFill>
            <a:srgbClr val="14161C">
              <a:alpha val="28000"/>
            </a:srgbClr>
          </a:solidFill>
          <a:ln/>
        </p:spPr>
      </p:sp>
      <p:sp>
        <p:nvSpPr>
          <p:cNvPr id="30" name="Shape 28"/>
          <p:cNvSpPr/>
          <p:nvPr/>
        </p:nvSpPr>
        <p:spPr>
          <a:xfrm>
            <a:off x="1956086" y="9578686"/>
            <a:ext cx="83127" cy="83127"/>
          </a:xfrm>
          <a:prstGeom prst="ellipse">
            <a:avLst/>
          </a:prstGeom>
          <a:solidFill>
            <a:srgbClr val="14161C">
              <a:alpha val="28000"/>
            </a:srgbClr>
          </a:solidFill>
          <a:ln/>
        </p:spPr>
      </p:sp>
      <p:sp>
        <p:nvSpPr>
          <p:cNvPr id="31" name="Shape 29"/>
          <p:cNvSpPr/>
          <p:nvPr/>
        </p:nvSpPr>
        <p:spPr>
          <a:xfrm>
            <a:off x="2122340" y="9578686"/>
            <a:ext cx="83127" cy="83127"/>
          </a:xfrm>
          <a:prstGeom prst="ellipse">
            <a:avLst/>
          </a:prstGeom>
          <a:solidFill>
            <a:srgbClr val="14161C">
              <a:alpha val="28000"/>
            </a:srgbClr>
          </a:solidFill>
          <a:ln/>
        </p:spPr>
      </p:sp>
      <p:sp>
        <p:nvSpPr>
          <p:cNvPr id="32" name="Shape 30"/>
          <p:cNvSpPr/>
          <p:nvPr/>
        </p:nvSpPr>
        <p:spPr>
          <a:xfrm>
            <a:off x="2288594" y="9578686"/>
            <a:ext cx="83127" cy="83127"/>
          </a:xfrm>
          <a:prstGeom prst="ellipse">
            <a:avLst/>
          </a:prstGeom>
          <a:solidFill>
            <a:srgbClr val="14161C">
              <a:alpha val="28000"/>
            </a:srgbClr>
          </a:solidFill>
          <a:ln/>
        </p:spPr>
      </p:sp>
      <p:sp>
        <p:nvSpPr>
          <p:cNvPr id="33" name="Shape 31"/>
          <p:cNvSpPr/>
          <p:nvPr/>
        </p:nvSpPr>
        <p:spPr>
          <a:xfrm>
            <a:off x="2454848" y="9578686"/>
            <a:ext cx="83127" cy="83127"/>
          </a:xfrm>
          <a:prstGeom prst="ellipse">
            <a:avLst/>
          </a:prstGeom>
          <a:solidFill>
            <a:srgbClr val="14161C">
              <a:alpha val="28000"/>
            </a:srgbClr>
          </a:solidFill>
          <a:ln/>
        </p:spPr>
      </p:sp>
      <p:sp>
        <p:nvSpPr>
          <p:cNvPr id="34" name="Shape 32"/>
          <p:cNvSpPr/>
          <p:nvPr/>
        </p:nvSpPr>
        <p:spPr>
          <a:xfrm>
            <a:off x="2621102" y="9578686"/>
            <a:ext cx="83127" cy="83127"/>
          </a:xfrm>
          <a:prstGeom prst="ellipse">
            <a:avLst/>
          </a:prstGeom>
          <a:solidFill>
            <a:srgbClr val="14161C">
              <a:alpha val="28000"/>
            </a:srgbClr>
          </a:solidFill>
          <a:ln/>
        </p:spPr>
      </p:sp>
      <p:sp>
        <p:nvSpPr>
          <p:cNvPr id="35" name="Shape 33"/>
          <p:cNvSpPr/>
          <p:nvPr/>
        </p:nvSpPr>
        <p:spPr>
          <a:xfrm>
            <a:off x="2787357" y="9578686"/>
            <a:ext cx="83127" cy="83127"/>
          </a:xfrm>
          <a:prstGeom prst="ellipse">
            <a:avLst/>
          </a:prstGeom>
          <a:solidFill>
            <a:srgbClr val="14161C">
              <a:alpha val="28000"/>
            </a:srgbClr>
          </a:solidFill>
          <a:ln/>
        </p:spPr>
      </p:sp>
      <p:sp>
        <p:nvSpPr>
          <p:cNvPr id="36" name="Shape 34"/>
          <p:cNvSpPr/>
          <p:nvPr/>
        </p:nvSpPr>
        <p:spPr>
          <a:xfrm>
            <a:off x="2953611" y="9578686"/>
            <a:ext cx="83127" cy="83127"/>
          </a:xfrm>
          <a:prstGeom prst="ellipse">
            <a:avLst/>
          </a:prstGeom>
          <a:solidFill>
            <a:srgbClr val="14161C">
              <a:alpha val="28000"/>
            </a:srgbClr>
          </a:solidFill>
          <a:ln/>
        </p:spPr>
      </p:sp>
      <p:sp>
        <p:nvSpPr>
          <p:cNvPr id="37" name="Shape 35"/>
          <p:cNvSpPr/>
          <p:nvPr/>
        </p:nvSpPr>
        <p:spPr>
          <a:xfrm>
            <a:off x="3119865" y="9578686"/>
            <a:ext cx="83127" cy="83127"/>
          </a:xfrm>
          <a:prstGeom prst="ellipse">
            <a:avLst/>
          </a:prstGeom>
          <a:solidFill>
            <a:srgbClr val="14161C">
              <a:alpha val="28000"/>
            </a:srgbClr>
          </a:solidFill>
          <a:ln/>
        </p:spPr>
      </p:sp>
      <p:sp>
        <p:nvSpPr>
          <p:cNvPr id="38" name="Shape 36"/>
          <p:cNvSpPr/>
          <p:nvPr/>
        </p:nvSpPr>
        <p:spPr>
          <a:xfrm>
            <a:off x="3286119" y="9578686"/>
            <a:ext cx="83127" cy="83127"/>
          </a:xfrm>
          <a:prstGeom prst="ellipse">
            <a:avLst/>
          </a:prstGeom>
          <a:solidFill>
            <a:srgbClr val="14161C">
              <a:alpha val="28000"/>
            </a:srgbClr>
          </a:solidFill>
          <a:ln/>
        </p:spPr>
      </p:sp>
      <p:sp>
        <p:nvSpPr>
          <p:cNvPr id="39" name="Shape 37"/>
          <p:cNvSpPr/>
          <p:nvPr/>
        </p:nvSpPr>
        <p:spPr>
          <a:xfrm>
            <a:off x="3452373" y="9578686"/>
            <a:ext cx="83127" cy="83127"/>
          </a:xfrm>
          <a:prstGeom prst="ellipse">
            <a:avLst/>
          </a:prstGeom>
          <a:solidFill>
            <a:srgbClr val="14161C">
              <a:alpha val="28000"/>
            </a:srgbClr>
          </a:solidFill>
          <a:ln/>
        </p:spPr>
      </p:sp>
      <p:sp>
        <p:nvSpPr>
          <p:cNvPr id="40" name="Shape 38"/>
          <p:cNvSpPr/>
          <p:nvPr/>
        </p:nvSpPr>
        <p:spPr>
          <a:xfrm>
            <a:off x="3618627" y="9578686"/>
            <a:ext cx="83127" cy="83127"/>
          </a:xfrm>
          <a:prstGeom prst="ellipse">
            <a:avLst/>
          </a:prstGeom>
          <a:solidFill>
            <a:srgbClr val="14161C">
              <a:alpha val="28000"/>
            </a:srgbClr>
          </a:solidFill>
          <a:ln/>
        </p:spPr>
      </p:sp>
      <p:sp>
        <p:nvSpPr>
          <p:cNvPr id="41" name="Shape 39"/>
          <p:cNvSpPr/>
          <p:nvPr/>
        </p:nvSpPr>
        <p:spPr>
          <a:xfrm>
            <a:off x="3784881" y="9578686"/>
            <a:ext cx="83127" cy="83127"/>
          </a:xfrm>
          <a:prstGeom prst="ellipse">
            <a:avLst/>
          </a:prstGeom>
          <a:solidFill>
            <a:srgbClr val="14161C">
              <a:alpha val="28000"/>
            </a:srgbClr>
          </a:solidFill>
          <a:ln/>
        </p:spPr>
      </p:sp>
      <p:sp>
        <p:nvSpPr>
          <p:cNvPr id="42" name="Shape 40"/>
          <p:cNvSpPr/>
          <p:nvPr/>
        </p:nvSpPr>
        <p:spPr>
          <a:xfrm>
            <a:off x="3951135" y="9578686"/>
            <a:ext cx="83127" cy="83127"/>
          </a:xfrm>
          <a:prstGeom prst="ellipse">
            <a:avLst/>
          </a:prstGeom>
          <a:solidFill>
            <a:srgbClr val="14161C">
              <a:alpha val="28000"/>
            </a:srgbClr>
          </a:solidFill>
          <a:ln/>
        </p:spPr>
      </p:sp>
      <p:sp>
        <p:nvSpPr>
          <p:cNvPr id="43" name="Shape 41"/>
          <p:cNvSpPr/>
          <p:nvPr/>
        </p:nvSpPr>
        <p:spPr>
          <a:xfrm>
            <a:off x="4117389" y="9578686"/>
            <a:ext cx="83127" cy="83127"/>
          </a:xfrm>
          <a:prstGeom prst="ellipse">
            <a:avLst/>
          </a:prstGeom>
          <a:solidFill>
            <a:srgbClr val="14161C">
              <a:alpha val="28000"/>
            </a:srgbClr>
          </a:solidFill>
          <a:ln/>
        </p:spPr>
      </p:sp>
      <p:sp>
        <p:nvSpPr>
          <p:cNvPr id="44" name="Shape 42"/>
          <p:cNvSpPr/>
          <p:nvPr/>
        </p:nvSpPr>
        <p:spPr>
          <a:xfrm>
            <a:off x="4283644" y="9578686"/>
            <a:ext cx="83127" cy="83127"/>
          </a:xfrm>
          <a:prstGeom prst="ellipse">
            <a:avLst/>
          </a:prstGeom>
          <a:solidFill>
            <a:srgbClr val="14161C">
              <a:alpha val="28000"/>
            </a:srgbClr>
          </a:solidFill>
          <a:ln/>
        </p:spPr>
      </p:sp>
      <p:sp>
        <p:nvSpPr>
          <p:cNvPr id="45" name="Shape 43"/>
          <p:cNvSpPr/>
          <p:nvPr/>
        </p:nvSpPr>
        <p:spPr>
          <a:xfrm>
            <a:off x="4449898" y="9578686"/>
            <a:ext cx="83127" cy="83127"/>
          </a:xfrm>
          <a:prstGeom prst="ellipse">
            <a:avLst/>
          </a:prstGeom>
          <a:solidFill>
            <a:srgbClr val="14161C">
              <a:alpha val="28000"/>
            </a:srgbClr>
          </a:solidFill>
          <a:ln/>
        </p:spPr>
      </p:sp>
      <p:sp>
        <p:nvSpPr>
          <p:cNvPr id="46" name="Shape 44"/>
          <p:cNvSpPr/>
          <p:nvPr/>
        </p:nvSpPr>
        <p:spPr>
          <a:xfrm>
            <a:off x="4616152" y="9578686"/>
            <a:ext cx="83127" cy="83127"/>
          </a:xfrm>
          <a:prstGeom prst="ellipse">
            <a:avLst/>
          </a:prstGeom>
          <a:solidFill>
            <a:srgbClr val="14161C">
              <a:alpha val="28000"/>
            </a:srgbClr>
          </a:solidFill>
          <a:ln/>
        </p:spPr>
      </p:sp>
      <p:sp>
        <p:nvSpPr>
          <p:cNvPr id="47" name="Shape 45"/>
          <p:cNvSpPr/>
          <p:nvPr/>
        </p:nvSpPr>
        <p:spPr>
          <a:xfrm>
            <a:off x="4782406" y="9578686"/>
            <a:ext cx="83127" cy="83127"/>
          </a:xfrm>
          <a:prstGeom prst="ellipse">
            <a:avLst/>
          </a:prstGeom>
          <a:solidFill>
            <a:srgbClr val="14161C">
              <a:alpha val="28000"/>
            </a:srgbClr>
          </a:solidFill>
          <a:ln/>
        </p:spPr>
      </p:sp>
      <p:sp>
        <p:nvSpPr>
          <p:cNvPr id="48" name="Shape 46"/>
          <p:cNvSpPr/>
          <p:nvPr/>
        </p:nvSpPr>
        <p:spPr>
          <a:xfrm>
            <a:off x="4948660" y="9578686"/>
            <a:ext cx="83127" cy="83127"/>
          </a:xfrm>
          <a:prstGeom prst="ellipse">
            <a:avLst/>
          </a:prstGeom>
          <a:solidFill>
            <a:srgbClr val="14161C">
              <a:alpha val="28000"/>
            </a:srgbClr>
          </a:solidFill>
          <a:ln/>
        </p:spPr>
      </p:sp>
      <p:sp>
        <p:nvSpPr>
          <p:cNvPr id="49" name="Shape 47"/>
          <p:cNvSpPr/>
          <p:nvPr/>
        </p:nvSpPr>
        <p:spPr>
          <a:xfrm>
            <a:off x="5114914" y="9578686"/>
            <a:ext cx="83127" cy="83127"/>
          </a:xfrm>
          <a:prstGeom prst="ellipse">
            <a:avLst/>
          </a:prstGeom>
          <a:solidFill>
            <a:srgbClr val="14161C">
              <a:alpha val="28000"/>
            </a:srgbClr>
          </a:solidFill>
          <a:ln/>
        </p:spPr>
      </p:sp>
      <p:sp>
        <p:nvSpPr>
          <p:cNvPr id="50" name="Shape 48"/>
          <p:cNvSpPr/>
          <p:nvPr/>
        </p:nvSpPr>
        <p:spPr>
          <a:xfrm>
            <a:off x="5281168" y="9578686"/>
            <a:ext cx="83127" cy="83127"/>
          </a:xfrm>
          <a:prstGeom prst="ellipse">
            <a:avLst/>
          </a:prstGeom>
          <a:solidFill>
            <a:srgbClr val="14161C">
              <a:alpha val="28000"/>
            </a:srgbClr>
          </a:solidFill>
          <a:ln/>
        </p:spPr>
      </p:sp>
      <p:sp>
        <p:nvSpPr>
          <p:cNvPr id="51" name="Shape 49"/>
          <p:cNvSpPr/>
          <p:nvPr/>
        </p:nvSpPr>
        <p:spPr>
          <a:xfrm>
            <a:off x="5447422" y="9578686"/>
            <a:ext cx="83127" cy="83127"/>
          </a:xfrm>
          <a:prstGeom prst="ellipse">
            <a:avLst/>
          </a:prstGeom>
          <a:solidFill>
            <a:srgbClr val="14161C">
              <a:alpha val="28000"/>
            </a:srgbClr>
          </a:solidFill>
          <a:ln/>
        </p:spPr>
      </p:sp>
      <p:sp>
        <p:nvSpPr>
          <p:cNvPr id="52" name="Shape 50"/>
          <p:cNvSpPr/>
          <p:nvPr/>
        </p:nvSpPr>
        <p:spPr>
          <a:xfrm>
            <a:off x="5613676" y="9578686"/>
            <a:ext cx="83127" cy="83127"/>
          </a:xfrm>
          <a:prstGeom prst="ellipse">
            <a:avLst/>
          </a:prstGeom>
          <a:solidFill>
            <a:srgbClr val="14161C">
              <a:alpha val="28000"/>
            </a:srgbClr>
          </a:solidFill>
          <a:ln/>
        </p:spPr>
      </p:sp>
      <p:sp>
        <p:nvSpPr>
          <p:cNvPr id="53" name="Shape 51"/>
          <p:cNvSpPr/>
          <p:nvPr/>
        </p:nvSpPr>
        <p:spPr>
          <a:xfrm>
            <a:off x="5779931" y="9578686"/>
            <a:ext cx="83127" cy="83127"/>
          </a:xfrm>
          <a:prstGeom prst="ellipse">
            <a:avLst/>
          </a:prstGeom>
          <a:solidFill>
            <a:srgbClr val="14161C">
              <a:alpha val="28000"/>
            </a:srgbClr>
          </a:solidFill>
          <a:ln/>
        </p:spPr>
      </p:sp>
      <p:sp>
        <p:nvSpPr>
          <p:cNvPr id="54" name="Shape 52"/>
          <p:cNvSpPr/>
          <p:nvPr/>
        </p:nvSpPr>
        <p:spPr>
          <a:xfrm>
            <a:off x="5946185" y="9578686"/>
            <a:ext cx="83127" cy="83127"/>
          </a:xfrm>
          <a:prstGeom prst="ellipse">
            <a:avLst/>
          </a:prstGeom>
          <a:solidFill>
            <a:srgbClr val="14161C">
              <a:alpha val="28000"/>
            </a:srgbClr>
          </a:solidFill>
          <a:ln/>
        </p:spPr>
      </p:sp>
      <p:sp>
        <p:nvSpPr>
          <p:cNvPr id="55" name="Shape 53"/>
          <p:cNvSpPr/>
          <p:nvPr/>
        </p:nvSpPr>
        <p:spPr>
          <a:xfrm>
            <a:off x="6112439" y="9578686"/>
            <a:ext cx="83127" cy="83127"/>
          </a:xfrm>
          <a:prstGeom prst="ellipse">
            <a:avLst/>
          </a:prstGeom>
          <a:solidFill>
            <a:srgbClr val="14161C">
              <a:alpha val="28000"/>
            </a:srgbClr>
          </a:solidFill>
          <a:ln/>
        </p:spPr>
      </p:sp>
      <p:sp>
        <p:nvSpPr>
          <p:cNvPr id="56" name="Shape 54"/>
          <p:cNvSpPr/>
          <p:nvPr/>
        </p:nvSpPr>
        <p:spPr>
          <a:xfrm>
            <a:off x="6278693" y="9578686"/>
            <a:ext cx="83127" cy="83127"/>
          </a:xfrm>
          <a:prstGeom prst="ellipse">
            <a:avLst/>
          </a:prstGeom>
          <a:solidFill>
            <a:srgbClr val="14161C">
              <a:alpha val="28000"/>
            </a:srgbClr>
          </a:solidFill>
          <a:ln/>
        </p:spPr>
      </p:sp>
      <p:sp>
        <p:nvSpPr>
          <p:cNvPr id="57" name="Shape 55"/>
          <p:cNvSpPr/>
          <p:nvPr/>
        </p:nvSpPr>
        <p:spPr>
          <a:xfrm>
            <a:off x="6444947" y="9578686"/>
            <a:ext cx="83127" cy="83127"/>
          </a:xfrm>
          <a:prstGeom prst="ellipse">
            <a:avLst/>
          </a:prstGeom>
          <a:solidFill>
            <a:srgbClr val="14161C">
              <a:alpha val="28000"/>
            </a:srgbClr>
          </a:solidFill>
          <a:ln/>
        </p:spPr>
      </p:sp>
      <p:sp>
        <p:nvSpPr>
          <p:cNvPr id="58" name="Shape 56"/>
          <p:cNvSpPr/>
          <p:nvPr/>
        </p:nvSpPr>
        <p:spPr>
          <a:xfrm>
            <a:off x="6611201" y="9578686"/>
            <a:ext cx="83127" cy="83127"/>
          </a:xfrm>
          <a:prstGeom prst="ellipse">
            <a:avLst/>
          </a:prstGeom>
          <a:solidFill>
            <a:srgbClr val="14161C">
              <a:alpha val="28000"/>
            </a:srgbClr>
          </a:solidFill>
          <a:ln/>
        </p:spPr>
      </p:sp>
      <p:sp>
        <p:nvSpPr>
          <p:cNvPr id="59" name="Shape 57"/>
          <p:cNvSpPr/>
          <p:nvPr/>
        </p:nvSpPr>
        <p:spPr>
          <a:xfrm>
            <a:off x="6777455" y="9578686"/>
            <a:ext cx="83127" cy="83127"/>
          </a:xfrm>
          <a:prstGeom prst="ellipse">
            <a:avLst/>
          </a:prstGeom>
          <a:solidFill>
            <a:srgbClr val="14161C">
              <a:alpha val="28000"/>
            </a:srgbClr>
          </a:solidFill>
          <a:ln/>
        </p:spPr>
      </p:sp>
      <p:sp>
        <p:nvSpPr>
          <p:cNvPr id="60" name="Shape 58"/>
          <p:cNvSpPr/>
          <p:nvPr/>
        </p:nvSpPr>
        <p:spPr>
          <a:xfrm>
            <a:off x="6943709" y="9578686"/>
            <a:ext cx="83127" cy="83127"/>
          </a:xfrm>
          <a:prstGeom prst="ellipse">
            <a:avLst/>
          </a:prstGeom>
          <a:solidFill>
            <a:srgbClr val="14161C">
              <a:alpha val="28000"/>
            </a:srgbClr>
          </a:solidFill>
          <a:ln/>
        </p:spPr>
      </p:sp>
      <p:sp>
        <p:nvSpPr>
          <p:cNvPr id="61" name="Shape 59"/>
          <p:cNvSpPr/>
          <p:nvPr/>
        </p:nvSpPr>
        <p:spPr>
          <a:xfrm>
            <a:off x="7109963" y="9578686"/>
            <a:ext cx="83127" cy="83127"/>
          </a:xfrm>
          <a:prstGeom prst="ellipse">
            <a:avLst/>
          </a:prstGeom>
          <a:solidFill>
            <a:srgbClr val="14161C">
              <a:alpha val="28000"/>
            </a:srgbClr>
          </a:solidFill>
          <a:ln/>
        </p:spPr>
      </p:sp>
      <p:sp>
        <p:nvSpPr>
          <p:cNvPr id="62" name="Shape 60"/>
          <p:cNvSpPr/>
          <p:nvPr/>
        </p:nvSpPr>
        <p:spPr>
          <a:xfrm>
            <a:off x="7276218" y="9578686"/>
            <a:ext cx="83127" cy="83127"/>
          </a:xfrm>
          <a:prstGeom prst="ellipse">
            <a:avLst/>
          </a:prstGeom>
          <a:solidFill>
            <a:srgbClr val="14161C">
              <a:alpha val="28000"/>
            </a:srgbClr>
          </a:solidFill>
          <a:ln/>
        </p:spPr>
      </p:sp>
      <p:sp>
        <p:nvSpPr>
          <p:cNvPr id="63" name="Shape 61"/>
          <p:cNvSpPr/>
          <p:nvPr/>
        </p:nvSpPr>
        <p:spPr>
          <a:xfrm>
            <a:off x="7442472" y="9578686"/>
            <a:ext cx="83127" cy="83127"/>
          </a:xfrm>
          <a:prstGeom prst="ellipse">
            <a:avLst/>
          </a:prstGeom>
          <a:solidFill>
            <a:srgbClr val="14161C">
              <a:alpha val="28000"/>
            </a:srgbClr>
          </a:solidFill>
          <a:ln/>
        </p:spPr>
      </p:sp>
      <p:sp>
        <p:nvSpPr>
          <p:cNvPr id="64" name="Shape 62"/>
          <p:cNvSpPr/>
          <p:nvPr/>
        </p:nvSpPr>
        <p:spPr>
          <a:xfrm>
            <a:off x="7608726" y="9578686"/>
            <a:ext cx="83127" cy="83127"/>
          </a:xfrm>
          <a:prstGeom prst="ellipse">
            <a:avLst/>
          </a:prstGeom>
          <a:solidFill>
            <a:srgbClr val="14161C">
              <a:alpha val="28000"/>
            </a:srgbClr>
          </a:solidFill>
          <a:ln/>
        </p:spPr>
      </p:sp>
      <p:sp>
        <p:nvSpPr>
          <p:cNvPr id="65" name="Shape 63"/>
          <p:cNvSpPr/>
          <p:nvPr/>
        </p:nvSpPr>
        <p:spPr>
          <a:xfrm>
            <a:off x="7774980" y="9578686"/>
            <a:ext cx="83127" cy="83127"/>
          </a:xfrm>
          <a:prstGeom prst="ellipse">
            <a:avLst/>
          </a:prstGeom>
          <a:solidFill>
            <a:srgbClr val="14161C">
              <a:alpha val="28000"/>
            </a:srgbClr>
          </a:solidFill>
          <a:ln/>
        </p:spPr>
      </p:sp>
      <p:sp>
        <p:nvSpPr>
          <p:cNvPr id="66" name="Shape 64"/>
          <p:cNvSpPr/>
          <p:nvPr/>
        </p:nvSpPr>
        <p:spPr>
          <a:xfrm>
            <a:off x="7941234" y="9578686"/>
            <a:ext cx="83127" cy="83127"/>
          </a:xfrm>
          <a:prstGeom prst="ellipse">
            <a:avLst/>
          </a:prstGeom>
          <a:solidFill>
            <a:srgbClr val="14161C">
              <a:alpha val="28000"/>
            </a:srgbClr>
          </a:solidFill>
          <a:ln/>
        </p:spPr>
      </p:sp>
      <p:sp>
        <p:nvSpPr>
          <p:cNvPr id="67" name="Shape 65"/>
          <p:cNvSpPr/>
          <p:nvPr/>
        </p:nvSpPr>
        <p:spPr>
          <a:xfrm>
            <a:off x="8107488" y="9578686"/>
            <a:ext cx="83127" cy="83127"/>
          </a:xfrm>
          <a:prstGeom prst="ellipse">
            <a:avLst/>
          </a:prstGeom>
          <a:solidFill>
            <a:srgbClr val="14161C">
              <a:alpha val="28000"/>
            </a:srgbClr>
          </a:solidFill>
          <a:ln/>
        </p:spPr>
      </p:sp>
      <p:sp>
        <p:nvSpPr>
          <p:cNvPr id="68" name="Shape 66"/>
          <p:cNvSpPr/>
          <p:nvPr/>
        </p:nvSpPr>
        <p:spPr>
          <a:xfrm>
            <a:off x="8273742" y="9578686"/>
            <a:ext cx="83127" cy="83127"/>
          </a:xfrm>
          <a:prstGeom prst="ellipse">
            <a:avLst/>
          </a:prstGeom>
          <a:solidFill>
            <a:srgbClr val="14161C">
              <a:alpha val="28000"/>
            </a:srgbClr>
          </a:solidFill>
          <a:ln/>
        </p:spPr>
      </p:sp>
      <p:sp>
        <p:nvSpPr>
          <p:cNvPr id="69" name="Shape 67"/>
          <p:cNvSpPr/>
          <p:nvPr/>
        </p:nvSpPr>
        <p:spPr>
          <a:xfrm>
            <a:off x="8439996" y="9578686"/>
            <a:ext cx="83127" cy="83127"/>
          </a:xfrm>
          <a:prstGeom prst="ellipse">
            <a:avLst/>
          </a:prstGeom>
          <a:solidFill>
            <a:srgbClr val="14161C">
              <a:alpha val="28000"/>
            </a:srgbClr>
          </a:solidFill>
          <a:ln/>
        </p:spPr>
      </p:sp>
      <p:sp>
        <p:nvSpPr>
          <p:cNvPr id="70" name="Shape 68"/>
          <p:cNvSpPr/>
          <p:nvPr/>
        </p:nvSpPr>
        <p:spPr>
          <a:xfrm>
            <a:off x="8606251" y="9578686"/>
            <a:ext cx="83127" cy="83127"/>
          </a:xfrm>
          <a:prstGeom prst="ellipse">
            <a:avLst/>
          </a:prstGeom>
          <a:solidFill>
            <a:srgbClr val="14161C">
              <a:alpha val="28000"/>
            </a:srgbClr>
          </a:solidFill>
          <a:ln/>
        </p:spPr>
      </p:sp>
      <p:sp>
        <p:nvSpPr>
          <p:cNvPr id="71" name="Shape 69"/>
          <p:cNvSpPr/>
          <p:nvPr/>
        </p:nvSpPr>
        <p:spPr>
          <a:xfrm>
            <a:off x="8772505" y="9578686"/>
            <a:ext cx="83127" cy="83127"/>
          </a:xfrm>
          <a:prstGeom prst="ellipse">
            <a:avLst/>
          </a:prstGeom>
          <a:solidFill>
            <a:srgbClr val="14161C">
              <a:alpha val="28000"/>
            </a:srgbClr>
          </a:solidFill>
          <a:ln/>
        </p:spPr>
      </p:sp>
      <p:sp>
        <p:nvSpPr>
          <p:cNvPr id="72" name="Shape 70"/>
          <p:cNvSpPr/>
          <p:nvPr/>
        </p:nvSpPr>
        <p:spPr>
          <a:xfrm>
            <a:off x="8938759" y="9578686"/>
            <a:ext cx="83127" cy="83127"/>
          </a:xfrm>
          <a:prstGeom prst="ellipse">
            <a:avLst/>
          </a:prstGeom>
          <a:solidFill>
            <a:srgbClr val="14161C">
              <a:alpha val="28000"/>
            </a:srgbClr>
          </a:solidFill>
          <a:ln/>
        </p:spPr>
      </p:sp>
      <p:sp>
        <p:nvSpPr>
          <p:cNvPr id="73" name="Shape 71"/>
          <p:cNvSpPr/>
          <p:nvPr/>
        </p:nvSpPr>
        <p:spPr>
          <a:xfrm>
            <a:off x="9091158" y="9564832"/>
            <a:ext cx="110836" cy="110836"/>
          </a:xfrm>
          <a:prstGeom prst="ellipse">
            <a:avLst/>
          </a:prstGeom>
          <a:solidFill>
            <a:srgbClr val="E8472B"/>
          </a:solidFill>
          <a:ln/>
        </p:spPr>
      </p:sp>
      <p:sp>
        <p:nvSpPr>
          <p:cNvPr id="74" name="Shape 72"/>
          <p:cNvSpPr/>
          <p:nvPr/>
        </p:nvSpPr>
        <p:spPr>
          <a:xfrm>
            <a:off x="9271267" y="9578686"/>
            <a:ext cx="83127" cy="83127"/>
          </a:xfrm>
          <a:prstGeom prst="ellipse">
            <a:avLst/>
          </a:prstGeom>
          <a:solidFill>
            <a:srgbClr val="14161C">
              <a:alpha val="28000"/>
            </a:srgbClr>
          </a:solidFill>
          <a:ln/>
        </p:spPr>
      </p:sp>
      <p:sp>
        <p:nvSpPr>
          <p:cNvPr id="75" name="Shape 73"/>
          <p:cNvSpPr/>
          <p:nvPr/>
        </p:nvSpPr>
        <p:spPr>
          <a:xfrm>
            <a:off x="9437521" y="9578686"/>
            <a:ext cx="83127" cy="83127"/>
          </a:xfrm>
          <a:prstGeom prst="ellipse">
            <a:avLst/>
          </a:prstGeom>
          <a:solidFill>
            <a:srgbClr val="14161C">
              <a:alpha val="28000"/>
            </a:srgbClr>
          </a:solidFill>
          <a:ln/>
        </p:spPr>
      </p:sp>
      <p:sp>
        <p:nvSpPr>
          <p:cNvPr id="76" name="Shape 74"/>
          <p:cNvSpPr/>
          <p:nvPr/>
        </p:nvSpPr>
        <p:spPr>
          <a:xfrm>
            <a:off x="9603775" y="9578686"/>
            <a:ext cx="83127" cy="83127"/>
          </a:xfrm>
          <a:prstGeom prst="ellipse">
            <a:avLst/>
          </a:prstGeom>
          <a:solidFill>
            <a:srgbClr val="14161C">
              <a:alpha val="28000"/>
            </a:srgbClr>
          </a:solidFill>
          <a:ln/>
        </p:spPr>
      </p:sp>
      <p:sp>
        <p:nvSpPr>
          <p:cNvPr id="77" name="Shape 75"/>
          <p:cNvSpPr/>
          <p:nvPr/>
        </p:nvSpPr>
        <p:spPr>
          <a:xfrm>
            <a:off x="9770029" y="9578686"/>
            <a:ext cx="83127" cy="83127"/>
          </a:xfrm>
          <a:prstGeom prst="ellipse">
            <a:avLst/>
          </a:prstGeom>
          <a:solidFill>
            <a:srgbClr val="14161C">
              <a:alpha val="28000"/>
            </a:srgbClr>
          </a:solidFill>
          <a:ln/>
        </p:spPr>
      </p:sp>
      <p:sp>
        <p:nvSpPr>
          <p:cNvPr id="78" name="Shape 76"/>
          <p:cNvSpPr/>
          <p:nvPr/>
        </p:nvSpPr>
        <p:spPr>
          <a:xfrm>
            <a:off x="9936283" y="9578686"/>
            <a:ext cx="83127" cy="83127"/>
          </a:xfrm>
          <a:prstGeom prst="ellipse">
            <a:avLst/>
          </a:prstGeom>
          <a:solidFill>
            <a:srgbClr val="14161C">
              <a:alpha val="28000"/>
            </a:srgbClr>
          </a:solidFill>
          <a:ln/>
        </p:spPr>
      </p:sp>
      <p:sp>
        <p:nvSpPr>
          <p:cNvPr id="79" name="Text 77"/>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50/55</a:t>
            </a:r>
            <a:endParaRPr lang="en-US" sz="1800" dirty="0"/>
          </a:p>
        </p:txBody>
      </p:sp>
      <p:sp>
        <p:nvSpPr>
          <p:cNvPr id="80" name="Shape 78"/>
          <p:cNvSpPr/>
          <p:nvPr/>
        </p:nvSpPr>
        <p:spPr>
          <a:xfrm>
            <a:off x="15983712" y="9076331"/>
            <a:ext cx="1645920" cy="552301"/>
          </a:xfrm>
          <a:prstGeom prst="roundRect">
            <a:avLst>
              <a:gd name="adj" fmla="val 28000"/>
            </a:avLst>
          </a:prstGeom>
          <a:solidFill>
            <a:srgbClr val="FFFFFF">
              <a:alpha val="82000"/>
            </a:srgbClr>
          </a:solidFill>
          <a:ln/>
        </p:spPr>
      </p:sp>
      <p:pic>
        <p:nvPicPr>
          <p:cNvPr id="81" name="Moda image moda-export-watermark-905259fe-44e7-4009-a633-68c50844f7bb"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Ba</a:t>
            </a:r>
            <a:r>
              <a:rPr lang="en-US" sz="5700" dirty="0" spc="-14" kern="0">
                <a:solidFill>
                  <a:srgbClr val="F3EEE3"/>
                </a:solidFill>
                <a:latin typeface="Bricolage Grotesque ExtraBold" pitchFamily="34" charset="0"/>
                <a:ea typeface="Bricolage Grotesque ExtraBold" pitchFamily="34" charset="-122"/>
                <a:cs typeface="Bricolage Grotesque ExtraBold" pitchFamily="34" charset="-120"/>
              </a:rPr>
              <a:t> repo</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nhỏ</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nên</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đọc</a:t>
            </a:r>
            <a:r>
              <a:rPr lang="en-US" sz="5700" dirty="0" spc="6" kern="0">
                <a:solidFill>
                  <a:srgbClr val="F3EEE3"/>
                </a:solidFill>
                <a:latin typeface="Bricolage Grotesque ExtraBold" pitchFamily="34" charset="0"/>
                <a:ea typeface="Bricolage Grotesque ExtraBold" pitchFamily="34" charset="-122"/>
                <a:cs typeface="Bricolage Grotesque ExtraBold" pitchFamily="34" charset="-120"/>
              </a:rPr>
              <a:t> đầu</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tiên</a:t>
            </a:r>
            <a:r>
              <a:rPr lang="en-US" sz="5700" dirty="0" spc="-63" kern="0">
                <a:solidFill>
                  <a:srgbClr val="F3EEE3"/>
                </a:solidFill>
                <a:latin typeface="Bricolage Grotesque ExtraBold" pitchFamily="34" charset="0"/>
                <a:ea typeface="Bricolage Grotesque ExtraBold" pitchFamily="34" charset="-122"/>
                <a:cs typeface="Bricolage Grotesque ExtraBold" pitchFamily="34" charset="-120"/>
              </a:rPr>
              <a:t> (suy</a:t>
            </a:r>
            <a:r>
              <a:rPr lang="en-US" sz="5700" dirty="0" spc="-32" kern="0">
                <a:solidFill>
                  <a:srgbClr val="F3EEE3"/>
                </a:solidFill>
                <a:latin typeface="Bricolage Grotesque ExtraBold" pitchFamily="34" charset="0"/>
                <a:ea typeface="Bricolage Grotesque ExtraBold" pitchFamily="34" charset="-122"/>
                <a:cs typeface="Bricolage Grotesque ExtraBold" pitchFamily="34" charset="-120"/>
              </a:rPr>
              <a:t> luận)</a:t>
            </a:r>
            <a:endParaRPr lang="en-US" sz="5700" dirty="0"/>
          </a:p>
        </p:txBody>
      </p:sp>
      <p:sp>
        <p:nvSpPr>
          <p:cNvPr id="3" name="Shape 1"/>
          <p:cNvSpPr/>
          <p:nvPr/>
        </p:nvSpPr>
        <p:spPr>
          <a:xfrm>
            <a:off x="914400" y="3429000"/>
            <a:ext cx="5038725" cy="3810000"/>
          </a:xfrm>
          <a:prstGeom prst="roundRect">
            <a:avLst>
              <a:gd name="adj" fmla="val 7000"/>
            </a:avLst>
          </a:prstGeom>
          <a:solidFill>
            <a:srgbClr val="1E212B"/>
          </a:solidFill>
          <a:ln w="28575">
            <a:solidFill>
              <a:srgbClr val="2C3040"/>
            </a:solidFill>
            <a:prstDash val="solid"/>
          </a:ln>
        </p:spPr>
      </p:sp>
      <p:sp>
        <p:nvSpPr>
          <p:cNvPr id="4" name="Shape 2"/>
          <p:cNvSpPr/>
          <p:nvPr/>
        </p:nvSpPr>
        <p:spPr>
          <a:xfrm>
            <a:off x="1200150" y="3714750"/>
            <a:ext cx="647700" cy="647700"/>
          </a:xfrm>
          <a:prstGeom prst="ellipse">
            <a:avLst/>
          </a:prstGeom>
          <a:solidFill>
            <a:srgbClr val="FFB454"/>
          </a:solidFill>
          <a:ln/>
        </p:spPr>
      </p:sp>
      <p:sp>
        <p:nvSpPr>
          <p:cNvPr id="5" name="Text 3"/>
          <p:cNvSpPr/>
          <p:nvPr/>
        </p:nvSpPr>
        <p:spPr>
          <a:xfrm>
            <a:off x="1200150" y="3714750"/>
            <a:ext cx="647700" cy="647700"/>
          </a:xfrm>
          <a:prstGeom prst="rect">
            <a:avLst/>
          </a:prstGeom>
          <a:noFill/>
          <a:ln/>
        </p:spPr>
        <p:txBody>
          <a:bodyPr wrap="square" lIns="0" tIns="0" rIns="0" bIns="0" rtlCol="0" anchor="ctr"/>
          <a:lstStyle/>
          <a:p>
            <a:pPr algn="ctr" indent="0" marL="0">
              <a:buNone/>
            </a:pPr>
            <a:r>
              <a:rPr lang="en-US" sz="2550" dirty="0" kern="0">
                <a:solidFill>
                  <a:srgbClr val="14161C"/>
                </a:solidFill>
                <a:latin typeface="Be Vietnam Pro ExtraBold" pitchFamily="34" charset="0"/>
                <a:ea typeface="Be Vietnam Pro ExtraBold" pitchFamily="34" charset="-122"/>
                <a:cs typeface="Be Vietnam Pro ExtraBold" pitchFamily="34" charset="-120"/>
              </a:rPr>
              <a:t>1</a:t>
            </a:r>
            <a:endParaRPr lang="en-US" sz="2550" dirty="0"/>
          </a:p>
        </p:txBody>
      </p:sp>
      <p:sp>
        <p:nvSpPr>
          <p:cNvPr id="6" name="Text 4"/>
          <p:cNvSpPr/>
          <p:nvPr/>
        </p:nvSpPr>
        <p:spPr>
          <a:xfrm>
            <a:off x="1219200" y="4572000"/>
            <a:ext cx="4429125" cy="2476500"/>
          </a:xfrm>
          <a:prstGeom prst="rect">
            <a:avLst/>
          </a:prstGeom>
          <a:noFill/>
          <a:ln/>
        </p:spPr>
        <p:txBody>
          <a:bodyPr wrap="square" lIns="0" tIns="18859" rIns="0" bIns="-18859" rtlCol="0" anchor="t"/>
          <a:lstStyle/>
          <a:p>
            <a:pPr algn="l" indent="0" marL="0">
              <a:lnSpc>
                <a:spcPts val="3375"/>
              </a:lnSpc>
              <a:buNone/>
            </a:pPr>
            <a:r>
              <a:rPr lang="en-US" sz="2700" dirty="0" spc="-32" kern="0">
                <a:solidFill>
                  <a:srgbClr val="F3EEE3"/>
                </a:solidFill>
                <a:latin typeface="Be Vietnam Pro SemiBold" pitchFamily="34" charset="0"/>
                <a:ea typeface="Be Vietnam Pro SemiBold" pitchFamily="34" charset="-122"/>
                <a:cs typeface="Be Vietnam Pro SemiBold" pitchFamily="34" charset="-120"/>
              </a:rPr>
              <a:t>Karpathy</a:t>
            </a:r>
            <a:r>
              <a:rPr lang="en-US" sz="2700" dirty="0" spc="-2" kern="0">
                <a:solidFill>
                  <a:srgbClr val="F3EEE3"/>
                </a:solidFill>
                <a:latin typeface="Be Vietnam Pro SemiBold" pitchFamily="34" charset="0"/>
                <a:ea typeface="Be Vietnam Pro SemiBold" pitchFamily="34" charset="-122"/>
                <a:cs typeface="Be Vietnam Pro SemiBold" pitchFamily="34" charset="-120"/>
              </a:rPr>
              <a:t> Skills:</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9</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file,</a:t>
            </a:r>
            <a:r>
              <a:rPr lang="en-US" sz="2700" dirty="0" spc="-11" kern="0">
                <a:solidFill>
                  <a:srgbClr val="F3EEE3"/>
                </a:solidFill>
                <a:latin typeface="Be Vietnam Pro SemiBold" pitchFamily="34" charset="0"/>
                <a:ea typeface="Be Vietnam Pro SemiBold" pitchFamily="34" charset="-122"/>
                <a:cs typeface="Be Vietnam Pro SemiBold" pitchFamily="34" charset="-120"/>
              </a:rPr>
              <a:t> một</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file</a:t>
            </a:r>
            <a:r>
              <a:rPr lang="en-US" sz="2700" dirty="0" spc="0" kern="0">
                <a:solidFill>
                  <a:srgbClr val="F3EEE3"/>
                </a:solidFill>
                <a:latin typeface="Be Vietnam Pro SemiBold" pitchFamily="34" charset="0"/>
                <a:ea typeface="Be Vietnam Pro SemiBold" pitchFamily="34" charset="-122"/>
                <a:cs typeface="Be Vietnam Pro SemiBold" pitchFamily="34" charset="-120"/>
              </a:rPr>
              <a:t> quy</a:t>
            </a:r>
            <a:r>
              <a:rPr lang="en-US" sz="2700" dirty="0" spc="-8" kern="0">
                <a:solidFill>
                  <a:srgbClr val="F3EEE3"/>
                </a:solidFill>
                <a:latin typeface="Be Vietnam Pro SemiBold" pitchFamily="34" charset="0"/>
                <a:ea typeface="Be Vietnam Pro SemiBold" pitchFamily="34" charset="-122"/>
                <a:cs typeface="Be Vietnam Pro SemiBold" pitchFamily="34" charset="-120"/>
              </a:rPr>
              <a:t> tắc,</a:t>
            </a:r>
            <a:r>
              <a:rPr lang="en-US" sz="2700" dirty="0" spc="-6" kern="0">
                <a:solidFill>
                  <a:srgbClr val="F3EEE3"/>
                </a:solidFill>
                <a:latin typeface="Be Vietnam Pro SemiBold" pitchFamily="34" charset="0"/>
                <a:ea typeface="Be Vietnam Pro SemiBold" pitchFamily="34" charset="-122"/>
                <a:cs typeface="Be Vietnam Pro SemiBold" pitchFamily="34" charset="-120"/>
              </a:rPr>
              <a:t> bốn</a:t>
            </a:r>
            <a:r>
              <a:rPr lang="en-US" sz="2700" dirty="0" spc="-14" kern="0">
                <a:solidFill>
                  <a:srgbClr val="F3EEE3"/>
                </a:solidFill>
                <a:latin typeface="Be Vietnam Pro SemiBold" pitchFamily="34" charset="0"/>
                <a:ea typeface="Be Vietnam Pro SemiBold" pitchFamily="34" charset="-122"/>
                <a:cs typeface="Be Vietnam Pro SemiBold" pitchFamily="34" charset="-120"/>
              </a:rPr>
              <a:t> nguyên</a:t>
            </a:r>
            <a:r>
              <a:rPr lang="en-US" sz="2700" dirty="0" spc="-10" kern="0">
                <a:solidFill>
                  <a:srgbClr val="F3EEE3"/>
                </a:solidFill>
                <a:latin typeface="Be Vietnam Pro SemiBold" pitchFamily="34" charset="0"/>
                <a:ea typeface="Be Vietnam Pro SemiBold" pitchFamily="34" charset="-122"/>
                <a:cs typeface="Be Vietnam Pro SemiBold" pitchFamily="34" charset="-120"/>
              </a:rPr>
              <a:t> tắc</a:t>
            </a:r>
            <a:endParaRPr lang="en-US" sz="2700" dirty="0"/>
          </a:p>
        </p:txBody>
      </p:sp>
      <p:sp>
        <p:nvSpPr>
          <p:cNvPr id="7" name="Connector line-1792926015451-636735479"/>
          <p:cNvSpPr/>
          <p:nvPr/>
        </p:nvSpPr>
        <p:spPr>
          <a:xfrm>
            <a:off x="6029325" y="5334000"/>
            <a:ext cx="514350" cy="0"/>
          </a:xfrm>
          <a:prstGeom prst="line">
            <a:avLst/>
          </a:prstGeom>
          <a:noFill/>
          <a:ln w="47625">
            <a:solidFill>
              <a:srgbClr val="9AA0B5"/>
            </a:solidFill>
            <a:prstDash val="solid"/>
            <a:headEnd type="none"/>
            <a:tailEnd type="triangle"/>
          </a:ln>
        </p:spPr>
      </p:sp>
      <p:sp>
        <p:nvSpPr>
          <p:cNvPr id="8" name="Shape 6"/>
          <p:cNvSpPr/>
          <p:nvPr/>
        </p:nvSpPr>
        <p:spPr>
          <a:xfrm>
            <a:off x="6619875" y="3429000"/>
            <a:ext cx="5038725" cy="3810000"/>
          </a:xfrm>
          <a:prstGeom prst="roundRect">
            <a:avLst>
              <a:gd name="adj" fmla="val 7000"/>
            </a:avLst>
          </a:prstGeom>
          <a:solidFill>
            <a:srgbClr val="1E212B"/>
          </a:solidFill>
          <a:ln w="28575">
            <a:solidFill>
              <a:srgbClr val="2C3040"/>
            </a:solidFill>
            <a:prstDash val="solid"/>
          </a:ln>
        </p:spPr>
      </p:sp>
      <p:sp>
        <p:nvSpPr>
          <p:cNvPr id="9" name="Shape 7"/>
          <p:cNvSpPr/>
          <p:nvPr/>
        </p:nvSpPr>
        <p:spPr>
          <a:xfrm>
            <a:off x="6905625" y="3714750"/>
            <a:ext cx="647700" cy="647700"/>
          </a:xfrm>
          <a:prstGeom prst="ellipse">
            <a:avLst/>
          </a:prstGeom>
          <a:solidFill>
            <a:srgbClr val="3DD6A0"/>
          </a:solidFill>
          <a:ln/>
        </p:spPr>
      </p:sp>
      <p:sp>
        <p:nvSpPr>
          <p:cNvPr id="10" name="Text 8"/>
          <p:cNvSpPr/>
          <p:nvPr/>
        </p:nvSpPr>
        <p:spPr>
          <a:xfrm>
            <a:off x="6905625" y="3714750"/>
            <a:ext cx="647700" cy="647700"/>
          </a:xfrm>
          <a:prstGeom prst="rect">
            <a:avLst/>
          </a:prstGeom>
          <a:noFill/>
          <a:ln/>
        </p:spPr>
        <p:txBody>
          <a:bodyPr wrap="square" lIns="0" tIns="0" rIns="0" bIns="0" rtlCol="0" anchor="ctr"/>
          <a:lstStyle/>
          <a:p>
            <a:pPr algn="ctr" indent="0" marL="0">
              <a:buNone/>
            </a:pPr>
            <a:r>
              <a:rPr lang="en-US" sz="2550" dirty="0" spc="6" kern="0">
                <a:solidFill>
                  <a:srgbClr val="14161C"/>
                </a:solidFill>
                <a:latin typeface="Be Vietnam Pro ExtraBold" pitchFamily="34" charset="0"/>
                <a:ea typeface="Be Vietnam Pro ExtraBold" pitchFamily="34" charset="-122"/>
                <a:cs typeface="Be Vietnam Pro ExtraBold" pitchFamily="34" charset="-120"/>
              </a:rPr>
              <a:t>2</a:t>
            </a:r>
            <a:endParaRPr lang="en-US" sz="2550" dirty="0"/>
          </a:p>
        </p:txBody>
      </p:sp>
      <p:sp>
        <p:nvSpPr>
          <p:cNvPr id="11" name="Text 9"/>
          <p:cNvSpPr/>
          <p:nvPr/>
        </p:nvSpPr>
        <p:spPr>
          <a:xfrm>
            <a:off x="6924675" y="4572000"/>
            <a:ext cx="4429125" cy="2476500"/>
          </a:xfrm>
          <a:prstGeom prst="rect">
            <a:avLst/>
          </a:prstGeom>
          <a:noFill/>
          <a:ln/>
        </p:spPr>
        <p:txBody>
          <a:bodyPr wrap="square" lIns="0" tIns="18859" rIns="0" bIns="-18859" rtlCol="0" anchor="t"/>
          <a:lstStyle/>
          <a:p>
            <a:pPr algn="l" indent="0" marL="0">
              <a:lnSpc>
                <a:spcPts val="3375"/>
              </a:lnSpc>
              <a:buNone/>
            </a:pPr>
            <a:r>
              <a:rPr lang="en-US" sz="2700" dirty="0" spc="-2" kern="0">
                <a:solidFill>
                  <a:srgbClr val="F3EEE3"/>
                </a:solidFill>
                <a:latin typeface="Be Vietnam Pro SemiBold" pitchFamily="34" charset="0"/>
                <a:ea typeface="Be Vietnam Pro SemiBold" pitchFamily="34" charset="-122"/>
                <a:cs typeface="Be Vietnam Pro SemiBold" pitchFamily="34" charset="-120"/>
              </a:rPr>
              <a:t>Humanizer:</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14</a:t>
            </a:r>
            <a:r>
              <a:rPr lang="en-US" sz="2700" dirty="0" spc="-3" kern="0">
                <a:solidFill>
                  <a:srgbClr val="F3EEE3"/>
                </a:solidFill>
                <a:latin typeface="Be Vietnam Pro SemiBold" pitchFamily="34" charset="0"/>
                <a:ea typeface="Be Vietnam Pro SemiBold" pitchFamily="34" charset="-122"/>
                <a:cs typeface="Be Vietnam Pro SemiBold" pitchFamily="34" charset="-120"/>
              </a:rPr>
              <a:t> file,</a:t>
            </a:r>
            <a:r>
              <a:rPr lang="en-US" sz="2700" dirty="0" spc="-11" kern="0">
                <a:solidFill>
                  <a:srgbClr val="F3EEE3"/>
                </a:solidFill>
                <a:latin typeface="Be Vietnam Pro SemiBold" pitchFamily="34" charset="0"/>
                <a:ea typeface="Be Vietnam Pro SemiBold" pitchFamily="34" charset="-122"/>
                <a:cs typeface="Be Vietnam Pro SemiBold" pitchFamily="34" charset="-120"/>
              </a:rPr>
              <a:t> một</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skill,</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26</a:t>
            </a:r>
            <a:r>
              <a:rPr lang="en-US" sz="2700" dirty="0" spc="1" kern="0">
                <a:solidFill>
                  <a:srgbClr val="F3EEE3"/>
                </a:solidFill>
                <a:latin typeface="Be Vietnam Pro SemiBold" pitchFamily="34" charset="0"/>
                <a:ea typeface="Be Vietnam Pro SemiBold" pitchFamily="34" charset="-122"/>
                <a:cs typeface="Be Vietnam Pro SemiBold" pitchFamily="34" charset="-120"/>
              </a:rPr>
              <a:t> mẫu</a:t>
            </a:r>
            <a:endParaRPr lang="en-US" sz="2700" dirty="0"/>
          </a:p>
        </p:txBody>
      </p:sp>
      <p:sp>
        <p:nvSpPr>
          <p:cNvPr id="12" name="Connector line-1792926015454-716418059"/>
          <p:cNvSpPr/>
          <p:nvPr/>
        </p:nvSpPr>
        <p:spPr>
          <a:xfrm>
            <a:off x="11744325" y="5334000"/>
            <a:ext cx="514350" cy="0"/>
          </a:xfrm>
          <a:prstGeom prst="line">
            <a:avLst/>
          </a:prstGeom>
          <a:noFill/>
          <a:ln w="47625">
            <a:solidFill>
              <a:srgbClr val="9AA0B5"/>
            </a:solidFill>
            <a:prstDash val="solid"/>
            <a:headEnd type="none"/>
            <a:tailEnd type="triangle"/>
          </a:ln>
        </p:spPr>
      </p:sp>
      <p:sp>
        <p:nvSpPr>
          <p:cNvPr id="13" name="Shape 11"/>
          <p:cNvSpPr/>
          <p:nvPr/>
        </p:nvSpPr>
        <p:spPr>
          <a:xfrm>
            <a:off x="12334875" y="3429000"/>
            <a:ext cx="5038725" cy="3810000"/>
          </a:xfrm>
          <a:prstGeom prst="roundRect">
            <a:avLst>
              <a:gd name="adj" fmla="val 7000"/>
            </a:avLst>
          </a:prstGeom>
          <a:solidFill>
            <a:srgbClr val="1E212B"/>
          </a:solidFill>
          <a:ln w="28575">
            <a:solidFill>
              <a:srgbClr val="2C3040"/>
            </a:solidFill>
            <a:prstDash val="solid"/>
          </a:ln>
        </p:spPr>
      </p:sp>
      <p:sp>
        <p:nvSpPr>
          <p:cNvPr id="14" name="Shape 12"/>
          <p:cNvSpPr/>
          <p:nvPr/>
        </p:nvSpPr>
        <p:spPr>
          <a:xfrm>
            <a:off x="12620625" y="3714750"/>
            <a:ext cx="647700" cy="647700"/>
          </a:xfrm>
          <a:prstGeom prst="ellipse">
            <a:avLst/>
          </a:prstGeom>
          <a:solidFill>
            <a:srgbClr val="FF6A4D"/>
          </a:solidFill>
          <a:ln/>
        </p:spPr>
      </p:sp>
      <p:sp>
        <p:nvSpPr>
          <p:cNvPr id="15" name="Text 13"/>
          <p:cNvSpPr/>
          <p:nvPr/>
        </p:nvSpPr>
        <p:spPr>
          <a:xfrm>
            <a:off x="12620625" y="3714750"/>
            <a:ext cx="647700" cy="647700"/>
          </a:xfrm>
          <a:prstGeom prst="rect">
            <a:avLst/>
          </a:prstGeom>
          <a:noFill/>
          <a:ln/>
        </p:spPr>
        <p:txBody>
          <a:bodyPr wrap="square" lIns="0" tIns="0" rIns="0" bIns="0" rtlCol="0" anchor="ctr"/>
          <a:lstStyle/>
          <a:p>
            <a:pPr algn="ctr" indent="0" marL="0">
              <a:buNone/>
            </a:pPr>
            <a:r>
              <a:rPr lang="en-US" sz="2550" dirty="0" spc="2" kern="0">
                <a:solidFill>
                  <a:srgbClr val="14161C"/>
                </a:solidFill>
                <a:latin typeface="Be Vietnam Pro ExtraBold" pitchFamily="34" charset="0"/>
                <a:ea typeface="Be Vietnam Pro ExtraBold" pitchFamily="34" charset="-122"/>
                <a:cs typeface="Be Vietnam Pro ExtraBold" pitchFamily="34" charset="-120"/>
              </a:rPr>
              <a:t>3</a:t>
            </a:r>
            <a:endParaRPr lang="en-US" sz="2550" dirty="0"/>
          </a:p>
        </p:txBody>
      </p:sp>
      <p:sp>
        <p:nvSpPr>
          <p:cNvPr id="16" name="Text 14"/>
          <p:cNvSpPr/>
          <p:nvPr/>
        </p:nvSpPr>
        <p:spPr>
          <a:xfrm>
            <a:off x="12639675" y="4572000"/>
            <a:ext cx="4429125" cy="2476500"/>
          </a:xfrm>
          <a:prstGeom prst="rect">
            <a:avLst/>
          </a:prstGeom>
          <a:noFill/>
          <a:ln/>
        </p:spPr>
        <p:txBody>
          <a:bodyPr wrap="square" lIns="0" tIns="18859" rIns="0" bIns="-18859" rtlCol="0" anchor="t"/>
          <a:lstStyle/>
          <a:p>
            <a:pPr algn="l" indent="0" marL="0">
              <a:lnSpc>
                <a:spcPts val="3375"/>
              </a:lnSpc>
              <a:buNone/>
            </a:pPr>
            <a:r>
              <a:rPr lang="en-US" sz="2700" dirty="0" spc="-14" kern="0">
                <a:solidFill>
                  <a:srgbClr val="F3EEE3"/>
                </a:solidFill>
                <a:latin typeface="Be Vietnam Pro SemiBold" pitchFamily="34" charset="0"/>
                <a:ea typeface="Be Vietnam Pro SemiBold" pitchFamily="34" charset="-122"/>
                <a:cs typeface="Be Vietnam Pro SemiBold" pitchFamily="34" charset="-120"/>
              </a:rPr>
              <a:t>Superpowers:</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15 skill</a:t>
            </a:r>
            <a:r>
              <a:rPr lang="en-US" sz="2700" dirty="0" spc="-5" kern="0">
                <a:solidFill>
                  <a:srgbClr val="F3EEE3"/>
                </a:solidFill>
                <a:latin typeface="Be Vietnam Pro SemiBold" pitchFamily="34" charset="0"/>
                <a:ea typeface="Be Vietnam Pro SemiBold" pitchFamily="34" charset="-122"/>
                <a:cs typeface="Be Vietnam Pro SemiBold" pitchFamily="34" charset="-120"/>
              </a:rPr>
              <a:t> nối</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thành</a:t>
            </a:r>
            <a:r>
              <a:rPr lang="en-US" sz="2700" dirty="0" spc="-11" kern="0">
                <a:solidFill>
                  <a:srgbClr val="F3EEE3"/>
                </a:solidFill>
                <a:latin typeface="Be Vietnam Pro SemiBold" pitchFamily="34" charset="0"/>
                <a:ea typeface="Be Vietnam Pro SemiBold" pitchFamily="34" charset="-122"/>
                <a:cs typeface="Be Vietnam Pro SemiBold" pitchFamily="34" charset="-120"/>
              </a:rPr>
              <a:t> một</a:t>
            </a:r>
            <a:r>
              <a:rPr lang="en-US" sz="2700" dirty="0" spc="1" kern="0">
                <a:solidFill>
                  <a:srgbClr val="F3EEE3"/>
                </a:solidFill>
                <a:latin typeface="Be Vietnam Pro SemiBold" pitchFamily="34" charset="0"/>
                <a:ea typeface="Be Vietnam Pro SemiBold" pitchFamily="34" charset="-122"/>
                <a:cs typeface="Be Vietnam Pro SemiBold" pitchFamily="34" charset="-120"/>
              </a:rPr>
              <a:t> quy</a:t>
            </a:r>
            <a:r>
              <a:rPr lang="en-US" sz="2700" dirty="0" spc="4" kern="0">
                <a:solidFill>
                  <a:srgbClr val="F3EEE3"/>
                </a:solidFill>
                <a:latin typeface="Be Vietnam Pro SemiBold" pitchFamily="34" charset="0"/>
                <a:ea typeface="Be Vietnam Pro SemiBold" pitchFamily="34" charset="-122"/>
                <a:cs typeface="Be Vietnam Pro SemiBold" pitchFamily="34" charset="-120"/>
              </a:rPr>
              <a:t> trình</a:t>
            </a:r>
            <a:endParaRPr lang="en-US" sz="270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2" kern="0">
                <a:solidFill>
                  <a:srgbClr val="9AA0B5"/>
                </a:solidFill>
                <a:latin typeface="Be Vietnam Pro" pitchFamily="34" charset="0"/>
                <a:ea typeface="Be Vietnam Pro" pitchFamily="34" charset="-122"/>
                <a:cs typeface="Be Vietnam Pro" pitchFamily="34" charset="-120"/>
              </a:rPr>
              <a:t> [S5]</a:t>
            </a:r>
            <a:r>
              <a:rPr lang="en-US" sz="1800" dirty="0" spc="1" kern="0">
                <a:solidFill>
                  <a:srgbClr val="9AA0B5"/>
                </a:solidFill>
                <a:latin typeface="Be Vietnam Pro" pitchFamily="34" charset="0"/>
                <a:ea typeface="Be Vietnam Pro" pitchFamily="34" charset="-122"/>
                <a:cs typeface="Be Vietnam Pro" pitchFamily="34" charset="-120"/>
              </a:rPr>
              <a:t> [S29] [S2]</a:t>
            </a:r>
            <a:endParaRPr lang="en-US" sz="1800" dirty="0"/>
          </a:p>
        </p:txBody>
      </p:sp>
      <p:sp>
        <p:nvSpPr>
          <p:cNvPr id="18" name="Shape 16"/>
          <p:cNvSpPr/>
          <p:nvPr/>
        </p:nvSpPr>
        <p:spPr>
          <a:xfrm>
            <a:off x="958561" y="9578686"/>
            <a:ext cx="83127" cy="83127"/>
          </a:xfrm>
          <a:prstGeom prst="ellipse">
            <a:avLst/>
          </a:prstGeom>
          <a:solidFill>
            <a:srgbClr val="F3EEE3">
              <a:alpha val="28000"/>
            </a:srgbClr>
          </a:solidFill>
          <a:ln/>
        </p:spPr>
      </p:sp>
      <p:sp>
        <p:nvSpPr>
          <p:cNvPr id="19" name="Shape 17"/>
          <p:cNvSpPr/>
          <p:nvPr/>
        </p:nvSpPr>
        <p:spPr>
          <a:xfrm>
            <a:off x="1124815" y="9578686"/>
            <a:ext cx="83127" cy="83127"/>
          </a:xfrm>
          <a:prstGeom prst="ellipse">
            <a:avLst/>
          </a:prstGeom>
          <a:solidFill>
            <a:srgbClr val="F3EEE3">
              <a:alpha val="28000"/>
            </a:srgbClr>
          </a:solidFill>
          <a:ln/>
        </p:spPr>
      </p:sp>
      <p:sp>
        <p:nvSpPr>
          <p:cNvPr id="20" name="Shape 18"/>
          <p:cNvSpPr/>
          <p:nvPr/>
        </p:nvSpPr>
        <p:spPr>
          <a:xfrm>
            <a:off x="1291070" y="9578686"/>
            <a:ext cx="83127" cy="83127"/>
          </a:xfrm>
          <a:prstGeom prst="ellipse">
            <a:avLst/>
          </a:prstGeom>
          <a:solidFill>
            <a:srgbClr val="F3EEE3">
              <a:alpha val="28000"/>
            </a:srgbClr>
          </a:solidFill>
          <a:ln/>
        </p:spPr>
      </p:sp>
      <p:sp>
        <p:nvSpPr>
          <p:cNvPr id="21" name="Shape 19"/>
          <p:cNvSpPr/>
          <p:nvPr/>
        </p:nvSpPr>
        <p:spPr>
          <a:xfrm>
            <a:off x="1457324" y="9578686"/>
            <a:ext cx="83127" cy="83127"/>
          </a:xfrm>
          <a:prstGeom prst="ellipse">
            <a:avLst/>
          </a:prstGeom>
          <a:solidFill>
            <a:srgbClr val="F3EEE3">
              <a:alpha val="28000"/>
            </a:srgbClr>
          </a:solidFill>
          <a:ln/>
        </p:spPr>
      </p:sp>
      <p:sp>
        <p:nvSpPr>
          <p:cNvPr id="22" name="Shape 20"/>
          <p:cNvSpPr/>
          <p:nvPr/>
        </p:nvSpPr>
        <p:spPr>
          <a:xfrm>
            <a:off x="1623578" y="9578686"/>
            <a:ext cx="83127" cy="83127"/>
          </a:xfrm>
          <a:prstGeom prst="ellipse">
            <a:avLst/>
          </a:prstGeom>
          <a:solidFill>
            <a:srgbClr val="F3EEE3">
              <a:alpha val="28000"/>
            </a:srgbClr>
          </a:solidFill>
          <a:ln/>
        </p:spPr>
      </p:sp>
      <p:sp>
        <p:nvSpPr>
          <p:cNvPr id="23" name="Shape 21"/>
          <p:cNvSpPr/>
          <p:nvPr/>
        </p:nvSpPr>
        <p:spPr>
          <a:xfrm>
            <a:off x="1789832" y="9578686"/>
            <a:ext cx="83127" cy="83127"/>
          </a:xfrm>
          <a:prstGeom prst="ellipse">
            <a:avLst/>
          </a:prstGeom>
          <a:solidFill>
            <a:srgbClr val="F3EEE3">
              <a:alpha val="28000"/>
            </a:srgbClr>
          </a:solidFill>
          <a:ln/>
        </p:spPr>
      </p:sp>
      <p:sp>
        <p:nvSpPr>
          <p:cNvPr id="24" name="Shape 22"/>
          <p:cNvSpPr/>
          <p:nvPr/>
        </p:nvSpPr>
        <p:spPr>
          <a:xfrm>
            <a:off x="1956086" y="9578686"/>
            <a:ext cx="83127" cy="83127"/>
          </a:xfrm>
          <a:prstGeom prst="ellipse">
            <a:avLst/>
          </a:prstGeom>
          <a:solidFill>
            <a:srgbClr val="F3EEE3">
              <a:alpha val="28000"/>
            </a:srgbClr>
          </a:solidFill>
          <a:ln/>
        </p:spPr>
      </p:sp>
      <p:sp>
        <p:nvSpPr>
          <p:cNvPr id="25" name="Shape 23"/>
          <p:cNvSpPr/>
          <p:nvPr/>
        </p:nvSpPr>
        <p:spPr>
          <a:xfrm>
            <a:off x="2122340" y="9578686"/>
            <a:ext cx="83127" cy="83127"/>
          </a:xfrm>
          <a:prstGeom prst="ellipse">
            <a:avLst/>
          </a:prstGeom>
          <a:solidFill>
            <a:srgbClr val="F3EEE3">
              <a:alpha val="28000"/>
            </a:srgbClr>
          </a:solidFill>
          <a:ln/>
        </p:spPr>
      </p:sp>
      <p:sp>
        <p:nvSpPr>
          <p:cNvPr id="26" name="Shape 24"/>
          <p:cNvSpPr/>
          <p:nvPr/>
        </p:nvSpPr>
        <p:spPr>
          <a:xfrm>
            <a:off x="2288594" y="9578686"/>
            <a:ext cx="83127" cy="83127"/>
          </a:xfrm>
          <a:prstGeom prst="ellipse">
            <a:avLst/>
          </a:prstGeom>
          <a:solidFill>
            <a:srgbClr val="F3EEE3">
              <a:alpha val="28000"/>
            </a:srgbClr>
          </a:solidFill>
          <a:ln/>
        </p:spPr>
      </p:sp>
      <p:sp>
        <p:nvSpPr>
          <p:cNvPr id="27" name="Shape 25"/>
          <p:cNvSpPr/>
          <p:nvPr/>
        </p:nvSpPr>
        <p:spPr>
          <a:xfrm>
            <a:off x="2454848" y="9578686"/>
            <a:ext cx="83127" cy="83127"/>
          </a:xfrm>
          <a:prstGeom prst="ellipse">
            <a:avLst/>
          </a:prstGeom>
          <a:solidFill>
            <a:srgbClr val="F3EEE3">
              <a:alpha val="28000"/>
            </a:srgbClr>
          </a:solidFill>
          <a:ln/>
        </p:spPr>
      </p:sp>
      <p:sp>
        <p:nvSpPr>
          <p:cNvPr id="28" name="Shape 26"/>
          <p:cNvSpPr/>
          <p:nvPr/>
        </p:nvSpPr>
        <p:spPr>
          <a:xfrm>
            <a:off x="2621102" y="9578686"/>
            <a:ext cx="83127" cy="83127"/>
          </a:xfrm>
          <a:prstGeom prst="ellipse">
            <a:avLst/>
          </a:prstGeom>
          <a:solidFill>
            <a:srgbClr val="F3EEE3">
              <a:alpha val="28000"/>
            </a:srgbClr>
          </a:solidFill>
          <a:ln/>
        </p:spPr>
      </p:sp>
      <p:sp>
        <p:nvSpPr>
          <p:cNvPr id="29" name="Shape 27"/>
          <p:cNvSpPr/>
          <p:nvPr/>
        </p:nvSpPr>
        <p:spPr>
          <a:xfrm>
            <a:off x="2787357" y="9578686"/>
            <a:ext cx="83127" cy="83127"/>
          </a:xfrm>
          <a:prstGeom prst="ellipse">
            <a:avLst/>
          </a:prstGeom>
          <a:solidFill>
            <a:srgbClr val="F3EEE3">
              <a:alpha val="28000"/>
            </a:srgbClr>
          </a:solidFill>
          <a:ln/>
        </p:spPr>
      </p:sp>
      <p:sp>
        <p:nvSpPr>
          <p:cNvPr id="30" name="Shape 28"/>
          <p:cNvSpPr/>
          <p:nvPr/>
        </p:nvSpPr>
        <p:spPr>
          <a:xfrm>
            <a:off x="2953611" y="9578686"/>
            <a:ext cx="83127" cy="83127"/>
          </a:xfrm>
          <a:prstGeom prst="ellipse">
            <a:avLst/>
          </a:prstGeom>
          <a:solidFill>
            <a:srgbClr val="F3EEE3">
              <a:alpha val="28000"/>
            </a:srgbClr>
          </a:solidFill>
          <a:ln/>
        </p:spPr>
      </p:sp>
      <p:sp>
        <p:nvSpPr>
          <p:cNvPr id="31" name="Shape 29"/>
          <p:cNvSpPr/>
          <p:nvPr/>
        </p:nvSpPr>
        <p:spPr>
          <a:xfrm>
            <a:off x="3119865" y="9578686"/>
            <a:ext cx="83127" cy="83127"/>
          </a:xfrm>
          <a:prstGeom prst="ellipse">
            <a:avLst/>
          </a:prstGeom>
          <a:solidFill>
            <a:srgbClr val="F3EEE3">
              <a:alpha val="28000"/>
            </a:srgbClr>
          </a:solidFill>
          <a:ln/>
        </p:spPr>
      </p:sp>
      <p:sp>
        <p:nvSpPr>
          <p:cNvPr id="32" name="Shape 30"/>
          <p:cNvSpPr/>
          <p:nvPr/>
        </p:nvSpPr>
        <p:spPr>
          <a:xfrm>
            <a:off x="3286119" y="9578686"/>
            <a:ext cx="83127" cy="83127"/>
          </a:xfrm>
          <a:prstGeom prst="ellipse">
            <a:avLst/>
          </a:prstGeom>
          <a:solidFill>
            <a:srgbClr val="F3EEE3">
              <a:alpha val="28000"/>
            </a:srgbClr>
          </a:solidFill>
          <a:ln/>
        </p:spPr>
      </p:sp>
      <p:sp>
        <p:nvSpPr>
          <p:cNvPr id="33" name="Shape 31"/>
          <p:cNvSpPr/>
          <p:nvPr/>
        </p:nvSpPr>
        <p:spPr>
          <a:xfrm>
            <a:off x="3452373" y="9578686"/>
            <a:ext cx="83127" cy="83127"/>
          </a:xfrm>
          <a:prstGeom prst="ellipse">
            <a:avLst/>
          </a:prstGeom>
          <a:solidFill>
            <a:srgbClr val="F3EEE3">
              <a:alpha val="28000"/>
            </a:srgbClr>
          </a:solidFill>
          <a:ln/>
        </p:spPr>
      </p:sp>
      <p:sp>
        <p:nvSpPr>
          <p:cNvPr id="34" name="Shape 32"/>
          <p:cNvSpPr/>
          <p:nvPr/>
        </p:nvSpPr>
        <p:spPr>
          <a:xfrm>
            <a:off x="3618627" y="9578686"/>
            <a:ext cx="83127" cy="83127"/>
          </a:xfrm>
          <a:prstGeom prst="ellipse">
            <a:avLst/>
          </a:prstGeom>
          <a:solidFill>
            <a:srgbClr val="F3EEE3">
              <a:alpha val="28000"/>
            </a:srgbClr>
          </a:solidFill>
          <a:ln/>
        </p:spPr>
      </p:sp>
      <p:sp>
        <p:nvSpPr>
          <p:cNvPr id="35" name="Shape 33"/>
          <p:cNvSpPr/>
          <p:nvPr/>
        </p:nvSpPr>
        <p:spPr>
          <a:xfrm>
            <a:off x="3784881" y="9578686"/>
            <a:ext cx="83127" cy="83127"/>
          </a:xfrm>
          <a:prstGeom prst="ellipse">
            <a:avLst/>
          </a:prstGeom>
          <a:solidFill>
            <a:srgbClr val="F3EEE3">
              <a:alpha val="28000"/>
            </a:srgbClr>
          </a:solidFill>
          <a:ln/>
        </p:spPr>
      </p:sp>
      <p:sp>
        <p:nvSpPr>
          <p:cNvPr id="36" name="Shape 34"/>
          <p:cNvSpPr/>
          <p:nvPr/>
        </p:nvSpPr>
        <p:spPr>
          <a:xfrm>
            <a:off x="3951135" y="9578686"/>
            <a:ext cx="83127" cy="83127"/>
          </a:xfrm>
          <a:prstGeom prst="ellipse">
            <a:avLst/>
          </a:prstGeom>
          <a:solidFill>
            <a:srgbClr val="F3EEE3">
              <a:alpha val="28000"/>
            </a:srgbClr>
          </a:solidFill>
          <a:ln/>
        </p:spPr>
      </p:sp>
      <p:sp>
        <p:nvSpPr>
          <p:cNvPr id="37" name="Shape 35"/>
          <p:cNvSpPr/>
          <p:nvPr/>
        </p:nvSpPr>
        <p:spPr>
          <a:xfrm>
            <a:off x="4117389" y="9578686"/>
            <a:ext cx="83127" cy="83127"/>
          </a:xfrm>
          <a:prstGeom prst="ellipse">
            <a:avLst/>
          </a:prstGeom>
          <a:solidFill>
            <a:srgbClr val="F3EEE3">
              <a:alpha val="28000"/>
            </a:srgbClr>
          </a:solidFill>
          <a:ln/>
        </p:spPr>
      </p:sp>
      <p:sp>
        <p:nvSpPr>
          <p:cNvPr id="38" name="Shape 36"/>
          <p:cNvSpPr/>
          <p:nvPr/>
        </p:nvSpPr>
        <p:spPr>
          <a:xfrm>
            <a:off x="4283644" y="9578686"/>
            <a:ext cx="83127" cy="83127"/>
          </a:xfrm>
          <a:prstGeom prst="ellipse">
            <a:avLst/>
          </a:prstGeom>
          <a:solidFill>
            <a:srgbClr val="F3EEE3">
              <a:alpha val="28000"/>
            </a:srgbClr>
          </a:solidFill>
          <a:ln/>
        </p:spPr>
      </p:sp>
      <p:sp>
        <p:nvSpPr>
          <p:cNvPr id="39" name="Shape 37"/>
          <p:cNvSpPr/>
          <p:nvPr/>
        </p:nvSpPr>
        <p:spPr>
          <a:xfrm>
            <a:off x="4449898" y="9578686"/>
            <a:ext cx="83127" cy="83127"/>
          </a:xfrm>
          <a:prstGeom prst="ellipse">
            <a:avLst/>
          </a:prstGeom>
          <a:solidFill>
            <a:srgbClr val="F3EEE3">
              <a:alpha val="28000"/>
            </a:srgbClr>
          </a:solidFill>
          <a:ln/>
        </p:spPr>
      </p:sp>
      <p:sp>
        <p:nvSpPr>
          <p:cNvPr id="40" name="Shape 38"/>
          <p:cNvSpPr/>
          <p:nvPr/>
        </p:nvSpPr>
        <p:spPr>
          <a:xfrm>
            <a:off x="4616152" y="9578686"/>
            <a:ext cx="83127" cy="83127"/>
          </a:xfrm>
          <a:prstGeom prst="ellipse">
            <a:avLst/>
          </a:prstGeom>
          <a:solidFill>
            <a:srgbClr val="F3EEE3">
              <a:alpha val="28000"/>
            </a:srgbClr>
          </a:solidFill>
          <a:ln/>
        </p:spPr>
      </p:sp>
      <p:sp>
        <p:nvSpPr>
          <p:cNvPr id="41" name="Shape 39"/>
          <p:cNvSpPr/>
          <p:nvPr/>
        </p:nvSpPr>
        <p:spPr>
          <a:xfrm>
            <a:off x="4782406" y="9578686"/>
            <a:ext cx="83127" cy="83127"/>
          </a:xfrm>
          <a:prstGeom prst="ellipse">
            <a:avLst/>
          </a:prstGeom>
          <a:solidFill>
            <a:srgbClr val="F3EEE3">
              <a:alpha val="28000"/>
            </a:srgbClr>
          </a:solidFill>
          <a:ln/>
        </p:spPr>
      </p:sp>
      <p:sp>
        <p:nvSpPr>
          <p:cNvPr id="42" name="Shape 40"/>
          <p:cNvSpPr/>
          <p:nvPr/>
        </p:nvSpPr>
        <p:spPr>
          <a:xfrm>
            <a:off x="4948660" y="9578686"/>
            <a:ext cx="83127" cy="83127"/>
          </a:xfrm>
          <a:prstGeom prst="ellipse">
            <a:avLst/>
          </a:prstGeom>
          <a:solidFill>
            <a:srgbClr val="F3EEE3">
              <a:alpha val="28000"/>
            </a:srgbClr>
          </a:solidFill>
          <a:ln/>
        </p:spPr>
      </p:sp>
      <p:sp>
        <p:nvSpPr>
          <p:cNvPr id="43" name="Shape 41"/>
          <p:cNvSpPr/>
          <p:nvPr/>
        </p:nvSpPr>
        <p:spPr>
          <a:xfrm>
            <a:off x="5114914" y="9578686"/>
            <a:ext cx="83127" cy="83127"/>
          </a:xfrm>
          <a:prstGeom prst="ellipse">
            <a:avLst/>
          </a:prstGeom>
          <a:solidFill>
            <a:srgbClr val="F3EEE3">
              <a:alpha val="28000"/>
            </a:srgbClr>
          </a:solidFill>
          <a:ln/>
        </p:spPr>
      </p:sp>
      <p:sp>
        <p:nvSpPr>
          <p:cNvPr id="44" name="Shape 42"/>
          <p:cNvSpPr/>
          <p:nvPr/>
        </p:nvSpPr>
        <p:spPr>
          <a:xfrm>
            <a:off x="5281168" y="9578686"/>
            <a:ext cx="83127" cy="83127"/>
          </a:xfrm>
          <a:prstGeom prst="ellipse">
            <a:avLst/>
          </a:prstGeom>
          <a:solidFill>
            <a:srgbClr val="F3EEE3">
              <a:alpha val="28000"/>
            </a:srgbClr>
          </a:solidFill>
          <a:ln/>
        </p:spPr>
      </p:sp>
      <p:sp>
        <p:nvSpPr>
          <p:cNvPr id="45" name="Shape 43"/>
          <p:cNvSpPr/>
          <p:nvPr/>
        </p:nvSpPr>
        <p:spPr>
          <a:xfrm>
            <a:off x="5447422" y="9578686"/>
            <a:ext cx="83127" cy="83127"/>
          </a:xfrm>
          <a:prstGeom prst="ellipse">
            <a:avLst/>
          </a:prstGeom>
          <a:solidFill>
            <a:srgbClr val="F3EEE3">
              <a:alpha val="28000"/>
            </a:srgbClr>
          </a:solidFill>
          <a:ln/>
        </p:spPr>
      </p:sp>
      <p:sp>
        <p:nvSpPr>
          <p:cNvPr id="46" name="Shape 44"/>
          <p:cNvSpPr/>
          <p:nvPr/>
        </p:nvSpPr>
        <p:spPr>
          <a:xfrm>
            <a:off x="5613676" y="9578686"/>
            <a:ext cx="83127" cy="83127"/>
          </a:xfrm>
          <a:prstGeom prst="ellipse">
            <a:avLst/>
          </a:prstGeom>
          <a:solidFill>
            <a:srgbClr val="F3EEE3">
              <a:alpha val="28000"/>
            </a:srgbClr>
          </a:solidFill>
          <a:ln/>
        </p:spPr>
      </p:sp>
      <p:sp>
        <p:nvSpPr>
          <p:cNvPr id="47" name="Shape 45"/>
          <p:cNvSpPr/>
          <p:nvPr/>
        </p:nvSpPr>
        <p:spPr>
          <a:xfrm>
            <a:off x="5779931" y="9578686"/>
            <a:ext cx="83127" cy="83127"/>
          </a:xfrm>
          <a:prstGeom prst="ellipse">
            <a:avLst/>
          </a:prstGeom>
          <a:solidFill>
            <a:srgbClr val="F3EEE3">
              <a:alpha val="28000"/>
            </a:srgbClr>
          </a:solidFill>
          <a:ln/>
        </p:spPr>
      </p:sp>
      <p:sp>
        <p:nvSpPr>
          <p:cNvPr id="48" name="Shape 46"/>
          <p:cNvSpPr/>
          <p:nvPr/>
        </p:nvSpPr>
        <p:spPr>
          <a:xfrm>
            <a:off x="5946185" y="9578686"/>
            <a:ext cx="83127" cy="83127"/>
          </a:xfrm>
          <a:prstGeom prst="ellipse">
            <a:avLst/>
          </a:prstGeom>
          <a:solidFill>
            <a:srgbClr val="F3EEE3">
              <a:alpha val="28000"/>
            </a:srgbClr>
          </a:solidFill>
          <a:ln/>
        </p:spPr>
      </p:sp>
      <p:sp>
        <p:nvSpPr>
          <p:cNvPr id="49" name="Shape 47"/>
          <p:cNvSpPr/>
          <p:nvPr/>
        </p:nvSpPr>
        <p:spPr>
          <a:xfrm>
            <a:off x="6112439" y="9578686"/>
            <a:ext cx="83127" cy="83127"/>
          </a:xfrm>
          <a:prstGeom prst="ellipse">
            <a:avLst/>
          </a:prstGeom>
          <a:solidFill>
            <a:srgbClr val="F3EEE3">
              <a:alpha val="28000"/>
            </a:srgbClr>
          </a:solidFill>
          <a:ln/>
        </p:spPr>
      </p:sp>
      <p:sp>
        <p:nvSpPr>
          <p:cNvPr id="50" name="Shape 48"/>
          <p:cNvSpPr/>
          <p:nvPr/>
        </p:nvSpPr>
        <p:spPr>
          <a:xfrm>
            <a:off x="6278693" y="9578686"/>
            <a:ext cx="83127" cy="83127"/>
          </a:xfrm>
          <a:prstGeom prst="ellipse">
            <a:avLst/>
          </a:prstGeom>
          <a:solidFill>
            <a:srgbClr val="F3EEE3">
              <a:alpha val="28000"/>
            </a:srgbClr>
          </a:solidFill>
          <a:ln/>
        </p:spPr>
      </p:sp>
      <p:sp>
        <p:nvSpPr>
          <p:cNvPr id="51" name="Shape 49"/>
          <p:cNvSpPr/>
          <p:nvPr/>
        </p:nvSpPr>
        <p:spPr>
          <a:xfrm>
            <a:off x="6444947" y="9578686"/>
            <a:ext cx="83127" cy="83127"/>
          </a:xfrm>
          <a:prstGeom prst="ellipse">
            <a:avLst/>
          </a:prstGeom>
          <a:solidFill>
            <a:srgbClr val="F3EEE3">
              <a:alpha val="28000"/>
            </a:srgbClr>
          </a:solidFill>
          <a:ln/>
        </p:spPr>
      </p:sp>
      <p:sp>
        <p:nvSpPr>
          <p:cNvPr id="52" name="Shape 50"/>
          <p:cNvSpPr/>
          <p:nvPr/>
        </p:nvSpPr>
        <p:spPr>
          <a:xfrm>
            <a:off x="6611201" y="9578686"/>
            <a:ext cx="83127" cy="83127"/>
          </a:xfrm>
          <a:prstGeom prst="ellipse">
            <a:avLst/>
          </a:prstGeom>
          <a:solidFill>
            <a:srgbClr val="F3EEE3">
              <a:alpha val="28000"/>
            </a:srgbClr>
          </a:solidFill>
          <a:ln/>
        </p:spPr>
      </p:sp>
      <p:sp>
        <p:nvSpPr>
          <p:cNvPr id="53" name="Shape 51"/>
          <p:cNvSpPr/>
          <p:nvPr/>
        </p:nvSpPr>
        <p:spPr>
          <a:xfrm>
            <a:off x="6777455" y="9578686"/>
            <a:ext cx="83127" cy="83127"/>
          </a:xfrm>
          <a:prstGeom prst="ellipse">
            <a:avLst/>
          </a:prstGeom>
          <a:solidFill>
            <a:srgbClr val="F3EEE3">
              <a:alpha val="28000"/>
            </a:srgbClr>
          </a:solidFill>
          <a:ln/>
        </p:spPr>
      </p:sp>
      <p:sp>
        <p:nvSpPr>
          <p:cNvPr id="54" name="Shape 52"/>
          <p:cNvSpPr/>
          <p:nvPr/>
        </p:nvSpPr>
        <p:spPr>
          <a:xfrm>
            <a:off x="6943709" y="9578686"/>
            <a:ext cx="83127" cy="83127"/>
          </a:xfrm>
          <a:prstGeom prst="ellipse">
            <a:avLst/>
          </a:prstGeom>
          <a:solidFill>
            <a:srgbClr val="F3EEE3">
              <a:alpha val="28000"/>
            </a:srgbClr>
          </a:solidFill>
          <a:ln/>
        </p:spPr>
      </p:sp>
      <p:sp>
        <p:nvSpPr>
          <p:cNvPr id="55" name="Shape 53"/>
          <p:cNvSpPr/>
          <p:nvPr/>
        </p:nvSpPr>
        <p:spPr>
          <a:xfrm>
            <a:off x="7109963" y="9578686"/>
            <a:ext cx="83127" cy="83127"/>
          </a:xfrm>
          <a:prstGeom prst="ellipse">
            <a:avLst/>
          </a:prstGeom>
          <a:solidFill>
            <a:srgbClr val="F3EEE3">
              <a:alpha val="28000"/>
            </a:srgbClr>
          </a:solidFill>
          <a:ln/>
        </p:spPr>
      </p:sp>
      <p:sp>
        <p:nvSpPr>
          <p:cNvPr id="56" name="Shape 54"/>
          <p:cNvSpPr/>
          <p:nvPr/>
        </p:nvSpPr>
        <p:spPr>
          <a:xfrm>
            <a:off x="7276218" y="9578686"/>
            <a:ext cx="83127" cy="83127"/>
          </a:xfrm>
          <a:prstGeom prst="ellipse">
            <a:avLst/>
          </a:prstGeom>
          <a:solidFill>
            <a:srgbClr val="F3EEE3">
              <a:alpha val="28000"/>
            </a:srgbClr>
          </a:solidFill>
          <a:ln/>
        </p:spPr>
      </p:sp>
      <p:sp>
        <p:nvSpPr>
          <p:cNvPr id="57" name="Shape 55"/>
          <p:cNvSpPr/>
          <p:nvPr/>
        </p:nvSpPr>
        <p:spPr>
          <a:xfrm>
            <a:off x="7442472" y="9578686"/>
            <a:ext cx="83127" cy="83127"/>
          </a:xfrm>
          <a:prstGeom prst="ellipse">
            <a:avLst/>
          </a:prstGeom>
          <a:solidFill>
            <a:srgbClr val="F3EEE3">
              <a:alpha val="28000"/>
            </a:srgbClr>
          </a:solidFill>
          <a:ln/>
        </p:spPr>
      </p:sp>
      <p:sp>
        <p:nvSpPr>
          <p:cNvPr id="58" name="Shape 56"/>
          <p:cNvSpPr/>
          <p:nvPr/>
        </p:nvSpPr>
        <p:spPr>
          <a:xfrm>
            <a:off x="7608726" y="9578686"/>
            <a:ext cx="83127" cy="83127"/>
          </a:xfrm>
          <a:prstGeom prst="ellipse">
            <a:avLst/>
          </a:prstGeom>
          <a:solidFill>
            <a:srgbClr val="F3EEE3">
              <a:alpha val="28000"/>
            </a:srgbClr>
          </a:solidFill>
          <a:ln/>
        </p:spPr>
      </p:sp>
      <p:sp>
        <p:nvSpPr>
          <p:cNvPr id="59" name="Shape 57"/>
          <p:cNvSpPr/>
          <p:nvPr/>
        </p:nvSpPr>
        <p:spPr>
          <a:xfrm>
            <a:off x="7774980" y="9578686"/>
            <a:ext cx="83127" cy="83127"/>
          </a:xfrm>
          <a:prstGeom prst="ellipse">
            <a:avLst/>
          </a:prstGeom>
          <a:solidFill>
            <a:srgbClr val="F3EEE3">
              <a:alpha val="28000"/>
            </a:srgbClr>
          </a:solidFill>
          <a:ln/>
        </p:spPr>
      </p:sp>
      <p:sp>
        <p:nvSpPr>
          <p:cNvPr id="60" name="Shape 58"/>
          <p:cNvSpPr/>
          <p:nvPr/>
        </p:nvSpPr>
        <p:spPr>
          <a:xfrm>
            <a:off x="7941234" y="9578686"/>
            <a:ext cx="83127" cy="83127"/>
          </a:xfrm>
          <a:prstGeom prst="ellipse">
            <a:avLst/>
          </a:prstGeom>
          <a:solidFill>
            <a:srgbClr val="F3EEE3">
              <a:alpha val="28000"/>
            </a:srgbClr>
          </a:solidFill>
          <a:ln/>
        </p:spPr>
      </p:sp>
      <p:sp>
        <p:nvSpPr>
          <p:cNvPr id="61" name="Shape 59"/>
          <p:cNvSpPr/>
          <p:nvPr/>
        </p:nvSpPr>
        <p:spPr>
          <a:xfrm>
            <a:off x="8107488" y="9578686"/>
            <a:ext cx="83127" cy="83127"/>
          </a:xfrm>
          <a:prstGeom prst="ellipse">
            <a:avLst/>
          </a:prstGeom>
          <a:solidFill>
            <a:srgbClr val="F3EEE3">
              <a:alpha val="28000"/>
            </a:srgbClr>
          </a:solidFill>
          <a:ln/>
        </p:spPr>
      </p:sp>
      <p:sp>
        <p:nvSpPr>
          <p:cNvPr id="62" name="Shape 60"/>
          <p:cNvSpPr/>
          <p:nvPr/>
        </p:nvSpPr>
        <p:spPr>
          <a:xfrm>
            <a:off x="8273742" y="9578686"/>
            <a:ext cx="83127" cy="83127"/>
          </a:xfrm>
          <a:prstGeom prst="ellipse">
            <a:avLst/>
          </a:prstGeom>
          <a:solidFill>
            <a:srgbClr val="F3EEE3">
              <a:alpha val="28000"/>
            </a:srgbClr>
          </a:solidFill>
          <a:ln/>
        </p:spPr>
      </p:sp>
      <p:sp>
        <p:nvSpPr>
          <p:cNvPr id="63" name="Shape 61"/>
          <p:cNvSpPr/>
          <p:nvPr/>
        </p:nvSpPr>
        <p:spPr>
          <a:xfrm>
            <a:off x="8439996" y="9578686"/>
            <a:ext cx="83127" cy="83127"/>
          </a:xfrm>
          <a:prstGeom prst="ellipse">
            <a:avLst/>
          </a:prstGeom>
          <a:solidFill>
            <a:srgbClr val="F3EEE3">
              <a:alpha val="28000"/>
            </a:srgbClr>
          </a:solidFill>
          <a:ln/>
        </p:spPr>
      </p:sp>
      <p:sp>
        <p:nvSpPr>
          <p:cNvPr id="64" name="Shape 62"/>
          <p:cNvSpPr/>
          <p:nvPr/>
        </p:nvSpPr>
        <p:spPr>
          <a:xfrm>
            <a:off x="8606251" y="9578686"/>
            <a:ext cx="83127" cy="83127"/>
          </a:xfrm>
          <a:prstGeom prst="ellipse">
            <a:avLst/>
          </a:prstGeom>
          <a:solidFill>
            <a:srgbClr val="F3EEE3">
              <a:alpha val="28000"/>
            </a:srgbClr>
          </a:solidFill>
          <a:ln/>
        </p:spPr>
      </p:sp>
      <p:sp>
        <p:nvSpPr>
          <p:cNvPr id="65" name="Shape 63"/>
          <p:cNvSpPr/>
          <p:nvPr/>
        </p:nvSpPr>
        <p:spPr>
          <a:xfrm>
            <a:off x="8772505" y="9578686"/>
            <a:ext cx="83127" cy="83127"/>
          </a:xfrm>
          <a:prstGeom prst="ellipse">
            <a:avLst/>
          </a:prstGeom>
          <a:solidFill>
            <a:srgbClr val="F3EEE3">
              <a:alpha val="28000"/>
            </a:srgbClr>
          </a:solidFill>
          <a:ln/>
        </p:spPr>
      </p:sp>
      <p:sp>
        <p:nvSpPr>
          <p:cNvPr id="66" name="Shape 64"/>
          <p:cNvSpPr/>
          <p:nvPr/>
        </p:nvSpPr>
        <p:spPr>
          <a:xfrm>
            <a:off x="8938759" y="9578686"/>
            <a:ext cx="83127" cy="83127"/>
          </a:xfrm>
          <a:prstGeom prst="ellipse">
            <a:avLst/>
          </a:prstGeom>
          <a:solidFill>
            <a:srgbClr val="F3EEE3">
              <a:alpha val="28000"/>
            </a:srgbClr>
          </a:solidFill>
          <a:ln/>
        </p:spPr>
      </p:sp>
      <p:sp>
        <p:nvSpPr>
          <p:cNvPr id="67" name="Shape 65"/>
          <p:cNvSpPr/>
          <p:nvPr/>
        </p:nvSpPr>
        <p:spPr>
          <a:xfrm>
            <a:off x="9105013" y="9578686"/>
            <a:ext cx="83127" cy="83127"/>
          </a:xfrm>
          <a:prstGeom prst="ellipse">
            <a:avLst/>
          </a:prstGeom>
          <a:solidFill>
            <a:srgbClr val="F3EEE3">
              <a:alpha val="28000"/>
            </a:srgbClr>
          </a:solidFill>
          <a:ln/>
        </p:spPr>
      </p:sp>
      <p:sp>
        <p:nvSpPr>
          <p:cNvPr id="68" name="Shape 66"/>
          <p:cNvSpPr/>
          <p:nvPr/>
        </p:nvSpPr>
        <p:spPr>
          <a:xfrm>
            <a:off x="9257412" y="9564832"/>
            <a:ext cx="110836" cy="110836"/>
          </a:xfrm>
          <a:prstGeom prst="ellipse">
            <a:avLst/>
          </a:prstGeom>
          <a:solidFill>
            <a:srgbClr val="FF6A4D"/>
          </a:solidFill>
          <a:ln/>
        </p:spPr>
      </p:sp>
      <p:sp>
        <p:nvSpPr>
          <p:cNvPr id="69" name="Shape 67"/>
          <p:cNvSpPr/>
          <p:nvPr/>
        </p:nvSpPr>
        <p:spPr>
          <a:xfrm>
            <a:off x="9437521" y="9578686"/>
            <a:ext cx="83127" cy="83127"/>
          </a:xfrm>
          <a:prstGeom prst="ellipse">
            <a:avLst/>
          </a:prstGeom>
          <a:solidFill>
            <a:srgbClr val="F3EEE3">
              <a:alpha val="28000"/>
            </a:srgbClr>
          </a:solidFill>
          <a:ln/>
        </p:spPr>
      </p:sp>
      <p:sp>
        <p:nvSpPr>
          <p:cNvPr id="70" name="Shape 68"/>
          <p:cNvSpPr/>
          <p:nvPr/>
        </p:nvSpPr>
        <p:spPr>
          <a:xfrm>
            <a:off x="9603775" y="9578686"/>
            <a:ext cx="83127" cy="83127"/>
          </a:xfrm>
          <a:prstGeom prst="ellipse">
            <a:avLst/>
          </a:prstGeom>
          <a:solidFill>
            <a:srgbClr val="F3EEE3">
              <a:alpha val="28000"/>
            </a:srgbClr>
          </a:solidFill>
          <a:ln/>
        </p:spPr>
      </p:sp>
      <p:sp>
        <p:nvSpPr>
          <p:cNvPr id="71" name="Shape 69"/>
          <p:cNvSpPr/>
          <p:nvPr/>
        </p:nvSpPr>
        <p:spPr>
          <a:xfrm>
            <a:off x="9770029" y="9578686"/>
            <a:ext cx="83127" cy="83127"/>
          </a:xfrm>
          <a:prstGeom prst="ellipse">
            <a:avLst/>
          </a:prstGeom>
          <a:solidFill>
            <a:srgbClr val="F3EEE3">
              <a:alpha val="28000"/>
            </a:srgbClr>
          </a:solidFill>
          <a:ln/>
        </p:spPr>
      </p:sp>
      <p:sp>
        <p:nvSpPr>
          <p:cNvPr id="72" name="Shape 70"/>
          <p:cNvSpPr/>
          <p:nvPr/>
        </p:nvSpPr>
        <p:spPr>
          <a:xfrm>
            <a:off x="9936283" y="9578686"/>
            <a:ext cx="83127" cy="83127"/>
          </a:xfrm>
          <a:prstGeom prst="ellipse">
            <a:avLst/>
          </a:prstGeom>
          <a:solidFill>
            <a:srgbClr val="F3EEE3">
              <a:alpha val="28000"/>
            </a:srgbClr>
          </a:solidFill>
          <a:ln/>
        </p:spPr>
      </p:sp>
      <p:sp>
        <p:nvSpPr>
          <p:cNvPr id="73" name="Text 7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51/55</a:t>
            </a:r>
            <a:endParaRPr lang="en-US" sz="1800" dirty="0"/>
          </a:p>
        </p:txBody>
      </p:sp>
      <p:sp>
        <p:nvSpPr>
          <p:cNvPr id="74" name="Shape 72"/>
          <p:cNvSpPr/>
          <p:nvPr/>
        </p:nvSpPr>
        <p:spPr>
          <a:xfrm>
            <a:off x="15983712" y="9076331"/>
            <a:ext cx="1645920" cy="552301"/>
          </a:xfrm>
          <a:prstGeom prst="roundRect">
            <a:avLst>
              <a:gd name="adj" fmla="val 28000"/>
            </a:avLst>
          </a:prstGeom>
          <a:solidFill>
            <a:srgbClr val="FFFFFF">
              <a:alpha val="82000"/>
            </a:srgbClr>
          </a:solidFill>
          <a:ln/>
        </p:spPr>
      </p:sp>
      <p:pic>
        <p:nvPicPr>
          <p:cNvPr id="75" name="Moda image moda-export-watermark-7753caba-86cd-4344-9e94-25e27ad08d89"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7" kern="0">
                <a:solidFill>
                  <a:srgbClr val="14161C"/>
                </a:solidFill>
                <a:latin typeface="Bricolage Grotesque ExtraBold" pitchFamily="34" charset="0"/>
                <a:ea typeface="Bricolage Grotesque ExtraBold" pitchFamily="34" charset="-122"/>
                <a:cs typeface="Bricolage Grotesque ExtraBold" pitchFamily="34" charset="-120"/>
              </a:rPr>
              <a:t>Nếu</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mục</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tiêu</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của</a:t>
            </a:r>
            <a:r>
              <a:rPr lang="en-US" sz="5700" dirty="0" spc="-6" kern="0">
                <a:solidFill>
                  <a:srgbClr val="14161C"/>
                </a:solidFill>
                <a:latin typeface="Bricolage Grotesque ExtraBold" pitchFamily="34" charset="0"/>
                <a:ea typeface="Bricolage Grotesque ExtraBold" pitchFamily="34" charset="-122"/>
                <a:cs typeface="Bricolage Grotesque ExtraBold" pitchFamily="34" charset="-120"/>
              </a:rPr>
              <a:t> bạn</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khác</a:t>
            </a:r>
            <a:endParaRPr lang="en-US" sz="5700" dirty="0"/>
          </a:p>
        </p:txBody>
      </p:sp>
      <p:sp>
        <p:nvSpPr>
          <p:cNvPr id="3" name="Text 1"/>
          <p:cNvSpPr/>
          <p:nvPr/>
        </p:nvSpPr>
        <p:spPr>
          <a:xfrm>
            <a:off x="914400" y="2667000"/>
            <a:ext cx="1619250" cy="1428750"/>
          </a:xfrm>
          <a:prstGeom prst="rect">
            <a:avLst/>
          </a:prstGeom>
          <a:noFill/>
          <a:ln/>
        </p:spPr>
        <p:txBody>
          <a:bodyPr wrap="square" lIns="0" tIns="0" rIns="0" bIns="0" rtlCol="0" anchor="ctr"/>
          <a:lstStyle/>
          <a:p>
            <a:pPr algn="l" indent="0" marL="0">
              <a:buNone/>
            </a:pPr>
            <a:r>
              <a:rPr lang="en-US" sz="8700" dirty="0" spc="-3" kern="0">
                <a:solidFill>
                  <a:srgbClr val="B45309"/>
                </a:solidFill>
                <a:latin typeface="Bricolage Grotesque ExtraBold" pitchFamily="34" charset="0"/>
                <a:ea typeface="Bricolage Grotesque ExtraBold" pitchFamily="34" charset="-122"/>
                <a:cs typeface="Bricolage Grotesque ExtraBold" pitchFamily="34" charset="-120"/>
              </a:rPr>
              <a:t>1</a:t>
            </a:r>
            <a:endParaRPr lang="en-US" sz="8700" dirty="0"/>
          </a:p>
        </p:txBody>
      </p:sp>
      <p:sp>
        <p:nvSpPr>
          <p:cNvPr id="4" name="Shape 2"/>
          <p:cNvSpPr/>
          <p:nvPr/>
        </p:nvSpPr>
        <p:spPr>
          <a:xfrm>
            <a:off x="2724150" y="2762250"/>
            <a:ext cx="14649450" cy="1238250"/>
          </a:xfrm>
          <a:prstGeom prst="roundRect">
            <a:avLst>
              <a:gd name="adj" fmla="val 15385"/>
            </a:avLst>
          </a:prstGeom>
          <a:solidFill>
            <a:srgbClr val="E8E0CF"/>
          </a:solidFill>
          <a:ln/>
        </p:spPr>
      </p:sp>
      <p:sp>
        <p:nvSpPr>
          <p:cNvPr id="5" name="Text 3"/>
          <p:cNvSpPr/>
          <p:nvPr/>
        </p:nvSpPr>
        <p:spPr>
          <a:xfrm>
            <a:off x="3105150" y="2762250"/>
            <a:ext cx="14001750" cy="1238250"/>
          </a:xfrm>
          <a:prstGeom prst="rect">
            <a:avLst/>
          </a:prstGeom>
          <a:noFill/>
          <a:ln/>
        </p:spPr>
        <p:txBody>
          <a:bodyPr wrap="square" lIns="0" tIns="0" rIns="0" bIns="0" rtlCol="0" anchor="ctr"/>
          <a:lstStyle/>
          <a:p>
            <a:pPr algn="l" indent="0" marL="0">
              <a:buNone/>
            </a:pPr>
            <a:r>
              <a:rPr lang="en-US" sz="3000" dirty="0" spc="1" kern="0">
                <a:solidFill>
                  <a:srgbClr val="14161C"/>
                </a:solidFill>
                <a:latin typeface="Be Vietnam Pro SemiBold" pitchFamily="34" charset="0"/>
                <a:ea typeface="Be Vietnam Pro SemiBold" pitchFamily="34" charset="-122"/>
                <a:cs typeface="Be Vietnam Pro SemiBold" pitchFamily="34" charset="-120"/>
              </a:rPr>
              <a:t>Bớt</a:t>
            </a:r>
            <a:r>
              <a:rPr lang="en-US" sz="3000" dirty="0" spc="-27" kern="0">
                <a:solidFill>
                  <a:srgbClr val="14161C"/>
                </a:solidFill>
                <a:latin typeface="Be Vietnam Pro SemiBold" pitchFamily="34" charset="0"/>
                <a:ea typeface="Be Vietnam Pro SemiBold" pitchFamily="34" charset="-122"/>
                <a:cs typeface="Be Vietnam Pro SemiBold" pitchFamily="34" charset="-120"/>
              </a:rPr>
              <a:t> token:</a:t>
            </a:r>
            <a:r>
              <a:rPr lang="en-US" sz="3000" dirty="0" spc="-18" kern="0">
                <a:solidFill>
                  <a:srgbClr val="14161C"/>
                </a:solidFill>
                <a:latin typeface="Be Vietnam Pro SemiBold" pitchFamily="34" charset="0"/>
                <a:ea typeface="Be Vietnam Pro SemiBold" pitchFamily="34" charset="-122"/>
                <a:cs typeface="Be Vietnam Pro SemiBold" pitchFamily="34" charset="-120"/>
              </a:rPr>
              <a:t> Caveman</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hoặc</a:t>
            </a:r>
            <a:r>
              <a:rPr lang="en-US" sz="3000" dirty="0" spc="-12" kern="0">
                <a:solidFill>
                  <a:srgbClr val="14161C"/>
                </a:solidFill>
                <a:latin typeface="Be Vietnam Pro SemiBold" pitchFamily="34" charset="0"/>
                <a:ea typeface="Be Vietnam Pro SemiBold" pitchFamily="34" charset="-122"/>
                <a:cs typeface="Be Vietnam Pro SemiBold" pitchFamily="34" charset="-120"/>
              </a:rPr>
              <a:t> Headroom,</a:t>
            </a:r>
            <a:r>
              <a:rPr lang="en-US" sz="3000" dirty="0" spc="17" kern="0">
                <a:solidFill>
                  <a:srgbClr val="14161C"/>
                </a:solidFill>
                <a:latin typeface="Be Vietnam Pro SemiBold" pitchFamily="34" charset="0"/>
                <a:ea typeface="Be Vietnam Pro SemiBold" pitchFamily="34" charset="-122"/>
                <a:cs typeface="Be Vietnam Pro SemiBold" pitchFamily="34" charset="-120"/>
              </a:rPr>
              <a:t> đo</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lại</a:t>
            </a:r>
            <a:r>
              <a:rPr lang="en-US" sz="3000" dirty="0" spc="-20" kern="0">
                <a:solidFill>
                  <a:srgbClr val="14161C"/>
                </a:solidFill>
                <a:latin typeface="Be Vietnam Pro SemiBold" pitchFamily="34" charset="0"/>
                <a:ea typeface="Be Vietnam Pro SemiBold" pitchFamily="34" charset="-122"/>
                <a:cs typeface="Be Vietnam Pro SemiBold" pitchFamily="34" charset="-120"/>
              </a:rPr>
              <a:t> trên</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việc</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của</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chính bạn</a:t>
            </a:r>
            <a:endParaRPr lang="en-US" sz="3000" dirty="0"/>
          </a:p>
        </p:txBody>
      </p:sp>
      <p:sp>
        <p:nvSpPr>
          <p:cNvPr id="6" name="Text 4"/>
          <p:cNvSpPr/>
          <p:nvPr/>
        </p:nvSpPr>
        <p:spPr>
          <a:xfrm>
            <a:off x="914400" y="4210050"/>
            <a:ext cx="1619250" cy="1428750"/>
          </a:xfrm>
          <a:prstGeom prst="rect">
            <a:avLst/>
          </a:prstGeom>
          <a:noFill/>
          <a:ln/>
        </p:spPr>
        <p:txBody>
          <a:bodyPr wrap="square" lIns="0" tIns="0" rIns="0" bIns="0" rtlCol="0" anchor="ctr"/>
          <a:lstStyle/>
          <a:p>
            <a:pPr algn="l" indent="0" marL="0">
              <a:buNone/>
            </a:pPr>
            <a:r>
              <a:rPr lang="en-US" sz="8700" dirty="0" spc="6" kern="0">
                <a:solidFill>
                  <a:srgbClr val="0F766E"/>
                </a:solidFill>
                <a:latin typeface="Bricolage Grotesque ExtraBold" pitchFamily="34" charset="0"/>
                <a:ea typeface="Bricolage Grotesque ExtraBold" pitchFamily="34" charset="-122"/>
                <a:cs typeface="Bricolage Grotesque ExtraBold" pitchFamily="34" charset="-120"/>
              </a:rPr>
              <a:t>2</a:t>
            </a:r>
            <a:endParaRPr lang="en-US" sz="8700" dirty="0"/>
          </a:p>
        </p:txBody>
      </p:sp>
      <p:sp>
        <p:nvSpPr>
          <p:cNvPr id="7" name="Shape 5"/>
          <p:cNvSpPr/>
          <p:nvPr/>
        </p:nvSpPr>
        <p:spPr>
          <a:xfrm>
            <a:off x="2724150" y="4305300"/>
            <a:ext cx="14649450" cy="1238250"/>
          </a:xfrm>
          <a:prstGeom prst="roundRect">
            <a:avLst>
              <a:gd name="adj" fmla="val 15385"/>
            </a:avLst>
          </a:prstGeom>
          <a:solidFill>
            <a:srgbClr val="E8E0CF"/>
          </a:solidFill>
          <a:ln/>
        </p:spPr>
      </p:sp>
      <p:sp>
        <p:nvSpPr>
          <p:cNvPr id="8" name="Text 6"/>
          <p:cNvSpPr/>
          <p:nvPr/>
        </p:nvSpPr>
        <p:spPr>
          <a:xfrm>
            <a:off x="3105150" y="4305300"/>
            <a:ext cx="14001750" cy="1238250"/>
          </a:xfrm>
          <a:prstGeom prst="rect">
            <a:avLst/>
          </a:prstGeom>
          <a:noFill/>
          <a:ln/>
        </p:spPr>
        <p:txBody>
          <a:bodyPr wrap="square" lIns="0" tIns="0" rIns="0" bIns="0" rtlCol="0" anchor="ctr"/>
          <a:lstStyle/>
          <a:p>
            <a:pPr algn="l" indent="0" marL="0">
              <a:buNone/>
            </a:pPr>
            <a:r>
              <a:rPr lang="en-US" sz="3000" dirty="0" spc="5" kern="0">
                <a:solidFill>
                  <a:srgbClr val="14161C"/>
                </a:solidFill>
                <a:latin typeface="Be Vietnam Pro SemiBold" pitchFamily="34" charset="0"/>
                <a:ea typeface="Be Vietnam Pro SemiBold" pitchFamily="34" charset="-122"/>
                <a:cs typeface="Be Vietnam Pro SemiBold" pitchFamily="34" charset="-120"/>
              </a:rPr>
              <a:t>Sơ</a:t>
            </a:r>
            <a:r>
              <a:rPr lang="en-US" sz="3000" dirty="0" spc="17" kern="0">
                <a:solidFill>
                  <a:srgbClr val="14161C"/>
                </a:solidFill>
                <a:latin typeface="Be Vietnam Pro SemiBold" pitchFamily="34" charset="0"/>
                <a:ea typeface="Be Vietnam Pro SemiBold" pitchFamily="34" charset="-122"/>
                <a:cs typeface="Be Vietnam Pro SemiBold" pitchFamily="34" charset="-120"/>
              </a:rPr>
              <a:t> đồ</a:t>
            </a:r>
            <a:r>
              <a:rPr lang="en-US" sz="3000" dirty="0" spc="-21" kern="0">
                <a:solidFill>
                  <a:srgbClr val="14161C"/>
                </a:solidFill>
                <a:latin typeface="Be Vietnam Pro SemiBold" pitchFamily="34" charset="0"/>
                <a:ea typeface="Be Vietnam Pro SemiBold" pitchFamily="34" charset="-122"/>
                <a:cs typeface="Be Vietnam Pro SemiBold" pitchFamily="34" charset="-120"/>
              </a:rPr>
              <a:t> và</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slide:</a:t>
            </a:r>
            <a:r>
              <a:rPr lang="en-US" sz="3000" dirty="0" spc="-6" kern="0">
                <a:solidFill>
                  <a:srgbClr val="14161C"/>
                </a:solidFill>
                <a:latin typeface="Be Vietnam Pro SemiBold" pitchFamily="34" charset="0"/>
                <a:ea typeface="Be Vietnam Pro SemiBold" pitchFamily="34" charset="-122"/>
                <a:cs typeface="Be Vietnam Pro SemiBold" pitchFamily="34" charset="-120"/>
              </a:rPr>
              <a:t> Diagram</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Design,</a:t>
            </a:r>
            <a:r>
              <a:rPr lang="en-US" sz="3000" dirty="0" spc="-10" kern="0">
                <a:solidFill>
                  <a:srgbClr val="14161C"/>
                </a:solidFill>
                <a:latin typeface="Be Vietnam Pro SemiBold" pitchFamily="34" charset="0"/>
                <a:ea typeface="Be Vietnam Pro SemiBold" pitchFamily="34" charset="-122"/>
                <a:cs typeface="Be Vietnam Pro SemiBold" pitchFamily="34" charset="-120"/>
              </a:rPr>
              <a:t> Archify</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hoặc</a:t>
            </a:r>
            <a:r>
              <a:rPr lang="en-US" sz="3000" dirty="0" spc="-17" kern="0">
                <a:solidFill>
                  <a:srgbClr val="14161C"/>
                </a:solidFill>
                <a:latin typeface="Be Vietnam Pro SemiBold" pitchFamily="34" charset="0"/>
                <a:ea typeface="Be Vietnam Pro SemiBold" pitchFamily="34" charset="-122"/>
                <a:cs typeface="Be Vietnam Pro SemiBold" pitchFamily="34" charset="-120"/>
              </a:rPr>
              <a:t> PPT</a:t>
            </a:r>
            <a:r>
              <a:rPr lang="en-US" sz="3000" dirty="0" spc="-9" kern="0">
                <a:solidFill>
                  <a:srgbClr val="14161C"/>
                </a:solidFill>
                <a:latin typeface="Be Vietnam Pro SemiBold" pitchFamily="34" charset="0"/>
                <a:ea typeface="Be Vietnam Pro SemiBold" pitchFamily="34" charset="-122"/>
                <a:cs typeface="Be Vietnam Pro SemiBold" pitchFamily="34" charset="-120"/>
              </a:rPr>
              <a:t> Master</a:t>
            </a:r>
            <a:endParaRPr lang="en-US" sz="3000" dirty="0"/>
          </a:p>
        </p:txBody>
      </p:sp>
      <p:sp>
        <p:nvSpPr>
          <p:cNvPr id="9" name="Text 7"/>
          <p:cNvSpPr/>
          <p:nvPr/>
        </p:nvSpPr>
        <p:spPr>
          <a:xfrm>
            <a:off x="914400" y="5753100"/>
            <a:ext cx="1619250" cy="1428750"/>
          </a:xfrm>
          <a:prstGeom prst="rect">
            <a:avLst/>
          </a:prstGeom>
          <a:noFill/>
          <a:ln/>
        </p:spPr>
        <p:txBody>
          <a:bodyPr wrap="square" lIns="0" tIns="0" rIns="0" bIns="0" rtlCol="0" anchor="ctr"/>
          <a:lstStyle/>
          <a:p>
            <a:pPr algn="l" indent="0" marL="0">
              <a:buNone/>
            </a:pPr>
            <a:r>
              <a:rPr lang="en-US" sz="8700" dirty="0" spc="3" kern="0">
                <a:solidFill>
                  <a:srgbClr val="E8472B"/>
                </a:solidFill>
                <a:latin typeface="Bricolage Grotesque ExtraBold" pitchFamily="34" charset="0"/>
                <a:ea typeface="Bricolage Grotesque ExtraBold" pitchFamily="34" charset="-122"/>
                <a:cs typeface="Bricolage Grotesque ExtraBold" pitchFamily="34" charset="-120"/>
              </a:rPr>
              <a:t>3</a:t>
            </a:r>
            <a:endParaRPr lang="en-US" sz="8700" dirty="0"/>
          </a:p>
        </p:txBody>
      </p:sp>
      <p:sp>
        <p:nvSpPr>
          <p:cNvPr id="10" name="Shape 8"/>
          <p:cNvSpPr/>
          <p:nvPr/>
        </p:nvSpPr>
        <p:spPr>
          <a:xfrm>
            <a:off x="2724150" y="5848350"/>
            <a:ext cx="14649450" cy="1238250"/>
          </a:xfrm>
          <a:prstGeom prst="roundRect">
            <a:avLst>
              <a:gd name="adj" fmla="val 15385"/>
            </a:avLst>
          </a:prstGeom>
          <a:solidFill>
            <a:srgbClr val="E8E0CF"/>
          </a:solidFill>
          <a:ln/>
        </p:spPr>
      </p:sp>
      <p:sp>
        <p:nvSpPr>
          <p:cNvPr id="11" name="Text 9"/>
          <p:cNvSpPr/>
          <p:nvPr/>
        </p:nvSpPr>
        <p:spPr>
          <a:xfrm>
            <a:off x="3105150" y="5848350"/>
            <a:ext cx="14001750" cy="1238250"/>
          </a:xfrm>
          <a:prstGeom prst="rect">
            <a:avLst/>
          </a:prstGeom>
          <a:noFill/>
          <a:ln/>
        </p:spPr>
        <p:txBody>
          <a:bodyPr wrap="square" lIns="0" tIns="0" rIns="0" bIns="0" rtlCol="0" anchor="ctr"/>
          <a:lstStyle/>
          <a:p>
            <a:pPr algn="l" indent="0" marL="0">
              <a:buNone/>
            </a:pPr>
            <a:r>
              <a:rPr lang="en-US" sz="3000" dirty="0" spc="-5" kern="0">
                <a:solidFill>
                  <a:srgbClr val="14161C"/>
                </a:solidFill>
                <a:latin typeface="Be Vietnam Pro SemiBold" pitchFamily="34" charset="0"/>
                <a:ea typeface="Be Vietnam Pro SemiBold" pitchFamily="34" charset="-122"/>
                <a:cs typeface="Be Vietnam Pro SemiBold" pitchFamily="34" charset="-120"/>
              </a:rPr>
              <a:t>Video:</a:t>
            </a:r>
            <a:r>
              <a:rPr lang="en-US" sz="3000" dirty="0" spc="-21" kern="0">
                <a:solidFill>
                  <a:srgbClr val="14161C"/>
                </a:solidFill>
                <a:latin typeface="Be Vietnam Pro SemiBold" pitchFamily="34" charset="0"/>
                <a:ea typeface="Be Vietnam Pro SemiBold" pitchFamily="34" charset="-122"/>
                <a:cs typeface="Be Vietnam Pro SemiBold" pitchFamily="34" charset="-120"/>
              </a:rPr>
              <a:t> HyperFrames</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hoặc</a:t>
            </a:r>
            <a:r>
              <a:rPr lang="en-US" sz="3000" dirty="0" spc="-12" kern="0">
                <a:solidFill>
                  <a:srgbClr val="14161C"/>
                </a:solidFill>
                <a:latin typeface="Be Vietnam Pro SemiBold" pitchFamily="34" charset="0"/>
                <a:ea typeface="Be Vietnam Pro SemiBold" pitchFamily="34" charset="-122"/>
                <a:cs typeface="Be Vietnam Pro SemiBold" pitchFamily="34" charset="-120"/>
              </a:rPr>
              <a:t> OpenMontage,</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nhớ</a:t>
            </a:r>
            <a:r>
              <a:rPr lang="en-US" sz="3000" dirty="0" spc="22" kern="0">
                <a:solidFill>
                  <a:srgbClr val="14161C"/>
                </a:solidFill>
                <a:latin typeface="Be Vietnam Pro SemiBold" pitchFamily="34" charset="0"/>
                <a:ea typeface="Be Vietnam Pro SemiBold" pitchFamily="34" charset="-122"/>
                <a:cs typeface="Be Vietnam Pro SemiBold" pitchFamily="34" charset="-120"/>
              </a:rPr>
              <a:t> điều</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kiện</a:t>
            </a:r>
            <a:r>
              <a:rPr lang="en-US" sz="3000" dirty="0" spc="-5" kern="0">
                <a:solidFill>
                  <a:srgbClr val="14161C"/>
                </a:solidFill>
                <a:latin typeface="Be Vietnam Pro SemiBold" pitchFamily="34" charset="0"/>
                <a:ea typeface="Be Vietnam Pro SemiBold" pitchFamily="34" charset="-122"/>
                <a:cs typeface="Be Vietnam Pro SemiBold" pitchFamily="34" charset="-120"/>
              </a:rPr>
              <a:t> giấy</a:t>
            </a:r>
            <a:r>
              <a:rPr lang="en-US" sz="3000" dirty="0" spc="-8" kern="0">
                <a:solidFill>
                  <a:srgbClr val="14161C"/>
                </a:solidFill>
                <a:latin typeface="Be Vietnam Pro SemiBold" pitchFamily="34" charset="0"/>
                <a:ea typeface="Be Vietnam Pro SemiBold" pitchFamily="34" charset="-122"/>
                <a:cs typeface="Be Vietnam Pro SemiBold" pitchFamily="34" charset="-120"/>
              </a:rPr>
              <a:t> phép</a:t>
            </a:r>
            <a:endParaRPr lang="en-US" sz="3000" dirty="0"/>
          </a:p>
        </p:txBody>
      </p:sp>
      <p:sp>
        <p:nvSpPr>
          <p:cNvPr id="12" name="Text 10"/>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[S15]</a:t>
            </a:r>
            <a:r>
              <a:rPr lang="en-US" sz="1800" dirty="0" spc="1" kern="0">
                <a:solidFill>
                  <a:srgbClr val="6B6A66"/>
                </a:solidFill>
                <a:latin typeface="Be Vietnam Pro" pitchFamily="34" charset="0"/>
                <a:ea typeface="Be Vietnam Pro" pitchFamily="34" charset="-122"/>
                <a:cs typeface="Be Vietnam Pro" pitchFamily="34" charset="-120"/>
              </a:rPr>
              <a:t> [S17] [S25] [S22]</a:t>
            </a:r>
            <a:r>
              <a:rPr lang="en-US" sz="1800" dirty="0" spc="-8" kern="0">
                <a:solidFill>
                  <a:srgbClr val="6B6A66"/>
                </a:solidFill>
                <a:latin typeface="Be Vietnam Pro" pitchFamily="34" charset="0"/>
                <a:ea typeface="Be Vietnam Pro" pitchFamily="34" charset="-122"/>
                <a:cs typeface="Be Vietnam Pro" pitchFamily="34" charset="-120"/>
              </a:rPr>
              <a:t> [S24]</a:t>
            </a:r>
            <a:r>
              <a:rPr lang="en-US" sz="1800" dirty="0" spc="2" kern="0">
                <a:solidFill>
                  <a:srgbClr val="6B6A66"/>
                </a:solidFill>
                <a:latin typeface="Be Vietnam Pro" pitchFamily="34" charset="0"/>
                <a:ea typeface="Be Vietnam Pro" pitchFamily="34" charset="-122"/>
                <a:cs typeface="Be Vietnam Pro" pitchFamily="34" charset="-120"/>
              </a:rPr>
              <a:t> [S28]</a:t>
            </a:r>
            <a:r>
              <a:rPr lang="en-US" sz="1800" dirty="0" spc="-3" kern="0">
                <a:solidFill>
                  <a:srgbClr val="6B6A66"/>
                </a:solidFill>
                <a:latin typeface="Be Vietnam Pro" pitchFamily="34" charset="0"/>
                <a:ea typeface="Be Vietnam Pro" pitchFamily="34" charset="-122"/>
                <a:cs typeface="Be Vietnam Pro" pitchFamily="34" charset="-120"/>
              </a:rPr>
              <a:t> [S27]</a:t>
            </a:r>
            <a:endParaRPr lang="en-US" sz="1800" dirty="0"/>
          </a:p>
        </p:txBody>
      </p:sp>
      <p:sp>
        <p:nvSpPr>
          <p:cNvPr id="13" name="Shape 11"/>
          <p:cNvSpPr/>
          <p:nvPr/>
        </p:nvSpPr>
        <p:spPr>
          <a:xfrm>
            <a:off x="958561" y="9578686"/>
            <a:ext cx="83127" cy="83127"/>
          </a:xfrm>
          <a:prstGeom prst="ellipse">
            <a:avLst/>
          </a:prstGeom>
          <a:solidFill>
            <a:srgbClr val="14161C">
              <a:alpha val="28000"/>
            </a:srgbClr>
          </a:solidFill>
          <a:ln/>
        </p:spPr>
      </p:sp>
      <p:sp>
        <p:nvSpPr>
          <p:cNvPr id="14" name="Shape 12"/>
          <p:cNvSpPr/>
          <p:nvPr/>
        </p:nvSpPr>
        <p:spPr>
          <a:xfrm>
            <a:off x="1124815" y="9578686"/>
            <a:ext cx="83127" cy="83127"/>
          </a:xfrm>
          <a:prstGeom prst="ellipse">
            <a:avLst/>
          </a:prstGeom>
          <a:solidFill>
            <a:srgbClr val="14161C">
              <a:alpha val="28000"/>
            </a:srgbClr>
          </a:solidFill>
          <a:ln/>
        </p:spPr>
      </p:sp>
      <p:sp>
        <p:nvSpPr>
          <p:cNvPr id="15" name="Shape 13"/>
          <p:cNvSpPr/>
          <p:nvPr/>
        </p:nvSpPr>
        <p:spPr>
          <a:xfrm>
            <a:off x="1291070" y="9578686"/>
            <a:ext cx="83127" cy="83127"/>
          </a:xfrm>
          <a:prstGeom prst="ellipse">
            <a:avLst/>
          </a:prstGeom>
          <a:solidFill>
            <a:srgbClr val="14161C">
              <a:alpha val="28000"/>
            </a:srgbClr>
          </a:solidFill>
          <a:ln/>
        </p:spPr>
      </p:sp>
      <p:sp>
        <p:nvSpPr>
          <p:cNvPr id="16" name="Shape 14"/>
          <p:cNvSpPr/>
          <p:nvPr/>
        </p:nvSpPr>
        <p:spPr>
          <a:xfrm>
            <a:off x="1457324" y="9578686"/>
            <a:ext cx="83127" cy="83127"/>
          </a:xfrm>
          <a:prstGeom prst="ellipse">
            <a:avLst/>
          </a:prstGeom>
          <a:solidFill>
            <a:srgbClr val="14161C">
              <a:alpha val="28000"/>
            </a:srgbClr>
          </a:solidFill>
          <a:ln/>
        </p:spPr>
      </p:sp>
      <p:sp>
        <p:nvSpPr>
          <p:cNvPr id="17" name="Shape 15"/>
          <p:cNvSpPr/>
          <p:nvPr/>
        </p:nvSpPr>
        <p:spPr>
          <a:xfrm>
            <a:off x="1623578" y="9578686"/>
            <a:ext cx="83127" cy="83127"/>
          </a:xfrm>
          <a:prstGeom prst="ellipse">
            <a:avLst/>
          </a:prstGeom>
          <a:solidFill>
            <a:srgbClr val="14161C">
              <a:alpha val="28000"/>
            </a:srgbClr>
          </a:solidFill>
          <a:ln/>
        </p:spPr>
      </p:sp>
      <p:sp>
        <p:nvSpPr>
          <p:cNvPr id="18" name="Shape 16"/>
          <p:cNvSpPr/>
          <p:nvPr/>
        </p:nvSpPr>
        <p:spPr>
          <a:xfrm>
            <a:off x="1789832" y="9578686"/>
            <a:ext cx="83127" cy="83127"/>
          </a:xfrm>
          <a:prstGeom prst="ellipse">
            <a:avLst/>
          </a:prstGeom>
          <a:solidFill>
            <a:srgbClr val="14161C">
              <a:alpha val="28000"/>
            </a:srgbClr>
          </a:solidFill>
          <a:ln/>
        </p:spPr>
      </p:sp>
      <p:sp>
        <p:nvSpPr>
          <p:cNvPr id="19" name="Shape 17"/>
          <p:cNvSpPr/>
          <p:nvPr/>
        </p:nvSpPr>
        <p:spPr>
          <a:xfrm>
            <a:off x="1956086" y="9578686"/>
            <a:ext cx="83127" cy="83127"/>
          </a:xfrm>
          <a:prstGeom prst="ellipse">
            <a:avLst/>
          </a:prstGeom>
          <a:solidFill>
            <a:srgbClr val="14161C">
              <a:alpha val="28000"/>
            </a:srgbClr>
          </a:solidFill>
          <a:ln/>
        </p:spPr>
      </p:sp>
      <p:sp>
        <p:nvSpPr>
          <p:cNvPr id="20" name="Shape 18"/>
          <p:cNvSpPr/>
          <p:nvPr/>
        </p:nvSpPr>
        <p:spPr>
          <a:xfrm>
            <a:off x="2122340" y="9578686"/>
            <a:ext cx="83127" cy="83127"/>
          </a:xfrm>
          <a:prstGeom prst="ellipse">
            <a:avLst/>
          </a:prstGeom>
          <a:solidFill>
            <a:srgbClr val="14161C">
              <a:alpha val="28000"/>
            </a:srgbClr>
          </a:solidFill>
          <a:ln/>
        </p:spPr>
      </p:sp>
      <p:sp>
        <p:nvSpPr>
          <p:cNvPr id="21" name="Shape 19"/>
          <p:cNvSpPr/>
          <p:nvPr/>
        </p:nvSpPr>
        <p:spPr>
          <a:xfrm>
            <a:off x="2288594" y="9578686"/>
            <a:ext cx="83127" cy="83127"/>
          </a:xfrm>
          <a:prstGeom prst="ellipse">
            <a:avLst/>
          </a:prstGeom>
          <a:solidFill>
            <a:srgbClr val="14161C">
              <a:alpha val="28000"/>
            </a:srgbClr>
          </a:solidFill>
          <a:ln/>
        </p:spPr>
      </p:sp>
      <p:sp>
        <p:nvSpPr>
          <p:cNvPr id="22" name="Shape 20"/>
          <p:cNvSpPr/>
          <p:nvPr/>
        </p:nvSpPr>
        <p:spPr>
          <a:xfrm>
            <a:off x="2454848" y="9578686"/>
            <a:ext cx="83127" cy="83127"/>
          </a:xfrm>
          <a:prstGeom prst="ellipse">
            <a:avLst/>
          </a:prstGeom>
          <a:solidFill>
            <a:srgbClr val="14161C">
              <a:alpha val="28000"/>
            </a:srgbClr>
          </a:solidFill>
          <a:ln/>
        </p:spPr>
      </p:sp>
      <p:sp>
        <p:nvSpPr>
          <p:cNvPr id="23" name="Shape 21"/>
          <p:cNvSpPr/>
          <p:nvPr/>
        </p:nvSpPr>
        <p:spPr>
          <a:xfrm>
            <a:off x="2621102" y="9578686"/>
            <a:ext cx="83127" cy="83127"/>
          </a:xfrm>
          <a:prstGeom prst="ellipse">
            <a:avLst/>
          </a:prstGeom>
          <a:solidFill>
            <a:srgbClr val="14161C">
              <a:alpha val="28000"/>
            </a:srgbClr>
          </a:solidFill>
          <a:ln/>
        </p:spPr>
      </p:sp>
      <p:sp>
        <p:nvSpPr>
          <p:cNvPr id="24" name="Shape 22"/>
          <p:cNvSpPr/>
          <p:nvPr/>
        </p:nvSpPr>
        <p:spPr>
          <a:xfrm>
            <a:off x="2787357" y="9578686"/>
            <a:ext cx="83127" cy="83127"/>
          </a:xfrm>
          <a:prstGeom prst="ellipse">
            <a:avLst/>
          </a:prstGeom>
          <a:solidFill>
            <a:srgbClr val="14161C">
              <a:alpha val="28000"/>
            </a:srgbClr>
          </a:solidFill>
          <a:ln/>
        </p:spPr>
      </p:sp>
      <p:sp>
        <p:nvSpPr>
          <p:cNvPr id="25" name="Shape 23"/>
          <p:cNvSpPr/>
          <p:nvPr/>
        </p:nvSpPr>
        <p:spPr>
          <a:xfrm>
            <a:off x="2953611" y="9578686"/>
            <a:ext cx="83127" cy="83127"/>
          </a:xfrm>
          <a:prstGeom prst="ellipse">
            <a:avLst/>
          </a:prstGeom>
          <a:solidFill>
            <a:srgbClr val="14161C">
              <a:alpha val="28000"/>
            </a:srgbClr>
          </a:solidFill>
          <a:ln/>
        </p:spPr>
      </p:sp>
      <p:sp>
        <p:nvSpPr>
          <p:cNvPr id="26" name="Shape 24"/>
          <p:cNvSpPr/>
          <p:nvPr/>
        </p:nvSpPr>
        <p:spPr>
          <a:xfrm>
            <a:off x="3119865" y="9578686"/>
            <a:ext cx="83127" cy="83127"/>
          </a:xfrm>
          <a:prstGeom prst="ellipse">
            <a:avLst/>
          </a:prstGeom>
          <a:solidFill>
            <a:srgbClr val="14161C">
              <a:alpha val="28000"/>
            </a:srgbClr>
          </a:solidFill>
          <a:ln/>
        </p:spPr>
      </p:sp>
      <p:sp>
        <p:nvSpPr>
          <p:cNvPr id="27" name="Shape 25"/>
          <p:cNvSpPr/>
          <p:nvPr/>
        </p:nvSpPr>
        <p:spPr>
          <a:xfrm>
            <a:off x="3286119" y="9578686"/>
            <a:ext cx="83127" cy="83127"/>
          </a:xfrm>
          <a:prstGeom prst="ellipse">
            <a:avLst/>
          </a:prstGeom>
          <a:solidFill>
            <a:srgbClr val="14161C">
              <a:alpha val="28000"/>
            </a:srgbClr>
          </a:solidFill>
          <a:ln/>
        </p:spPr>
      </p:sp>
      <p:sp>
        <p:nvSpPr>
          <p:cNvPr id="28" name="Shape 26"/>
          <p:cNvSpPr/>
          <p:nvPr/>
        </p:nvSpPr>
        <p:spPr>
          <a:xfrm>
            <a:off x="3452373" y="9578686"/>
            <a:ext cx="83127" cy="83127"/>
          </a:xfrm>
          <a:prstGeom prst="ellipse">
            <a:avLst/>
          </a:prstGeom>
          <a:solidFill>
            <a:srgbClr val="14161C">
              <a:alpha val="28000"/>
            </a:srgbClr>
          </a:solidFill>
          <a:ln/>
        </p:spPr>
      </p:sp>
      <p:sp>
        <p:nvSpPr>
          <p:cNvPr id="29" name="Shape 27"/>
          <p:cNvSpPr/>
          <p:nvPr/>
        </p:nvSpPr>
        <p:spPr>
          <a:xfrm>
            <a:off x="3618627" y="9578686"/>
            <a:ext cx="83127" cy="83127"/>
          </a:xfrm>
          <a:prstGeom prst="ellipse">
            <a:avLst/>
          </a:prstGeom>
          <a:solidFill>
            <a:srgbClr val="14161C">
              <a:alpha val="28000"/>
            </a:srgbClr>
          </a:solidFill>
          <a:ln/>
        </p:spPr>
      </p:sp>
      <p:sp>
        <p:nvSpPr>
          <p:cNvPr id="30" name="Shape 28"/>
          <p:cNvSpPr/>
          <p:nvPr/>
        </p:nvSpPr>
        <p:spPr>
          <a:xfrm>
            <a:off x="3784881" y="9578686"/>
            <a:ext cx="83127" cy="83127"/>
          </a:xfrm>
          <a:prstGeom prst="ellipse">
            <a:avLst/>
          </a:prstGeom>
          <a:solidFill>
            <a:srgbClr val="14161C">
              <a:alpha val="28000"/>
            </a:srgbClr>
          </a:solidFill>
          <a:ln/>
        </p:spPr>
      </p:sp>
      <p:sp>
        <p:nvSpPr>
          <p:cNvPr id="31" name="Shape 29"/>
          <p:cNvSpPr/>
          <p:nvPr/>
        </p:nvSpPr>
        <p:spPr>
          <a:xfrm>
            <a:off x="3951135" y="9578686"/>
            <a:ext cx="83127" cy="83127"/>
          </a:xfrm>
          <a:prstGeom prst="ellipse">
            <a:avLst/>
          </a:prstGeom>
          <a:solidFill>
            <a:srgbClr val="14161C">
              <a:alpha val="28000"/>
            </a:srgbClr>
          </a:solidFill>
          <a:ln/>
        </p:spPr>
      </p:sp>
      <p:sp>
        <p:nvSpPr>
          <p:cNvPr id="32" name="Shape 30"/>
          <p:cNvSpPr/>
          <p:nvPr/>
        </p:nvSpPr>
        <p:spPr>
          <a:xfrm>
            <a:off x="4117389" y="9578686"/>
            <a:ext cx="83127" cy="83127"/>
          </a:xfrm>
          <a:prstGeom prst="ellipse">
            <a:avLst/>
          </a:prstGeom>
          <a:solidFill>
            <a:srgbClr val="14161C">
              <a:alpha val="28000"/>
            </a:srgbClr>
          </a:solidFill>
          <a:ln/>
        </p:spPr>
      </p:sp>
      <p:sp>
        <p:nvSpPr>
          <p:cNvPr id="33" name="Shape 31"/>
          <p:cNvSpPr/>
          <p:nvPr/>
        </p:nvSpPr>
        <p:spPr>
          <a:xfrm>
            <a:off x="4283644" y="9578686"/>
            <a:ext cx="83127" cy="83127"/>
          </a:xfrm>
          <a:prstGeom prst="ellipse">
            <a:avLst/>
          </a:prstGeom>
          <a:solidFill>
            <a:srgbClr val="14161C">
              <a:alpha val="28000"/>
            </a:srgbClr>
          </a:solidFill>
          <a:ln/>
        </p:spPr>
      </p:sp>
      <p:sp>
        <p:nvSpPr>
          <p:cNvPr id="34" name="Shape 32"/>
          <p:cNvSpPr/>
          <p:nvPr/>
        </p:nvSpPr>
        <p:spPr>
          <a:xfrm>
            <a:off x="4449898" y="9578686"/>
            <a:ext cx="83127" cy="83127"/>
          </a:xfrm>
          <a:prstGeom prst="ellipse">
            <a:avLst/>
          </a:prstGeom>
          <a:solidFill>
            <a:srgbClr val="14161C">
              <a:alpha val="28000"/>
            </a:srgbClr>
          </a:solidFill>
          <a:ln/>
        </p:spPr>
      </p:sp>
      <p:sp>
        <p:nvSpPr>
          <p:cNvPr id="35" name="Shape 33"/>
          <p:cNvSpPr/>
          <p:nvPr/>
        </p:nvSpPr>
        <p:spPr>
          <a:xfrm>
            <a:off x="4616152" y="9578686"/>
            <a:ext cx="83127" cy="83127"/>
          </a:xfrm>
          <a:prstGeom prst="ellipse">
            <a:avLst/>
          </a:prstGeom>
          <a:solidFill>
            <a:srgbClr val="14161C">
              <a:alpha val="28000"/>
            </a:srgbClr>
          </a:solidFill>
          <a:ln/>
        </p:spPr>
      </p:sp>
      <p:sp>
        <p:nvSpPr>
          <p:cNvPr id="36" name="Shape 34"/>
          <p:cNvSpPr/>
          <p:nvPr/>
        </p:nvSpPr>
        <p:spPr>
          <a:xfrm>
            <a:off x="4782406" y="9578686"/>
            <a:ext cx="83127" cy="83127"/>
          </a:xfrm>
          <a:prstGeom prst="ellipse">
            <a:avLst/>
          </a:prstGeom>
          <a:solidFill>
            <a:srgbClr val="14161C">
              <a:alpha val="28000"/>
            </a:srgbClr>
          </a:solidFill>
          <a:ln/>
        </p:spPr>
      </p:sp>
      <p:sp>
        <p:nvSpPr>
          <p:cNvPr id="37" name="Shape 35"/>
          <p:cNvSpPr/>
          <p:nvPr/>
        </p:nvSpPr>
        <p:spPr>
          <a:xfrm>
            <a:off x="4948660" y="9578686"/>
            <a:ext cx="83127" cy="83127"/>
          </a:xfrm>
          <a:prstGeom prst="ellipse">
            <a:avLst/>
          </a:prstGeom>
          <a:solidFill>
            <a:srgbClr val="14161C">
              <a:alpha val="28000"/>
            </a:srgbClr>
          </a:solidFill>
          <a:ln/>
        </p:spPr>
      </p:sp>
      <p:sp>
        <p:nvSpPr>
          <p:cNvPr id="38" name="Shape 36"/>
          <p:cNvSpPr/>
          <p:nvPr/>
        </p:nvSpPr>
        <p:spPr>
          <a:xfrm>
            <a:off x="5114914" y="9578686"/>
            <a:ext cx="83127" cy="83127"/>
          </a:xfrm>
          <a:prstGeom prst="ellipse">
            <a:avLst/>
          </a:prstGeom>
          <a:solidFill>
            <a:srgbClr val="14161C">
              <a:alpha val="28000"/>
            </a:srgbClr>
          </a:solidFill>
          <a:ln/>
        </p:spPr>
      </p:sp>
      <p:sp>
        <p:nvSpPr>
          <p:cNvPr id="39" name="Shape 37"/>
          <p:cNvSpPr/>
          <p:nvPr/>
        </p:nvSpPr>
        <p:spPr>
          <a:xfrm>
            <a:off x="5281168" y="9578686"/>
            <a:ext cx="83127" cy="83127"/>
          </a:xfrm>
          <a:prstGeom prst="ellipse">
            <a:avLst/>
          </a:prstGeom>
          <a:solidFill>
            <a:srgbClr val="14161C">
              <a:alpha val="28000"/>
            </a:srgbClr>
          </a:solidFill>
          <a:ln/>
        </p:spPr>
      </p:sp>
      <p:sp>
        <p:nvSpPr>
          <p:cNvPr id="40" name="Shape 38"/>
          <p:cNvSpPr/>
          <p:nvPr/>
        </p:nvSpPr>
        <p:spPr>
          <a:xfrm>
            <a:off x="5447422" y="9578686"/>
            <a:ext cx="83127" cy="83127"/>
          </a:xfrm>
          <a:prstGeom prst="ellipse">
            <a:avLst/>
          </a:prstGeom>
          <a:solidFill>
            <a:srgbClr val="14161C">
              <a:alpha val="28000"/>
            </a:srgbClr>
          </a:solidFill>
          <a:ln/>
        </p:spPr>
      </p:sp>
      <p:sp>
        <p:nvSpPr>
          <p:cNvPr id="41" name="Shape 39"/>
          <p:cNvSpPr/>
          <p:nvPr/>
        </p:nvSpPr>
        <p:spPr>
          <a:xfrm>
            <a:off x="5613676" y="9578686"/>
            <a:ext cx="83127" cy="83127"/>
          </a:xfrm>
          <a:prstGeom prst="ellipse">
            <a:avLst/>
          </a:prstGeom>
          <a:solidFill>
            <a:srgbClr val="14161C">
              <a:alpha val="28000"/>
            </a:srgbClr>
          </a:solidFill>
          <a:ln/>
        </p:spPr>
      </p:sp>
      <p:sp>
        <p:nvSpPr>
          <p:cNvPr id="42" name="Shape 40"/>
          <p:cNvSpPr/>
          <p:nvPr/>
        </p:nvSpPr>
        <p:spPr>
          <a:xfrm>
            <a:off x="5779931" y="9578686"/>
            <a:ext cx="83127" cy="83127"/>
          </a:xfrm>
          <a:prstGeom prst="ellipse">
            <a:avLst/>
          </a:prstGeom>
          <a:solidFill>
            <a:srgbClr val="14161C">
              <a:alpha val="28000"/>
            </a:srgbClr>
          </a:solidFill>
          <a:ln/>
        </p:spPr>
      </p:sp>
      <p:sp>
        <p:nvSpPr>
          <p:cNvPr id="43" name="Shape 41"/>
          <p:cNvSpPr/>
          <p:nvPr/>
        </p:nvSpPr>
        <p:spPr>
          <a:xfrm>
            <a:off x="5946185" y="9578686"/>
            <a:ext cx="83127" cy="83127"/>
          </a:xfrm>
          <a:prstGeom prst="ellipse">
            <a:avLst/>
          </a:prstGeom>
          <a:solidFill>
            <a:srgbClr val="14161C">
              <a:alpha val="28000"/>
            </a:srgbClr>
          </a:solidFill>
          <a:ln/>
        </p:spPr>
      </p:sp>
      <p:sp>
        <p:nvSpPr>
          <p:cNvPr id="44" name="Shape 42"/>
          <p:cNvSpPr/>
          <p:nvPr/>
        </p:nvSpPr>
        <p:spPr>
          <a:xfrm>
            <a:off x="6112439" y="9578686"/>
            <a:ext cx="83127" cy="83127"/>
          </a:xfrm>
          <a:prstGeom prst="ellipse">
            <a:avLst/>
          </a:prstGeom>
          <a:solidFill>
            <a:srgbClr val="14161C">
              <a:alpha val="28000"/>
            </a:srgbClr>
          </a:solidFill>
          <a:ln/>
        </p:spPr>
      </p:sp>
      <p:sp>
        <p:nvSpPr>
          <p:cNvPr id="45" name="Shape 43"/>
          <p:cNvSpPr/>
          <p:nvPr/>
        </p:nvSpPr>
        <p:spPr>
          <a:xfrm>
            <a:off x="6278693" y="9578686"/>
            <a:ext cx="83127" cy="83127"/>
          </a:xfrm>
          <a:prstGeom prst="ellipse">
            <a:avLst/>
          </a:prstGeom>
          <a:solidFill>
            <a:srgbClr val="14161C">
              <a:alpha val="28000"/>
            </a:srgbClr>
          </a:solidFill>
          <a:ln/>
        </p:spPr>
      </p:sp>
      <p:sp>
        <p:nvSpPr>
          <p:cNvPr id="46" name="Shape 44"/>
          <p:cNvSpPr/>
          <p:nvPr/>
        </p:nvSpPr>
        <p:spPr>
          <a:xfrm>
            <a:off x="6444947" y="9578686"/>
            <a:ext cx="83127" cy="83127"/>
          </a:xfrm>
          <a:prstGeom prst="ellipse">
            <a:avLst/>
          </a:prstGeom>
          <a:solidFill>
            <a:srgbClr val="14161C">
              <a:alpha val="28000"/>
            </a:srgbClr>
          </a:solidFill>
          <a:ln/>
        </p:spPr>
      </p:sp>
      <p:sp>
        <p:nvSpPr>
          <p:cNvPr id="47" name="Shape 45"/>
          <p:cNvSpPr/>
          <p:nvPr/>
        </p:nvSpPr>
        <p:spPr>
          <a:xfrm>
            <a:off x="6611201" y="9578686"/>
            <a:ext cx="83127" cy="83127"/>
          </a:xfrm>
          <a:prstGeom prst="ellipse">
            <a:avLst/>
          </a:prstGeom>
          <a:solidFill>
            <a:srgbClr val="14161C">
              <a:alpha val="28000"/>
            </a:srgbClr>
          </a:solidFill>
          <a:ln/>
        </p:spPr>
      </p:sp>
      <p:sp>
        <p:nvSpPr>
          <p:cNvPr id="48" name="Shape 46"/>
          <p:cNvSpPr/>
          <p:nvPr/>
        </p:nvSpPr>
        <p:spPr>
          <a:xfrm>
            <a:off x="6777455" y="9578686"/>
            <a:ext cx="83127" cy="83127"/>
          </a:xfrm>
          <a:prstGeom prst="ellipse">
            <a:avLst/>
          </a:prstGeom>
          <a:solidFill>
            <a:srgbClr val="14161C">
              <a:alpha val="28000"/>
            </a:srgbClr>
          </a:solidFill>
          <a:ln/>
        </p:spPr>
      </p:sp>
      <p:sp>
        <p:nvSpPr>
          <p:cNvPr id="49" name="Shape 47"/>
          <p:cNvSpPr/>
          <p:nvPr/>
        </p:nvSpPr>
        <p:spPr>
          <a:xfrm>
            <a:off x="6943709" y="9578686"/>
            <a:ext cx="83127" cy="83127"/>
          </a:xfrm>
          <a:prstGeom prst="ellipse">
            <a:avLst/>
          </a:prstGeom>
          <a:solidFill>
            <a:srgbClr val="14161C">
              <a:alpha val="28000"/>
            </a:srgbClr>
          </a:solidFill>
          <a:ln/>
        </p:spPr>
      </p:sp>
      <p:sp>
        <p:nvSpPr>
          <p:cNvPr id="50" name="Shape 48"/>
          <p:cNvSpPr/>
          <p:nvPr/>
        </p:nvSpPr>
        <p:spPr>
          <a:xfrm>
            <a:off x="7109963" y="9578686"/>
            <a:ext cx="83127" cy="83127"/>
          </a:xfrm>
          <a:prstGeom prst="ellipse">
            <a:avLst/>
          </a:prstGeom>
          <a:solidFill>
            <a:srgbClr val="14161C">
              <a:alpha val="28000"/>
            </a:srgbClr>
          </a:solidFill>
          <a:ln/>
        </p:spPr>
      </p:sp>
      <p:sp>
        <p:nvSpPr>
          <p:cNvPr id="51" name="Shape 49"/>
          <p:cNvSpPr/>
          <p:nvPr/>
        </p:nvSpPr>
        <p:spPr>
          <a:xfrm>
            <a:off x="7276218" y="9578686"/>
            <a:ext cx="83127" cy="83127"/>
          </a:xfrm>
          <a:prstGeom prst="ellipse">
            <a:avLst/>
          </a:prstGeom>
          <a:solidFill>
            <a:srgbClr val="14161C">
              <a:alpha val="28000"/>
            </a:srgbClr>
          </a:solidFill>
          <a:ln/>
        </p:spPr>
      </p:sp>
      <p:sp>
        <p:nvSpPr>
          <p:cNvPr id="52" name="Shape 50"/>
          <p:cNvSpPr/>
          <p:nvPr/>
        </p:nvSpPr>
        <p:spPr>
          <a:xfrm>
            <a:off x="7442472" y="9578686"/>
            <a:ext cx="83127" cy="83127"/>
          </a:xfrm>
          <a:prstGeom prst="ellipse">
            <a:avLst/>
          </a:prstGeom>
          <a:solidFill>
            <a:srgbClr val="14161C">
              <a:alpha val="28000"/>
            </a:srgbClr>
          </a:solidFill>
          <a:ln/>
        </p:spPr>
      </p:sp>
      <p:sp>
        <p:nvSpPr>
          <p:cNvPr id="53" name="Shape 51"/>
          <p:cNvSpPr/>
          <p:nvPr/>
        </p:nvSpPr>
        <p:spPr>
          <a:xfrm>
            <a:off x="7608726" y="9578686"/>
            <a:ext cx="83127" cy="83127"/>
          </a:xfrm>
          <a:prstGeom prst="ellipse">
            <a:avLst/>
          </a:prstGeom>
          <a:solidFill>
            <a:srgbClr val="14161C">
              <a:alpha val="28000"/>
            </a:srgbClr>
          </a:solidFill>
          <a:ln/>
        </p:spPr>
      </p:sp>
      <p:sp>
        <p:nvSpPr>
          <p:cNvPr id="54" name="Shape 52"/>
          <p:cNvSpPr/>
          <p:nvPr/>
        </p:nvSpPr>
        <p:spPr>
          <a:xfrm>
            <a:off x="7774980" y="9578686"/>
            <a:ext cx="83127" cy="83127"/>
          </a:xfrm>
          <a:prstGeom prst="ellipse">
            <a:avLst/>
          </a:prstGeom>
          <a:solidFill>
            <a:srgbClr val="14161C">
              <a:alpha val="28000"/>
            </a:srgbClr>
          </a:solidFill>
          <a:ln/>
        </p:spPr>
      </p:sp>
      <p:sp>
        <p:nvSpPr>
          <p:cNvPr id="55" name="Shape 53"/>
          <p:cNvSpPr/>
          <p:nvPr/>
        </p:nvSpPr>
        <p:spPr>
          <a:xfrm>
            <a:off x="7941234" y="9578686"/>
            <a:ext cx="83127" cy="83127"/>
          </a:xfrm>
          <a:prstGeom prst="ellipse">
            <a:avLst/>
          </a:prstGeom>
          <a:solidFill>
            <a:srgbClr val="14161C">
              <a:alpha val="28000"/>
            </a:srgbClr>
          </a:solidFill>
          <a:ln/>
        </p:spPr>
      </p:sp>
      <p:sp>
        <p:nvSpPr>
          <p:cNvPr id="56" name="Shape 54"/>
          <p:cNvSpPr/>
          <p:nvPr/>
        </p:nvSpPr>
        <p:spPr>
          <a:xfrm>
            <a:off x="8107488" y="9578686"/>
            <a:ext cx="83127" cy="83127"/>
          </a:xfrm>
          <a:prstGeom prst="ellipse">
            <a:avLst/>
          </a:prstGeom>
          <a:solidFill>
            <a:srgbClr val="14161C">
              <a:alpha val="28000"/>
            </a:srgbClr>
          </a:solidFill>
          <a:ln/>
        </p:spPr>
      </p:sp>
      <p:sp>
        <p:nvSpPr>
          <p:cNvPr id="57" name="Shape 55"/>
          <p:cNvSpPr/>
          <p:nvPr/>
        </p:nvSpPr>
        <p:spPr>
          <a:xfrm>
            <a:off x="8273742" y="9578686"/>
            <a:ext cx="83127" cy="83127"/>
          </a:xfrm>
          <a:prstGeom prst="ellipse">
            <a:avLst/>
          </a:prstGeom>
          <a:solidFill>
            <a:srgbClr val="14161C">
              <a:alpha val="28000"/>
            </a:srgbClr>
          </a:solidFill>
          <a:ln/>
        </p:spPr>
      </p:sp>
      <p:sp>
        <p:nvSpPr>
          <p:cNvPr id="58" name="Shape 56"/>
          <p:cNvSpPr/>
          <p:nvPr/>
        </p:nvSpPr>
        <p:spPr>
          <a:xfrm>
            <a:off x="8439996" y="9578686"/>
            <a:ext cx="83127" cy="83127"/>
          </a:xfrm>
          <a:prstGeom prst="ellipse">
            <a:avLst/>
          </a:prstGeom>
          <a:solidFill>
            <a:srgbClr val="14161C">
              <a:alpha val="28000"/>
            </a:srgbClr>
          </a:solidFill>
          <a:ln/>
        </p:spPr>
      </p:sp>
      <p:sp>
        <p:nvSpPr>
          <p:cNvPr id="59" name="Shape 57"/>
          <p:cNvSpPr/>
          <p:nvPr/>
        </p:nvSpPr>
        <p:spPr>
          <a:xfrm>
            <a:off x="8606251" y="9578686"/>
            <a:ext cx="83127" cy="83127"/>
          </a:xfrm>
          <a:prstGeom prst="ellipse">
            <a:avLst/>
          </a:prstGeom>
          <a:solidFill>
            <a:srgbClr val="14161C">
              <a:alpha val="28000"/>
            </a:srgbClr>
          </a:solidFill>
          <a:ln/>
        </p:spPr>
      </p:sp>
      <p:sp>
        <p:nvSpPr>
          <p:cNvPr id="60" name="Shape 58"/>
          <p:cNvSpPr/>
          <p:nvPr/>
        </p:nvSpPr>
        <p:spPr>
          <a:xfrm>
            <a:off x="8772505" y="9578686"/>
            <a:ext cx="83127" cy="83127"/>
          </a:xfrm>
          <a:prstGeom prst="ellipse">
            <a:avLst/>
          </a:prstGeom>
          <a:solidFill>
            <a:srgbClr val="14161C">
              <a:alpha val="28000"/>
            </a:srgbClr>
          </a:solidFill>
          <a:ln/>
        </p:spPr>
      </p:sp>
      <p:sp>
        <p:nvSpPr>
          <p:cNvPr id="61" name="Shape 59"/>
          <p:cNvSpPr/>
          <p:nvPr/>
        </p:nvSpPr>
        <p:spPr>
          <a:xfrm>
            <a:off x="8938759" y="9578686"/>
            <a:ext cx="83127" cy="83127"/>
          </a:xfrm>
          <a:prstGeom prst="ellipse">
            <a:avLst/>
          </a:prstGeom>
          <a:solidFill>
            <a:srgbClr val="14161C">
              <a:alpha val="28000"/>
            </a:srgbClr>
          </a:solidFill>
          <a:ln/>
        </p:spPr>
      </p:sp>
      <p:sp>
        <p:nvSpPr>
          <p:cNvPr id="62" name="Shape 60"/>
          <p:cNvSpPr/>
          <p:nvPr/>
        </p:nvSpPr>
        <p:spPr>
          <a:xfrm>
            <a:off x="9105013" y="9578686"/>
            <a:ext cx="83127" cy="83127"/>
          </a:xfrm>
          <a:prstGeom prst="ellipse">
            <a:avLst/>
          </a:prstGeom>
          <a:solidFill>
            <a:srgbClr val="14161C">
              <a:alpha val="28000"/>
            </a:srgbClr>
          </a:solidFill>
          <a:ln/>
        </p:spPr>
      </p:sp>
      <p:sp>
        <p:nvSpPr>
          <p:cNvPr id="63" name="Shape 61"/>
          <p:cNvSpPr/>
          <p:nvPr/>
        </p:nvSpPr>
        <p:spPr>
          <a:xfrm>
            <a:off x="9271267" y="9578686"/>
            <a:ext cx="83127" cy="83127"/>
          </a:xfrm>
          <a:prstGeom prst="ellipse">
            <a:avLst/>
          </a:prstGeom>
          <a:solidFill>
            <a:srgbClr val="14161C">
              <a:alpha val="28000"/>
            </a:srgbClr>
          </a:solidFill>
          <a:ln/>
        </p:spPr>
      </p:sp>
      <p:sp>
        <p:nvSpPr>
          <p:cNvPr id="64" name="Shape 62"/>
          <p:cNvSpPr/>
          <p:nvPr/>
        </p:nvSpPr>
        <p:spPr>
          <a:xfrm>
            <a:off x="9423667" y="9564832"/>
            <a:ext cx="110836" cy="110836"/>
          </a:xfrm>
          <a:prstGeom prst="ellipse">
            <a:avLst/>
          </a:prstGeom>
          <a:solidFill>
            <a:srgbClr val="E8472B"/>
          </a:solidFill>
          <a:ln/>
        </p:spPr>
      </p:sp>
      <p:sp>
        <p:nvSpPr>
          <p:cNvPr id="65" name="Shape 63"/>
          <p:cNvSpPr/>
          <p:nvPr/>
        </p:nvSpPr>
        <p:spPr>
          <a:xfrm>
            <a:off x="9603775" y="9578686"/>
            <a:ext cx="83127" cy="83127"/>
          </a:xfrm>
          <a:prstGeom prst="ellipse">
            <a:avLst/>
          </a:prstGeom>
          <a:solidFill>
            <a:srgbClr val="14161C">
              <a:alpha val="28000"/>
            </a:srgbClr>
          </a:solidFill>
          <a:ln/>
        </p:spPr>
      </p:sp>
      <p:sp>
        <p:nvSpPr>
          <p:cNvPr id="66" name="Shape 64"/>
          <p:cNvSpPr/>
          <p:nvPr/>
        </p:nvSpPr>
        <p:spPr>
          <a:xfrm>
            <a:off x="9770029" y="9578686"/>
            <a:ext cx="83127" cy="83127"/>
          </a:xfrm>
          <a:prstGeom prst="ellipse">
            <a:avLst/>
          </a:prstGeom>
          <a:solidFill>
            <a:srgbClr val="14161C">
              <a:alpha val="28000"/>
            </a:srgbClr>
          </a:solidFill>
          <a:ln/>
        </p:spPr>
      </p:sp>
      <p:sp>
        <p:nvSpPr>
          <p:cNvPr id="67" name="Shape 65"/>
          <p:cNvSpPr/>
          <p:nvPr/>
        </p:nvSpPr>
        <p:spPr>
          <a:xfrm>
            <a:off x="9936283" y="9578686"/>
            <a:ext cx="83127" cy="83127"/>
          </a:xfrm>
          <a:prstGeom prst="ellipse">
            <a:avLst/>
          </a:prstGeom>
          <a:solidFill>
            <a:srgbClr val="14161C">
              <a:alpha val="28000"/>
            </a:srgbClr>
          </a:solidFill>
          <a:ln/>
        </p:spPr>
      </p:sp>
      <p:sp>
        <p:nvSpPr>
          <p:cNvPr id="68" name="Text 66"/>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1" kern="0">
                <a:solidFill>
                  <a:srgbClr val="6B6A66"/>
                </a:solidFill>
                <a:latin typeface="Be Vietnam Pro" pitchFamily="34" charset="0"/>
                <a:ea typeface="Be Vietnam Pro" pitchFamily="34" charset="-122"/>
                <a:cs typeface="Be Vietnam Pro" pitchFamily="34" charset="-120"/>
              </a:rPr>
              <a:t> 52/55</a:t>
            </a:r>
            <a:endParaRPr lang="en-US" sz="1800" dirty="0"/>
          </a:p>
        </p:txBody>
      </p:sp>
      <p:sp>
        <p:nvSpPr>
          <p:cNvPr id="69" name="Shape 67"/>
          <p:cNvSpPr/>
          <p:nvPr/>
        </p:nvSpPr>
        <p:spPr>
          <a:xfrm>
            <a:off x="15983712" y="9076331"/>
            <a:ext cx="1645920" cy="552301"/>
          </a:xfrm>
          <a:prstGeom prst="roundRect">
            <a:avLst>
              <a:gd name="adj" fmla="val 28000"/>
            </a:avLst>
          </a:prstGeom>
          <a:solidFill>
            <a:srgbClr val="FFFFFF">
              <a:alpha val="82000"/>
            </a:srgbClr>
          </a:solidFill>
          <a:ln/>
        </p:spPr>
      </p:sp>
      <p:pic>
        <p:nvPicPr>
          <p:cNvPr id="70" name="Moda image moda-export-watermark-c340c0e9-f8b6-4a52-a27b-8a46dcf0468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Đọc</a:t>
            </a:r>
            <a:r>
              <a:rPr lang="en-US" sz="5700" dirty="0" spc="-55" kern="0">
                <a:solidFill>
                  <a:srgbClr val="F3EEE3"/>
                </a:solidFill>
                <a:latin typeface="Bricolage Grotesque ExtraBold" pitchFamily="34" charset="0"/>
                <a:ea typeface="Bricolage Grotesque ExtraBold" pitchFamily="34" charset="-122"/>
                <a:cs typeface="Bricolage Grotesque ExtraBold" pitchFamily="34" charset="-120"/>
              </a:rPr>
              <a:t> trước,</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cài sau</a:t>
            </a:r>
            <a:endParaRPr lang="en-US" sz="5700" dirty="0"/>
          </a:p>
        </p:txBody>
      </p:sp>
      <p:sp>
        <p:nvSpPr>
          <p:cNvPr id="3" name="Shape 1"/>
          <p:cNvSpPr/>
          <p:nvPr/>
        </p:nvSpPr>
        <p:spPr>
          <a:xfrm>
            <a:off x="914400" y="2952750"/>
            <a:ext cx="152400" cy="4000500"/>
          </a:xfrm>
          <a:prstGeom prst="roundRect">
            <a:avLst>
              <a:gd name="adj" fmla="val 50000"/>
            </a:avLst>
          </a:prstGeom>
          <a:solidFill>
            <a:srgbClr val="FFB454"/>
          </a:solidFill>
          <a:ln/>
        </p:spPr>
      </p:sp>
      <p:sp>
        <p:nvSpPr>
          <p:cNvPr id="4" name="Text 2"/>
          <p:cNvSpPr/>
          <p:nvPr/>
        </p:nvSpPr>
        <p:spPr>
          <a:xfrm>
            <a:off x="1485900" y="2857500"/>
            <a:ext cx="15811500" cy="4191000"/>
          </a:xfrm>
          <a:prstGeom prst="rect">
            <a:avLst/>
          </a:prstGeom>
          <a:noFill/>
          <a:ln/>
        </p:spPr>
        <p:txBody>
          <a:bodyPr wrap="square" lIns="0" tIns="35052" rIns="0" bIns="-35052" rtlCol="0" anchor="ctr"/>
          <a:lstStyle/>
          <a:p>
            <a:pPr algn="l" indent="0" marL="0">
              <a:lnSpc>
                <a:spcPts val="7728"/>
              </a:lnSpc>
              <a:buNone/>
            </a:pPr>
            <a:r>
              <a:rPr lang="en-US" sz="6900" dirty="0" spc="0" kern="0">
                <a:solidFill>
                  <a:srgbClr val="F3EEE3"/>
                </a:solidFill>
                <a:latin typeface="Bricolage Grotesque ExtraBold" pitchFamily="34" charset="0"/>
                <a:ea typeface="Bricolage Grotesque ExtraBold" pitchFamily="34" charset="-122"/>
                <a:cs typeface="Bricolage Grotesque ExtraBold" pitchFamily="34" charset="-120"/>
              </a:rPr>
              <a:t>Mỗi</a:t>
            </a:r>
            <a:r>
              <a:rPr lang="en-US" sz="6900" dirty="0" spc="5" kern="0">
                <a:solidFill>
                  <a:srgbClr val="F3EEE3"/>
                </a:solidFill>
                <a:latin typeface="Bricolage Grotesque ExtraBold" pitchFamily="34" charset="0"/>
                <a:ea typeface="Bricolage Grotesque ExtraBold" pitchFamily="34" charset="-122"/>
                <a:cs typeface="Bricolage Grotesque ExtraBold" pitchFamily="34" charset="-120"/>
              </a:rPr>
              <a:t> lệnh</a:t>
            </a:r>
            <a:r>
              <a:rPr lang="en-US" sz="6900" dirty="0" spc="0" kern="0">
                <a:solidFill>
                  <a:srgbClr val="F3EEE3"/>
                </a:solidFill>
                <a:latin typeface="Bricolage Grotesque ExtraBold" pitchFamily="34" charset="0"/>
                <a:ea typeface="Bricolage Grotesque ExtraBold" pitchFamily="34" charset="-122"/>
                <a:cs typeface="Bricolage Grotesque ExtraBold" pitchFamily="34" charset="-120"/>
              </a:rPr>
              <a:t> cài</a:t>
            </a: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 </a:t>
            </a:r>
            <a:pPr algn="l" indent="0" marL="0">
              <a:lnSpc>
                <a:spcPts val="7728"/>
              </a:lnSpc>
              <a:buNone/>
            </a:pPr>
            <a:r>
              <a:rPr lang="en-US" sz="6900" dirty="0" spc="-1" kern="0">
                <a:solidFill>
                  <a:srgbClr val="FFB454"/>
                </a:solidFill>
                <a:latin typeface="Bricolage Grotesque ExtraBold" pitchFamily="34" charset="0"/>
                <a:ea typeface="Bricolage Grotesque ExtraBold" pitchFamily="34" charset="-122"/>
                <a:cs typeface="Bricolage Grotesque ExtraBold" pitchFamily="34" charset="-120"/>
              </a:rPr>
              <a:t>chạy</a:t>
            </a:r>
            <a:r>
              <a:rPr lang="en-US" sz="6900" dirty="0" spc="-2" kern="0">
                <a:solidFill>
                  <a:srgbClr val="FFB454"/>
                </a:solidFill>
                <a:latin typeface="Bricolage Grotesque ExtraBold" pitchFamily="34" charset="0"/>
                <a:ea typeface="Bricolage Grotesque ExtraBold" pitchFamily="34" charset="-122"/>
                <a:cs typeface="Bricolage Grotesque ExtraBold" pitchFamily="34" charset="-120"/>
              </a:rPr>
              <a:t> mã</a:t>
            </a:r>
            <a:r>
              <a:rPr lang="en-US" sz="6900" dirty="0" spc="-1" kern="0">
                <a:solidFill>
                  <a:srgbClr val="FFB454"/>
                </a:solidFill>
                <a:latin typeface="Bricolage Grotesque ExtraBold" pitchFamily="34" charset="0"/>
                <a:ea typeface="Bricolage Grotesque ExtraBold" pitchFamily="34" charset="-122"/>
                <a:cs typeface="Bricolage Grotesque ExtraBold" pitchFamily="34" charset="-120"/>
              </a:rPr>
              <a:t> của</a:t>
            </a:r>
            <a:r>
              <a:rPr lang="en-US" sz="6900" dirty="0" spc="-65" kern="0">
                <a:solidFill>
                  <a:srgbClr val="FFB454"/>
                </a:solidFill>
                <a:latin typeface="Bricolage Grotesque ExtraBold" pitchFamily="34" charset="0"/>
                <a:ea typeface="Bricolage Grotesque ExtraBold" pitchFamily="34" charset="-122"/>
                <a:cs typeface="Bricolage Grotesque ExtraBold" pitchFamily="34" charset="-120"/>
              </a:rPr>
              <a:t> người</a:t>
            </a:r>
            <a:r>
              <a:rPr lang="en-US" sz="6900" dirty="0" spc="-1" kern="0">
                <a:solidFill>
                  <a:srgbClr val="FFB454"/>
                </a:solidFill>
                <a:latin typeface="Bricolage Grotesque ExtraBold" pitchFamily="34" charset="0"/>
                <a:ea typeface="Bricolage Grotesque ExtraBold" pitchFamily="34" charset="-122"/>
                <a:cs typeface="Bricolage Grotesque ExtraBold" pitchFamily="34" charset="-120"/>
              </a:rPr>
              <a:t> khác</a:t>
            </a:r>
            <a:pPr algn="l" indent="0" marL="0">
              <a:lnSpc>
                <a:spcPts val="7728"/>
              </a:lnSpc>
              <a:buNone/>
            </a:pPr>
            <a:r>
              <a:rPr lang="en-US" sz="6900" dirty="0" spc="-12" kern="0">
                <a:solidFill>
                  <a:srgbClr val="F3EEE3"/>
                </a:solidFill>
                <a:latin typeface="Bricolage Grotesque ExtraBold" pitchFamily="34" charset="0"/>
                <a:ea typeface="Bricolage Grotesque ExtraBold" pitchFamily="34" charset="-122"/>
                <a:cs typeface="Bricolage Grotesque ExtraBold" pitchFamily="34" charset="-120"/>
              </a:rPr>
              <a:t> trên</a:t>
            </a: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 máy</a:t>
            </a:r>
            <a:r>
              <a:rPr lang="en-US" sz="6900" dirty="0" spc="-3" kern="0">
                <a:solidFill>
                  <a:srgbClr val="F3EEE3"/>
                </a:solidFill>
                <a:latin typeface="Bricolage Grotesque ExtraBold" pitchFamily="34" charset="0"/>
                <a:ea typeface="Bricolage Grotesque ExtraBold" pitchFamily="34" charset="-122"/>
                <a:cs typeface="Bricolage Grotesque ExtraBold" pitchFamily="34" charset="-120"/>
              </a:rPr>
              <a:t> bạn.</a:t>
            </a:r>
            <a:endParaRPr lang="en-US" sz="6900" dirty="0"/>
          </a:p>
        </p:txBody>
      </p:sp>
      <p:sp>
        <p:nvSpPr>
          <p:cNvPr id="5" name="Text 3"/>
          <p:cNvSpPr/>
          <p:nvPr/>
        </p:nvSpPr>
        <p:spPr>
          <a:xfrm>
            <a:off x="1485900" y="7200900"/>
            <a:ext cx="15811500" cy="457200"/>
          </a:xfrm>
          <a:prstGeom prst="rect">
            <a:avLst/>
          </a:prstGeom>
          <a:noFill/>
          <a:ln/>
        </p:spPr>
        <p:txBody>
          <a:bodyPr wrap="square" lIns="0" tIns="0" rIns="0" bIns="0" rtlCol="0" anchor="t"/>
          <a:lstStyle/>
          <a:p>
            <a:pPr algn="l" indent="0" marL="0">
              <a:buNone/>
            </a:pPr>
            <a:r>
              <a:rPr lang="en-US" sz="2700" dirty="0" spc="-3" kern="0">
                <a:solidFill>
                  <a:srgbClr val="9AA0B5"/>
                </a:solidFill>
                <a:latin typeface="Be Vietnam Pro" pitchFamily="34" charset="0"/>
                <a:ea typeface="Be Vietnam Pro" pitchFamily="34" charset="-122"/>
                <a:cs typeface="Be Vietnam Pro" pitchFamily="34" charset="-120"/>
              </a:rPr>
              <a:t>Kiểm</a:t>
            </a:r>
            <a:r>
              <a:rPr lang="en-US" sz="2700" dirty="0" spc="-2" kern="0">
                <a:solidFill>
                  <a:srgbClr val="9AA0B5"/>
                </a:solidFill>
                <a:latin typeface="Be Vietnam Pro" pitchFamily="34" charset="0"/>
                <a:ea typeface="Be Vietnam Pro" pitchFamily="34" charset="-122"/>
                <a:cs typeface="Be Vietnam Pro" pitchFamily="34" charset="-120"/>
              </a:rPr>
              <a:t> đúng</a:t>
            </a:r>
            <a:r>
              <a:rPr lang="en-US" sz="2700" dirty="0" spc="-11" kern="0">
                <a:solidFill>
                  <a:srgbClr val="9AA0B5"/>
                </a:solidFill>
                <a:latin typeface="Be Vietnam Pro" pitchFamily="34" charset="0"/>
                <a:ea typeface="Be Vietnam Pro" pitchFamily="34" charset="-122"/>
                <a:cs typeface="Be Vietnam Pro" pitchFamily="34" charset="-120"/>
              </a:rPr>
              <a:t> owner</a:t>
            </a:r>
            <a:r>
              <a:rPr lang="en-US" sz="2700" dirty="0" spc="-18" kern="0">
                <a:solidFill>
                  <a:srgbClr val="9AA0B5"/>
                </a:solidFill>
                <a:latin typeface="Be Vietnam Pro" pitchFamily="34" charset="0"/>
                <a:ea typeface="Be Vietnam Pro" pitchFamily="34" charset="-122"/>
                <a:cs typeface="Be Vietnam Pro" pitchFamily="34" charset="-120"/>
              </a:rPr>
              <a:t> và</a:t>
            </a:r>
            <a:r>
              <a:rPr lang="en-US" sz="2700" dirty="0" spc="-15" kern="0">
                <a:solidFill>
                  <a:srgbClr val="9AA0B5"/>
                </a:solidFill>
                <a:latin typeface="Be Vietnam Pro" pitchFamily="34" charset="0"/>
                <a:ea typeface="Be Vietnam Pro" pitchFamily="34" charset="-122"/>
                <a:cs typeface="Be Vietnam Pro" pitchFamily="34" charset="-120"/>
              </a:rPr>
              <a:t> tên</a:t>
            </a:r>
            <a:r>
              <a:rPr lang="en-US" sz="2700" dirty="0" spc="-21" kern="0">
                <a:solidFill>
                  <a:srgbClr val="9AA0B5"/>
                </a:solidFill>
                <a:latin typeface="Be Vietnam Pro" pitchFamily="34" charset="0"/>
                <a:ea typeface="Be Vietnam Pro" pitchFamily="34" charset="-122"/>
                <a:cs typeface="Be Vietnam Pro" pitchFamily="34" charset="-120"/>
              </a:rPr>
              <a:t> repo;</a:t>
            </a:r>
            <a:r>
              <a:rPr lang="en-US" sz="2700" dirty="0" spc="10" kern="0">
                <a:solidFill>
                  <a:srgbClr val="9AA0B5"/>
                </a:solidFill>
                <a:latin typeface="Be Vietnam Pro" pitchFamily="34" charset="0"/>
                <a:ea typeface="Be Vietnam Pro" pitchFamily="34" charset="-122"/>
                <a:cs typeface="Be Vietnam Pro" pitchFamily="34" charset="-120"/>
              </a:rPr>
              <a:t> đọc</a:t>
            </a:r>
            <a:r>
              <a:rPr lang="en-US" sz="2700" dirty="0" spc="0" kern="0">
                <a:solidFill>
                  <a:srgbClr val="9AA0B5"/>
                </a:solidFill>
                <a:latin typeface="Be Vietnam Pro" pitchFamily="34" charset="0"/>
                <a:ea typeface="Be Vietnam Pro" pitchFamily="34" charset="-122"/>
                <a:cs typeface="Be Vietnam Pro" pitchFamily="34" charset="-120"/>
              </a:rPr>
              <a:t> script cài</a:t>
            </a:r>
            <a:r>
              <a:rPr lang="en-US" sz="2700" dirty="0" spc="8" kern="0">
                <a:solidFill>
                  <a:srgbClr val="9AA0B5"/>
                </a:solidFill>
                <a:latin typeface="Be Vietnam Pro" pitchFamily="34" charset="0"/>
                <a:ea typeface="Be Vietnam Pro" pitchFamily="34" charset="-122"/>
                <a:cs typeface="Be Vietnam Pro" pitchFamily="34" charset="-120"/>
              </a:rPr>
              <a:t> trước</a:t>
            </a:r>
            <a:r>
              <a:rPr lang="en-US" sz="2700" dirty="0" spc="-2" kern="0">
                <a:solidFill>
                  <a:srgbClr val="9AA0B5"/>
                </a:solidFill>
                <a:latin typeface="Be Vietnam Pro" pitchFamily="34" charset="0"/>
                <a:ea typeface="Be Vietnam Pro" pitchFamily="34" charset="-122"/>
                <a:cs typeface="Be Vietnam Pro" pitchFamily="34" charset="-120"/>
              </a:rPr>
              <a:t> khi</a:t>
            </a:r>
            <a:r>
              <a:rPr lang="en-US" sz="2700" dirty="0" spc="-6" kern="0">
                <a:solidFill>
                  <a:srgbClr val="9AA0B5"/>
                </a:solidFill>
                <a:latin typeface="Be Vietnam Pro" pitchFamily="34" charset="0"/>
                <a:ea typeface="Be Vietnam Pro" pitchFamily="34" charset="-122"/>
                <a:cs typeface="Be Vietnam Pro" pitchFamily="34" charset="-120"/>
              </a:rPr>
              <a:t> bảo</a:t>
            </a:r>
            <a:r>
              <a:rPr lang="en-US" sz="2700" dirty="0" spc="-18" kern="0">
                <a:solidFill>
                  <a:srgbClr val="9AA0B5"/>
                </a:solidFill>
                <a:latin typeface="Be Vietnam Pro" pitchFamily="34" charset="0"/>
                <a:ea typeface="Be Vietnam Pro" pitchFamily="34" charset="-122"/>
                <a:cs typeface="Be Vietnam Pro" pitchFamily="34" charset="-120"/>
              </a:rPr>
              <a:t> agent</a:t>
            </a:r>
            <a:r>
              <a:rPr lang="en-US" sz="2700" dirty="0" spc="-8" kern="0">
                <a:solidFill>
                  <a:srgbClr val="9AA0B5"/>
                </a:solidFill>
                <a:latin typeface="Be Vietnam Pro" pitchFamily="34" charset="0"/>
                <a:ea typeface="Be Vietnam Pro" pitchFamily="34" charset="-122"/>
                <a:cs typeface="Be Vietnam Pro" pitchFamily="34" charset="-120"/>
              </a:rPr>
              <a:t> chạy.</a:t>
            </a:r>
            <a:endParaRPr lang="en-US" sz="2700" dirty="0"/>
          </a:p>
        </p:txBody>
      </p:sp>
      <p:sp>
        <p:nvSpPr>
          <p:cNvPr id="6" name="Text 4"/>
          <p:cNvSpPr/>
          <p:nvPr/>
        </p:nvSpPr>
        <p:spPr>
          <a:xfrm>
            <a:off x="1485900" y="7715250"/>
            <a:ext cx="15811500" cy="457200"/>
          </a:xfrm>
          <a:prstGeom prst="rect">
            <a:avLst/>
          </a:prstGeom>
          <a:noFill/>
          <a:ln/>
        </p:spPr>
        <p:txBody>
          <a:bodyPr wrap="square" lIns="0" tIns="0" rIns="0" bIns="0" rtlCol="0" anchor="t"/>
          <a:lstStyle/>
          <a:p>
            <a:pPr algn="l" indent="0" marL="0">
              <a:buNone/>
            </a:pPr>
            <a:r>
              <a:rPr lang="en-US" sz="2700" dirty="0" spc="0" kern="0">
                <a:solidFill>
                  <a:srgbClr val="9AA0B5"/>
                </a:solidFill>
                <a:latin typeface="Be Vietnam Pro" pitchFamily="34" charset="0"/>
                <a:ea typeface="Be Vietnam Pro" pitchFamily="34" charset="-122"/>
                <a:cs typeface="Be Vietnam Pro" pitchFamily="34" charset="-120"/>
              </a:rPr>
              <a:t>Mọi</a:t>
            </a:r>
            <a:r>
              <a:rPr lang="en-US" sz="2700" dirty="0" spc="-12" kern="0">
                <a:solidFill>
                  <a:srgbClr val="9AA0B5"/>
                </a:solidFill>
                <a:latin typeface="Be Vietnam Pro" pitchFamily="34" charset="0"/>
                <a:ea typeface="Be Vietnam Pro" pitchFamily="34" charset="-122"/>
                <a:cs typeface="Be Vietnam Pro" pitchFamily="34" charset="-120"/>
              </a:rPr>
              <a:t> số</a:t>
            </a:r>
            <a:r>
              <a:rPr lang="en-US" sz="2700" dirty="0" spc="-5" kern="0">
                <a:solidFill>
                  <a:srgbClr val="9AA0B5"/>
                </a:solidFill>
                <a:latin typeface="Be Vietnam Pro" pitchFamily="34" charset="0"/>
                <a:ea typeface="Be Vietnam Pro" pitchFamily="34" charset="-122"/>
                <a:cs typeface="Be Vietnam Pro" pitchFamily="34" charset="-120"/>
              </a:rPr>
              <a:t> tiết</a:t>
            </a:r>
            <a:r>
              <a:rPr lang="en-US" sz="2700" dirty="0" spc="-2" kern="0">
                <a:solidFill>
                  <a:srgbClr val="9AA0B5"/>
                </a:solidFill>
                <a:latin typeface="Be Vietnam Pro" pitchFamily="34" charset="0"/>
                <a:ea typeface="Be Vietnam Pro" pitchFamily="34" charset="-122"/>
                <a:cs typeface="Be Vietnam Pro" pitchFamily="34" charset="-120"/>
              </a:rPr>
              <a:t> kiệm</a:t>
            </a:r>
            <a:r>
              <a:rPr lang="en-US" sz="2700" dirty="0" spc="-30" kern="0">
                <a:solidFill>
                  <a:srgbClr val="9AA0B5"/>
                </a:solidFill>
                <a:latin typeface="Be Vietnam Pro" pitchFamily="34" charset="0"/>
                <a:ea typeface="Be Vietnam Pro" pitchFamily="34" charset="-122"/>
                <a:cs typeface="Be Vietnam Pro" pitchFamily="34" charset="-120"/>
              </a:rPr>
              <a:t> token</a:t>
            </a:r>
            <a:r>
              <a:rPr lang="en-US" sz="2700" dirty="0" spc="-20" kern="0">
                <a:solidFill>
                  <a:srgbClr val="9AA0B5"/>
                </a:solidFill>
                <a:latin typeface="Be Vietnam Pro" pitchFamily="34" charset="0"/>
                <a:ea typeface="Be Vietnam Pro" pitchFamily="34" charset="-122"/>
                <a:cs typeface="Be Vietnam Pro" pitchFamily="34" charset="-120"/>
              </a:rPr>
              <a:t> trong</a:t>
            </a:r>
            <a:r>
              <a:rPr lang="en-US" sz="2700" dirty="0" spc="1" kern="0">
                <a:solidFill>
                  <a:srgbClr val="9AA0B5"/>
                </a:solidFill>
                <a:latin typeface="Be Vietnam Pro" pitchFamily="34" charset="0"/>
                <a:ea typeface="Be Vietnam Pro" pitchFamily="34" charset="-122"/>
                <a:cs typeface="Be Vietnam Pro" pitchFamily="34" charset="-120"/>
              </a:rPr>
              <a:t> README</a:t>
            </a:r>
            <a:r>
              <a:rPr lang="en-US" sz="2700" dirty="0" spc="-1" kern="0">
                <a:solidFill>
                  <a:srgbClr val="9AA0B5"/>
                </a:solidFill>
                <a:latin typeface="Be Vietnam Pro" pitchFamily="34" charset="0"/>
                <a:ea typeface="Be Vietnam Pro" pitchFamily="34" charset="-122"/>
                <a:cs typeface="Be Vietnam Pro" pitchFamily="34" charset="-120"/>
              </a:rPr>
              <a:t> là</a:t>
            </a:r>
            <a:r>
              <a:rPr lang="en-US" sz="2700" dirty="0" spc="-13" kern="0">
                <a:solidFill>
                  <a:srgbClr val="9AA0B5"/>
                </a:solidFill>
                <a:latin typeface="Be Vietnam Pro" pitchFamily="34" charset="0"/>
                <a:ea typeface="Be Vietnam Pro" pitchFamily="34" charset="-122"/>
                <a:cs typeface="Be Vietnam Pro" pitchFamily="34" charset="-120"/>
              </a:rPr>
              <a:t> số</a:t>
            </a:r>
            <a:r>
              <a:rPr lang="en-US" sz="2700" dirty="0" spc="-1" kern="0">
                <a:solidFill>
                  <a:srgbClr val="9AA0B5"/>
                </a:solidFill>
                <a:latin typeface="Be Vietnam Pro" pitchFamily="34" charset="0"/>
                <a:ea typeface="Be Vietnam Pro" pitchFamily="34" charset="-122"/>
                <a:cs typeface="Be Vietnam Pro" pitchFamily="34" charset="-120"/>
              </a:rPr>
              <a:t> của</a:t>
            </a:r>
            <a:r>
              <a:rPr lang="en-US" sz="2700" dirty="0" spc="-12" kern="0">
                <a:solidFill>
                  <a:srgbClr val="9AA0B5"/>
                </a:solidFill>
                <a:latin typeface="Be Vietnam Pro" pitchFamily="34" charset="0"/>
                <a:ea typeface="Be Vietnam Pro" pitchFamily="34" charset="-122"/>
                <a:cs typeface="Be Vietnam Pro" pitchFamily="34" charset="-120"/>
              </a:rPr>
              <a:t> tác</a:t>
            </a:r>
            <a:r>
              <a:rPr lang="en-US" sz="2700" dirty="0" spc="0" kern="0">
                <a:solidFill>
                  <a:srgbClr val="9AA0B5"/>
                </a:solidFill>
                <a:latin typeface="Be Vietnam Pro" pitchFamily="34" charset="0"/>
                <a:ea typeface="Be Vietnam Pro" pitchFamily="34" charset="-122"/>
                <a:cs typeface="Be Vietnam Pro" pitchFamily="34" charset="-120"/>
              </a:rPr>
              <a:t> giả;</a:t>
            </a:r>
            <a:r>
              <a:rPr lang="en-US" sz="2700" dirty="0" spc="15" kern="0">
                <a:solidFill>
                  <a:srgbClr val="9AA0B5"/>
                </a:solidFill>
                <a:latin typeface="Be Vietnam Pro" pitchFamily="34" charset="0"/>
                <a:ea typeface="Be Vietnam Pro" pitchFamily="34" charset="-122"/>
                <a:cs typeface="Be Vietnam Pro" pitchFamily="34" charset="-120"/>
              </a:rPr>
              <a:t> đo</a:t>
            </a:r>
            <a:r>
              <a:rPr lang="en-US" sz="2700" dirty="0" spc="0" kern="0">
                <a:solidFill>
                  <a:srgbClr val="9AA0B5"/>
                </a:solidFill>
                <a:latin typeface="Be Vietnam Pro" pitchFamily="34" charset="0"/>
                <a:ea typeface="Be Vietnam Pro" pitchFamily="34" charset="-122"/>
                <a:cs typeface="Be Vietnam Pro" pitchFamily="34" charset="-120"/>
              </a:rPr>
              <a:t> lại</a:t>
            </a:r>
            <a:r>
              <a:rPr lang="en-US" sz="2700" dirty="0" spc="-24" kern="0">
                <a:solidFill>
                  <a:srgbClr val="9AA0B5"/>
                </a:solidFill>
                <a:latin typeface="Be Vietnam Pro" pitchFamily="34" charset="0"/>
                <a:ea typeface="Be Vietnam Pro" pitchFamily="34" charset="-122"/>
                <a:cs typeface="Be Vietnam Pro" pitchFamily="34" charset="-120"/>
              </a:rPr>
              <a:t> trên</a:t>
            </a:r>
            <a:r>
              <a:rPr lang="en-US" sz="2700" dirty="0" spc="-2" kern="0">
                <a:solidFill>
                  <a:srgbClr val="9AA0B5"/>
                </a:solidFill>
                <a:latin typeface="Be Vietnam Pro" pitchFamily="34" charset="0"/>
                <a:ea typeface="Be Vietnam Pro" pitchFamily="34" charset="-122"/>
                <a:cs typeface="Be Vietnam Pro" pitchFamily="34" charset="-120"/>
              </a:rPr>
              <a:t> việc của</a:t>
            </a:r>
            <a:r>
              <a:rPr lang="en-US" sz="2700" dirty="0" spc="-5" kern="0">
                <a:solidFill>
                  <a:srgbClr val="9AA0B5"/>
                </a:solidFill>
                <a:latin typeface="Be Vietnam Pro" pitchFamily="34" charset="0"/>
                <a:ea typeface="Be Vietnam Pro" pitchFamily="34" charset="-122"/>
                <a:cs typeface="Be Vietnam Pro" pitchFamily="34" charset="-120"/>
              </a:rPr>
              <a:t> bạn.</a:t>
            </a:r>
            <a:endParaRPr lang="en-US" sz="2700" dirty="0"/>
          </a:p>
        </p:txBody>
      </p:sp>
      <p:sp>
        <p:nvSpPr>
          <p:cNvPr id="7" name="Text 5"/>
          <p:cNvSpPr/>
          <p:nvPr/>
        </p:nvSpPr>
        <p:spPr>
          <a:xfrm>
            <a:off x="1485900" y="8229600"/>
            <a:ext cx="15811500" cy="457200"/>
          </a:xfrm>
          <a:prstGeom prst="rect">
            <a:avLst/>
          </a:prstGeom>
          <a:noFill/>
          <a:ln/>
        </p:spPr>
        <p:txBody>
          <a:bodyPr wrap="square" lIns="0" tIns="0" rIns="0" bIns="0" rtlCol="0" anchor="t"/>
          <a:lstStyle/>
          <a:p>
            <a:pPr algn="l" indent="0" marL="0">
              <a:buNone/>
            </a:pPr>
            <a:r>
              <a:rPr lang="en-US" sz="2700" dirty="0" spc="2" kern="0">
                <a:solidFill>
                  <a:srgbClr val="9AA0B5"/>
                </a:solidFill>
                <a:latin typeface="Be Vietnam Pro" pitchFamily="34" charset="0"/>
                <a:ea typeface="Be Vietnam Pro" pitchFamily="34" charset="-122"/>
                <a:cs typeface="Be Vietnam Pro" pitchFamily="34" charset="-120"/>
              </a:rPr>
              <a:t>GSD</a:t>
            </a:r>
            <a:r>
              <a:rPr lang="en-US" sz="2700" dirty="0" spc="17" kern="0">
                <a:solidFill>
                  <a:srgbClr val="9AA0B5"/>
                </a:solidFill>
                <a:latin typeface="Be Vietnam Pro" pitchFamily="34" charset="0"/>
                <a:ea typeface="Be Vietnam Pro" pitchFamily="34" charset="-122"/>
                <a:cs typeface="Be Vietnam Pro" pitchFamily="34" charset="-120"/>
              </a:rPr>
              <a:t> đã</a:t>
            </a:r>
            <a:r>
              <a:rPr lang="en-US" sz="2700" dirty="0" spc="-14" kern="0">
                <a:solidFill>
                  <a:srgbClr val="9AA0B5"/>
                </a:solidFill>
                <a:latin typeface="Be Vietnam Pro" pitchFamily="34" charset="0"/>
                <a:ea typeface="Be Vietnam Pro" pitchFamily="34" charset="-122"/>
                <a:cs typeface="Be Vietnam Pro" pitchFamily="34" charset="-120"/>
              </a:rPr>
              <a:t> chuyển</a:t>
            </a:r>
            <a:r>
              <a:rPr lang="en-US" sz="2700" dirty="0" spc="-21" kern="0">
                <a:solidFill>
                  <a:srgbClr val="9AA0B5"/>
                </a:solidFill>
                <a:latin typeface="Be Vietnam Pro" pitchFamily="34" charset="0"/>
                <a:ea typeface="Be Vietnam Pro" pitchFamily="34" charset="-122"/>
                <a:cs typeface="Be Vietnam Pro" pitchFamily="34" charset="-120"/>
              </a:rPr>
              <a:t> repo;</a:t>
            </a:r>
            <a:r>
              <a:rPr lang="en-US" sz="2700" dirty="0" spc="-13" kern="0">
                <a:solidFill>
                  <a:srgbClr val="9AA0B5"/>
                </a:solidFill>
                <a:latin typeface="Be Vietnam Pro" pitchFamily="34" charset="0"/>
                <a:ea typeface="Be Vietnam Pro" pitchFamily="34" charset="-122"/>
                <a:cs typeface="Be Vietnam Pro" pitchFamily="34" charset="-120"/>
              </a:rPr>
              <a:t> số</a:t>
            </a:r>
            <a:r>
              <a:rPr lang="en-US" sz="2700" dirty="0" spc="-10" kern="0">
                <a:solidFill>
                  <a:srgbClr val="9AA0B5"/>
                </a:solidFill>
                <a:latin typeface="Be Vietnam Pro" pitchFamily="34" charset="0"/>
                <a:ea typeface="Be Vietnam Pro" pitchFamily="34" charset="-122"/>
                <a:cs typeface="Be Vietnam Pro" pitchFamily="34" charset="-120"/>
              </a:rPr>
              <a:t> sao</a:t>
            </a:r>
            <a:r>
              <a:rPr lang="en-US" sz="2700" dirty="0" spc="-1" kern="0">
                <a:solidFill>
                  <a:srgbClr val="9AA0B5"/>
                </a:solidFill>
                <a:latin typeface="Be Vietnam Pro" pitchFamily="34" charset="0"/>
                <a:ea typeface="Be Vietnam Pro" pitchFamily="34" charset="-122"/>
                <a:cs typeface="Be Vietnam Pro" pitchFamily="34" charset="-120"/>
              </a:rPr>
              <a:t> REA</a:t>
            </a:r>
            <a:r>
              <a:rPr lang="en-US" sz="2700" dirty="0" spc="-20" kern="0">
                <a:solidFill>
                  <a:srgbClr val="9AA0B5"/>
                </a:solidFill>
                <a:latin typeface="Be Vietnam Pro" pitchFamily="34" charset="0"/>
                <a:ea typeface="Be Vietnam Pro" pitchFamily="34" charset="-122"/>
                <a:cs typeface="Be Vietnam Pro" pitchFamily="34" charset="-120"/>
              </a:rPr>
              <a:t> trong</a:t>
            </a:r>
            <a:r>
              <a:rPr lang="en-US" sz="2700" dirty="0" spc="-1" kern="0">
                <a:solidFill>
                  <a:srgbClr val="9AA0B5"/>
                </a:solidFill>
                <a:latin typeface="Be Vietnam Pro" pitchFamily="34" charset="0"/>
                <a:ea typeface="Be Vietnam Pro" pitchFamily="34" charset="-122"/>
                <a:cs typeface="Be Vietnam Pro" pitchFamily="34" charset="-120"/>
              </a:rPr>
              <a:t> ảnh</a:t>
            </a:r>
            <a:r>
              <a:rPr lang="en-US" sz="2700" dirty="0" spc="-4" kern="0">
                <a:solidFill>
                  <a:srgbClr val="9AA0B5"/>
                </a:solidFill>
                <a:latin typeface="Be Vietnam Pro" pitchFamily="34" charset="0"/>
                <a:ea typeface="Be Vietnam Pro" pitchFamily="34" charset="-122"/>
                <a:cs typeface="Be Vietnam Pro" pitchFamily="34" charset="-120"/>
              </a:rPr>
              <a:t> lệch</a:t>
            </a:r>
            <a:r>
              <a:rPr lang="en-US" sz="2700" dirty="0" spc="-12" kern="0">
                <a:solidFill>
                  <a:srgbClr val="9AA0B5"/>
                </a:solidFill>
                <a:latin typeface="Be Vietnam Pro" pitchFamily="34" charset="0"/>
                <a:ea typeface="Be Vietnam Pro" pitchFamily="34" charset="-122"/>
                <a:cs typeface="Be Vietnam Pro" pitchFamily="34" charset="-120"/>
              </a:rPr>
              <a:t> số</a:t>
            </a:r>
            <a:r>
              <a:rPr lang="en-US" sz="2700" dirty="0" spc="-22" kern="0">
                <a:solidFill>
                  <a:srgbClr val="9AA0B5"/>
                </a:solidFill>
                <a:latin typeface="Be Vietnam Pro" pitchFamily="34" charset="0"/>
                <a:ea typeface="Be Vietnam Pro" pitchFamily="34" charset="-122"/>
                <a:cs typeface="Be Vietnam Pro" pitchFamily="34" charset="-120"/>
              </a:rPr>
              <a:t> radar</a:t>
            </a:r>
            <a:r>
              <a:rPr lang="en-US" sz="2700" dirty="0" spc="11" kern="0">
                <a:solidFill>
                  <a:srgbClr val="9AA0B5"/>
                </a:solidFill>
                <a:latin typeface="Be Vietnam Pro" pitchFamily="34" charset="0"/>
                <a:ea typeface="Be Vietnam Pro" pitchFamily="34" charset="-122"/>
                <a:cs typeface="Be Vietnam Pro" pitchFamily="34" charset="-120"/>
              </a:rPr>
              <a:t> đo.</a:t>
            </a:r>
            <a:endParaRPr lang="en-US" sz="2700" dirty="0"/>
          </a:p>
        </p:txBody>
      </p:sp>
      <p:sp>
        <p:nvSpPr>
          <p:cNvPr id="8" name="Text 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[S4]</a:t>
            </a:r>
            <a:r>
              <a:rPr lang="en-US" sz="1800" dirty="0" spc="2" kern="0">
                <a:solidFill>
                  <a:srgbClr val="9AA0B5"/>
                </a:solidFill>
                <a:latin typeface="Be Vietnam Pro" pitchFamily="34" charset="0"/>
                <a:ea typeface="Be Vietnam Pro" pitchFamily="34" charset="-122"/>
                <a:cs typeface="Be Vietnam Pro" pitchFamily="34" charset="-120"/>
              </a:rPr>
              <a:t> [S16]</a:t>
            </a:r>
            <a:r>
              <a:rPr lang="en-US" sz="1800" dirty="0" spc="3" kern="0">
                <a:solidFill>
                  <a:srgbClr val="9AA0B5"/>
                </a:solidFill>
                <a:latin typeface="Be Vietnam Pro" pitchFamily="34" charset="0"/>
                <a:ea typeface="Be Vietnam Pro" pitchFamily="34" charset="-122"/>
                <a:cs typeface="Be Vietnam Pro" pitchFamily="34" charset="-120"/>
              </a:rPr>
              <a:t> [S18]</a:t>
            </a:r>
            <a:r>
              <a:rPr lang="en-US" sz="1800" dirty="0" spc="1" kern="0">
                <a:solidFill>
                  <a:srgbClr val="9AA0B5"/>
                </a:solidFill>
                <a:latin typeface="Be Vietnam Pro" pitchFamily="34" charset="0"/>
                <a:ea typeface="Be Vietnam Pro" pitchFamily="34" charset="-122"/>
                <a:cs typeface="Be Vietnam Pro" pitchFamily="34" charset="-120"/>
              </a:rPr>
              <a:t> [S32]</a:t>
            </a:r>
            <a:endParaRPr lang="en-US" sz="1800" dirty="0"/>
          </a:p>
        </p:txBody>
      </p:sp>
      <p:sp>
        <p:nvSpPr>
          <p:cNvPr id="9" name="Shape 7"/>
          <p:cNvSpPr/>
          <p:nvPr/>
        </p:nvSpPr>
        <p:spPr>
          <a:xfrm>
            <a:off x="958561" y="9578686"/>
            <a:ext cx="83127" cy="83127"/>
          </a:xfrm>
          <a:prstGeom prst="ellipse">
            <a:avLst/>
          </a:prstGeom>
          <a:solidFill>
            <a:srgbClr val="F3EEE3">
              <a:alpha val="28000"/>
            </a:srgbClr>
          </a:solidFill>
          <a:ln/>
        </p:spPr>
      </p:sp>
      <p:sp>
        <p:nvSpPr>
          <p:cNvPr id="10" name="Shape 8"/>
          <p:cNvSpPr/>
          <p:nvPr/>
        </p:nvSpPr>
        <p:spPr>
          <a:xfrm>
            <a:off x="1124815" y="9578686"/>
            <a:ext cx="83127" cy="83127"/>
          </a:xfrm>
          <a:prstGeom prst="ellipse">
            <a:avLst/>
          </a:prstGeom>
          <a:solidFill>
            <a:srgbClr val="F3EEE3">
              <a:alpha val="28000"/>
            </a:srgbClr>
          </a:solidFill>
          <a:ln/>
        </p:spPr>
      </p:sp>
      <p:sp>
        <p:nvSpPr>
          <p:cNvPr id="11" name="Shape 9"/>
          <p:cNvSpPr/>
          <p:nvPr/>
        </p:nvSpPr>
        <p:spPr>
          <a:xfrm>
            <a:off x="1291070" y="9578686"/>
            <a:ext cx="83127" cy="83127"/>
          </a:xfrm>
          <a:prstGeom prst="ellipse">
            <a:avLst/>
          </a:prstGeom>
          <a:solidFill>
            <a:srgbClr val="F3EEE3">
              <a:alpha val="28000"/>
            </a:srgbClr>
          </a:solidFill>
          <a:ln/>
        </p:spPr>
      </p:sp>
      <p:sp>
        <p:nvSpPr>
          <p:cNvPr id="12" name="Shape 10"/>
          <p:cNvSpPr/>
          <p:nvPr/>
        </p:nvSpPr>
        <p:spPr>
          <a:xfrm>
            <a:off x="1457324" y="9578686"/>
            <a:ext cx="83127" cy="83127"/>
          </a:xfrm>
          <a:prstGeom prst="ellipse">
            <a:avLst/>
          </a:prstGeom>
          <a:solidFill>
            <a:srgbClr val="F3EEE3">
              <a:alpha val="28000"/>
            </a:srgbClr>
          </a:solidFill>
          <a:ln/>
        </p:spPr>
      </p:sp>
      <p:sp>
        <p:nvSpPr>
          <p:cNvPr id="13" name="Shape 11"/>
          <p:cNvSpPr/>
          <p:nvPr/>
        </p:nvSpPr>
        <p:spPr>
          <a:xfrm>
            <a:off x="1623578" y="9578686"/>
            <a:ext cx="83127" cy="83127"/>
          </a:xfrm>
          <a:prstGeom prst="ellipse">
            <a:avLst/>
          </a:prstGeom>
          <a:solidFill>
            <a:srgbClr val="F3EEE3">
              <a:alpha val="28000"/>
            </a:srgbClr>
          </a:solidFill>
          <a:ln/>
        </p:spPr>
      </p:sp>
      <p:sp>
        <p:nvSpPr>
          <p:cNvPr id="14" name="Shape 12"/>
          <p:cNvSpPr/>
          <p:nvPr/>
        </p:nvSpPr>
        <p:spPr>
          <a:xfrm>
            <a:off x="1789832" y="9578686"/>
            <a:ext cx="83127" cy="83127"/>
          </a:xfrm>
          <a:prstGeom prst="ellipse">
            <a:avLst/>
          </a:prstGeom>
          <a:solidFill>
            <a:srgbClr val="F3EEE3">
              <a:alpha val="28000"/>
            </a:srgbClr>
          </a:solidFill>
          <a:ln/>
        </p:spPr>
      </p:sp>
      <p:sp>
        <p:nvSpPr>
          <p:cNvPr id="15" name="Shape 13"/>
          <p:cNvSpPr/>
          <p:nvPr/>
        </p:nvSpPr>
        <p:spPr>
          <a:xfrm>
            <a:off x="1956086" y="9578686"/>
            <a:ext cx="83127" cy="83127"/>
          </a:xfrm>
          <a:prstGeom prst="ellipse">
            <a:avLst/>
          </a:prstGeom>
          <a:solidFill>
            <a:srgbClr val="F3EEE3">
              <a:alpha val="28000"/>
            </a:srgbClr>
          </a:solidFill>
          <a:ln/>
        </p:spPr>
      </p:sp>
      <p:sp>
        <p:nvSpPr>
          <p:cNvPr id="16" name="Shape 14"/>
          <p:cNvSpPr/>
          <p:nvPr/>
        </p:nvSpPr>
        <p:spPr>
          <a:xfrm>
            <a:off x="2122340" y="9578686"/>
            <a:ext cx="83127" cy="83127"/>
          </a:xfrm>
          <a:prstGeom prst="ellipse">
            <a:avLst/>
          </a:prstGeom>
          <a:solidFill>
            <a:srgbClr val="F3EEE3">
              <a:alpha val="28000"/>
            </a:srgbClr>
          </a:solidFill>
          <a:ln/>
        </p:spPr>
      </p:sp>
      <p:sp>
        <p:nvSpPr>
          <p:cNvPr id="17" name="Shape 15"/>
          <p:cNvSpPr/>
          <p:nvPr/>
        </p:nvSpPr>
        <p:spPr>
          <a:xfrm>
            <a:off x="2288594" y="9578686"/>
            <a:ext cx="83127" cy="83127"/>
          </a:xfrm>
          <a:prstGeom prst="ellipse">
            <a:avLst/>
          </a:prstGeom>
          <a:solidFill>
            <a:srgbClr val="F3EEE3">
              <a:alpha val="28000"/>
            </a:srgbClr>
          </a:solidFill>
          <a:ln/>
        </p:spPr>
      </p:sp>
      <p:sp>
        <p:nvSpPr>
          <p:cNvPr id="18" name="Shape 16"/>
          <p:cNvSpPr/>
          <p:nvPr/>
        </p:nvSpPr>
        <p:spPr>
          <a:xfrm>
            <a:off x="2454848" y="9578686"/>
            <a:ext cx="83127" cy="83127"/>
          </a:xfrm>
          <a:prstGeom prst="ellipse">
            <a:avLst/>
          </a:prstGeom>
          <a:solidFill>
            <a:srgbClr val="F3EEE3">
              <a:alpha val="28000"/>
            </a:srgbClr>
          </a:solidFill>
          <a:ln/>
        </p:spPr>
      </p:sp>
      <p:sp>
        <p:nvSpPr>
          <p:cNvPr id="19" name="Shape 17"/>
          <p:cNvSpPr/>
          <p:nvPr/>
        </p:nvSpPr>
        <p:spPr>
          <a:xfrm>
            <a:off x="2621102" y="9578686"/>
            <a:ext cx="83127" cy="83127"/>
          </a:xfrm>
          <a:prstGeom prst="ellipse">
            <a:avLst/>
          </a:prstGeom>
          <a:solidFill>
            <a:srgbClr val="F3EEE3">
              <a:alpha val="28000"/>
            </a:srgbClr>
          </a:solidFill>
          <a:ln/>
        </p:spPr>
      </p:sp>
      <p:sp>
        <p:nvSpPr>
          <p:cNvPr id="20" name="Shape 18"/>
          <p:cNvSpPr/>
          <p:nvPr/>
        </p:nvSpPr>
        <p:spPr>
          <a:xfrm>
            <a:off x="2787357" y="9578686"/>
            <a:ext cx="83127" cy="83127"/>
          </a:xfrm>
          <a:prstGeom prst="ellipse">
            <a:avLst/>
          </a:prstGeom>
          <a:solidFill>
            <a:srgbClr val="F3EEE3">
              <a:alpha val="28000"/>
            </a:srgbClr>
          </a:solidFill>
          <a:ln/>
        </p:spPr>
      </p:sp>
      <p:sp>
        <p:nvSpPr>
          <p:cNvPr id="21" name="Shape 19"/>
          <p:cNvSpPr/>
          <p:nvPr/>
        </p:nvSpPr>
        <p:spPr>
          <a:xfrm>
            <a:off x="2953611" y="9578686"/>
            <a:ext cx="83127" cy="83127"/>
          </a:xfrm>
          <a:prstGeom prst="ellipse">
            <a:avLst/>
          </a:prstGeom>
          <a:solidFill>
            <a:srgbClr val="F3EEE3">
              <a:alpha val="28000"/>
            </a:srgbClr>
          </a:solidFill>
          <a:ln/>
        </p:spPr>
      </p:sp>
      <p:sp>
        <p:nvSpPr>
          <p:cNvPr id="22" name="Shape 20"/>
          <p:cNvSpPr/>
          <p:nvPr/>
        </p:nvSpPr>
        <p:spPr>
          <a:xfrm>
            <a:off x="3119865" y="9578686"/>
            <a:ext cx="83127" cy="83127"/>
          </a:xfrm>
          <a:prstGeom prst="ellipse">
            <a:avLst/>
          </a:prstGeom>
          <a:solidFill>
            <a:srgbClr val="F3EEE3">
              <a:alpha val="28000"/>
            </a:srgbClr>
          </a:solidFill>
          <a:ln/>
        </p:spPr>
      </p:sp>
      <p:sp>
        <p:nvSpPr>
          <p:cNvPr id="23" name="Shape 21"/>
          <p:cNvSpPr/>
          <p:nvPr/>
        </p:nvSpPr>
        <p:spPr>
          <a:xfrm>
            <a:off x="3286119" y="9578686"/>
            <a:ext cx="83127" cy="83127"/>
          </a:xfrm>
          <a:prstGeom prst="ellipse">
            <a:avLst/>
          </a:prstGeom>
          <a:solidFill>
            <a:srgbClr val="F3EEE3">
              <a:alpha val="28000"/>
            </a:srgbClr>
          </a:solidFill>
          <a:ln/>
        </p:spPr>
      </p:sp>
      <p:sp>
        <p:nvSpPr>
          <p:cNvPr id="24" name="Shape 22"/>
          <p:cNvSpPr/>
          <p:nvPr/>
        </p:nvSpPr>
        <p:spPr>
          <a:xfrm>
            <a:off x="3452373" y="9578686"/>
            <a:ext cx="83127" cy="83127"/>
          </a:xfrm>
          <a:prstGeom prst="ellipse">
            <a:avLst/>
          </a:prstGeom>
          <a:solidFill>
            <a:srgbClr val="F3EEE3">
              <a:alpha val="28000"/>
            </a:srgbClr>
          </a:solidFill>
          <a:ln/>
        </p:spPr>
      </p:sp>
      <p:sp>
        <p:nvSpPr>
          <p:cNvPr id="25" name="Shape 23"/>
          <p:cNvSpPr/>
          <p:nvPr/>
        </p:nvSpPr>
        <p:spPr>
          <a:xfrm>
            <a:off x="3618627" y="9578686"/>
            <a:ext cx="83127" cy="83127"/>
          </a:xfrm>
          <a:prstGeom prst="ellipse">
            <a:avLst/>
          </a:prstGeom>
          <a:solidFill>
            <a:srgbClr val="F3EEE3">
              <a:alpha val="28000"/>
            </a:srgbClr>
          </a:solidFill>
          <a:ln/>
        </p:spPr>
      </p:sp>
      <p:sp>
        <p:nvSpPr>
          <p:cNvPr id="26" name="Shape 24"/>
          <p:cNvSpPr/>
          <p:nvPr/>
        </p:nvSpPr>
        <p:spPr>
          <a:xfrm>
            <a:off x="3784881" y="9578686"/>
            <a:ext cx="83127" cy="83127"/>
          </a:xfrm>
          <a:prstGeom prst="ellipse">
            <a:avLst/>
          </a:prstGeom>
          <a:solidFill>
            <a:srgbClr val="F3EEE3">
              <a:alpha val="28000"/>
            </a:srgbClr>
          </a:solidFill>
          <a:ln/>
        </p:spPr>
      </p:sp>
      <p:sp>
        <p:nvSpPr>
          <p:cNvPr id="27" name="Shape 25"/>
          <p:cNvSpPr/>
          <p:nvPr/>
        </p:nvSpPr>
        <p:spPr>
          <a:xfrm>
            <a:off x="3951135" y="9578686"/>
            <a:ext cx="83127" cy="83127"/>
          </a:xfrm>
          <a:prstGeom prst="ellipse">
            <a:avLst/>
          </a:prstGeom>
          <a:solidFill>
            <a:srgbClr val="F3EEE3">
              <a:alpha val="28000"/>
            </a:srgbClr>
          </a:solidFill>
          <a:ln/>
        </p:spPr>
      </p:sp>
      <p:sp>
        <p:nvSpPr>
          <p:cNvPr id="28" name="Shape 26"/>
          <p:cNvSpPr/>
          <p:nvPr/>
        </p:nvSpPr>
        <p:spPr>
          <a:xfrm>
            <a:off x="4117389" y="9578686"/>
            <a:ext cx="83127" cy="83127"/>
          </a:xfrm>
          <a:prstGeom prst="ellipse">
            <a:avLst/>
          </a:prstGeom>
          <a:solidFill>
            <a:srgbClr val="F3EEE3">
              <a:alpha val="28000"/>
            </a:srgbClr>
          </a:solidFill>
          <a:ln/>
        </p:spPr>
      </p:sp>
      <p:sp>
        <p:nvSpPr>
          <p:cNvPr id="29" name="Shape 27"/>
          <p:cNvSpPr/>
          <p:nvPr/>
        </p:nvSpPr>
        <p:spPr>
          <a:xfrm>
            <a:off x="4283644" y="9578686"/>
            <a:ext cx="83127" cy="83127"/>
          </a:xfrm>
          <a:prstGeom prst="ellipse">
            <a:avLst/>
          </a:prstGeom>
          <a:solidFill>
            <a:srgbClr val="F3EEE3">
              <a:alpha val="28000"/>
            </a:srgbClr>
          </a:solidFill>
          <a:ln/>
        </p:spPr>
      </p:sp>
      <p:sp>
        <p:nvSpPr>
          <p:cNvPr id="30" name="Shape 28"/>
          <p:cNvSpPr/>
          <p:nvPr/>
        </p:nvSpPr>
        <p:spPr>
          <a:xfrm>
            <a:off x="4449898" y="9578686"/>
            <a:ext cx="83127" cy="83127"/>
          </a:xfrm>
          <a:prstGeom prst="ellipse">
            <a:avLst/>
          </a:prstGeom>
          <a:solidFill>
            <a:srgbClr val="F3EEE3">
              <a:alpha val="28000"/>
            </a:srgbClr>
          </a:solidFill>
          <a:ln/>
        </p:spPr>
      </p:sp>
      <p:sp>
        <p:nvSpPr>
          <p:cNvPr id="31" name="Shape 29"/>
          <p:cNvSpPr/>
          <p:nvPr/>
        </p:nvSpPr>
        <p:spPr>
          <a:xfrm>
            <a:off x="4616152" y="9578686"/>
            <a:ext cx="83127" cy="83127"/>
          </a:xfrm>
          <a:prstGeom prst="ellipse">
            <a:avLst/>
          </a:prstGeom>
          <a:solidFill>
            <a:srgbClr val="F3EEE3">
              <a:alpha val="28000"/>
            </a:srgbClr>
          </a:solidFill>
          <a:ln/>
        </p:spPr>
      </p:sp>
      <p:sp>
        <p:nvSpPr>
          <p:cNvPr id="32" name="Shape 30"/>
          <p:cNvSpPr/>
          <p:nvPr/>
        </p:nvSpPr>
        <p:spPr>
          <a:xfrm>
            <a:off x="4782406" y="9578686"/>
            <a:ext cx="83127" cy="83127"/>
          </a:xfrm>
          <a:prstGeom prst="ellipse">
            <a:avLst/>
          </a:prstGeom>
          <a:solidFill>
            <a:srgbClr val="F3EEE3">
              <a:alpha val="28000"/>
            </a:srgbClr>
          </a:solidFill>
          <a:ln/>
        </p:spPr>
      </p:sp>
      <p:sp>
        <p:nvSpPr>
          <p:cNvPr id="33" name="Shape 31"/>
          <p:cNvSpPr/>
          <p:nvPr/>
        </p:nvSpPr>
        <p:spPr>
          <a:xfrm>
            <a:off x="4948660" y="9578686"/>
            <a:ext cx="83127" cy="83127"/>
          </a:xfrm>
          <a:prstGeom prst="ellipse">
            <a:avLst/>
          </a:prstGeom>
          <a:solidFill>
            <a:srgbClr val="F3EEE3">
              <a:alpha val="28000"/>
            </a:srgbClr>
          </a:solidFill>
          <a:ln/>
        </p:spPr>
      </p:sp>
      <p:sp>
        <p:nvSpPr>
          <p:cNvPr id="34" name="Shape 32"/>
          <p:cNvSpPr/>
          <p:nvPr/>
        </p:nvSpPr>
        <p:spPr>
          <a:xfrm>
            <a:off x="5114914" y="9578686"/>
            <a:ext cx="83127" cy="83127"/>
          </a:xfrm>
          <a:prstGeom prst="ellipse">
            <a:avLst/>
          </a:prstGeom>
          <a:solidFill>
            <a:srgbClr val="F3EEE3">
              <a:alpha val="28000"/>
            </a:srgbClr>
          </a:solidFill>
          <a:ln/>
        </p:spPr>
      </p:sp>
      <p:sp>
        <p:nvSpPr>
          <p:cNvPr id="35" name="Shape 33"/>
          <p:cNvSpPr/>
          <p:nvPr/>
        </p:nvSpPr>
        <p:spPr>
          <a:xfrm>
            <a:off x="5281168" y="9578686"/>
            <a:ext cx="83127" cy="83127"/>
          </a:xfrm>
          <a:prstGeom prst="ellipse">
            <a:avLst/>
          </a:prstGeom>
          <a:solidFill>
            <a:srgbClr val="F3EEE3">
              <a:alpha val="28000"/>
            </a:srgbClr>
          </a:solidFill>
          <a:ln/>
        </p:spPr>
      </p:sp>
      <p:sp>
        <p:nvSpPr>
          <p:cNvPr id="36" name="Shape 34"/>
          <p:cNvSpPr/>
          <p:nvPr/>
        </p:nvSpPr>
        <p:spPr>
          <a:xfrm>
            <a:off x="5447422" y="9578686"/>
            <a:ext cx="83127" cy="83127"/>
          </a:xfrm>
          <a:prstGeom prst="ellipse">
            <a:avLst/>
          </a:prstGeom>
          <a:solidFill>
            <a:srgbClr val="F3EEE3">
              <a:alpha val="28000"/>
            </a:srgbClr>
          </a:solidFill>
          <a:ln/>
        </p:spPr>
      </p:sp>
      <p:sp>
        <p:nvSpPr>
          <p:cNvPr id="37" name="Shape 35"/>
          <p:cNvSpPr/>
          <p:nvPr/>
        </p:nvSpPr>
        <p:spPr>
          <a:xfrm>
            <a:off x="5613676" y="9578686"/>
            <a:ext cx="83127" cy="83127"/>
          </a:xfrm>
          <a:prstGeom prst="ellipse">
            <a:avLst/>
          </a:prstGeom>
          <a:solidFill>
            <a:srgbClr val="F3EEE3">
              <a:alpha val="28000"/>
            </a:srgbClr>
          </a:solidFill>
          <a:ln/>
        </p:spPr>
      </p:sp>
      <p:sp>
        <p:nvSpPr>
          <p:cNvPr id="38" name="Shape 36"/>
          <p:cNvSpPr/>
          <p:nvPr/>
        </p:nvSpPr>
        <p:spPr>
          <a:xfrm>
            <a:off x="5779931" y="9578686"/>
            <a:ext cx="83127" cy="83127"/>
          </a:xfrm>
          <a:prstGeom prst="ellipse">
            <a:avLst/>
          </a:prstGeom>
          <a:solidFill>
            <a:srgbClr val="F3EEE3">
              <a:alpha val="28000"/>
            </a:srgbClr>
          </a:solidFill>
          <a:ln/>
        </p:spPr>
      </p:sp>
      <p:sp>
        <p:nvSpPr>
          <p:cNvPr id="39" name="Shape 37"/>
          <p:cNvSpPr/>
          <p:nvPr/>
        </p:nvSpPr>
        <p:spPr>
          <a:xfrm>
            <a:off x="5946185" y="9578686"/>
            <a:ext cx="83127" cy="83127"/>
          </a:xfrm>
          <a:prstGeom prst="ellipse">
            <a:avLst/>
          </a:prstGeom>
          <a:solidFill>
            <a:srgbClr val="F3EEE3">
              <a:alpha val="28000"/>
            </a:srgbClr>
          </a:solidFill>
          <a:ln/>
        </p:spPr>
      </p:sp>
      <p:sp>
        <p:nvSpPr>
          <p:cNvPr id="40" name="Shape 38"/>
          <p:cNvSpPr/>
          <p:nvPr/>
        </p:nvSpPr>
        <p:spPr>
          <a:xfrm>
            <a:off x="6112439" y="9578686"/>
            <a:ext cx="83127" cy="83127"/>
          </a:xfrm>
          <a:prstGeom prst="ellipse">
            <a:avLst/>
          </a:prstGeom>
          <a:solidFill>
            <a:srgbClr val="F3EEE3">
              <a:alpha val="28000"/>
            </a:srgbClr>
          </a:solidFill>
          <a:ln/>
        </p:spPr>
      </p:sp>
      <p:sp>
        <p:nvSpPr>
          <p:cNvPr id="41" name="Shape 39"/>
          <p:cNvSpPr/>
          <p:nvPr/>
        </p:nvSpPr>
        <p:spPr>
          <a:xfrm>
            <a:off x="6278693" y="9578686"/>
            <a:ext cx="83127" cy="83127"/>
          </a:xfrm>
          <a:prstGeom prst="ellipse">
            <a:avLst/>
          </a:prstGeom>
          <a:solidFill>
            <a:srgbClr val="F3EEE3">
              <a:alpha val="28000"/>
            </a:srgbClr>
          </a:solidFill>
          <a:ln/>
        </p:spPr>
      </p:sp>
      <p:sp>
        <p:nvSpPr>
          <p:cNvPr id="42" name="Shape 40"/>
          <p:cNvSpPr/>
          <p:nvPr/>
        </p:nvSpPr>
        <p:spPr>
          <a:xfrm>
            <a:off x="6444947" y="9578686"/>
            <a:ext cx="83127" cy="83127"/>
          </a:xfrm>
          <a:prstGeom prst="ellipse">
            <a:avLst/>
          </a:prstGeom>
          <a:solidFill>
            <a:srgbClr val="F3EEE3">
              <a:alpha val="28000"/>
            </a:srgbClr>
          </a:solidFill>
          <a:ln/>
        </p:spPr>
      </p:sp>
      <p:sp>
        <p:nvSpPr>
          <p:cNvPr id="43" name="Shape 41"/>
          <p:cNvSpPr/>
          <p:nvPr/>
        </p:nvSpPr>
        <p:spPr>
          <a:xfrm>
            <a:off x="6611201" y="9578686"/>
            <a:ext cx="83127" cy="83127"/>
          </a:xfrm>
          <a:prstGeom prst="ellipse">
            <a:avLst/>
          </a:prstGeom>
          <a:solidFill>
            <a:srgbClr val="F3EEE3">
              <a:alpha val="28000"/>
            </a:srgbClr>
          </a:solidFill>
          <a:ln/>
        </p:spPr>
      </p:sp>
      <p:sp>
        <p:nvSpPr>
          <p:cNvPr id="44" name="Shape 42"/>
          <p:cNvSpPr/>
          <p:nvPr/>
        </p:nvSpPr>
        <p:spPr>
          <a:xfrm>
            <a:off x="6777455" y="9578686"/>
            <a:ext cx="83127" cy="83127"/>
          </a:xfrm>
          <a:prstGeom prst="ellipse">
            <a:avLst/>
          </a:prstGeom>
          <a:solidFill>
            <a:srgbClr val="F3EEE3">
              <a:alpha val="28000"/>
            </a:srgbClr>
          </a:solidFill>
          <a:ln/>
        </p:spPr>
      </p:sp>
      <p:sp>
        <p:nvSpPr>
          <p:cNvPr id="45" name="Shape 43"/>
          <p:cNvSpPr/>
          <p:nvPr/>
        </p:nvSpPr>
        <p:spPr>
          <a:xfrm>
            <a:off x="6943709" y="9578686"/>
            <a:ext cx="83127" cy="83127"/>
          </a:xfrm>
          <a:prstGeom prst="ellipse">
            <a:avLst/>
          </a:prstGeom>
          <a:solidFill>
            <a:srgbClr val="F3EEE3">
              <a:alpha val="28000"/>
            </a:srgbClr>
          </a:solidFill>
          <a:ln/>
        </p:spPr>
      </p:sp>
      <p:sp>
        <p:nvSpPr>
          <p:cNvPr id="46" name="Shape 44"/>
          <p:cNvSpPr/>
          <p:nvPr/>
        </p:nvSpPr>
        <p:spPr>
          <a:xfrm>
            <a:off x="7109963" y="9578686"/>
            <a:ext cx="83127" cy="83127"/>
          </a:xfrm>
          <a:prstGeom prst="ellipse">
            <a:avLst/>
          </a:prstGeom>
          <a:solidFill>
            <a:srgbClr val="F3EEE3">
              <a:alpha val="28000"/>
            </a:srgbClr>
          </a:solidFill>
          <a:ln/>
        </p:spPr>
      </p:sp>
      <p:sp>
        <p:nvSpPr>
          <p:cNvPr id="47" name="Shape 45"/>
          <p:cNvSpPr/>
          <p:nvPr/>
        </p:nvSpPr>
        <p:spPr>
          <a:xfrm>
            <a:off x="7276218" y="9578686"/>
            <a:ext cx="83127" cy="83127"/>
          </a:xfrm>
          <a:prstGeom prst="ellipse">
            <a:avLst/>
          </a:prstGeom>
          <a:solidFill>
            <a:srgbClr val="F3EEE3">
              <a:alpha val="28000"/>
            </a:srgbClr>
          </a:solidFill>
          <a:ln/>
        </p:spPr>
      </p:sp>
      <p:sp>
        <p:nvSpPr>
          <p:cNvPr id="48" name="Shape 46"/>
          <p:cNvSpPr/>
          <p:nvPr/>
        </p:nvSpPr>
        <p:spPr>
          <a:xfrm>
            <a:off x="7442472" y="9578686"/>
            <a:ext cx="83127" cy="83127"/>
          </a:xfrm>
          <a:prstGeom prst="ellipse">
            <a:avLst/>
          </a:prstGeom>
          <a:solidFill>
            <a:srgbClr val="F3EEE3">
              <a:alpha val="28000"/>
            </a:srgbClr>
          </a:solidFill>
          <a:ln/>
        </p:spPr>
      </p:sp>
      <p:sp>
        <p:nvSpPr>
          <p:cNvPr id="49" name="Shape 47"/>
          <p:cNvSpPr/>
          <p:nvPr/>
        </p:nvSpPr>
        <p:spPr>
          <a:xfrm>
            <a:off x="7608726" y="9578686"/>
            <a:ext cx="83127" cy="83127"/>
          </a:xfrm>
          <a:prstGeom prst="ellipse">
            <a:avLst/>
          </a:prstGeom>
          <a:solidFill>
            <a:srgbClr val="F3EEE3">
              <a:alpha val="28000"/>
            </a:srgbClr>
          </a:solidFill>
          <a:ln/>
        </p:spPr>
      </p:sp>
      <p:sp>
        <p:nvSpPr>
          <p:cNvPr id="50" name="Shape 48"/>
          <p:cNvSpPr/>
          <p:nvPr/>
        </p:nvSpPr>
        <p:spPr>
          <a:xfrm>
            <a:off x="7774980" y="9578686"/>
            <a:ext cx="83127" cy="83127"/>
          </a:xfrm>
          <a:prstGeom prst="ellipse">
            <a:avLst/>
          </a:prstGeom>
          <a:solidFill>
            <a:srgbClr val="F3EEE3">
              <a:alpha val="28000"/>
            </a:srgbClr>
          </a:solidFill>
          <a:ln/>
        </p:spPr>
      </p:sp>
      <p:sp>
        <p:nvSpPr>
          <p:cNvPr id="51" name="Shape 49"/>
          <p:cNvSpPr/>
          <p:nvPr/>
        </p:nvSpPr>
        <p:spPr>
          <a:xfrm>
            <a:off x="7941234" y="9578686"/>
            <a:ext cx="83127" cy="83127"/>
          </a:xfrm>
          <a:prstGeom prst="ellipse">
            <a:avLst/>
          </a:prstGeom>
          <a:solidFill>
            <a:srgbClr val="F3EEE3">
              <a:alpha val="28000"/>
            </a:srgbClr>
          </a:solidFill>
          <a:ln/>
        </p:spPr>
      </p:sp>
      <p:sp>
        <p:nvSpPr>
          <p:cNvPr id="52" name="Shape 50"/>
          <p:cNvSpPr/>
          <p:nvPr/>
        </p:nvSpPr>
        <p:spPr>
          <a:xfrm>
            <a:off x="8107488" y="9578686"/>
            <a:ext cx="83127" cy="83127"/>
          </a:xfrm>
          <a:prstGeom prst="ellipse">
            <a:avLst/>
          </a:prstGeom>
          <a:solidFill>
            <a:srgbClr val="F3EEE3">
              <a:alpha val="28000"/>
            </a:srgbClr>
          </a:solidFill>
          <a:ln/>
        </p:spPr>
      </p:sp>
      <p:sp>
        <p:nvSpPr>
          <p:cNvPr id="53" name="Shape 51"/>
          <p:cNvSpPr/>
          <p:nvPr/>
        </p:nvSpPr>
        <p:spPr>
          <a:xfrm>
            <a:off x="8273742" y="9578686"/>
            <a:ext cx="83127" cy="83127"/>
          </a:xfrm>
          <a:prstGeom prst="ellipse">
            <a:avLst/>
          </a:prstGeom>
          <a:solidFill>
            <a:srgbClr val="F3EEE3">
              <a:alpha val="28000"/>
            </a:srgbClr>
          </a:solidFill>
          <a:ln/>
        </p:spPr>
      </p:sp>
      <p:sp>
        <p:nvSpPr>
          <p:cNvPr id="54" name="Shape 52"/>
          <p:cNvSpPr/>
          <p:nvPr/>
        </p:nvSpPr>
        <p:spPr>
          <a:xfrm>
            <a:off x="8439996" y="9578686"/>
            <a:ext cx="83127" cy="83127"/>
          </a:xfrm>
          <a:prstGeom prst="ellipse">
            <a:avLst/>
          </a:prstGeom>
          <a:solidFill>
            <a:srgbClr val="F3EEE3">
              <a:alpha val="28000"/>
            </a:srgbClr>
          </a:solidFill>
          <a:ln/>
        </p:spPr>
      </p:sp>
      <p:sp>
        <p:nvSpPr>
          <p:cNvPr id="55" name="Shape 53"/>
          <p:cNvSpPr/>
          <p:nvPr/>
        </p:nvSpPr>
        <p:spPr>
          <a:xfrm>
            <a:off x="8606251" y="9578686"/>
            <a:ext cx="83127" cy="83127"/>
          </a:xfrm>
          <a:prstGeom prst="ellipse">
            <a:avLst/>
          </a:prstGeom>
          <a:solidFill>
            <a:srgbClr val="F3EEE3">
              <a:alpha val="28000"/>
            </a:srgbClr>
          </a:solidFill>
          <a:ln/>
        </p:spPr>
      </p:sp>
      <p:sp>
        <p:nvSpPr>
          <p:cNvPr id="56" name="Shape 54"/>
          <p:cNvSpPr/>
          <p:nvPr/>
        </p:nvSpPr>
        <p:spPr>
          <a:xfrm>
            <a:off x="8772505" y="9578686"/>
            <a:ext cx="83127" cy="83127"/>
          </a:xfrm>
          <a:prstGeom prst="ellipse">
            <a:avLst/>
          </a:prstGeom>
          <a:solidFill>
            <a:srgbClr val="F3EEE3">
              <a:alpha val="28000"/>
            </a:srgbClr>
          </a:solidFill>
          <a:ln/>
        </p:spPr>
      </p:sp>
      <p:sp>
        <p:nvSpPr>
          <p:cNvPr id="57" name="Shape 55"/>
          <p:cNvSpPr/>
          <p:nvPr/>
        </p:nvSpPr>
        <p:spPr>
          <a:xfrm>
            <a:off x="8938759" y="9578686"/>
            <a:ext cx="83127" cy="83127"/>
          </a:xfrm>
          <a:prstGeom prst="ellipse">
            <a:avLst/>
          </a:prstGeom>
          <a:solidFill>
            <a:srgbClr val="F3EEE3">
              <a:alpha val="28000"/>
            </a:srgbClr>
          </a:solidFill>
          <a:ln/>
        </p:spPr>
      </p:sp>
      <p:sp>
        <p:nvSpPr>
          <p:cNvPr id="58" name="Shape 56"/>
          <p:cNvSpPr/>
          <p:nvPr/>
        </p:nvSpPr>
        <p:spPr>
          <a:xfrm>
            <a:off x="9105013" y="9578686"/>
            <a:ext cx="83127" cy="83127"/>
          </a:xfrm>
          <a:prstGeom prst="ellipse">
            <a:avLst/>
          </a:prstGeom>
          <a:solidFill>
            <a:srgbClr val="F3EEE3">
              <a:alpha val="28000"/>
            </a:srgbClr>
          </a:solidFill>
          <a:ln/>
        </p:spPr>
      </p:sp>
      <p:sp>
        <p:nvSpPr>
          <p:cNvPr id="59" name="Shape 57"/>
          <p:cNvSpPr/>
          <p:nvPr/>
        </p:nvSpPr>
        <p:spPr>
          <a:xfrm>
            <a:off x="9271267" y="9578686"/>
            <a:ext cx="83127" cy="83127"/>
          </a:xfrm>
          <a:prstGeom prst="ellipse">
            <a:avLst/>
          </a:prstGeom>
          <a:solidFill>
            <a:srgbClr val="F3EEE3">
              <a:alpha val="28000"/>
            </a:srgbClr>
          </a:solidFill>
          <a:ln/>
        </p:spPr>
      </p:sp>
      <p:sp>
        <p:nvSpPr>
          <p:cNvPr id="60" name="Shape 58"/>
          <p:cNvSpPr/>
          <p:nvPr/>
        </p:nvSpPr>
        <p:spPr>
          <a:xfrm>
            <a:off x="9437521" y="9578686"/>
            <a:ext cx="83127" cy="83127"/>
          </a:xfrm>
          <a:prstGeom prst="ellipse">
            <a:avLst/>
          </a:prstGeom>
          <a:solidFill>
            <a:srgbClr val="F3EEE3">
              <a:alpha val="28000"/>
            </a:srgbClr>
          </a:solidFill>
          <a:ln/>
        </p:spPr>
      </p:sp>
      <p:sp>
        <p:nvSpPr>
          <p:cNvPr id="61" name="Shape 59"/>
          <p:cNvSpPr/>
          <p:nvPr/>
        </p:nvSpPr>
        <p:spPr>
          <a:xfrm>
            <a:off x="9589921" y="9564832"/>
            <a:ext cx="110836" cy="110836"/>
          </a:xfrm>
          <a:prstGeom prst="ellipse">
            <a:avLst/>
          </a:prstGeom>
          <a:solidFill>
            <a:srgbClr val="FF6A4D"/>
          </a:solidFill>
          <a:ln/>
        </p:spPr>
      </p:sp>
      <p:sp>
        <p:nvSpPr>
          <p:cNvPr id="62" name="Shape 60"/>
          <p:cNvSpPr/>
          <p:nvPr/>
        </p:nvSpPr>
        <p:spPr>
          <a:xfrm>
            <a:off x="9770029" y="9578686"/>
            <a:ext cx="83127" cy="83127"/>
          </a:xfrm>
          <a:prstGeom prst="ellipse">
            <a:avLst/>
          </a:prstGeom>
          <a:solidFill>
            <a:srgbClr val="F3EEE3">
              <a:alpha val="28000"/>
            </a:srgbClr>
          </a:solidFill>
          <a:ln/>
        </p:spPr>
      </p:sp>
      <p:sp>
        <p:nvSpPr>
          <p:cNvPr id="63" name="Shape 61"/>
          <p:cNvSpPr/>
          <p:nvPr/>
        </p:nvSpPr>
        <p:spPr>
          <a:xfrm>
            <a:off x="9936283" y="9578686"/>
            <a:ext cx="83127" cy="83127"/>
          </a:xfrm>
          <a:prstGeom prst="ellipse">
            <a:avLst/>
          </a:prstGeom>
          <a:solidFill>
            <a:srgbClr val="F3EEE3">
              <a:alpha val="28000"/>
            </a:srgbClr>
          </a:solidFill>
          <a:ln/>
        </p:spPr>
      </p:sp>
      <p:sp>
        <p:nvSpPr>
          <p:cNvPr id="64" name="Text 62"/>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 53/55</a:t>
            </a:r>
            <a:endParaRPr lang="en-US" sz="1800" dirty="0"/>
          </a:p>
        </p:txBody>
      </p:sp>
      <p:sp>
        <p:nvSpPr>
          <p:cNvPr id="65" name="Shape 63"/>
          <p:cNvSpPr/>
          <p:nvPr/>
        </p:nvSpPr>
        <p:spPr>
          <a:xfrm>
            <a:off x="15983712" y="9076331"/>
            <a:ext cx="1645920" cy="552301"/>
          </a:xfrm>
          <a:prstGeom prst="roundRect">
            <a:avLst>
              <a:gd name="adj" fmla="val 28000"/>
            </a:avLst>
          </a:prstGeom>
          <a:solidFill>
            <a:srgbClr val="FFFFFF">
              <a:alpha val="82000"/>
            </a:srgbClr>
          </a:solidFill>
          <a:ln/>
        </p:spPr>
      </p:sp>
      <p:pic>
        <p:nvPicPr>
          <p:cNvPr id="66" name="Moda image moda-export-watermark-3c4fa5e3-64b9-4d55-b92b-62b2770d6e9c"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9" kern="0">
                <a:solidFill>
                  <a:srgbClr val="14161C"/>
                </a:solidFill>
                <a:latin typeface="Bricolage Grotesque ExtraBold" pitchFamily="34" charset="0"/>
                <a:ea typeface="Bricolage Grotesque ExtraBold" pitchFamily="34" charset="-122"/>
                <a:cs typeface="Bricolage Grotesque ExtraBold" pitchFamily="34" charset="-120"/>
              </a:rPr>
              <a:t>Giới</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hạn</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của</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báo</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cáo</a:t>
            </a:r>
            <a:endParaRPr lang="en-US" sz="5700" dirty="0"/>
          </a:p>
        </p:txBody>
      </p:sp>
      <p:sp>
        <p:nvSpPr>
          <p:cNvPr id="3" name="Shape 1"/>
          <p:cNvSpPr/>
          <p:nvPr/>
        </p:nvSpPr>
        <p:spPr>
          <a:xfrm>
            <a:off x="914400" y="2819400"/>
            <a:ext cx="95250" cy="5505450"/>
          </a:xfrm>
          <a:prstGeom prst="roundRect">
            <a:avLst>
              <a:gd name="adj" fmla="val 50000"/>
            </a:avLst>
          </a:prstGeom>
          <a:solidFill>
            <a:srgbClr val="B45309"/>
          </a:solidFill>
          <a:ln/>
        </p:spPr>
      </p:sp>
      <p:sp>
        <p:nvSpPr>
          <p:cNvPr id="4" name="Text 2"/>
          <p:cNvSpPr/>
          <p:nvPr/>
        </p:nvSpPr>
        <p:spPr>
          <a:xfrm>
            <a:off x="1295400" y="2762250"/>
            <a:ext cx="10572750" cy="5619750"/>
          </a:xfrm>
          <a:prstGeom prst="rect">
            <a:avLst/>
          </a:prstGeom>
          <a:noFill/>
          <a:ln/>
        </p:spPr>
        <p:txBody>
          <a:bodyPr wrap="square" lIns="0" tIns="10843" rIns="0" bIns="-10843" rtlCol="0" anchor="t"/>
          <a:lstStyle/>
          <a:p>
            <a:pPr algn="l" indent="0" marL="0">
              <a:lnSpc>
                <a:spcPts val="3848"/>
              </a:lnSpc>
              <a:buNone/>
            </a:pPr>
            <a:r>
              <a:rPr lang="en-US" sz="2850" dirty="0" spc="8" kern="0">
                <a:solidFill>
                  <a:srgbClr val="14161C"/>
                </a:solidFill>
                <a:latin typeface="Be Vietnam Pro" pitchFamily="34" charset="0"/>
                <a:ea typeface="Be Vietnam Pro" pitchFamily="34" charset="-122"/>
                <a:cs typeface="Be Vietnam Pro" pitchFamily="34" charset="-120"/>
              </a:rPr>
              <a:t>Người</a:t>
            </a:r>
            <a:r>
              <a:rPr lang="en-US" sz="2850" dirty="0" spc="-5" kern="0">
                <a:solidFill>
                  <a:srgbClr val="14161C"/>
                </a:solidFill>
                <a:latin typeface="Be Vietnam Pro" pitchFamily="34" charset="0"/>
                <a:ea typeface="Be Vietnam Pro" pitchFamily="34" charset="-122"/>
                <a:cs typeface="Be Vietnam Pro" pitchFamily="34" charset="-120"/>
              </a:rPr>
              <a:t> viết</a:t>
            </a:r>
            <a:r>
              <a:rPr lang="en-US" sz="2850" dirty="0" spc="0" kern="0">
                <a:solidFill>
                  <a:srgbClr val="14161C"/>
                </a:solidFill>
                <a:latin typeface="Be Vietnam Pro" pitchFamily="34" charset="0"/>
                <a:ea typeface="Be Vietnam Pro" pitchFamily="34" charset="-122"/>
                <a:cs typeface="Be Vietnam Pro" pitchFamily="34" charset="-120"/>
              </a:rPr>
              <a:t> chỉ</a:t>
            </a:r>
            <a:r>
              <a:rPr lang="en-US" sz="2850" dirty="0" spc="10" kern="0">
                <a:solidFill>
                  <a:srgbClr val="14161C"/>
                </a:solidFill>
                <a:latin typeface="Be Vietnam Pro" pitchFamily="34" charset="0"/>
                <a:ea typeface="Be Vietnam Pro" pitchFamily="34" charset="-122"/>
                <a:cs typeface="Be Vietnam Pro" pitchFamily="34" charset="-120"/>
              </a:rPr>
              <a:t> đọc</a:t>
            </a:r>
            <a:r>
              <a:rPr lang="en-US" sz="2850" dirty="0" spc="7" kern="0">
                <a:solidFill>
                  <a:srgbClr val="14161C"/>
                </a:solidFill>
                <a:latin typeface="Be Vietnam Pro" pitchFamily="34" charset="0"/>
                <a:ea typeface="Be Vietnam Pro" pitchFamily="34" charset="-122"/>
                <a:cs typeface="Be Vietnam Pro" pitchFamily="34" charset="-120"/>
              </a:rPr>
              <a:t> </a:t>
            </a:r>
            <a:pPr algn="l" indent="0" marL="0">
              <a:lnSpc>
                <a:spcPts val="3848"/>
              </a:lnSpc>
              <a:buNone/>
            </a:pPr>
            <a:r>
              <a:rPr lang="en-US" sz="2850" b="1" dirty="0" spc="4" kern="0">
                <a:solidFill>
                  <a:srgbClr val="B45309"/>
                </a:solidFill>
                <a:latin typeface="Be Vietnam Pro" pitchFamily="34" charset="0"/>
                <a:ea typeface="Be Vietnam Pro" pitchFamily="34" charset="-122"/>
                <a:cs typeface="Be Vietnam Pro" pitchFamily="34" charset="-120"/>
              </a:rPr>
              <a:t>README</a:t>
            </a:r>
            <a:pPr algn="l" indent="0" marL="0">
              <a:lnSpc>
                <a:spcPts val="3848"/>
              </a:lnSpc>
              <a:buNone/>
            </a:pPr>
            <a:r>
              <a:rPr lang="en-US" sz="2850" dirty="0" spc="1" kern="0">
                <a:solidFill>
                  <a:srgbClr val="14161C"/>
                </a:solidFill>
                <a:latin typeface="Be Vietnam Pro" pitchFamily="34" charset="0"/>
                <a:ea typeface="Be Vietnam Pro" pitchFamily="34" charset="-122"/>
                <a:cs typeface="Be Vietnam Pro" pitchFamily="34" charset="-120"/>
              </a:rPr>
              <a:t> của</a:t>
            </a:r>
            <a:r>
              <a:rPr lang="en-US" sz="2850" dirty="0" spc="20" kern="0">
                <a:solidFill>
                  <a:srgbClr val="14161C"/>
                </a:solidFill>
                <a:latin typeface="Be Vietnam Pro" pitchFamily="34" charset="0"/>
                <a:ea typeface="Be Vietnam Pro" pitchFamily="34" charset="-122"/>
                <a:cs typeface="Be Vietnam Pro" pitchFamily="34" charset="-120"/>
              </a:rPr>
              <a:t> từng</a:t>
            </a:r>
            <a:r>
              <a:rPr lang="en-US" sz="2850" dirty="0" spc="-24" kern="0">
                <a:solidFill>
                  <a:srgbClr val="14161C"/>
                </a:solidFill>
                <a:latin typeface="Be Vietnam Pro" pitchFamily="34" charset="0"/>
                <a:ea typeface="Be Vietnam Pro" pitchFamily="34" charset="-122"/>
                <a:cs typeface="Be Vietnam Pro" pitchFamily="34" charset="-120"/>
              </a:rPr>
              <a:t> repo</a:t>
            </a:r>
            <a:r>
              <a:rPr lang="en-US" sz="2850" dirty="0" spc="0" kern="0">
                <a:solidFill>
                  <a:srgbClr val="14161C"/>
                </a:solidFill>
                <a:latin typeface="Be Vietnam Pro" pitchFamily="34" charset="0"/>
                <a:ea typeface="Be Vietnam Pro" pitchFamily="34" charset="-122"/>
                <a:cs typeface="Be Vietnam Pro" pitchFamily="34" charset="-120"/>
              </a:rPr>
              <a:t> ở</a:t>
            </a:r>
            <a:r>
              <a:rPr lang="en-US" sz="2850" dirty="0" spc="-1" kern="0">
                <a:solidFill>
                  <a:srgbClr val="14161C"/>
                </a:solidFill>
                <a:latin typeface="Be Vietnam Pro" pitchFamily="34" charset="0"/>
                <a:ea typeface="Be Vietnam Pro" pitchFamily="34" charset="-122"/>
                <a:cs typeface="Be Vietnam Pro" pitchFamily="34" charset="-120"/>
              </a:rPr>
              <a:t> commit</a:t>
            </a:r>
            <a:r>
              <a:rPr lang="en-US" sz="2850" dirty="0" spc="0" kern="0">
                <a:solidFill>
                  <a:srgbClr val="14161C"/>
                </a:solidFill>
                <a:latin typeface="Be Vietnam Pro" pitchFamily="34" charset="0"/>
                <a:ea typeface="Be Vietnam Pro" pitchFamily="34" charset="-122"/>
                <a:cs typeface="Be Vietnam Pro" pitchFamily="34" charset="-120"/>
              </a:rPr>
              <a:t> ghim</a:t>
            </a:r>
            <a:r>
              <a:rPr lang="en-US" sz="2850" dirty="0" spc="-17" kern="0">
                <a:solidFill>
                  <a:srgbClr val="14161C"/>
                </a:solidFill>
                <a:latin typeface="Be Vietnam Pro" pitchFamily="34" charset="0"/>
                <a:ea typeface="Be Vietnam Pro" pitchFamily="34" charset="-122"/>
                <a:cs typeface="Be Vietnam Pro" pitchFamily="34" charset="-120"/>
              </a:rPr>
              <a:t> và</a:t>
            </a:r>
            <a:r>
              <a:rPr lang="en-US" sz="2850" dirty="0" spc="14" kern="0">
                <a:solidFill>
                  <a:srgbClr val="14161C"/>
                </a:solidFill>
                <a:latin typeface="Be Vietnam Pro" pitchFamily="34" charset="0"/>
                <a:ea typeface="Be Vietnam Pro" pitchFamily="34" charset="-122"/>
                <a:cs typeface="Be Vietnam Pro" pitchFamily="34" charset="-120"/>
              </a:rPr>
              <a:t> đếm</a:t>
            </a:r>
            <a:r>
              <a:rPr lang="en-US" sz="2850" dirty="0" spc="4" kern="0">
                <a:solidFill>
                  <a:srgbClr val="14161C"/>
                </a:solidFill>
                <a:latin typeface="Be Vietnam Pro" pitchFamily="34" charset="0"/>
                <a:ea typeface="Be Vietnam Pro" pitchFamily="34" charset="-122"/>
                <a:cs typeface="Be Vietnam Pro" pitchFamily="34" charset="-120"/>
              </a:rPr>
              <a:t> file</a:t>
            </a:r>
            <a:r>
              <a:rPr lang="en-US" sz="2850" dirty="0" spc="-23" kern="0">
                <a:solidFill>
                  <a:srgbClr val="14161C"/>
                </a:solidFill>
                <a:latin typeface="Be Vietnam Pro" pitchFamily="34" charset="0"/>
                <a:ea typeface="Be Vietnam Pro" pitchFamily="34" charset="-122"/>
                <a:cs typeface="Be Vietnam Pro" pitchFamily="34" charset="-120"/>
              </a:rPr>
              <a:t> trên</a:t>
            </a:r>
            <a:r>
              <a:rPr lang="en-US" sz="2850" dirty="0" spc="-10" kern="0">
                <a:solidFill>
                  <a:srgbClr val="14161C"/>
                </a:solidFill>
                <a:latin typeface="Be Vietnam Pro" pitchFamily="34" charset="0"/>
                <a:ea typeface="Be Vietnam Pro" pitchFamily="34" charset="-122"/>
                <a:cs typeface="Be Vietnam Pro" pitchFamily="34" charset="-120"/>
              </a:rPr>
              <a:t> cây</a:t>
            </a:r>
            <a:r>
              <a:rPr lang="en-US" sz="2850" dirty="0" spc="0" kern="0">
                <a:solidFill>
                  <a:srgbClr val="14161C"/>
                </a:solidFill>
                <a:latin typeface="Be Vietnam Pro" pitchFamily="34" charset="0"/>
                <a:ea typeface="Be Vietnam Pro" pitchFamily="34" charset="-122"/>
                <a:cs typeface="Be Vietnam Pro" pitchFamily="34" charset="-120"/>
              </a:rPr>
              <a:t> thư</a:t>
            </a:r>
            <a:r>
              <a:rPr lang="en-US" sz="2850" dirty="0" spc="-1" kern="0">
                <a:solidFill>
                  <a:srgbClr val="14161C"/>
                </a:solidFill>
                <a:latin typeface="Be Vietnam Pro" pitchFamily="34" charset="0"/>
                <a:ea typeface="Be Vietnam Pro" pitchFamily="34" charset="-122"/>
                <a:cs typeface="Be Vietnam Pro" pitchFamily="34" charset="-120"/>
              </a:rPr>
              <a:t> mục;</a:t>
            </a:r>
            <a:r>
              <a:rPr lang="en-US" sz="2850" dirty="0" spc="-2" kern="0">
                <a:solidFill>
                  <a:srgbClr val="14161C"/>
                </a:solidFill>
                <a:latin typeface="Be Vietnam Pro" pitchFamily="34" charset="0"/>
                <a:ea typeface="Be Vietnam Pro" pitchFamily="34" charset="-122"/>
                <a:cs typeface="Be Vietnam Pro" pitchFamily="34" charset="-120"/>
              </a:rPr>
              <a:t> không</a:t>
            </a:r>
            <a:r>
              <a:rPr lang="en-US" sz="2850" dirty="0" spc="-9" kern="0">
                <a:solidFill>
                  <a:srgbClr val="14161C"/>
                </a:solidFill>
                <a:latin typeface="Be Vietnam Pro" pitchFamily="34" charset="0"/>
                <a:ea typeface="Be Vietnam Pro" pitchFamily="34" charset="-122"/>
                <a:cs typeface="Be Vietnam Pro" pitchFamily="34" charset="-120"/>
              </a:rPr>
              <a:t> chạy</a:t>
            </a:r>
            <a:r>
              <a:rPr lang="en-US" sz="2850" dirty="0" spc="0" kern="0">
                <a:solidFill>
                  <a:srgbClr val="14161C"/>
                </a:solidFill>
                <a:latin typeface="Be Vietnam Pro" pitchFamily="34" charset="0"/>
                <a:ea typeface="Be Vietnam Pro" pitchFamily="34" charset="-122"/>
                <a:cs typeface="Be Vietnam Pro" pitchFamily="34" charset="-120"/>
              </a:rPr>
              <a:t> lệnh</a:t>
            </a:r>
            <a:r>
              <a:rPr lang="en-US" sz="2850" dirty="0" spc="1" kern="0">
                <a:solidFill>
                  <a:srgbClr val="14161C"/>
                </a:solidFill>
                <a:latin typeface="Be Vietnam Pro" pitchFamily="34" charset="0"/>
                <a:ea typeface="Be Vietnam Pro" pitchFamily="34" charset="-122"/>
                <a:cs typeface="Be Vietnam Pro" pitchFamily="34" charset="-120"/>
              </a:rPr>
              <a:t> cài nào,</a:t>
            </a:r>
            <a:r>
              <a:rPr lang="en-US" sz="2850" dirty="0" spc="-2" kern="0">
                <a:solidFill>
                  <a:srgbClr val="14161C"/>
                </a:solidFill>
                <a:latin typeface="Be Vietnam Pro" pitchFamily="34" charset="0"/>
                <a:ea typeface="Be Vietnam Pro" pitchFamily="34" charset="-122"/>
                <a:cs typeface="Be Vietnam Pro" pitchFamily="34" charset="-120"/>
              </a:rPr>
              <a:t> không mở</a:t>
            </a:r>
            <a:r>
              <a:rPr lang="en-US" sz="2850" dirty="0" spc="1" kern="0">
                <a:solidFill>
                  <a:srgbClr val="14161C"/>
                </a:solidFill>
                <a:latin typeface="Be Vietnam Pro" pitchFamily="34" charset="0"/>
                <a:ea typeface="Be Vietnam Pro" pitchFamily="34" charset="-122"/>
                <a:cs typeface="Be Vietnam Pro" pitchFamily="34" charset="-120"/>
              </a:rPr>
              <a:t> liên</a:t>
            </a:r>
            <a:r>
              <a:rPr lang="en-US" sz="2850" dirty="0" spc="-41" kern="0">
                <a:solidFill>
                  <a:srgbClr val="14161C"/>
                </a:solidFill>
                <a:latin typeface="Be Vietnam Pro" pitchFamily="34" charset="0"/>
                <a:ea typeface="Be Vietnam Pro" pitchFamily="34" charset="-122"/>
                <a:cs typeface="Be Vietnam Pro" pitchFamily="34" charset="-120"/>
              </a:rPr>
              <a:t> kết</a:t>
            </a:r>
            <a:r>
              <a:rPr lang="en-US" sz="2850" dirty="0" spc="-10" kern="0">
                <a:solidFill>
                  <a:srgbClr val="14161C"/>
                </a:solidFill>
                <a:latin typeface="Be Vietnam Pro" pitchFamily="34" charset="0"/>
                <a:ea typeface="Be Vietnam Pro" pitchFamily="34" charset="-122"/>
                <a:cs typeface="Be Vietnam Pro" pitchFamily="34" charset="-120"/>
              </a:rPr>
              <a:t> ngoài,</a:t>
            </a:r>
            <a:r>
              <a:rPr lang="en-US" sz="2850" dirty="0" spc="-3" kern="0">
                <a:solidFill>
                  <a:srgbClr val="14161C"/>
                </a:solidFill>
                <a:latin typeface="Be Vietnam Pro" pitchFamily="34" charset="0"/>
                <a:ea typeface="Be Vietnam Pro" pitchFamily="34" charset="-122"/>
                <a:cs typeface="Be Vietnam Pro" pitchFamily="34" charset="-120"/>
              </a:rPr>
              <a:t> không</a:t>
            </a:r>
            <a:r>
              <a:rPr lang="en-US" sz="2850" dirty="0" spc="11" kern="0">
                <a:solidFill>
                  <a:srgbClr val="14161C"/>
                </a:solidFill>
                <a:latin typeface="Be Vietnam Pro" pitchFamily="34" charset="0"/>
                <a:ea typeface="Be Vietnam Pro" pitchFamily="34" charset="-122"/>
                <a:cs typeface="Be Vietnam Pro" pitchFamily="34" charset="-120"/>
              </a:rPr>
              <a:t> đọc</a:t>
            </a:r>
            <a:r>
              <a:rPr lang="en-US" sz="2850" dirty="0" spc="-1" kern="0">
                <a:solidFill>
                  <a:srgbClr val="14161C"/>
                </a:solidFill>
                <a:latin typeface="Be Vietnam Pro" pitchFamily="34" charset="0"/>
                <a:ea typeface="Be Vietnam Pro" pitchFamily="34" charset="-122"/>
                <a:cs typeface="Be Vietnam Pro" pitchFamily="34" charset="-120"/>
              </a:rPr>
              <a:t> mã</a:t>
            </a:r>
            <a:r>
              <a:rPr lang="en-US" sz="2850" dirty="0" spc="-5" kern="0">
                <a:solidFill>
                  <a:srgbClr val="14161C"/>
                </a:solidFill>
                <a:latin typeface="Be Vietnam Pro" pitchFamily="34" charset="0"/>
                <a:ea typeface="Be Vietnam Pro" pitchFamily="34" charset="-122"/>
                <a:cs typeface="Be Vietnam Pro" pitchFamily="34" charset="-120"/>
              </a:rPr>
              <a:t> bên</a:t>
            </a:r>
            <a:r>
              <a:rPr lang="en-US" sz="2850" dirty="0" spc="-19" kern="0">
                <a:solidFill>
                  <a:srgbClr val="14161C"/>
                </a:solidFill>
                <a:latin typeface="Be Vietnam Pro" pitchFamily="34" charset="0"/>
                <a:ea typeface="Be Vietnam Pro" pitchFamily="34" charset="-122"/>
                <a:cs typeface="Be Vietnam Pro" pitchFamily="34" charset="-120"/>
              </a:rPr>
              <a:t> trong</a:t>
            </a:r>
            <a:r>
              <a:rPr lang="en-US" sz="2850" dirty="0" spc="1" kern="0">
                <a:solidFill>
                  <a:srgbClr val="14161C"/>
                </a:solidFill>
                <a:latin typeface="Be Vietnam Pro" pitchFamily="34" charset="0"/>
                <a:ea typeface="Be Vietnam Pro" pitchFamily="34" charset="-122"/>
                <a:cs typeface="Be Vietnam Pro" pitchFamily="34" charset="-120"/>
              </a:rPr>
              <a:t> skill.</a:t>
            </a:r>
            <a:r>
              <a:rPr lang="en-US" sz="2850" dirty="0" spc="-6" kern="0">
                <a:solidFill>
                  <a:srgbClr val="14161C"/>
                </a:solidFill>
                <a:latin typeface="Be Vietnam Pro" pitchFamily="34" charset="0"/>
                <a:ea typeface="Be Vietnam Pro" pitchFamily="34" charset="-122"/>
                <a:cs typeface="Be Vietnam Pro" pitchFamily="34" charset="-120"/>
              </a:rPr>
              <a:t> Một</a:t>
            </a:r>
            <a:r>
              <a:rPr lang="en-US" sz="2850" dirty="0" spc="3" kern="0">
                <a:solidFill>
                  <a:srgbClr val="14161C"/>
                </a:solidFill>
                <a:latin typeface="Be Vietnam Pro" pitchFamily="34" charset="0"/>
                <a:ea typeface="Be Vietnam Pro" pitchFamily="34" charset="-122"/>
                <a:cs typeface="Be Vietnam Pro" pitchFamily="34" charset="-120"/>
              </a:rPr>
              <a:t> README</a:t>
            </a:r>
            <a:r>
              <a:rPr lang="en-US" sz="2850" dirty="0" spc="-1" kern="0">
                <a:solidFill>
                  <a:srgbClr val="14161C"/>
                </a:solidFill>
                <a:latin typeface="Be Vietnam Pro" pitchFamily="34" charset="0"/>
                <a:ea typeface="Be Vietnam Pro" pitchFamily="34" charset="-122"/>
                <a:cs typeface="Be Vietnam Pro" pitchFamily="34" charset="-120"/>
              </a:rPr>
              <a:t> có</a:t>
            </a:r>
            <a:r>
              <a:rPr lang="en-US" sz="2850" dirty="0" spc="0" kern="0">
                <a:solidFill>
                  <a:srgbClr val="14161C"/>
                </a:solidFill>
                <a:latin typeface="Be Vietnam Pro" pitchFamily="34" charset="0"/>
                <a:ea typeface="Be Vietnam Pro" pitchFamily="34" charset="-122"/>
                <a:cs typeface="Be Vietnam Pro" pitchFamily="34" charset="-120"/>
              </a:rPr>
              <a:t> thể</a:t>
            </a:r>
            <a:r>
              <a:rPr lang="en-US" sz="2850" dirty="0" spc="-3" kern="0">
                <a:solidFill>
                  <a:srgbClr val="14161C"/>
                </a:solidFill>
                <a:latin typeface="Be Vietnam Pro" pitchFamily="34" charset="0"/>
                <a:ea typeface="Be Vietnam Pro" pitchFamily="34" charset="-122"/>
                <a:cs typeface="Be Vietnam Pro" pitchFamily="34" charset="-120"/>
              </a:rPr>
              <a:t> lệch</a:t>
            </a:r>
            <a:r>
              <a:rPr lang="en-US" sz="2850" dirty="0" spc="-12" kern="0">
                <a:solidFill>
                  <a:srgbClr val="14161C"/>
                </a:solidFill>
                <a:latin typeface="Be Vietnam Pro" pitchFamily="34" charset="0"/>
                <a:ea typeface="Be Vietnam Pro" pitchFamily="34" charset="-122"/>
                <a:cs typeface="Be Vietnam Pro" pitchFamily="34" charset="-120"/>
              </a:rPr>
              <a:t> với</a:t>
            </a:r>
            <a:r>
              <a:rPr lang="en-US" sz="2850" dirty="0" spc="0" kern="0">
                <a:solidFill>
                  <a:srgbClr val="14161C"/>
                </a:solidFill>
                <a:latin typeface="Be Vietnam Pro" pitchFamily="34" charset="0"/>
                <a:ea typeface="Be Vietnam Pro" pitchFamily="34" charset="-122"/>
                <a:cs typeface="Be Vietnam Pro" pitchFamily="34" charset="-120"/>
              </a:rPr>
              <a:t> mã.</a:t>
            </a:r>
            <a:r>
              <a:rPr lang="en-US" sz="2850" dirty="0" spc="3" kern="0">
                <a:solidFill>
                  <a:srgbClr val="14161C"/>
                </a:solidFill>
                <a:latin typeface="Be Vietnam Pro" pitchFamily="34" charset="0"/>
                <a:ea typeface="Be Vietnam Pro" pitchFamily="34" charset="-122"/>
                <a:cs typeface="Be Vietnam Pro" pitchFamily="34" charset="-120"/>
              </a:rPr>
              <a:t> Mọi</a:t>
            </a:r>
            <a:r>
              <a:rPr lang="en-US" sz="2850" dirty="0" spc="0" kern="0">
                <a:solidFill>
                  <a:srgbClr val="14161C"/>
                </a:solidFill>
                <a:latin typeface="Be Vietnam Pro" pitchFamily="34" charset="0"/>
                <a:ea typeface="Be Vietnam Pro" pitchFamily="34" charset="-122"/>
                <a:cs typeface="Be Vietnam Pro" pitchFamily="34" charset="-120"/>
              </a:rPr>
              <a:t> con</a:t>
            </a:r>
            <a:r>
              <a:rPr lang="en-US" sz="2850" dirty="0" spc="-9" kern="0">
                <a:solidFill>
                  <a:srgbClr val="14161C"/>
                </a:solidFill>
                <a:latin typeface="Be Vietnam Pro" pitchFamily="34" charset="0"/>
                <a:ea typeface="Be Vietnam Pro" pitchFamily="34" charset="-122"/>
                <a:cs typeface="Be Vietnam Pro" pitchFamily="34" charset="-120"/>
              </a:rPr>
              <a:t> số</a:t>
            </a:r>
            <a:r>
              <a:rPr lang="en-US" sz="2850" dirty="0" spc="-7" kern="0">
                <a:solidFill>
                  <a:srgbClr val="14161C"/>
                </a:solidFill>
                <a:latin typeface="Be Vietnam Pro" pitchFamily="34" charset="0"/>
                <a:ea typeface="Be Vietnam Pro" pitchFamily="34" charset="-122"/>
                <a:cs typeface="Be Vietnam Pro" pitchFamily="34" charset="-120"/>
              </a:rPr>
              <a:t> tiết</a:t>
            </a:r>
            <a:r>
              <a:rPr lang="en-US" sz="2850" dirty="0" spc="-1" kern="0">
                <a:solidFill>
                  <a:srgbClr val="14161C"/>
                </a:solidFill>
                <a:latin typeface="Be Vietnam Pro" pitchFamily="34" charset="0"/>
                <a:ea typeface="Be Vietnam Pro" pitchFamily="34" charset="-122"/>
                <a:cs typeface="Be Vietnam Pro" pitchFamily="34" charset="-120"/>
              </a:rPr>
              <a:t> kiệm</a:t>
            </a:r>
            <a:r>
              <a:rPr lang="en-US" sz="2850" dirty="0" spc="-8" kern="0">
                <a:solidFill>
                  <a:srgbClr val="14161C"/>
                </a:solidFill>
                <a:latin typeface="Be Vietnam Pro" pitchFamily="34" charset="0"/>
                <a:ea typeface="Be Vietnam Pro" pitchFamily="34" charset="-122"/>
                <a:cs typeface="Be Vietnam Pro" pitchFamily="34" charset="-120"/>
              </a:rPr>
              <a:t> hay</a:t>
            </a:r>
            <a:r>
              <a:rPr lang="en-US" sz="2850" dirty="0" spc="-2" kern="0">
                <a:solidFill>
                  <a:srgbClr val="14161C"/>
                </a:solidFill>
                <a:latin typeface="Be Vietnam Pro" pitchFamily="34" charset="0"/>
                <a:ea typeface="Be Vietnam Pro" pitchFamily="34" charset="-122"/>
                <a:cs typeface="Be Vietnam Pro" pitchFamily="34" charset="-120"/>
              </a:rPr>
              <a:t> năng</a:t>
            </a:r>
            <a:r>
              <a:rPr lang="en-US" sz="2850" dirty="0" spc="-12" kern="0">
                <a:solidFill>
                  <a:srgbClr val="14161C"/>
                </a:solidFill>
                <a:latin typeface="Be Vietnam Pro" pitchFamily="34" charset="0"/>
                <a:ea typeface="Be Vietnam Pro" pitchFamily="34" charset="-122"/>
                <a:cs typeface="Be Vietnam Pro" pitchFamily="34" charset="-120"/>
              </a:rPr>
              <a:t> suất</a:t>
            </a:r>
            <a:r>
              <a:rPr lang="en-US" sz="2850" dirty="0" spc="-19" kern="0">
                <a:solidFill>
                  <a:srgbClr val="14161C"/>
                </a:solidFill>
                <a:latin typeface="Be Vietnam Pro" pitchFamily="34" charset="0"/>
                <a:ea typeface="Be Vietnam Pro" pitchFamily="34" charset="-122"/>
                <a:cs typeface="Be Vietnam Pro" pitchFamily="34" charset="-120"/>
              </a:rPr>
              <a:t> trong</a:t>
            </a:r>
            <a:r>
              <a:rPr lang="en-US" sz="2850" dirty="0" spc="3" kern="0">
                <a:solidFill>
                  <a:srgbClr val="14161C"/>
                </a:solidFill>
                <a:latin typeface="Be Vietnam Pro" pitchFamily="34" charset="0"/>
                <a:ea typeface="Be Vietnam Pro" pitchFamily="34" charset="-122"/>
                <a:cs typeface="Be Vietnam Pro" pitchFamily="34" charset="-120"/>
              </a:rPr>
              <a:t> README</a:t>
            </a:r>
            <a:r>
              <a:rPr lang="en-US" sz="2850" dirty="0" spc="2" kern="0">
                <a:solidFill>
                  <a:srgbClr val="14161C"/>
                </a:solidFill>
                <a:latin typeface="Be Vietnam Pro" pitchFamily="34" charset="0"/>
                <a:ea typeface="Be Vietnam Pro" pitchFamily="34" charset="-122"/>
                <a:cs typeface="Be Vietnam Pro" pitchFamily="34" charset="-120"/>
              </a:rPr>
              <a:t> là</a:t>
            </a:r>
            <a:r>
              <a:rPr lang="en-US" sz="2850" dirty="0" spc="1" kern="0">
                <a:solidFill>
                  <a:srgbClr val="14161C"/>
                </a:solidFill>
                <a:latin typeface="Be Vietnam Pro" pitchFamily="34" charset="0"/>
                <a:ea typeface="Be Vietnam Pro" pitchFamily="34" charset="-122"/>
                <a:cs typeface="Be Vietnam Pro" pitchFamily="34" charset="-120"/>
              </a:rPr>
              <a:t> lời</a:t>
            </a:r>
            <a:r>
              <a:rPr lang="en-US" sz="2850" dirty="0" spc="-15" kern="0">
                <a:solidFill>
                  <a:srgbClr val="14161C"/>
                </a:solidFill>
                <a:latin typeface="Be Vietnam Pro" pitchFamily="34" charset="0"/>
                <a:ea typeface="Be Vietnam Pro" pitchFamily="34" charset="-122"/>
                <a:cs typeface="Be Vietnam Pro" pitchFamily="34" charset="-120"/>
              </a:rPr>
              <a:t> tác</a:t>
            </a:r>
            <a:r>
              <a:rPr lang="en-US" sz="2850" dirty="0" spc="1" kern="0">
                <a:solidFill>
                  <a:srgbClr val="14161C"/>
                </a:solidFill>
                <a:latin typeface="Be Vietnam Pro" pitchFamily="34" charset="0"/>
                <a:ea typeface="Be Vietnam Pro" pitchFamily="34" charset="-122"/>
                <a:cs typeface="Be Vietnam Pro" pitchFamily="34" charset="-120"/>
              </a:rPr>
              <a:t> giả.</a:t>
            </a:r>
            <a:r>
              <a:rPr lang="en-US" sz="2850" dirty="0" spc="-1" kern="0">
                <a:solidFill>
                  <a:srgbClr val="14161C"/>
                </a:solidFill>
                <a:latin typeface="Be Vietnam Pro" pitchFamily="34" charset="0"/>
                <a:ea typeface="Be Vietnam Pro" pitchFamily="34" charset="-122"/>
                <a:cs typeface="Be Vietnam Pro" pitchFamily="34" charset="-120"/>
              </a:rPr>
              <a:t> Số</a:t>
            </a:r>
            <a:r>
              <a:rPr lang="en-US" sz="2850" dirty="0" spc="-4" kern="0">
                <a:solidFill>
                  <a:srgbClr val="14161C"/>
                </a:solidFill>
                <a:latin typeface="Be Vietnam Pro" pitchFamily="34" charset="0"/>
                <a:ea typeface="Be Vietnam Pro" pitchFamily="34" charset="-122"/>
                <a:cs typeface="Be Vietnam Pro" pitchFamily="34" charset="-120"/>
              </a:rPr>
              <a:t> sao</a:t>
            </a:r>
            <a:r>
              <a:rPr lang="en-US" sz="2850" dirty="0" spc="-16" kern="0">
                <a:solidFill>
                  <a:srgbClr val="14161C"/>
                </a:solidFill>
                <a:latin typeface="Be Vietnam Pro" pitchFamily="34" charset="0"/>
                <a:ea typeface="Be Vietnam Pro" pitchFamily="34" charset="-122"/>
                <a:cs typeface="Be Vietnam Pro" pitchFamily="34" charset="-120"/>
              </a:rPr>
              <a:t> và</a:t>
            </a:r>
            <a:r>
              <a:rPr lang="en-US" sz="2850" dirty="0" spc="-2" kern="0">
                <a:solidFill>
                  <a:srgbClr val="14161C"/>
                </a:solidFill>
                <a:latin typeface="Be Vietnam Pro" pitchFamily="34" charset="0"/>
                <a:ea typeface="Be Vietnam Pro" pitchFamily="34" charset="-122"/>
                <a:cs typeface="Be Vietnam Pro" pitchFamily="34" charset="-120"/>
              </a:rPr>
              <a:t> dòng mô</a:t>
            </a:r>
            <a:r>
              <a:rPr lang="en-US" sz="2850" dirty="0" spc="-19" kern="0">
                <a:solidFill>
                  <a:srgbClr val="14161C"/>
                </a:solidFill>
                <a:latin typeface="Be Vietnam Pro" pitchFamily="34" charset="0"/>
                <a:ea typeface="Be Vietnam Pro" pitchFamily="34" charset="-122"/>
                <a:cs typeface="Be Vietnam Pro" pitchFamily="34" charset="-120"/>
              </a:rPr>
              <a:t> tả</a:t>
            </a:r>
            <a:r>
              <a:rPr lang="en-US" sz="2850" dirty="0" spc="2" kern="0">
                <a:solidFill>
                  <a:srgbClr val="14161C"/>
                </a:solidFill>
                <a:latin typeface="Be Vietnam Pro" pitchFamily="34" charset="0"/>
                <a:ea typeface="Be Vietnam Pro" pitchFamily="34" charset="-122"/>
                <a:cs typeface="Be Vietnam Pro" pitchFamily="34" charset="-120"/>
              </a:rPr>
              <a:t> là</a:t>
            </a:r>
            <a:r>
              <a:rPr lang="en-US" sz="2850" dirty="0" spc="1" kern="0">
                <a:solidFill>
                  <a:srgbClr val="14161C"/>
                </a:solidFill>
                <a:latin typeface="Be Vietnam Pro" pitchFamily="34" charset="0"/>
                <a:ea typeface="Be Vietnam Pro" pitchFamily="34" charset="-122"/>
                <a:cs typeface="Be Vietnam Pro" pitchFamily="34" charset="-120"/>
              </a:rPr>
              <a:t> của</a:t>
            </a:r>
            <a:r>
              <a:rPr lang="en-US" sz="2850" dirty="0" spc="-1" kern="0">
                <a:solidFill>
                  <a:srgbClr val="14161C"/>
                </a:solidFill>
                <a:latin typeface="Be Vietnam Pro" pitchFamily="34" charset="0"/>
                <a:ea typeface="Be Vietnam Pro" pitchFamily="34" charset="-122"/>
                <a:cs typeface="Be Vietnam Pro" pitchFamily="34" charset="-120"/>
              </a:rPr>
              <a:t> ảnh</a:t>
            </a:r>
            <a:r>
              <a:rPr lang="en-US" sz="2850" dirty="0" spc="2" kern="0">
                <a:solidFill>
                  <a:srgbClr val="14161C"/>
                </a:solidFill>
                <a:latin typeface="Be Vietnam Pro" pitchFamily="34" charset="0"/>
                <a:ea typeface="Be Vietnam Pro" pitchFamily="34" charset="-122"/>
                <a:cs typeface="Be Vietnam Pro" pitchFamily="34" charset="-120"/>
              </a:rPr>
              <a:t> do</a:t>
            </a:r>
            <a:r>
              <a:rPr lang="en-US" sz="2850" dirty="0" spc="7" kern="0">
                <a:solidFill>
                  <a:srgbClr val="14161C"/>
                </a:solidFill>
                <a:latin typeface="Be Vietnam Pro" pitchFamily="34" charset="0"/>
                <a:ea typeface="Be Vietnam Pro" pitchFamily="34" charset="-122"/>
                <a:cs typeface="Be Vietnam Pro" pitchFamily="34" charset="-120"/>
              </a:rPr>
              <a:t> người</a:t>
            </a:r>
            <a:r>
              <a:rPr lang="en-US" sz="2850" dirty="0" spc="-1" kern="0">
                <a:solidFill>
                  <a:srgbClr val="14161C"/>
                </a:solidFill>
                <a:latin typeface="Be Vietnam Pro" pitchFamily="34" charset="0"/>
                <a:ea typeface="Be Vietnam Pro" pitchFamily="34" charset="-122"/>
                <a:cs typeface="Be Vietnam Pro" pitchFamily="34" charset="-120"/>
              </a:rPr>
              <a:t> khác</a:t>
            </a:r>
            <a:r>
              <a:rPr lang="en-US" sz="2850" dirty="0" spc="18" kern="0">
                <a:solidFill>
                  <a:srgbClr val="14161C"/>
                </a:solidFill>
                <a:latin typeface="Be Vietnam Pro" pitchFamily="34" charset="0"/>
                <a:ea typeface="Be Vietnam Pro" pitchFamily="34" charset="-122"/>
                <a:cs typeface="Be Vietnam Pro" pitchFamily="34" charset="-120"/>
              </a:rPr>
              <a:t> dựng.</a:t>
            </a:r>
            <a:r>
              <a:rPr lang="en-US" sz="2850" dirty="0" spc="0" kern="0">
                <a:solidFill>
                  <a:srgbClr val="14161C"/>
                </a:solidFill>
                <a:latin typeface="Be Vietnam Pro" pitchFamily="34" charset="0"/>
                <a:ea typeface="Be Vietnam Pro" pitchFamily="34" charset="-122"/>
                <a:cs typeface="Be Vietnam Pro" pitchFamily="34" charset="-120"/>
              </a:rPr>
              <a:t> Câu</a:t>
            </a:r>
            <a:r>
              <a:rPr lang="en-US" sz="2850" dirty="0" spc="-17" kern="0">
                <a:solidFill>
                  <a:srgbClr val="14161C"/>
                </a:solidFill>
                <a:latin typeface="Be Vietnam Pro" pitchFamily="34" charset="0"/>
                <a:ea typeface="Be Vietnam Pro" pitchFamily="34" charset="-122"/>
                <a:cs typeface="Be Vietnam Pro" pitchFamily="34" charset="-120"/>
              </a:rPr>
              <a:t> về</a:t>
            </a:r>
            <a:r>
              <a:rPr lang="en-US" sz="2850" dirty="0" spc="5" kern="0">
                <a:solidFill>
                  <a:srgbClr val="14161C"/>
                </a:solidFill>
                <a:latin typeface="Be Vietnam Pro" pitchFamily="34" charset="0"/>
                <a:ea typeface="Be Vietnam Pro" pitchFamily="34" charset="-122"/>
                <a:cs typeface="Be Vietnam Pro" pitchFamily="34" charset="-120"/>
              </a:rPr>
              <a:t> </a:t>
            </a:r>
            <a:pPr algn="l" indent="0" marL="0">
              <a:lnSpc>
                <a:spcPts val="3848"/>
              </a:lnSpc>
              <a:buNone/>
            </a:pPr>
            <a:r>
              <a:rPr lang="en-US" sz="2850" b="1" dirty="0" spc="-5" kern="0">
                <a:solidFill>
                  <a:srgbClr val="0F766E"/>
                </a:solidFill>
                <a:latin typeface="Be Vietnam Pro" pitchFamily="34" charset="0"/>
                <a:ea typeface="Be Vietnam Pro" pitchFamily="34" charset="-122"/>
                <a:cs typeface="Be Vietnam Pro" pitchFamily="34" charset="-120"/>
              </a:rPr>
              <a:t>giấy</a:t>
            </a:r>
            <a:r>
              <a:rPr lang="en-US" sz="2850" b="1" dirty="0" spc="-9" kern="0">
                <a:solidFill>
                  <a:srgbClr val="0F766E"/>
                </a:solidFill>
                <a:latin typeface="Be Vietnam Pro" pitchFamily="34" charset="0"/>
                <a:ea typeface="Be Vietnam Pro" pitchFamily="34" charset="-122"/>
                <a:cs typeface="Be Vietnam Pro" pitchFamily="34" charset="-120"/>
              </a:rPr>
              <a:t> phép</a:t>
            </a:r>
            <a:pPr algn="l" indent="0" marL="0">
              <a:lnSpc>
                <a:spcPts val="3848"/>
              </a:lnSpc>
              <a:buNone/>
            </a:pPr>
            <a:r>
              <a:rPr lang="en-US" sz="2850" dirty="0" spc="2" kern="0">
                <a:solidFill>
                  <a:srgbClr val="14161C"/>
                </a:solidFill>
                <a:latin typeface="Be Vietnam Pro" pitchFamily="34" charset="0"/>
                <a:ea typeface="Be Vietnam Pro" pitchFamily="34" charset="-122"/>
                <a:cs typeface="Be Vietnam Pro" pitchFamily="34" charset="-120"/>
              </a:rPr>
              <a:t> là</a:t>
            </a:r>
            <a:r>
              <a:rPr lang="en-US" sz="2850" dirty="0" spc="0" kern="0">
                <a:solidFill>
                  <a:srgbClr val="14161C"/>
                </a:solidFill>
                <a:latin typeface="Be Vietnam Pro" pitchFamily="34" charset="0"/>
                <a:ea typeface="Be Vietnam Pro" pitchFamily="34" charset="-122"/>
                <a:cs typeface="Be Vietnam Pro" pitchFamily="34" charset="-120"/>
              </a:rPr>
              <a:t> chữ</a:t>
            </a:r>
            <a:r>
              <a:rPr lang="en-US" sz="2850" dirty="0" spc="10" kern="0">
                <a:solidFill>
                  <a:srgbClr val="14161C"/>
                </a:solidFill>
                <a:latin typeface="Be Vietnam Pro" pitchFamily="34" charset="0"/>
                <a:ea typeface="Be Vietnam Pro" pitchFamily="34" charset="-122"/>
                <a:cs typeface="Be Vietnam Pro" pitchFamily="34" charset="-120"/>
              </a:rPr>
              <a:t> đọc</a:t>
            </a:r>
            <a:r>
              <a:rPr lang="en-US" sz="2850" dirty="0" spc="-1" kern="0">
                <a:solidFill>
                  <a:srgbClr val="14161C"/>
                </a:solidFill>
                <a:latin typeface="Be Vietnam Pro" pitchFamily="34" charset="0"/>
                <a:ea typeface="Be Vietnam Pro" pitchFamily="34" charset="-122"/>
                <a:cs typeface="Be Vietnam Pro" pitchFamily="34" charset="-120"/>
              </a:rPr>
              <a:t> từ</a:t>
            </a:r>
            <a:r>
              <a:rPr lang="en-US" sz="2850" dirty="0" spc="4" kern="0">
                <a:solidFill>
                  <a:srgbClr val="14161C"/>
                </a:solidFill>
                <a:latin typeface="Be Vietnam Pro" pitchFamily="34" charset="0"/>
                <a:ea typeface="Be Vietnam Pro" pitchFamily="34" charset="-122"/>
                <a:cs typeface="Be Vietnam Pro" pitchFamily="34" charset="-120"/>
              </a:rPr>
              <a:t> file</a:t>
            </a:r>
            <a:r>
              <a:rPr lang="en-US" sz="2850" dirty="0" spc="1" kern="0">
                <a:solidFill>
                  <a:srgbClr val="14161C"/>
                </a:solidFill>
                <a:latin typeface="Be Vietnam Pro" pitchFamily="34" charset="0"/>
                <a:ea typeface="Be Vietnam Pro" pitchFamily="34" charset="-122"/>
                <a:cs typeface="Be Vietnam Pro" pitchFamily="34" charset="-120"/>
              </a:rPr>
              <a:t> LICENSE</a:t>
            </a:r>
            <a:r>
              <a:rPr lang="en-US" sz="2850" dirty="0" spc="-16" kern="0">
                <a:solidFill>
                  <a:srgbClr val="14161C"/>
                </a:solidFill>
                <a:latin typeface="Be Vietnam Pro" pitchFamily="34" charset="0"/>
                <a:ea typeface="Be Vietnam Pro" pitchFamily="34" charset="-122"/>
                <a:cs typeface="Be Vietnam Pro" pitchFamily="34" charset="-120"/>
              </a:rPr>
              <a:t> và</a:t>
            </a:r>
            <a:r>
              <a:rPr lang="en-US" sz="2850" dirty="0" spc="3" kern="0">
                <a:solidFill>
                  <a:srgbClr val="14161C"/>
                </a:solidFill>
                <a:latin typeface="Be Vietnam Pro" pitchFamily="34" charset="0"/>
                <a:ea typeface="Be Vietnam Pro" pitchFamily="34" charset="-122"/>
                <a:cs typeface="Be Vietnam Pro" pitchFamily="34" charset="-120"/>
              </a:rPr>
              <a:t> README,</a:t>
            </a:r>
            <a:r>
              <a:rPr lang="en-US" sz="2850" dirty="0" spc="-3" kern="0">
                <a:solidFill>
                  <a:srgbClr val="14161C"/>
                </a:solidFill>
                <a:latin typeface="Be Vietnam Pro" pitchFamily="34" charset="0"/>
                <a:ea typeface="Be Vietnam Pro" pitchFamily="34" charset="-122"/>
                <a:cs typeface="Be Vietnam Pro" pitchFamily="34" charset="-120"/>
              </a:rPr>
              <a:t> không</a:t>
            </a:r>
            <a:r>
              <a:rPr lang="en-US" sz="2850" dirty="0" spc="0" kern="0">
                <a:solidFill>
                  <a:srgbClr val="14161C"/>
                </a:solidFill>
                <a:latin typeface="Be Vietnam Pro" pitchFamily="34" charset="0"/>
                <a:ea typeface="Be Vietnam Pro" pitchFamily="34" charset="-122"/>
                <a:cs typeface="Be Vietnam Pro" pitchFamily="34" charset="-120"/>
              </a:rPr>
              <a:t> phải</a:t>
            </a:r>
            <a:r>
              <a:rPr lang="en-US" sz="2850" dirty="0" spc="6" kern="0">
                <a:solidFill>
                  <a:srgbClr val="14161C"/>
                </a:solidFill>
                <a:latin typeface="Be Vietnam Pro" pitchFamily="34" charset="0"/>
                <a:ea typeface="Be Vietnam Pro" pitchFamily="34" charset="-122"/>
                <a:cs typeface="Be Vietnam Pro" pitchFamily="34" charset="-120"/>
              </a:rPr>
              <a:t> trường</a:t>
            </a:r>
            <a:r>
              <a:rPr lang="en-US" sz="2850" dirty="0" spc="-5" kern="0">
                <a:solidFill>
                  <a:srgbClr val="14161C"/>
                </a:solidFill>
                <a:latin typeface="Be Vietnam Pro" pitchFamily="34" charset="0"/>
                <a:ea typeface="Be Vietnam Pro" pitchFamily="34" charset="-122"/>
                <a:cs typeface="Be Vietnam Pro" pitchFamily="34" charset="-120"/>
              </a:rPr>
              <a:t> license</a:t>
            </a:r>
            <a:r>
              <a:rPr lang="en-US" sz="2850" dirty="0" spc="1" kern="0">
                <a:solidFill>
                  <a:srgbClr val="14161C"/>
                </a:solidFill>
                <a:latin typeface="Be Vietnam Pro" pitchFamily="34" charset="0"/>
                <a:ea typeface="Be Vietnam Pro" pitchFamily="34" charset="-122"/>
                <a:cs typeface="Be Vietnam Pro" pitchFamily="34" charset="-120"/>
              </a:rPr>
              <a:t> của</a:t>
            </a:r>
            <a:r>
              <a:rPr lang="en-US" sz="2850" dirty="0" spc="-1" kern="0">
                <a:solidFill>
                  <a:srgbClr val="14161C"/>
                </a:solidFill>
                <a:latin typeface="Be Vietnam Pro" pitchFamily="34" charset="0"/>
                <a:ea typeface="Be Vietnam Pro" pitchFamily="34" charset="-122"/>
                <a:cs typeface="Be Vietnam Pro" pitchFamily="34" charset="-120"/>
              </a:rPr>
              <a:t> GitHub,</a:t>
            </a:r>
            <a:r>
              <a:rPr lang="en-US" sz="2850" dirty="0" spc="-17" kern="0">
                <a:solidFill>
                  <a:srgbClr val="14161C"/>
                </a:solidFill>
                <a:latin typeface="Be Vietnam Pro" pitchFamily="34" charset="0"/>
                <a:ea typeface="Be Vietnam Pro" pitchFamily="34" charset="-122"/>
                <a:cs typeface="Be Vietnam Pro" pitchFamily="34" charset="-120"/>
              </a:rPr>
              <a:t> và</a:t>
            </a:r>
            <a:r>
              <a:rPr lang="en-US" sz="2850" dirty="0" spc="-3" kern="0">
                <a:solidFill>
                  <a:srgbClr val="14161C"/>
                </a:solidFill>
                <a:latin typeface="Be Vietnam Pro" pitchFamily="34" charset="0"/>
                <a:ea typeface="Be Vietnam Pro" pitchFamily="34" charset="-122"/>
                <a:cs typeface="Be Vietnam Pro" pitchFamily="34" charset="-120"/>
              </a:rPr>
              <a:t> không</a:t>
            </a:r>
            <a:r>
              <a:rPr lang="en-US" sz="2850" dirty="0" spc="1" kern="0">
                <a:solidFill>
                  <a:srgbClr val="14161C"/>
                </a:solidFill>
                <a:latin typeface="Be Vietnam Pro" pitchFamily="34" charset="0"/>
                <a:ea typeface="Be Vietnam Pro" pitchFamily="34" charset="-122"/>
                <a:cs typeface="Be Vietnam Pro" pitchFamily="34" charset="-120"/>
              </a:rPr>
              <a:t> phải tư</a:t>
            </a:r>
            <a:r>
              <a:rPr lang="en-US" sz="2850" dirty="0" spc="-13" kern="0">
                <a:solidFill>
                  <a:srgbClr val="14161C"/>
                </a:solidFill>
                <a:latin typeface="Be Vietnam Pro" pitchFamily="34" charset="0"/>
                <a:ea typeface="Be Vietnam Pro" pitchFamily="34" charset="-122"/>
                <a:cs typeface="Be Vietnam Pro" pitchFamily="34" charset="-120"/>
              </a:rPr>
              <a:t> vấn</a:t>
            </a:r>
            <a:r>
              <a:rPr lang="en-US" sz="2850" dirty="0" spc="-1" kern="0">
                <a:solidFill>
                  <a:srgbClr val="14161C"/>
                </a:solidFill>
                <a:latin typeface="Be Vietnam Pro" pitchFamily="34" charset="0"/>
                <a:ea typeface="Be Vietnam Pro" pitchFamily="34" charset="-122"/>
                <a:cs typeface="Be Vietnam Pro" pitchFamily="34" charset="-120"/>
              </a:rPr>
              <a:t> pháp</a:t>
            </a:r>
            <a:r>
              <a:rPr lang="en-US" sz="2850" dirty="0" spc="2" kern="0">
                <a:solidFill>
                  <a:srgbClr val="14161C"/>
                </a:solidFill>
                <a:latin typeface="Be Vietnam Pro" pitchFamily="34" charset="0"/>
                <a:ea typeface="Be Vietnam Pro" pitchFamily="34" charset="-122"/>
                <a:cs typeface="Be Vietnam Pro" pitchFamily="34" charset="-120"/>
              </a:rPr>
              <a:t> lý.</a:t>
            </a:r>
            <a:r>
              <a:rPr lang="en-US" sz="2850" dirty="0" spc="-11" kern="0">
                <a:solidFill>
                  <a:srgbClr val="14161C"/>
                </a:solidFill>
                <a:latin typeface="Be Vietnam Pro" pitchFamily="34" charset="0"/>
                <a:ea typeface="Be Vietnam Pro" pitchFamily="34" charset="-122"/>
                <a:cs typeface="Be Vietnam Pro" pitchFamily="34" charset="-120"/>
              </a:rPr>
              <a:t> Đây</a:t>
            </a:r>
            <a:r>
              <a:rPr lang="en-US" sz="2850" dirty="0" spc="2" kern="0">
                <a:solidFill>
                  <a:srgbClr val="14161C"/>
                </a:solidFill>
                <a:latin typeface="Be Vietnam Pro" pitchFamily="34" charset="0"/>
                <a:ea typeface="Be Vietnam Pro" pitchFamily="34" charset="-122"/>
                <a:cs typeface="Be Vietnam Pro" pitchFamily="34" charset="-120"/>
              </a:rPr>
              <a:t> là</a:t>
            </a:r>
            <a:r>
              <a:rPr lang="en-US" sz="2850" dirty="0" spc="-14" kern="0">
                <a:solidFill>
                  <a:srgbClr val="14161C"/>
                </a:solidFill>
                <a:latin typeface="Be Vietnam Pro" pitchFamily="34" charset="0"/>
                <a:ea typeface="Be Vietnam Pro" pitchFamily="34" charset="-122"/>
                <a:cs typeface="Be Vietnam Pro" pitchFamily="34" charset="-120"/>
              </a:rPr>
              <a:t> tài</a:t>
            </a:r>
            <a:r>
              <a:rPr lang="en-US" sz="2850" dirty="0" spc="2" kern="0">
                <a:solidFill>
                  <a:srgbClr val="14161C"/>
                </a:solidFill>
                <a:latin typeface="Be Vietnam Pro" pitchFamily="34" charset="0"/>
                <a:ea typeface="Be Vietnam Pro" pitchFamily="34" charset="-122"/>
                <a:cs typeface="Be Vietnam Pro" pitchFamily="34" charset="-120"/>
              </a:rPr>
              <a:t> liệu</a:t>
            </a:r>
            <a:r>
              <a:rPr lang="en-US" sz="2850" dirty="0" spc="8" kern="0">
                <a:solidFill>
                  <a:srgbClr val="14161C"/>
                </a:solidFill>
                <a:latin typeface="Be Vietnam Pro" pitchFamily="34" charset="0"/>
                <a:ea typeface="Be Vietnam Pro" pitchFamily="34" charset="-122"/>
                <a:cs typeface="Be Vietnam Pro" pitchFamily="34" charset="-120"/>
              </a:rPr>
              <a:t> đọc,</a:t>
            </a:r>
            <a:r>
              <a:rPr lang="en-US" sz="2850" dirty="0" spc="-3" kern="0">
                <a:solidFill>
                  <a:srgbClr val="14161C"/>
                </a:solidFill>
                <a:latin typeface="Be Vietnam Pro" pitchFamily="34" charset="0"/>
                <a:ea typeface="Be Vietnam Pro" pitchFamily="34" charset="-122"/>
                <a:cs typeface="Be Vietnam Pro" pitchFamily="34" charset="-120"/>
              </a:rPr>
              <a:t> không</a:t>
            </a:r>
            <a:r>
              <a:rPr lang="en-US" sz="2850" dirty="0" spc="1" kern="0">
                <a:solidFill>
                  <a:srgbClr val="14161C"/>
                </a:solidFill>
                <a:latin typeface="Be Vietnam Pro" pitchFamily="34" charset="0"/>
                <a:ea typeface="Be Vietnam Pro" pitchFamily="34" charset="-122"/>
                <a:cs typeface="Be Vietnam Pro" pitchFamily="34" charset="-120"/>
              </a:rPr>
              <a:t> phải</a:t>
            </a:r>
            <a:r>
              <a:rPr lang="en-US" sz="2850" dirty="0" spc="-16" kern="0">
                <a:solidFill>
                  <a:srgbClr val="14161C"/>
                </a:solidFill>
                <a:latin typeface="Be Vietnam Pro" pitchFamily="34" charset="0"/>
                <a:ea typeface="Be Vietnam Pro" pitchFamily="34" charset="-122"/>
                <a:cs typeface="Be Vietnam Pro" pitchFamily="34" charset="-120"/>
              </a:rPr>
              <a:t> khuyến</a:t>
            </a:r>
            <a:r>
              <a:rPr lang="en-US" sz="2850" dirty="0" spc="-1" kern="0">
                <a:solidFill>
                  <a:srgbClr val="14161C"/>
                </a:solidFill>
                <a:latin typeface="Be Vietnam Pro" pitchFamily="34" charset="0"/>
                <a:ea typeface="Be Vietnam Pro" pitchFamily="34" charset="-122"/>
                <a:cs typeface="Be Vietnam Pro" pitchFamily="34" charset="-120"/>
              </a:rPr>
              <a:t> nghị</a:t>
            </a:r>
            <a:r>
              <a:rPr lang="en-US" sz="2850" dirty="0" spc="1" kern="0">
                <a:solidFill>
                  <a:srgbClr val="14161C"/>
                </a:solidFill>
                <a:latin typeface="Be Vietnam Pro" pitchFamily="34" charset="0"/>
                <a:ea typeface="Be Vietnam Pro" pitchFamily="34" charset="-122"/>
                <a:cs typeface="Be Vietnam Pro" pitchFamily="34" charset="-120"/>
              </a:rPr>
              <a:t> cài</a:t>
            </a:r>
            <a:r>
              <a:rPr lang="en-US" sz="2850" dirty="0" spc="0" kern="0">
                <a:solidFill>
                  <a:srgbClr val="14161C"/>
                </a:solidFill>
                <a:latin typeface="Be Vietnam Pro" pitchFamily="34" charset="0"/>
                <a:ea typeface="Be Vietnam Pro" pitchFamily="34" charset="-122"/>
                <a:cs typeface="Be Vietnam Pro" pitchFamily="34" charset="-120"/>
              </a:rPr>
              <a:t> đặt.</a:t>
            </a:r>
            <a:endParaRPr lang="en-US" sz="2850" dirty="0"/>
          </a:p>
        </p:txBody>
      </p:sp>
      <p:sp>
        <p:nvSpPr>
          <p:cNvPr id="5" name="Shape 3"/>
          <p:cNvSpPr/>
          <p:nvPr/>
        </p:nvSpPr>
        <p:spPr>
          <a:xfrm>
            <a:off x="12325350" y="2762250"/>
            <a:ext cx="5048250" cy="1724025"/>
          </a:xfrm>
          <a:prstGeom prst="roundRect">
            <a:avLst>
              <a:gd name="adj" fmla="val 12155"/>
            </a:avLst>
          </a:prstGeom>
          <a:solidFill>
            <a:srgbClr val="E8E0CF"/>
          </a:solidFill>
          <a:ln/>
        </p:spPr>
      </p:sp>
      <p:sp>
        <p:nvSpPr>
          <p:cNvPr id="6" name="Shape 4"/>
          <p:cNvSpPr/>
          <p:nvPr/>
        </p:nvSpPr>
        <p:spPr>
          <a:xfrm>
            <a:off x="12325350" y="2762250"/>
            <a:ext cx="5048250" cy="95250"/>
          </a:xfrm>
          <a:prstGeom prst="roundRect">
            <a:avLst>
              <a:gd name="adj" fmla="val 50000"/>
            </a:avLst>
          </a:prstGeom>
          <a:solidFill>
            <a:srgbClr val="B45309"/>
          </a:solidFill>
          <a:ln/>
        </p:spPr>
      </p:sp>
      <p:sp>
        <p:nvSpPr>
          <p:cNvPr id="7" name="Text 5"/>
          <p:cNvSpPr/>
          <p:nvPr/>
        </p:nvSpPr>
        <p:spPr>
          <a:xfrm>
            <a:off x="12630150" y="3028950"/>
            <a:ext cx="4438650" cy="381000"/>
          </a:xfrm>
          <a:prstGeom prst="rect">
            <a:avLst/>
          </a:prstGeom>
          <a:noFill/>
          <a:ln/>
        </p:spPr>
        <p:txBody>
          <a:bodyPr wrap="square" lIns="0" tIns="0" rIns="0" bIns="0" rtlCol="0" anchor="ctr"/>
          <a:lstStyle/>
          <a:p>
            <a:pPr algn="l" indent="0" marL="0">
              <a:buNone/>
            </a:pPr>
            <a:r>
              <a:rPr lang="en-US" sz="1950" dirty="0" spc="3" kern="0">
                <a:solidFill>
                  <a:srgbClr val="B45309"/>
                </a:solidFill>
                <a:latin typeface="Be Vietnam Pro ExtraBold" pitchFamily="34" charset="0"/>
                <a:ea typeface="Be Vietnam Pro ExtraBold" pitchFamily="34" charset="-122"/>
                <a:cs typeface="Be Vietnam Pro ExtraBold" pitchFamily="34" charset="-120"/>
              </a:rPr>
              <a:t>Giới</a:t>
            </a:r>
            <a:r>
              <a:rPr lang="en-US" sz="1950" dirty="0" spc="-2" kern="0">
                <a:solidFill>
                  <a:srgbClr val="B45309"/>
                </a:solidFill>
                <a:latin typeface="Be Vietnam Pro ExtraBold" pitchFamily="34" charset="0"/>
                <a:ea typeface="Be Vietnam Pro ExtraBold" pitchFamily="34" charset="-122"/>
                <a:cs typeface="Be Vietnam Pro ExtraBold" pitchFamily="34" charset="-120"/>
              </a:rPr>
              <a:t> hạn</a:t>
            </a:r>
            <a:endParaRPr lang="en-US" sz="1950" dirty="0"/>
          </a:p>
        </p:txBody>
      </p:sp>
      <p:sp>
        <p:nvSpPr>
          <p:cNvPr id="8" name="Text 6"/>
          <p:cNvSpPr/>
          <p:nvPr/>
        </p:nvSpPr>
        <p:spPr>
          <a:xfrm>
            <a:off x="12630150" y="3486150"/>
            <a:ext cx="4438650" cy="809625"/>
          </a:xfrm>
          <a:prstGeom prst="rect">
            <a:avLst/>
          </a:prstGeom>
          <a:noFill/>
          <a:ln/>
        </p:spPr>
        <p:txBody>
          <a:bodyPr wrap="square" lIns="0" tIns="19050" rIns="0" bIns="-19050" rtlCol="0" anchor="t"/>
          <a:lstStyle/>
          <a:p>
            <a:pPr algn="l" indent="0" marL="0">
              <a:lnSpc>
                <a:spcPts val="2928"/>
              </a:lnSpc>
              <a:buNone/>
            </a:pPr>
            <a:r>
              <a:rPr lang="en-US" sz="2400" dirty="0" spc="2" kern="0">
                <a:solidFill>
                  <a:srgbClr val="14161C"/>
                </a:solidFill>
                <a:latin typeface="Be Vietnam Pro SemiBold" pitchFamily="34" charset="0"/>
                <a:ea typeface="Be Vietnam Pro SemiBold" pitchFamily="34" charset="-122"/>
                <a:cs typeface="Be Vietnam Pro SemiBold" pitchFamily="34" charset="-120"/>
              </a:rPr>
              <a:t>chỉ</a:t>
            </a:r>
            <a:r>
              <a:rPr lang="en-US" sz="2400" dirty="0" spc="4" kern="0">
                <a:solidFill>
                  <a:srgbClr val="14161C"/>
                </a:solidFill>
                <a:latin typeface="Be Vietnam Pro SemiBold" pitchFamily="34" charset="0"/>
                <a:ea typeface="Be Vietnam Pro SemiBold" pitchFamily="34" charset="-122"/>
                <a:cs typeface="Be Vietnam Pro SemiBold" pitchFamily="34" charset="-120"/>
              </a:rPr>
              <a:t> đọc</a:t>
            </a:r>
            <a:r>
              <a:rPr lang="en-US" sz="2400" dirty="0" spc="-2" kern="0">
                <a:solidFill>
                  <a:srgbClr val="14161C"/>
                </a:solidFill>
                <a:latin typeface="Be Vietnam Pro SemiBold" pitchFamily="34" charset="0"/>
                <a:ea typeface="Be Vietnam Pro SemiBold" pitchFamily="34" charset="-122"/>
                <a:cs typeface="Be Vietnam Pro SemiBold" pitchFamily="34" charset="-120"/>
              </a:rPr>
              <a:t> README</a:t>
            </a:r>
            <a:r>
              <a:rPr lang="en-US" sz="2400" dirty="0" spc="1" kern="0">
                <a:solidFill>
                  <a:srgbClr val="14161C"/>
                </a:solidFill>
                <a:latin typeface="Be Vietnam Pro SemiBold" pitchFamily="34" charset="0"/>
                <a:ea typeface="Be Vietnam Pro SemiBold" pitchFamily="34" charset="-122"/>
                <a:cs typeface="Be Vietnam Pro SemiBold" pitchFamily="34" charset="-120"/>
              </a:rPr>
              <a:t> ở</a:t>
            </a:r>
            <a:r>
              <a:rPr lang="en-US" sz="2400" dirty="0" spc="-3" kern="0">
                <a:solidFill>
                  <a:srgbClr val="14161C"/>
                </a:solidFill>
                <a:latin typeface="Be Vietnam Pro SemiBold" pitchFamily="34" charset="0"/>
                <a:ea typeface="Be Vietnam Pro SemiBold" pitchFamily="34" charset="-122"/>
                <a:cs typeface="Be Vietnam Pro SemiBold" pitchFamily="34" charset="-120"/>
              </a:rPr>
              <a:t> commit</a:t>
            </a:r>
            <a:r>
              <a:rPr lang="en-US" sz="2400" dirty="0" spc="-1" kern="0">
                <a:solidFill>
                  <a:srgbClr val="14161C"/>
                </a:solidFill>
                <a:latin typeface="Be Vietnam Pro SemiBold" pitchFamily="34" charset="0"/>
                <a:ea typeface="Be Vietnam Pro SemiBold" pitchFamily="34" charset="-122"/>
                <a:cs typeface="Be Vietnam Pro SemiBold" pitchFamily="34" charset="-120"/>
              </a:rPr>
              <a:t> ghim,</a:t>
            </a:r>
            <a:r>
              <a:rPr lang="en-US" sz="2400" dirty="0" spc="-5" kern="0">
                <a:solidFill>
                  <a:srgbClr val="14161C"/>
                </a:solidFill>
                <a:latin typeface="Be Vietnam Pro SemiBold" pitchFamily="34" charset="0"/>
                <a:ea typeface="Be Vietnam Pro SemiBold" pitchFamily="34" charset="-122"/>
                <a:cs typeface="Be Vietnam Pro SemiBold" pitchFamily="34" charset="-120"/>
              </a:rPr>
              <a:t> không</a:t>
            </a:r>
            <a:r>
              <a:rPr lang="en-US" sz="2400" dirty="0" spc="-9" kern="0">
                <a:solidFill>
                  <a:srgbClr val="14161C"/>
                </a:solidFill>
                <a:latin typeface="Be Vietnam Pro SemiBold" pitchFamily="34" charset="0"/>
                <a:ea typeface="Be Vietnam Pro SemiBold" pitchFamily="34" charset="-122"/>
                <a:cs typeface="Be Vietnam Pro SemiBold" pitchFamily="34" charset="-120"/>
              </a:rPr>
              <a:t> chạy</a:t>
            </a:r>
            <a:r>
              <a:rPr lang="en-US" sz="2400" dirty="0" spc="1" kern="0">
                <a:solidFill>
                  <a:srgbClr val="14161C"/>
                </a:solidFill>
                <a:latin typeface="Be Vietnam Pro SemiBold" pitchFamily="34" charset="0"/>
                <a:ea typeface="Be Vietnam Pro SemiBold" pitchFamily="34" charset="-122"/>
                <a:cs typeface="Be Vietnam Pro SemiBold" pitchFamily="34" charset="-120"/>
              </a:rPr>
              <a:t> gì</a:t>
            </a:r>
            <a:endParaRPr lang="en-US" sz="2400" dirty="0"/>
          </a:p>
        </p:txBody>
      </p:sp>
      <p:sp>
        <p:nvSpPr>
          <p:cNvPr id="9" name="Shape 7"/>
          <p:cNvSpPr/>
          <p:nvPr/>
        </p:nvSpPr>
        <p:spPr>
          <a:xfrm>
            <a:off x="12325350" y="4714875"/>
            <a:ext cx="5048250" cy="1724025"/>
          </a:xfrm>
          <a:prstGeom prst="roundRect">
            <a:avLst>
              <a:gd name="adj" fmla="val 12155"/>
            </a:avLst>
          </a:prstGeom>
          <a:solidFill>
            <a:srgbClr val="E8E0CF"/>
          </a:solidFill>
          <a:ln/>
        </p:spPr>
      </p:sp>
      <p:sp>
        <p:nvSpPr>
          <p:cNvPr id="10" name="Shape 8"/>
          <p:cNvSpPr/>
          <p:nvPr/>
        </p:nvSpPr>
        <p:spPr>
          <a:xfrm>
            <a:off x="12325350" y="4714875"/>
            <a:ext cx="5048250" cy="95250"/>
          </a:xfrm>
          <a:prstGeom prst="roundRect">
            <a:avLst>
              <a:gd name="adj" fmla="val 50000"/>
            </a:avLst>
          </a:prstGeom>
          <a:solidFill>
            <a:srgbClr val="0F766E"/>
          </a:solidFill>
          <a:ln/>
        </p:spPr>
      </p:sp>
      <p:sp>
        <p:nvSpPr>
          <p:cNvPr id="11" name="Text 9"/>
          <p:cNvSpPr/>
          <p:nvPr/>
        </p:nvSpPr>
        <p:spPr>
          <a:xfrm>
            <a:off x="12630150" y="4981575"/>
            <a:ext cx="4438650" cy="381000"/>
          </a:xfrm>
          <a:prstGeom prst="rect">
            <a:avLst/>
          </a:prstGeom>
          <a:noFill/>
          <a:ln/>
        </p:spPr>
        <p:txBody>
          <a:bodyPr wrap="square" lIns="0" tIns="0" rIns="0" bIns="0" rtlCol="0" anchor="ctr"/>
          <a:lstStyle/>
          <a:p>
            <a:pPr algn="l" indent="0" marL="0">
              <a:buNone/>
            </a:pPr>
            <a:r>
              <a:rPr lang="en-US" sz="1950" dirty="0" spc="-8" kern="0">
                <a:solidFill>
                  <a:srgbClr val="0F766E"/>
                </a:solidFill>
                <a:latin typeface="Be Vietnam Pro ExtraBold" pitchFamily="34" charset="0"/>
                <a:ea typeface="Be Vietnam Pro ExtraBold" pitchFamily="34" charset="-122"/>
                <a:cs typeface="Be Vietnam Pro ExtraBold" pitchFamily="34" charset="-120"/>
              </a:rPr>
              <a:t>Giấy</a:t>
            </a:r>
            <a:r>
              <a:rPr lang="en-US" sz="1950" dirty="0" spc="-9" kern="0">
                <a:solidFill>
                  <a:srgbClr val="0F766E"/>
                </a:solidFill>
                <a:latin typeface="Be Vietnam Pro ExtraBold" pitchFamily="34" charset="0"/>
                <a:ea typeface="Be Vietnam Pro ExtraBold" pitchFamily="34" charset="-122"/>
                <a:cs typeface="Be Vietnam Pro ExtraBold" pitchFamily="34" charset="-120"/>
              </a:rPr>
              <a:t> phép</a:t>
            </a:r>
            <a:endParaRPr lang="en-US" sz="1950" dirty="0"/>
          </a:p>
        </p:txBody>
      </p:sp>
      <p:sp>
        <p:nvSpPr>
          <p:cNvPr id="12" name="Text 10"/>
          <p:cNvSpPr/>
          <p:nvPr/>
        </p:nvSpPr>
        <p:spPr>
          <a:xfrm>
            <a:off x="12630150" y="5438775"/>
            <a:ext cx="4438650" cy="809625"/>
          </a:xfrm>
          <a:prstGeom prst="rect">
            <a:avLst/>
          </a:prstGeom>
          <a:noFill/>
          <a:ln/>
        </p:spPr>
        <p:txBody>
          <a:bodyPr wrap="square" lIns="0" tIns="19050" rIns="0" bIns="-19050" rtlCol="0" anchor="t"/>
          <a:lstStyle/>
          <a:p>
            <a:pPr algn="l" indent="0" marL="0">
              <a:lnSpc>
                <a:spcPts val="2928"/>
              </a:lnSpc>
              <a:buNone/>
            </a:pPr>
            <a:r>
              <a:rPr lang="en-US" sz="2400" dirty="0" spc="5" kern="0">
                <a:solidFill>
                  <a:srgbClr val="14161C"/>
                </a:solidFill>
                <a:latin typeface="Be Vietnam Pro SemiBold" pitchFamily="34" charset="0"/>
                <a:ea typeface="Be Vietnam Pro SemiBold" pitchFamily="34" charset="-122"/>
                <a:cs typeface="Be Vietnam Pro SemiBold" pitchFamily="34" charset="-120"/>
              </a:rPr>
              <a:t>đọc</a:t>
            </a:r>
            <a:r>
              <a:rPr lang="en-US" sz="2400" dirty="0" spc="1" kern="0">
                <a:solidFill>
                  <a:srgbClr val="14161C"/>
                </a:solidFill>
                <a:latin typeface="Be Vietnam Pro SemiBold" pitchFamily="34" charset="0"/>
                <a:ea typeface="Be Vietnam Pro SemiBold" pitchFamily="34" charset="-122"/>
                <a:cs typeface="Be Vietnam Pro SemiBold" pitchFamily="34" charset="-120"/>
              </a:rPr>
              <a:t> từ</a:t>
            </a:r>
            <a:r>
              <a:rPr lang="en-US" sz="2400" dirty="0" spc="-1" kern="0">
                <a:solidFill>
                  <a:srgbClr val="14161C"/>
                </a:solidFill>
                <a:latin typeface="Be Vietnam Pro SemiBold" pitchFamily="34" charset="0"/>
                <a:ea typeface="Be Vietnam Pro SemiBold" pitchFamily="34" charset="-122"/>
                <a:cs typeface="Be Vietnam Pro SemiBold" pitchFamily="34" charset="-120"/>
              </a:rPr>
              <a:t> LICENSE</a:t>
            </a:r>
            <a:r>
              <a:rPr lang="en-US" sz="2400" dirty="0" spc="-19" kern="0">
                <a:solidFill>
                  <a:srgbClr val="14161C"/>
                </a:solidFill>
                <a:latin typeface="Be Vietnam Pro SemiBold" pitchFamily="34" charset="0"/>
                <a:ea typeface="Be Vietnam Pro SemiBold" pitchFamily="34" charset="-122"/>
                <a:cs typeface="Be Vietnam Pro SemiBold" pitchFamily="34" charset="-120"/>
              </a:rPr>
              <a:t> và</a:t>
            </a:r>
            <a:r>
              <a:rPr lang="en-US" sz="2400" dirty="0" spc="-2" kern="0">
                <a:solidFill>
                  <a:srgbClr val="14161C"/>
                </a:solidFill>
                <a:latin typeface="Be Vietnam Pro SemiBold" pitchFamily="34" charset="0"/>
                <a:ea typeface="Be Vietnam Pro SemiBold" pitchFamily="34" charset="-122"/>
                <a:cs typeface="Be Vietnam Pro SemiBold" pitchFamily="34" charset="-120"/>
              </a:rPr>
              <a:t> README,</a:t>
            </a:r>
            <a:r>
              <a:rPr lang="en-US" sz="2400" dirty="0" spc="-4" kern="0">
                <a:solidFill>
                  <a:srgbClr val="14161C"/>
                </a:solidFill>
                <a:latin typeface="Be Vietnam Pro SemiBold" pitchFamily="34" charset="0"/>
                <a:ea typeface="Be Vietnam Pro SemiBold" pitchFamily="34" charset="-122"/>
                <a:cs typeface="Be Vietnam Pro SemiBold" pitchFamily="34" charset="-120"/>
              </a:rPr>
              <a:t> không</a:t>
            </a:r>
            <a:r>
              <a:rPr lang="en-US" sz="2400" dirty="0" spc="-3" kern="0">
                <a:solidFill>
                  <a:srgbClr val="14161C"/>
                </a:solidFill>
                <a:latin typeface="Be Vietnam Pro SemiBold" pitchFamily="34" charset="0"/>
                <a:ea typeface="Be Vietnam Pro SemiBold" pitchFamily="34" charset="-122"/>
                <a:cs typeface="Be Vietnam Pro SemiBold" pitchFamily="34" charset="-120"/>
              </a:rPr>
              <a:t> phải</a:t>
            </a:r>
            <a:r>
              <a:rPr lang="en-US" sz="2400" dirty="0" spc="0" kern="0">
                <a:solidFill>
                  <a:srgbClr val="14161C"/>
                </a:solidFill>
                <a:latin typeface="Be Vietnam Pro SemiBold" pitchFamily="34" charset="0"/>
                <a:ea typeface="Be Vietnam Pro SemiBold" pitchFamily="34" charset="-122"/>
                <a:cs typeface="Be Vietnam Pro SemiBold" pitchFamily="34" charset="-120"/>
              </a:rPr>
              <a:t> tư</a:t>
            </a:r>
            <a:r>
              <a:rPr lang="en-US" sz="2400" dirty="0" spc="-13" kern="0">
                <a:solidFill>
                  <a:srgbClr val="14161C"/>
                </a:solidFill>
                <a:latin typeface="Be Vietnam Pro SemiBold" pitchFamily="34" charset="0"/>
                <a:ea typeface="Be Vietnam Pro SemiBold" pitchFamily="34" charset="-122"/>
                <a:cs typeface="Be Vietnam Pro SemiBold" pitchFamily="34" charset="-120"/>
              </a:rPr>
              <a:t> vấn</a:t>
            </a:r>
            <a:r>
              <a:rPr lang="en-US" sz="2400" dirty="0" spc="-2" kern="0">
                <a:solidFill>
                  <a:srgbClr val="14161C"/>
                </a:solidFill>
                <a:latin typeface="Be Vietnam Pro SemiBold" pitchFamily="34" charset="0"/>
                <a:ea typeface="Be Vietnam Pro SemiBold" pitchFamily="34" charset="-122"/>
                <a:cs typeface="Be Vietnam Pro SemiBold" pitchFamily="34" charset="-120"/>
              </a:rPr>
              <a:t> pháp</a:t>
            </a:r>
            <a:r>
              <a:rPr lang="en-US" sz="2400" dirty="0" spc="0" kern="0">
                <a:solidFill>
                  <a:srgbClr val="14161C"/>
                </a:solidFill>
                <a:latin typeface="Be Vietnam Pro SemiBold" pitchFamily="34" charset="0"/>
                <a:ea typeface="Be Vietnam Pro SemiBold" pitchFamily="34" charset="-122"/>
                <a:cs typeface="Be Vietnam Pro SemiBold" pitchFamily="34" charset="-120"/>
              </a:rPr>
              <a:t> lý</a:t>
            </a:r>
            <a:endParaRPr lang="en-US" sz="2400" dirty="0"/>
          </a:p>
        </p:txBody>
      </p:sp>
      <p:sp>
        <p:nvSpPr>
          <p:cNvPr id="13" name="Shape 11"/>
          <p:cNvSpPr/>
          <p:nvPr/>
        </p:nvSpPr>
        <p:spPr>
          <a:xfrm>
            <a:off x="12325350" y="6657975"/>
            <a:ext cx="5048250" cy="1724025"/>
          </a:xfrm>
          <a:prstGeom prst="roundRect">
            <a:avLst>
              <a:gd name="adj" fmla="val 12155"/>
            </a:avLst>
          </a:prstGeom>
          <a:solidFill>
            <a:srgbClr val="E8E0CF"/>
          </a:solidFill>
          <a:ln/>
        </p:spPr>
      </p:sp>
      <p:sp>
        <p:nvSpPr>
          <p:cNvPr id="14" name="Shape 12"/>
          <p:cNvSpPr/>
          <p:nvPr/>
        </p:nvSpPr>
        <p:spPr>
          <a:xfrm>
            <a:off x="12325350" y="6657975"/>
            <a:ext cx="5048250" cy="95250"/>
          </a:xfrm>
          <a:prstGeom prst="roundRect">
            <a:avLst>
              <a:gd name="adj" fmla="val 50000"/>
            </a:avLst>
          </a:prstGeom>
          <a:solidFill>
            <a:srgbClr val="E8472B"/>
          </a:solidFill>
          <a:ln/>
        </p:spPr>
      </p:sp>
      <p:sp>
        <p:nvSpPr>
          <p:cNvPr id="15" name="Text 13"/>
          <p:cNvSpPr/>
          <p:nvPr/>
        </p:nvSpPr>
        <p:spPr>
          <a:xfrm>
            <a:off x="12630150" y="6924675"/>
            <a:ext cx="4438650" cy="381000"/>
          </a:xfrm>
          <a:prstGeom prst="rect">
            <a:avLst/>
          </a:prstGeom>
          <a:noFill/>
          <a:ln/>
        </p:spPr>
        <p:txBody>
          <a:bodyPr wrap="square" lIns="0" tIns="0" rIns="0" bIns="0" rtlCol="0" anchor="ctr"/>
          <a:lstStyle/>
          <a:p>
            <a:pPr algn="l" indent="0" marL="0">
              <a:buNone/>
            </a:pPr>
            <a:r>
              <a:rPr lang="en-US" sz="1950" dirty="0" spc="-2" kern="0">
                <a:solidFill>
                  <a:srgbClr val="E8472B"/>
                </a:solidFill>
                <a:latin typeface="Be Vietnam Pro ExtraBold" pitchFamily="34" charset="0"/>
                <a:ea typeface="Be Vietnam Pro ExtraBold" pitchFamily="34" charset="-122"/>
                <a:cs typeface="Be Vietnam Pro ExtraBold" pitchFamily="34" charset="-120"/>
              </a:rPr>
              <a:t>Chỉ</a:t>
            </a:r>
            <a:r>
              <a:rPr lang="en-US" sz="1950" dirty="0" spc="-3" kern="0">
                <a:solidFill>
                  <a:srgbClr val="E8472B"/>
                </a:solidFill>
                <a:latin typeface="Be Vietnam Pro ExtraBold" pitchFamily="34" charset="0"/>
                <a:ea typeface="Be Vietnam Pro ExtraBold" pitchFamily="34" charset="-122"/>
                <a:cs typeface="Be Vietnam Pro ExtraBold" pitchFamily="34" charset="-120"/>
              </a:rPr>
              <a:t> dẫn</a:t>
            </a:r>
            <a:r>
              <a:rPr lang="en-US" sz="1950" dirty="0" spc="-12" kern="0">
                <a:solidFill>
                  <a:srgbClr val="E8472B"/>
                </a:solidFill>
                <a:latin typeface="Be Vietnam Pro ExtraBold" pitchFamily="34" charset="0"/>
                <a:ea typeface="Be Vietnam Pro ExtraBold" pitchFamily="34" charset="-122"/>
                <a:cs typeface="Be Vietnam Pro ExtraBold" pitchFamily="34" charset="-120"/>
              </a:rPr>
              <a:t> trong</a:t>
            </a:r>
            <a:r>
              <a:rPr lang="en-US" sz="1950" dirty="0" spc="2" kern="0">
                <a:solidFill>
                  <a:srgbClr val="E8472B"/>
                </a:solidFill>
                <a:latin typeface="Be Vietnam Pro ExtraBold" pitchFamily="34" charset="0"/>
                <a:ea typeface="Be Vietnam Pro ExtraBold" pitchFamily="34" charset="-122"/>
                <a:cs typeface="Be Vietnam Pro ExtraBold" pitchFamily="34" charset="-120"/>
              </a:rPr>
              <a:t> README</a:t>
            </a:r>
            <a:endParaRPr lang="en-US" sz="1950" dirty="0"/>
          </a:p>
        </p:txBody>
      </p:sp>
      <p:sp>
        <p:nvSpPr>
          <p:cNvPr id="16" name="Text 14"/>
          <p:cNvSpPr/>
          <p:nvPr/>
        </p:nvSpPr>
        <p:spPr>
          <a:xfrm>
            <a:off x="12630150" y="7381875"/>
            <a:ext cx="4438650" cy="809625"/>
          </a:xfrm>
          <a:prstGeom prst="rect">
            <a:avLst/>
          </a:prstGeom>
          <a:noFill/>
          <a:ln/>
        </p:spPr>
        <p:txBody>
          <a:bodyPr wrap="square" lIns="0" tIns="17859" rIns="0" bIns="-17859" rtlCol="0" anchor="t"/>
          <a:lstStyle/>
          <a:p>
            <a:pPr algn="l" indent="0" marL="0">
              <a:lnSpc>
                <a:spcPts val="2745"/>
              </a:lnSpc>
              <a:buNone/>
            </a:pPr>
            <a:r>
              <a:rPr lang="en-US" sz="2250" dirty="0" spc="-7" kern="0">
                <a:solidFill>
                  <a:srgbClr val="14161C"/>
                </a:solidFill>
                <a:latin typeface="Be Vietnam Pro SemiBold" pitchFamily="34" charset="0"/>
                <a:ea typeface="Be Vietnam Pro SemiBold" pitchFamily="34" charset="-122"/>
                <a:cs typeface="Be Vietnam Pro SemiBold" pitchFamily="34" charset="-120"/>
              </a:rPr>
              <a:t>là</a:t>
            </a:r>
            <a:r>
              <a:rPr lang="en-US" sz="2250" dirty="0" spc="9" kern="0">
                <a:solidFill>
                  <a:srgbClr val="14161C"/>
                </a:solidFill>
                <a:latin typeface="Be Vietnam Pro SemiBold" pitchFamily="34" charset="0"/>
                <a:ea typeface="Be Vietnam Pro SemiBold" pitchFamily="34" charset="-122"/>
                <a:cs typeface="Be Vietnam Pro SemiBold" pitchFamily="34" charset="-120"/>
              </a:rPr>
              <a:t> đối</a:t>
            </a:r>
            <a:r>
              <a:rPr lang="en-US" sz="2250" dirty="0" spc="6" kern="0">
                <a:solidFill>
                  <a:srgbClr val="14161C"/>
                </a:solidFill>
                <a:latin typeface="Be Vietnam Pro SemiBold" pitchFamily="34" charset="0"/>
                <a:ea typeface="Be Vietnam Pro SemiBold" pitchFamily="34" charset="-122"/>
                <a:cs typeface="Be Vietnam Pro SemiBold" pitchFamily="34" charset="-120"/>
              </a:rPr>
              <a:t> tượng</a:t>
            </a:r>
            <a:r>
              <a:rPr lang="en-US" sz="2250" dirty="0" spc="9" kern="0">
                <a:solidFill>
                  <a:srgbClr val="14161C"/>
                </a:solidFill>
                <a:latin typeface="Be Vietnam Pro SemiBold" pitchFamily="34" charset="0"/>
                <a:ea typeface="Be Vietnam Pro SemiBold" pitchFamily="34" charset="-122"/>
                <a:cs typeface="Be Vietnam Pro SemiBold" pitchFamily="34" charset="-120"/>
              </a:rPr>
              <a:t> được</a:t>
            </a:r>
            <a:r>
              <a:rPr lang="en-US" sz="2250" dirty="0" spc="0" kern="0">
                <a:solidFill>
                  <a:srgbClr val="14161C"/>
                </a:solidFill>
                <a:latin typeface="Be Vietnam Pro SemiBold" pitchFamily="34" charset="0"/>
                <a:ea typeface="Be Vietnam Pro SemiBold" pitchFamily="34" charset="-122"/>
                <a:cs typeface="Be Vietnam Pro SemiBold" pitchFamily="34" charset="-120"/>
              </a:rPr>
              <a:t> mô</a:t>
            </a:r>
            <a:r>
              <a:rPr lang="en-US" sz="2250" dirty="0" spc="-7" kern="0">
                <a:solidFill>
                  <a:srgbClr val="14161C"/>
                </a:solidFill>
                <a:latin typeface="Be Vietnam Pro SemiBold" pitchFamily="34" charset="0"/>
                <a:ea typeface="Be Vietnam Pro SemiBold" pitchFamily="34" charset="-122"/>
                <a:cs typeface="Be Vietnam Pro SemiBold" pitchFamily="34" charset="-120"/>
              </a:rPr>
              <a:t> tả,</a:t>
            </a:r>
            <a:r>
              <a:rPr lang="en-US" sz="2250" dirty="0" spc="-3" kern="0">
                <a:solidFill>
                  <a:srgbClr val="14161C"/>
                </a:solidFill>
                <a:latin typeface="Be Vietnam Pro SemiBold" pitchFamily="34" charset="0"/>
                <a:ea typeface="Be Vietnam Pro SemiBold" pitchFamily="34" charset="-122"/>
                <a:cs typeface="Be Vietnam Pro SemiBold" pitchFamily="34" charset="-120"/>
              </a:rPr>
              <a:t> không</a:t>
            </a:r>
            <a:r>
              <a:rPr lang="en-US" sz="2250" dirty="0" spc="-1" kern="0">
                <a:solidFill>
                  <a:srgbClr val="14161C"/>
                </a:solidFill>
                <a:latin typeface="Be Vietnam Pro SemiBold" pitchFamily="34" charset="0"/>
                <a:ea typeface="Be Vietnam Pro SemiBold" pitchFamily="34" charset="-122"/>
                <a:cs typeface="Be Vietnam Pro SemiBold" pitchFamily="34" charset="-120"/>
              </a:rPr>
              <a:t> phải</a:t>
            </a:r>
            <a:r>
              <a:rPr lang="en-US" sz="2250" dirty="0" spc="-3" kern="0">
                <a:solidFill>
                  <a:srgbClr val="14161C"/>
                </a:solidFill>
                <a:latin typeface="Be Vietnam Pro SemiBold" pitchFamily="34" charset="0"/>
                <a:ea typeface="Be Vietnam Pro SemiBold" pitchFamily="34" charset="-122"/>
                <a:cs typeface="Be Vietnam Pro SemiBold" pitchFamily="34" charset="-120"/>
              </a:rPr>
              <a:t> lệnh</a:t>
            </a:r>
            <a:r>
              <a:rPr lang="en-US" sz="2250" dirty="0" spc="8" kern="0">
                <a:solidFill>
                  <a:srgbClr val="14161C"/>
                </a:solidFill>
                <a:latin typeface="Be Vietnam Pro SemiBold" pitchFamily="34" charset="0"/>
                <a:ea typeface="Be Vietnam Pro SemiBold" pitchFamily="34" charset="-122"/>
                <a:cs typeface="Be Vietnam Pro SemiBold" pitchFamily="34" charset="-120"/>
              </a:rPr>
              <a:t> để</a:t>
            </a:r>
            <a:r>
              <a:rPr lang="en-US" sz="2250" dirty="0" spc="-1" kern="0">
                <a:solidFill>
                  <a:srgbClr val="14161C"/>
                </a:solidFill>
                <a:latin typeface="Be Vietnam Pro SemiBold" pitchFamily="34" charset="0"/>
                <a:ea typeface="Be Vietnam Pro SemiBold" pitchFamily="34" charset="-122"/>
                <a:cs typeface="Be Vietnam Pro SemiBold" pitchFamily="34" charset="-120"/>
              </a:rPr>
              <a:t> làm</a:t>
            </a:r>
            <a:r>
              <a:rPr lang="en-US" sz="2250" dirty="0" spc="-2" kern="0">
                <a:solidFill>
                  <a:srgbClr val="14161C"/>
                </a:solidFill>
                <a:latin typeface="Be Vietnam Pro SemiBold" pitchFamily="34" charset="0"/>
                <a:ea typeface="Be Vietnam Pro SemiBold" pitchFamily="34" charset="-122"/>
                <a:cs typeface="Be Vietnam Pro SemiBold" pitchFamily="34" charset="-120"/>
              </a:rPr>
              <a:t> theo</a:t>
            </a:r>
            <a:endParaRPr lang="en-US" sz="2250" dirty="0"/>
          </a:p>
        </p:txBody>
      </p:sp>
      <p:sp>
        <p:nvSpPr>
          <p:cNvPr id="17" name="Text 15"/>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[S5]</a:t>
            </a:r>
            <a:r>
              <a:rPr lang="en-US" sz="1800" dirty="0" spc="1" kern="0">
                <a:solidFill>
                  <a:srgbClr val="6B6A66"/>
                </a:solidFill>
                <a:latin typeface="Be Vietnam Pro" pitchFamily="34" charset="0"/>
                <a:ea typeface="Be Vietnam Pro" pitchFamily="34" charset="-122"/>
                <a:cs typeface="Be Vietnam Pro" pitchFamily="34" charset="-120"/>
              </a:rPr>
              <a:t> [S26]</a:t>
            </a:r>
            <a:endParaRPr lang="en-US" sz="1800" dirty="0"/>
          </a:p>
        </p:txBody>
      </p:sp>
      <p:sp>
        <p:nvSpPr>
          <p:cNvPr id="18" name="Shape 16"/>
          <p:cNvSpPr/>
          <p:nvPr/>
        </p:nvSpPr>
        <p:spPr>
          <a:xfrm>
            <a:off x="958561" y="9578686"/>
            <a:ext cx="83127" cy="83127"/>
          </a:xfrm>
          <a:prstGeom prst="ellipse">
            <a:avLst/>
          </a:prstGeom>
          <a:solidFill>
            <a:srgbClr val="14161C">
              <a:alpha val="28000"/>
            </a:srgbClr>
          </a:solidFill>
          <a:ln/>
        </p:spPr>
      </p:sp>
      <p:sp>
        <p:nvSpPr>
          <p:cNvPr id="19" name="Shape 17"/>
          <p:cNvSpPr/>
          <p:nvPr/>
        </p:nvSpPr>
        <p:spPr>
          <a:xfrm>
            <a:off x="1124815" y="9578686"/>
            <a:ext cx="83127" cy="83127"/>
          </a:xfrm>
          <a:prstGeom prst="ellipse">
            <a:avLst/>
          </a:prstGeom>
          <a:solidFill>
            <a:srgbClr val="14161C">
              <a:alpha val="28000"/>
            </a:srgbClr>
          </a:solidFill>
          <a:ln/>
        </p:spPr>
      </p:sp>
      <p:sp>
        <p:nvSpPr>
          <p:cNvPr id="20" name="Shape 18"/>
          <p:cNvSpPr/>
          <p:nvPr/>
        </p:nvSpPr>
        <p:spPr>
          <a:xfrm>
            <a:off x="1291070" y="9578686"/>
            <a:ext cx="83127" cy="83127"/>
          </a:xfrm>
          <a:prstGeom prst="ellipse">
            <a:avLst/>
          </a:prstGeom>
          <a:solidFill>
            <a:srgbClr val="14161C">
              <a:alpha val="28000"/>
            </a:srgbClr>
          </a:solidFill>
          <a:ln/>
        </p:spPr>
      </p:sp>
      <p:sp>
        <p:nvSpPr>
          <p:cNvPr id="21" name="Shape 19"/>
          <p:cNvSpPr/>
          <p:nvPr/>
        </p:nvSpPr>
        <p:spPr>
          <a:xfrm>
            <a:off x="1457324" y="9578686"/>
            <a:ext cx="83127" cy="83127"/>
          </a:xfrm>
          <a:prstGeom prst="ellipse">
            <a:avLst/>
          </a:prstGeom>
          <a:solidFill>
            <a:srgbClr val="14161C">
              <a:alpha val="28000"/>
            </a:srgbClr>
          </a:solidFill>
          <a:ln/>
        </p:spPr>
      </p:sp>
      <p:sp>
        <p:nvSpPr>
          <p:cNvPr id="22" name="Shape 20"/>
          <p:cNvSpPr/>
          <p:nvPr/>
        </p:nvSpPr>
        <p:spPr>
          <a:xfrm>
            <a:off x="1623578" y="9578686"/>
            <a:ext cx="83127" cy="83127"/>
          </a:xfrm>
          <a:prstGeom prst="ellipse">
            <a:avLst/>
          </a:prstGeom>
          <a:solidFill>
            <a:srgbClr val="14161C">
              <a:alpha val="28000"/>
            </a:srgbClr>
          </a:solidFill>
          <a:ln/>
        </p:spPr>
      </p:sp>
      <p:sp>
        <p:nvSpPr>
          <p:cNvPr id="23" name="Shape 21"/>
          <p:cNvSpPr/>
          <p:nvPr/>
        </p:nvSpPr>
        <p:spPr>
          <a:xfrm>
            <a:off x="1789832" y="9578686"/>
            <a:ext cx="83127" cy="83127"/>
          </a:xfrm>
          <a:prstGeom prst="ellipse">
            <a:avLst/>
          </a:prstGeom>
          <a:solidFill>
            <a:srgbClr val="14161C">
              <a:alpha val="28000"/>
            </a:srgbClr>
          </a:solidFill>
          <a:ln/>
        </p:spPr>
      </p:sp>
      <p:sp>
        <p:nvSpPr>
          <p:cNvPr id="24" name="Shape 22"/>
          <p:cNvSpPr/>
          <p:nvPr/>
        </p:nvSpPr>
        <p:spPr>
          <a:xfrm>
            <a:off x="1956086" y="9578686"/>
            <a:ext cx="83127" cy="83127"/>
          </a:xfrm>
          <a:prstGeom prst="ellipse">
            <a:avLst/>
          </a:prstGeom>
          <a:solidFill>
            <a:srgbClr val="14161C">
              <a:alpha val="28000"/>
            </a:srgbClr>
          </a:solidFill>
          <a:ln/>
        </p:spPr>
      </p:sp>
      <p:sp>
        <p:nvSpPr>
          <p:cNvPr id="25" name="Shape 23"/>
          <p:cNvSpPr/>
          <p:nvPr/>
        </p:nvSpPr>
        <p:spPr>
          <a:xfrm>
            <a:off x="2122340" y="9578686"/>
            <a:ext cx="83127" cy="83127"/>
          </a:xfrm>
          <a:prstGeom prst="ellipse">
            <a:avLst/>
          </a:prstGeom>
          <a:solidFill>
            <a:srgbClr val="14161C">
              <a:alpha val="28000"/>
            </a:srgbClr>
          </a:solidFill>
          <a:ln/>
        </p:spPr>
      </p:sp>
      <p:sp>
        <p:nvSpPr>
          <p:cNvPr id="26" name="Shape 24"/>
          <p:cNvSpPr/>
          <p:nvPr/>
        </p:nvSpPr>
        <p:spPr>
          <a:xfrm>
            <a:off x="2288594" y="9578686"/>
            <a:ext cx="83127" cy="83127"/>
          </a:xfrm>
          <a:prstGeom prst="ellipse">
            <a:avLst/>
          </a:prstGeom>
          <a:solidFill>
            <a:srgbClr val="14161C">
              <a:alpha val="28000"/>
            </a:srgbClr>
          </a:solidFill>
          <a:ln/>
        </p:spPr>
      </p:sp>
      <p:sp>
        <p:nvSpPr>
          <p:cNvPr id="27" name="Shape 25"/>
          <p:cNvSpPr/>
          <p:nvPr/>
        </p:nvSpPr>
        <p:spPr>
          <a:xfrm>
            <a:off x="2454848" y="9578686"/>
            <a:ext cx="83127" cy="83127"/>
          </a:xfrm>
          <a:prstGeom prst="ellipse">
            <a:avLst/>
          </a:prstGeom>
          <a:solidFill>
            <a:srgbClr val="14161C">
              <a:alpha val="28000"/>
            </a:srgbClr>
          </a:solidFill>
          <a:ln/>
        </p:spPr>
      </p:sp>
      <p:sp>
        <p:nvSpPr>
          <p:cNvPr id="28" name="Shape 26"/>
          <p:cNvSpPr/>
          <p:nvPr/>
        </p:nvSpPr>
        <p:spPr>
          <a:xfrm>
            <a:off x="2621102" y="9578686"/>
            <a:ext cx="83127" cy="83127"/>
          </a:xfrm>
          <a:prstGeom prst="ellipse">
            <a:avLst/>
          </a:prstGeom>
          <a:solidFill>
            <a:srgbClr val="14161C">
              <a:alpha val="28000"/>
            </a:srgbClr>
          </a:solidFill>
          <a:ln/>
        </p:spPr>
      </p:sp>
      <p:sp>
        <p:nvSpPr>
          <p:cNvPr id="29" name="Shape 27"/>
          <p:cNvSpPr/>
          <p:nvPr/>
        </p:nvSpPr>
        <p:spPr>
          <a:xfrm>
            <a:off x="2787357" y="9578686"/>
            <a:ext cx="83127" cy="83127"/>
          </a:xfrm>
          <a:prstGeom prst="ellipse">
            <a:avLst/>
          </a:prstGeom>
          <a:solidFill>
            <a:srgbClr val="14161C">
              <a:alpha val="28000"/>
            </a:srgbClr>
          </a:solidFill>
          <a:ln/>
        </p:spPr>
      </p:sp>
      <p:sp>
        <p:nvSpPr>
          <p:cNvPr id="30" name="Shape 28"/>
          <p:cNvSpPr/>
          <p:nvPr/>
        </p:nvSpPr>
        <p:spPr>
          <a:xfrm>
            <a:off x="2953611" y="9578686"/>
            <a:ext cx="83127" cy="83127"/>
          </a:xfrm>
          <a:prstGeom prst="ellipse">
            <a:avLst/>
          </a:prstGeom>
          <a:solidFill>
            <a:srgbClr val="14161C">
              <a:alpha val="28000"/>
            </a:srgbClr>
          </a:solidFill>
          <a:ln/>
        </p:spPr>
      </p:sp>
      <p:sp>
        <p:nvSpPr>
          <p:cNvPr id="31" name="Shape 29"/>
          <p:cNvSpPr/>
          <p:nvPr/>
        </p:nvSpPr>
        <p:spPr>
          <a:xfrm>
            <a:off x="3119865" y="9578686"/>
            <a:ext cx="83127" cy="83127"/>
          </a:xfrm>
          <a:prstGeom prst="ellipse">
            <a:avLst/>
          </a:prstGeom>
          <a:solidFill>
            <a:srgbClr val="14161C">
              <a:alpha val="28000"/>
            </a:srgbClr>
          </a:solidFill>
          <a:ln/>
        </p:spPr>
      </p:sp>
      <p:sp>
        <p:nvSpPr>
          <p:cNvPr id="32" name="Shape 30"/>
          <p:cNvSpPr/>
          <p:nvPr/>
        </p:nvSpPr>
        <p:spPr>
          <a:xfrm>
            <a:off x="3286119" y="9578686"/>
            <a:ext cx="83127" cy="83127"/>
          </a:xfrm>
          <a:prstGeom prst="ellipse">
            <a:avLst/>
          </a:prstGeom>
          <a:solidFill>
            <a:srgbClr val="14161C">
              <a:alpha val="28000"/>
            </a:srgbClr>
          </a:solidFill>
          <a:ln/>
        </p:spPr>
      </p:sp>
      <p:sp>
        <p:nvSpPr>
          <p:cNvPr id="33" name="Shape 31"/>
          <p:cNvSpPr/>
          <p:nvPr/>
        </p:nvSpPr>
        <p:spPr>
          <a:xfrm>
            <a:off x="3452373" y="9578686"/>
            <a:ext cx="83127" cy="83127"/>
          </a:xfrm>
          <a:prstGeom prst="ellipse">
            <a:avLst/>
          </a:prstGeom>
          <a:solidFill>
            <a:srgbClr val="14161C">
              <a:alpha val="28000"/>
            </a:srgbClr>
          </a:solidFill>
          <a:ln/>
        </p:spPr>
      </p:sp>
      <p:sp>
        <p:nvSpPr>
          <p:cNvPr id="34" name="Shape 32"/>
          <p:cNvSpPr/>
          <p:nvPr/>
        </p:nvSpPr>
        <p:spPr>
          <a:xfrm>
            <a:off x="3618627" y="9578686"/>
            <a:ext cx="83127" cy="83127"/>
          </a:xfrm>
          <a:prstGeom prst="ellipse">
            <a:avLst/>
          </a:prstGeom>
          <a:solidFill>
            <a:srgbClr val="14161C">
              <a:alpha val="28000"/>
            </a:srgbClr>
          </a:solidFill>
          <a:ln/>
        </p:spPr>
      </p:sp>
      <p:sp>
        <p:nvSpPr>
          <p:cNvPr id="35" name="Shape 33"/>
          <p:cNvSpPr/>
          <p:nvPr/>
        </p:nvSpPr>
        <p:spPr>
          <a:xfrm>
            <a:off x="3784881" y="9578686"/>
            <a:ext cx="83127" cy="83127"/>
          </a:xfrm>
          <a:prstGeom prst="ellipse">
            <a:avLst/>
          </a:prstGeom>
          <a:solidFill>
            <a:srgbClr val="14161C">
              <a:alpha val="28000"/>
            </a:srgbClr>
          </a:solidFill>
          <a:ln/>
        </p:spPr>
      </p:sp>
      <p:sp>
        <p:nvSpPr>
          <p:cNvPr id="36" name="Shape 34"/>
          <p:cNvSpPr/>
          <p:nvPr/>
        </p:nvSpPr>
        <p:spPr>
          <a:xfrm>
            <a:off x="3951135" y="9578686"/>
            <a:ext cx="83127" cy="83127"/>
          </a:xfrm>
          <a:prstGeom prst="ellipse">
            <a:avLst/>
          </a:prstGeom>
          <a:solidFill>
            <a:srgbClr val="14161C">
              <a:alpha val="28000"/>
            </a:srgbClr>
          </a:solidFill>
          <a:ln/>
        </p:spPr>
      </p:sp>
      <p:sp>
        <p:nvSpPr>
          <p:cNvPr id="37" name="Shape 35"/>
          <p:cNvSpPr/>
          <p:nvPr/>
        </p:nvSpPr>
        <p:spPr>
          <a:xfrm>
            <a:off x="4117389" y="9578686"/>
            <a:ext cx="83127" cy="83127"/>
          </a:xfrm>
          <a:prstGeom prst="ellipse">
            <a:avLst/>
          </a:prstGeom>
          <a:solidFill>
            <a:srgbClr val="14161C">
              <a:alpha val="28000"/>
            </a:srgbClr>
          </a:solidFill>
          <a:ln/>
        </p:spPr>
      </p:sp>
      <p:sp>
        <p:nvSpPr>
          <p:cNvPr id="38" name="Shape 36"/>
          <p:cNvSpPr/>
          <p:nvPr/>
        </p:nvSpPr>
        <p:spPr>
          <a:xfrm>
            <a:off x="4283644" y="9578686"/>
            <a:ext cx="83127" cy="83127"/>
          </a:xfrm>
          <a:prstGeom prst="ellipse">
            <a:avLst/>
          </a:prstGeom>
          <a:solidFill>
            <a:srgbClr val="14161C">
              <a:alpha val="28000"/>
            </a:srgbClr>
          </a:solidFill>
          <a:ln/>
        </p:spPr>
      </p:sp>
      <p:sp>
        <p:nvSpPr>
          <p:cNvPr id="39" name="Shape 37"/>
          <p:cNvSpPr/>
          <p:nvPr/>
        </p:nvSpPr>
        <p:spPr>
          <a:xfrm>
            <a:off x="4449898" y="9578686"/>
            <a:ext cx="83127" cy="83127"/>
          </a:xfrm>
          <a:prstGeom prst="ellipse">
            <a:avLst/>
          </a:prstGeom>
          <a:solidFill>
            <a:srgbClr val="14161C">
              <a:alpha val="28000"/>
            </a:srgbClr>
          </a:solidFill>
          <a:ln/>
        </p:spPr>
      </p:sp>
      <p:sp>
        <p:nvSpPr>
          <p:cNvPr id="40" name="Shape 38"/>
          <p:cNvSpPr/>
          <p:nvPr/>
        </p:nvSpPr>
        <p:spPr>
          <a:xfrm>
            <a:off x="4616152" y="9578686"/>
            <a:ext cx="83127" cy="83127"/>
          </a:xfrm>
          <a:prstGeom prst="ellipse">
            <a:avLst/>
          </a:prstGeom>
          <a:solidFill>
            <a:srgbClr val="14161C">
              <a:alpha val="28000"/>
            </a:srgbClr>
          </a:solidFill>
          <a:ln/>
        </p:spPr>
      </p:sp>
      <p:sp>
        <p:nvSpPr>
          <p:cNvPr id="41" name="Shape 39"/>
          <p:cNvSpPr/>
          <p:nvPr/>
        </p:nvSpPr>
        <p:spPr>
          <a:xfrm>
            <a:off x="4782406" y="9578686"/>
            <a:ext cx="83127" cy="83127"/>
          </a:xfrm>
          <a:prstGeom prst="ellipse">
            <a:avLst/>
          </a:prstGeom>
          <a:solidFill>
            <a:srgbClr val="14161C">
              <a:alpha val="28000"/>
            </a:srgbClr>
          </a:solidFill>
          <a:ln/>
        </p:spPr>
      </p:sp>
      <p:sp>
        <p:nvSpPr>
          <p:cNvPr id="42" name="Shape 40"/>
          <p:cNvSpPr/>
          <p:nvPr/>
        </p:nvSpPr>
        <p:spPr>
          <a:xfrm>
            <a:off x="4948660" y="9578686"/>
            <a:ext cx="83127" cy="83127"/>
          </a:xfrm>
          <a:prstGeom prst="ellipse">
            <a:avLst/>
          </a:prstGeom>
          <a:solidFill>
            <a:srgbClr val="14161C">
              <a:alpha val="28000"/>
            </a:srgbClr>
          </a:solidFill>
          <a:ln/>
        </p:spPr>
      </p:sp>
      <p:sp>
        <p:nvSpPr>
          <p:cNvPr id="43" name="Shape 41"/>
          <p:cNvSpPr/>
          <p:nvPr/>
        </p:nvSpPr>
        <p:spPr>
          <a:xfrm>
            <a:off x="5114914" y="9578686"/>
            <a:ext cx="83127" cy="83127"/>
          </a:xfrm>
          <a:prstGeom prst="ellipse">
            <a:avLst/>
          </a:prstGeom>
          <a:solidFill>
            <a:srgbClr val="14161C">
              <a:alpha val="28000"/>
            </a:srgbClr>
          </a:solidFill>
          <a:ln/>
        </p:spPr>
      </p:sp>
      <p:sp>
        <p:nvSpPr>
          <p:cNvPr id="44" name="Shape 42"/>
          <p:cNvSpPr/>
          <p:nvPr/>
        </p:nvSpPr>
        <p:spPr>
          <a:xfrm>
            <a:off x="5281168" y="9578686"/>
            <a:ext cx="83127" cy="83127"/>
          </a:xfrm>
          <a:prstGeom prst="ellipse">
            <a:avLst/>
          </a:prstGeom>
          <a:solidFill>
            <a:srgbClr val="14161C">
              <a:alpha val="28000"/>
            </a:srgbClr>
          </a:solidFill>
          <a:ln/>
        </p:spPr>
      </p:sp>
      <p:sp>
        <p:nvSpPr>
          <p:cNvPr id="45" name="Shape 43"/>
          <p:cNvSpPr/>
          <p:nvPr/>
        </p:nvSpPr>
        <p:spPr>
          <a:xfrm>
            <a:off x="5447422" y="9578686"/>
            <a:ext cx="83127" cy="83127"/>
          </a:xfrm>
          <a:prstGeom prst="ellipse">
            <a:avLst/>
          </a:prstGeom>
          <a:solidFill>
            <a:srgbClr val="14161C">
              <a:alpha val="28000"/>
            </a:srgbClr>
          </a:solidFill>
          <a:ln/>
        </p:spPr>
      </p:sp>
      <p:sp>
        <p:nvSpPr>
          <p:cNvPr id="46" name="Shape 44"/>
          <p:cNvSpPr/>
          <p:nvPr/>
        </p:nvSpPr>
        <p:spPr>
          <a:xfrm>
            <a:off x="5613676" y="9578686"/>
            <a:ext cx="83127" cy="83127"/>
          </a:xfrm>
          <a:prstGeom prst="ellipse">
            <a:avLst/>
          </a:prstGeom>
          <a:solidFill>
            <a:srgbClr val="14161C">
              <a:alpha val="28000"/>
            </a:srgbClr>
          </a:solidFill>
          <a:ln/>
        </p:spPr>
      </p:sp>
      <p:sp>
        <p:nvSpPr>
          <p:cNvPr id="47" name="Shape 45"/>
          <p:cNvSpPr/>
          <p:nvPr/>
        </p:nvSpPr>
        <p:spPr>
          <a:xfrm>
            <a:off x="5779931" y="9578686"/>
            <a:ext cx="83127" cy="83127"/>
          </a:xfrm>
          <a:prstGeom prst="ellipse">
            <a:avLst/>
          </a:prstGeom>
          <a:solidFill>
            <a:srgbClr val="14161C">
              <a:alpha val="28000"/>
            </a:srgbClr>
          </a:solidFill>
          <a:ln/>
        </p:spPr>
      </p:sp>
      <p:sp>
        <p:nvSpPr>
          <p:cNvPr id="48" name="Shape 46"/>
          <p:cNvSpPr/>
          <p:nvPr/>
        </p:nvSpPr>
        <p:spPr>
          <a:xfrm>
            <a:off x="5946185" y="9578686"/>
            <a:ext cx="83127" cy="83127"/>
          </a:xfrm>
          <a:prstGeom prst="ellipse">
            <a:avLst/>
          </a:prstGeom>
          <a:solidFill>
            <a:srgbClr val="14161C">
              <a:alpha val="28000"/>
            </a:srgbClr>
          </a:solidFill>
          <a:ln/>
        </p:spPr>
      </p:sp>
      <p:sp>
        <p:nvSpPr>
          <p:cNvPr id="49" name="Shape 47"/>
          <p:cNvSpPr/>
          <p:nvPr/>
        </p:nvSpPr>
        <p:spPr>
          <a:xfrm>
            <a:off x="6112439" y="9578686"/>
            <a:ext cx="83127" cy="83127"/>
          </a:xfrm>
          <a:prstGeom prst="ellipse">
            <a:avLst/>
          </a:prstGeom>
          <a:solidFill>
            <a:srgbClr val="14161C">
              <a:alpha val="28000"/>
            </a:srgbClr>
          </a:solidFill>
          <a:ln/>
        </p:spPr>
      </p:sp>
      <p:sp>
        <p:nvSpPr>
          <p:cNvPr id="50" name="Shape 48"/>
          <p:cNvSpPr/>
          <p:nvPr/>
        </p:nvSpPr>
        <p:spPr>
          <a:xfrm>
            <a:off x="6278693" y="9578686"/>
            <a:ext cx="83127" cy="83127"/>
          </a:xfrm>
          <a:prstGeom prst="ellipse">
            <a:avLst/>
          </a:prstGeom>
          <a:solidFill>
            <a:srgbClr val="14161C">
              <a:alpha val="28000"/>
            </a:srgbClr>
          </a:solidFill>
          <a:ln/>
        </p:spPr>
      </p:sp>
      <p:sp>
        <p:nvSpPr>
          <p:cNvPr id="51" name="Shape 49"/>
          <p:cNvSpPr/>
          <p:nvPr/>
        </p:nvSpPr>
        <p:spPr>
          <a:xfrm>
            <a:off x="6444947" y="9578686"/>
            <a:ext cx="83127" cy="83127"/>
          </a:xfrm>
          <a:prstGeom prst="ellipse">
            <a:avLst/>
          </a:prstGeom>
          <a:solidFill>
            <a:srgbClr val="14161C">
              <a:alpha val="28000"/>
            </a:srgbClr>
          </a:solidFill>
          <a:ln/>
        </p:spPr>
      </p:sp>
      <p:sp>
        <p:nvSpPr>
          <p:cNvPr id="52" name="Shape 50"/>
          <p:cNvSpPr/>
          <p:nvPr/>
        </p:nvSpPr>
        <p:spPr>
          <a:xfrm>
            <a:off x="6611201" y="9578686"/>
            <a:ext cx="83127" cy="83127"/>
          </a:xfrm>
          <a:prstGeom prst="ellipse">
            <a:avLst/>
          </a:prstGeom>
          <a:solidFill>
            <a:srgbClr val="14161C">
              <a:alpha val="28000"/>
            </a:srgbClr>
          </a:solidFill>
          <a:ln/>
        </p:spPr>
      </p:sp>
      <p:sp>
        <p:nvSpPr>
          <p:cNvPr id="53" name="Shape 51"/>
          <p:cNvSpPr/>
          <p:nvPr/>
        </p:nvSpPr>
        <p:spPr>
          <a:xfrm>
            <a:off x="6777455" y="9578686"/>
            <a:ext cx="83127" cy="83127"/>
          </a:xfrm>
          <a:prstGeom prst="ellipse">
            <a:avLst/>
          </a:prstGeom>
          <a:solidFill>
            <a:srgbClr val="14161C">
              <a:alpha val="28000"/>
            </a:srgbClr>
          </a:solidFill>
          <a:ln/>
        </p:spPr>
      </p:sp>
      <p:sp>
        <p:nvSpPr>
          <p:cNvPr id="54" name="Shape 52"/>
          <p:cNvSpPr/>
          <p:nvPr/>
        </p:nvSpPr>
        <p:spPr>
          <a:xfrm>
            <a:off x="6943709" y="9578686"/>
            <a:ext cx="83127" cy="83127"/>
          </a:xfrm>
          <a:prstGeom prst="ellipse">
            <a:avLst/>
          </a:prstGeom>
          <a:solidFill>
            <a:srgbClr val="14161C">
              <a:alpha val="28000"/>
            </a:srgbClr>
          </a:solidFill>
          <a:ln/>
        </p:spPr>
      </p:sp>
      <p:sp>
        <p:nvSpPr>
          <p:cNvPr id="55" name="Shape 53"/>
          <p:cNvSpPr/>
          <p:nvPr/>
        </p:nvSpPr>
        <p:spPr>
          <a:xfrm>
            <a:off x="7109963" y="9578686"/>
            <a:ext cx="83127" cy="83127"/>
          </a:xfrm>
          <a:prstGeom prst="ellipse">
            <a:avLst/>
          </a:prstGeom>
          <a:solidFill>
            <a:srgbClr val="14161C">
              <a:alpha val="28000"/>
            </a:srgbClr>
          </a:solidFill>
          <a:ln/>
        </p:spPr>
      </p:sp>
      <p:sp>
        <p:nvSpPr>
          <p:cNvPr id="56" name="Shape 54"/>
          <p:cNvSpPr/>
          <p:nvPr/>
        </p:nvSpPr>
        <p:spPr>
          <a:xfrm>
            <a:off x="7276218" y="9578686"/>
            <a:ext cx="83127" cy="83127"/>
          </a:xfrm>
          <a:prstGeom prst="ellipse">
            <a:avLst/>
          </a:prstGeom>
          <a:solidFill>
            <a:srgbClr val="14161C">
              <a:alpha val="28000"/>
            </a:srgbClr>
          </a:solidFill>
          <a:ln/>
        </p:spPr>
      </p:sp>
      <p:sp>
        <p:nvSpPr>
          <p:cNvPr id="57" name="Shape 55"/>
          <p:cNvSpPr/>
          <p:nvPr/>
        </p:nvSpPr>
        <p:spPr>
          <a:xfrm>
            <a:off x="7442472" y="9578686"/>
            <a:ext cx="83127" cy="83127"/>
          </a:xfrm>
          <a:prstGeom prst="ellipse">
            <a:avLst/>
          </a:prstGeom>
          <a:solidFill>
            <a:srgbClr val="14161C">
              <a:alpha val="28000"/>
            </a:srgbClr>
          </a:solidFill>
          <a:ln/>
        </p:spPr>
      </p:sp>
      <p:sp>
        <p:nvSpPr>
          <p:cNvPr id="58" name="Shape 56"/>
          <p:cNvSpPr/>
          <p:nvPr/>
        </p:nvSpPr>
        <p:spPr>
          <a:xfrm>
            <a:off x="7608726" y="9578686"/>
            <a:ext cx="83127" cy="83127"/>
          </a:xfrm>
          <a:prstGeom prst="ellipse">
            <a:avLst/>
          </a:prstGeom>
          <a:solidFill>
            <a:srgbClr val="14161C">
              <a:alpha val="28000"/>
            </a:srgbClr>
          </a:solidFill>
          <a:ln/>
        </p:spPr>
      </p:sp>
      <p:sp>
        <p:nvSpPr>
          <p:cNvPr id="59" name="Shape 57"/>
          <p:cNvSpPr/>
          <p:nvPr/>
        </p:nvSpPr>
        <p:spPr>
          <a:xfrm>
            <a:off x="7774980" y="9578686"/>
            <a:ext cx="83127" cy="83127"/>
          </a:xfrm>
          <a:prstGeom prst="ellipse">
            <a:avLst/>
          </a:prstGeom>
          <a:solidFill>
            <a:srgbClr val="14161C">
              <a:alpha val="28000"/>
            </a:srgbClr>
          </a:solidFill>
          <a:ln/>
        </p:spPr>
      </p:sp>
      <p:sp>
        <p:nvSpPr>
          <p:cNvPr id="60" name="Shape 58"/>
          <p:cNvSpPr/>
          <p:nvPr/>
        </p:nvSpPr>
        <p:spPr>
          <a:xfrm>
            <a:off x="7941234" y="9578686"/>
            <a:ext cx="83127" cy="83127"/>
          </a:xfrm>
          <a:prstGeom prst="ellipse">
            <a:avLst/>
          </a:prstGeom>
          <a:solidFill>
            <a:srgbClr val="14161C">
              <a:alpha val="28000"/>
            </a:srgbClr>
          </a:solidFill>
          <a:ln/>
        </p:spPr>
      </p:sp>
      <p:sp>
        <p:nvSpPr>
          <p:cNvPr id="61" name="Shape 59"/>
          <p:cNvSpPr/>
          <p:nvPr/>
        </p:nvSpPr>
        <p:spPr>
          <a:xfrm>
            <a:off x="8107488" y="9578686"/>
            <a:ext cx="83127" cy="83127"/>
          </a:xfrm>
          <a:prstGeom prst="ellipse">
            <a:avLst/>
          </a:prstGeom>
          <a:solidFill>
            <a:srgbClr val="14161C">
              <a:alpha val="28000"/>
            </a:srgbClr>
          </a:solidFill>
          <a:ln/>
        </p:spPr>
      </p:sp>
      <p:sp>
        <p:nvSpPr>
          <p:cNvPr id="62" name="Shape 60"/>
          <p:cNvSpPr/>
          <p:nvPr/>
        </p:nvSpPr>
        <p:spPr>
          <a:xfrm>
            <a:off x="8273742" y="9578686"/>
            <a:ext cx="83127" cy="83127"/>
          </a:xfrm>
          <a:prstGeom prst="ellipse">
            <a:avLst/>
          </a:prstGeom>
          <a:solidFill>
            <a:srgbClr val="14161C">
              <a:alpha val="28000"/>
            </a:srgbClr>
          </a:solidFill>
          <a:ln/>
        </p:spPr>
      </p:sp>
      <p:sp>
        <p:nvSpPr>
          <p:cNvPr id="63" name="Shape 61"/>
          <p:cNvSpPr/>
          <p:nvPr/>
        </p:nvSpPr>
        <p:spPr>
          <a:xfrm>
            <a:off x="8439996" y="9578686"/>
            <a:ext cx="83127" cy="83127"/>
          </a:xfrm>
          <a:prstGeom prst="ellipse">
            <a:avLst/>
          </a:prstGeom>
          <a:solidFill>
            <a:srgbClr val="14161C">
              <a:alpha val="28000"/>
            </a:srgbClr>
          </a:solidFill>
          <a:ln/>
        </p:spPr>
      </p:sp>
      <p:sp>
        <p:nvSpPr>
          <p:cNvPr id="64" name="Shape 62"/>
          <p:cNvSpPr/>
          <p:nvPr/>
        </p:nvSpPr>
        <p:spPr>
          <a:xfrm>
            <a:off x="8606251" y="9578686"/>
            <a:ext cx="83127" cy="83127"/>
          </a:xfrm>
          <a:prstGeom prst="ellipse">
            <a:avLst/>
          </a:prstGeom>
          <a:solidFill>
            <a:srgbClr val="14161C">
              <a:alpha val="28000"/>
            </a:srgbClr>
          </a:solidFill>
          <a:ln/>
        </p:spPr>
      </p:sp>
      <p:sp>
        <p:nvSpPr>
          <p:cNvPr id="65" name="Shape 63"/>
          <p:cNvSpPr/>
          <p:nvPr/>
        </p:nvSpPr>
        <p:spPr>
          <a:xfrm>
            <a:off x="8772505" y="9578686"/>
            <a:ext cx="83127" cy="83127"/>
          </a:xfrm>
          <a:prstGeom prst="ellipse">
            <a:avLst/>
          </a:prstGeom>
          <a:solidFill>
            <a:srgbClr val="14161C">
              <a:alpha val="28000"/>
            </a:srgbClr>
          </a:solidFill>
          <a:ln/>
        </p:spPr>
      </p:sp>
      <p:sp>
        <p:nvSpPr>
          <p:cNvPr id="66" name="Shape 64"/>
          <p:cNvSpPr/>
          <p:nvPr/>
        </p:nvSpPr>
        <p:spPr>
          <a:xfrm>
            <a:off x="8938759" y="9578686"/>
            <a:ext cx="83127" cy="83127"/>
          </a:xfrm>
          <a:prstGeom prst="ellipse">
            <a:avLst/>
          </a:prstGeom>
          <a:solidFill>
            <a:srgbClr val="14161C">
              <a:alpha val="28000"/>
            </a:srgbClr>
          </a:solidFill>
          <a:ln/>
        </p:spPr>
      </p:sp>
      <p:sp>
        <p:nvSpPr>
          <p:cNvPr id="67" name="Shape 65"/>
          <p:cNvSpPr/>
          <p:nvPr/>
        </p:nvSpPr>
        <p:spPr>
          <a:xfrm>
            <a:off x="9105013" y="9578686"/>
            <a:ext cx="83127" cy="83127"/>
          </a:xfrm>
          <a:prstGeom prst="ellipse">
            <a:avLst/>
          </a:prstGeom>
          <a:solidFill>
            <a:srgbClr val="14161C">
              <a:alpha val="28000"/>
            </a:srgbClr>
          </a:solidFill>
          <a:ln/>
        </p:spPr>
      </p:sp>
      <p:sp>
        <p:nvSpPr>
          <p:cNvPr id="68" name="Shape 66"/>
          <p:cNvSpPr/>
          <p:nvPr/>
        </p:nvSpPr>
        <p:spPr>
          <a:xfrm>
            <a:off x="9271267" y="9578686"/>
            <a:ext cx="83127" cy="83127"/>
          </a:xfrm>
          <a:prstGeom prst="ellipse">
            <a:avLst/>
          </a:prstGeom>
          <a:solidFill>
            <a:srgbClr val="14161C">
              <a:alpha val="28000"/>
            </a:srgbClr>
          </a:solidFill>
          <a:ln/>
        </p:spPr>
      </p:sp>
      <p:sp>
        <p:nvSpPr>
          <p:cNvPr id="69" name="Shape 67"/>
          <p:cNvSpPr/>
          <p:nvPr/>
        </p:nvSpPr>
        <p:spPr>
          <a:xfrm>
            <a:off x="9437521" y="9578686"/>
            <a:ext cx="83127" cy="83127"/>
          </a:xfrm>
          <a:prstGeom prst="ellipse">
            <a:avLst/>
          </a:prstGeom>
          <a:solidFill>
            <a:srgbClr val="14161C">
              <a:alpha val="28000"/>
            </a:srgbClr>
          </a:solidFill>
          <a:ln/>
        </p:spPr>
      </p:sp>
      <p:sp>
        <p:nvSpPr>
          <p:cNvPr id="70" name="Shape 68"/>
          <p:cNvSpPr/>
          <p:nvPr/>
        </p:nvSpPr>
        <p:spPr>
          <a:xfrm>
            <a:off x="9603775" y="9578686"/>
            <a:ext cx="83127" cy="83127"/>
          </a:xfrm>
          <a:prstGeom prst="ellipse">
            <a:avLst/>
          </a:prstGeom>
          <a:solidFill>
            <a:srgbClr val="14161C">
              <a:alpha val="28000"/>
            </a:srgbClr>
          </a:solidFill>
          <a:ln/>
        </p:spPr>
      </p:sp>
      <p:sp>
        <p:nvSpPr>
          <p:cNvPr id="71" name="Shape 69"/>
          <p:cNvSpPr/>
          <p:nvPr/>
        </p:nvSpPr>
        <p:spPr>
          <a:xfrm>
            <a:off x="9756175" y="9564832"/>
            <a:ext cx="110836" cy="110836"/>
          </a:xfrm>
          <a:prstGeom prst="ellipse">
            <a:avLst/>
          </a:prstGeom>
          <a:solidFill>
            <a:srgbClr val="E8472B"/>
          </a:solidFill>
          <a:ln/>
        </p:spPr>
      </p:sp>
      <p:sp>
        <p:nvSpPr>
          <p:cNvPr id="72" name="Shape 70"/>
          <p:cNvSpPr/>
          <p:nvPr/>
        </p:nvSpPr>
        <p:spPr>
          <a:xfrm>
            <a:off x="9936283" y="9578686"/>
            <a:ext cx="83127" cy="83127"/>
          </a:xfrm>
          <a:prstGeom prst="ellipse">
            <a:avLst/>
          </a:prstGeom>
          <a:solidFill>
            <a:srgbClr val="14161C">
              <a:alpha val="28000"/>
            </a:srgbClr>
          </a:solidFill>
          <a:ln/>
        </p:spPr>
      </p:sp>
      <p:sp>
        <p:nvSpPr>
          <p:cNvPr id="73" name="Text 71"/>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Github-radar</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7" kern="0">
                <a:solidFill>
                  <a:srgbClr val="6B6A66"/>
                </a:solidFill>
                <a:latin typeface="Be Vietnam Pro" pitchFamily="34" charset="0"/>
                <a:ea typeface="Be Vietnam Pro" pitchFamily="34" charset="-122"/>
                <a:cs typeface="Be Vietnam Pro" pitchFamily="34" charset="-120"/>
              </a:rPr>
              <a:t> R05</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54/55</a:t>
            </a:r>
            <a:endParaRPr lang="en-US" sz="1800" dirty="0"/>
          </a:p>
        </p:txBody>
      </p:sp>
      <p:sp>
        <p:nvSpPr>
          <p:cNvPr id="74" name="Shape 72"/>
          <p:cNvSpPr/>
          <p:nvPr/>
        </p:nvSpPr>
        <p:spPr>
          <a:xfrm>
            <a:off x="15983712" y="9076331"/>
            <a:ext cx="1645920" cy="552301"/>
          </a:xfrm>
          <a:prstGeom prst="roundRect">
            <a:avLst>
              <a:gd name="adj" fmla="val 28000"/>
            </a:avLst>
          </a:prstGeom>
          <a:solidFill>
            <a:srgbClr val="FFFFFF">
              <a:alpha val="82000"/>
            </a:srgbClr>
          </a:solidFill>
          <a:ln/>
        </p:spPr>
      </p:sp>
      <p:pic>
        <p:nvPicPr>
          <p:cNvPr id="75" name="Moda image moda-export-watermark-f54ae389-9c6e-444a-8001-6486a0078f6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Nguồn</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tham</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khảo</a:t>
            </a:r>
            <a:endParaRPr lang="en-US" sz="5700" dirty="0"/>
          </a:p>
        </p:txBody>
      </p:sp>
      <p:sp>
        <p:nvSpPr>
          <p:cNvPr id="3" name="Shape 1"/>
          <p:cNvSpPr/>
          <p:nvPr/>
        </p:nvSpPr>
        <p:spPr>
          <a:xfrm>
            <a:off x="914400" y="2762250"/>
            <a:ext cx="16459200" cy="904875"/>
          </a:xfrm>
          <a:prstGeom prst="roundRect">
            <a:avLst>
              <a:gd name="adj" fmla="val 21053"/>
            </a:avLst>
          </a:prstGeom>
          <a:solidFill>
            <a:srgbClr val="1E212B"/>
          </a:solidFill>
          <a:ln w="19050">
            <a:solidFill>
              <a:srgbClr val="2C3040"/>
            </a:solidFill>
            <a:prstDash val="solid"/>
          </a:ln>
        </p:spPr>
      </p:sp>
      <p:sp>
        <p:nvSpPr>
          <p:cNvPr id="4" name="Shape 2"/>
          <p:cNvSpPr/>
          <p:nvPr/>
        </p:nvSpPr>
        <p:spPr>
          <a:xfrm>
            <a:off x="914400" y="2762250"/>
            <a:ext cx="133350" cy="904875"/>
          </a:xfrm>
          <a:prstGeom prst="roundRect">
            <a:avLst>
              <a:gd name="adj" fmla="val 50000"/>
            </a:avLst>
          </a:prstGeom>
          <a:solidFill>
            <a:srgbClr val="FFB454"/>
          </a:solidFill>
          <a:ln/>
        </p:spPr>
      </p:sp>
      <p:sp>
        <p:nvSpPr>
          <p:cNvPr id="5" name="Text 3"/>
          <p:cNvSpPr/>
          <p:nvPr/>
        </p:nvSpPr>
        <p:spPr>
          <a:xfrm>
            <a:off x="1295400" y="2762250"/>
            <a:ext cx="5905500" cy="904875"/>
          </a:xfrm>
          <a:prstGeom prst="rect">
            <a:avLst/>
          </a:prstGeom>
          <a:noFill/>
          <a:ln/>
        </p:spPr>
        <p:txBody>
          <a:bodyPr wrap="square" lIns="0" tIns="16720" rIns="0" bIns="-16720" rtlCol="0" anchor="ctr"/>
          <a:lstStyle/>
          <a:p>
            <a:pPr algn="l" indent="0" marL="0">
              <a:lnSpc>
                <a:spcPts val="3450"/>
              </a:lnSpc>
              <a:buNone/>
            </a:pPr>
            <a:r>
              <a:rPr lang="en-US" sz="3000" dirty="0" spc="3" kern="0">
                <a:solidFill>
                  <a:srgbClr val="FFB454"/>
                </a:solidFill>
                <a:latin typeface="Be Vietnam Pro ExtraBold" pitchFamily="34" charset="0"/>
                <a:ea typeface="Be Vietnam Pro ExtraBold" pitchFamily="34" charset="-122"/>
                <a:cs typeface="Be Vietnam Pro ExtraBold" pitchFamily="34" charset="-120"/>
              </a:rPr>
              <a:t>S1</a:t>
            </a:r>
            <a:endParaRPr lang="en-US" sz="3000" dirty="0"/>
          </a:p>
        </p:txBody>
      </p:sp>
      <p:sp>
        <p:nvSpPr>
          <p:cNvPr id="6" name="Text 4"/>
          <p:cNvSpPr/>
          <p:nvPr/>
        </p:nvSpPr>
        <p:spPr>
          <a:xfrm>
            <a:off x="7581900" y="2762250"/>
            <a:ext cx="9525000" cy="904875"/>
          </a:xfrm>
          <a:prstGeom prst="rect">
            <a:avLst/>
          </a:prstGeom>
          <a:noFill/>
          <a:ln/>
        </p:spPr>
        <p:txBody>
          <a:bodyPr wrap="square" lIns="0" tIns="0" rIns="0" bIns="0" rtlCol="0" anchor="ctr"/>
          <a:lstStyle/>
          <a:p>
            <a:pPr algn="l" indent="0" marL="0">
              <a:buNone/>
            </a:pPr>
            <a:r>
              <a:rPr lang="en-US" sz="2400" dirty="0" spc="1" kern="0">
                <a:solidFill>
                  <a:srgbClr val="F3EEE3"/>
                </a:solidFill>
                <a:latin typeface="Be Vietnam Pro" pitchFamily="34" charset="0"/>
                <a:ea typeface="Be Vietnam Pro" pitchFamily="34" charset="-122"/>
                <a:cs typeface="Be Vietnam Pro" pitchFamily="34" charset="-120"/>
              </a:rPr>
              <a:t>Ảnh</a:t>
            </a:r>
            <a:r>
              <a:rPr lang="en-US" sz="2400" dirty="0" spc="-53" kern="0">
                <a:solidFill>
                  <a:srgbClr val="F3EEE3"/>
                </a:solidFill>
                <a:latin typeface="Be Vietnam Pro" pitchFamily="34" charset="0"/>
                <a:ea typeface="Be Vietnam Pro" pitchFamily="34" charset="-122"/>
                <a:cs typeface="Be Vietnam Pro" pitchFamily="34" charset="-120"/>
              </a:rPr>
              <a:t> Top</a:t>
            </a:r>
            <a:r>
              <a:rPr lang="en-US" sz="2400" dirty="0" spc="-9" kern="0">
                <a:solidFill>
                  <a:srgbClr val="F3EEE3"/>
                </a:solidFill>
                <a:latin typeface="Be Vietnam Pro" pitchFamily="34" charset="0"/>
                <a:ea typeface="Be Vietnam Pro" pitchFamily="34" charset="-122"/>
                <a:cs typeface="Be Vietnam Pro" pitchFamily="34" charset="-120"/>
              </a:rPr>
              <a:t> 30</a:t>
            </a:r>
            <a:r>
              <a:rPr lang="en-US" sz="2400" dirty="0" spc="0" kern="0">
                <a:solidFill>
                  <a:srgbClr val="F3EEE3"/>
                </a:solidFill>
                <a:latin typeface="Be Vietnam Pro" pitchFamily="34" charset="0"/>
                <a:ea typeface="Be Vietnam Pro" pitchFamily="34" charset="-122"/>
                <a:cs typeface="Be Vietnam Pro" pitchFamily="34" charset="-120"/>
              </a:rPr>
              <a:t> Claude</a:t>
            </a:r>
            <a:r>
              <a:rPr lang="en-US" sz="2400" dirty="0" spc="-1" kern="0">
                <a:solidFill>
                  <a:srgbClr val="F3EEE3"/>
                </a:solidFill>
                <a:latin typeface="Be Vietnam Pro" pitchFamily="34" charset="0"/>
                <a:ea typeface="Be Vietnam Pro" pitchFamily="34" charset="-122"/>
                <a:cs typeface="Be Vietnam Pro" pitchFamily="34" charset="-120"/>
              </a:rPr>
              <a:t> Code Plugins</a:t>
            </a:r>
            <a:r>
              <a:rPr lang="en-US" sz="2400" dirty="0" spc="0" kern="0">
                <a:solidFill>
                  <a:srgbClr val="F3EEE3"/>
                </a:solidFill>
                <a:latin typeface="Be Vietnam Pro" pitchFamily="34" charset="0"/>
                <a:ea typeface="Be Vietnam Pro" pitchFamily="34" charset="-122"/>
                <a:cs typeface="Be Vietnam Pro" pitchFamily="34" charset="-120"/>
              </a:rPr>
              <a:t> (Charlie Hills),</a:t>
            </a:r>
            <a:r>
              <a:rPr lang="en-US" sz="2400" dirty="0" spc="-9" kern="0">
                <a:solidFill>
                  <a:srgbClr val="F3EEE3"/>
                </a:solidFill>
                <a:latin typeface="Be Vietnam Pro" pitchFamily="34" charset="0"/>
                <a:ea typeface="Be Vietnam Pro" pitchFamily="34" charset="-122"/>
                <a:cs typeface="Be Vietnam Pro" pitchFamily="34" charset="-120"/>
              </a:rPr>
              <a:t> số</a:t>
            </a:r>
            <a:r>
              <a:rPr lang="en-US" sz="2400" dirty="0" spc="-5" kern="0">
                <a:solidFill>
                  <a:srgbClr val="F3EEE3"/>
                </a:solidFill>
                <a:latin typeface="Be Vietnam Pro" pitchFamily="34" charset="0"/>
                <a:ea typeface="Be Vietnam Pro" pitchFamily="34" charset="-122"/>
                <a:cs typeface="Be Vietnam Pro" pitchFamily="34" charset="-120"/>
              </a:rPr>
              <a:t> sao</a:t>
            </a:r>
            <a:r>
              <a:rPr lang="en-US" sz="2400" dirty="0" spc="9" kern="0">
                <a:solidFill>
                  <a:srgbClr val="F3EEE3"/>
                </a:solidFill>
                <a:latin typeface="Be Vietnam Pro" pitchFamily="34" charset="0"/>
                <a:ea typeface="Be Vietnam Pro" pitchFamily="34" charset="-122"/>
                <a:cs typeface="Be Vietnam Pro" pitchFamily="34" charset="-120"/>
              </a:rPr>
              <a:t> đọc</a:t>
            </a:r>
            <a:r>
              <a:rPr lang="en-US" sz="2400" dirty="0" spc="-15" kern="0">
                <a:solidFill>
                  <a:srgbClr val="F3EEE3"/>
                </a:solidFill>
                <a:latin typeface="Be Vietnam Pro" pitchFamily="34" charset="0"/>
                <a:ea typeface="Be Vietnam Pro" pitchFamily="34" charset="-122"/>
                <a:cs typeface="Be Vietnam Pro" pitchFamily="34" charset="-120"/>
              </a:rPr>
              <a:t> 23/10/2026</a:t>
            </a:r>
            <a:endParaRPr lang="en-US" sz="2400" dirty="0"/>
          </a:p>
        </p:txBody>
      </p:sp>
      <p:sp>
        <p:nvSpPr>
          <p:cNvPr id="7" name="Shape 5"/>
          <p:cNvSpPr/>
          <p:nvPr/>
        </p:nvSpPr>
        <p:spPr>
          <a:xfrm>
            <a:off x="914400" y="3800475"/>
            <a:ext cx="16459200" cy="904875"/>
          </a:xfrm>
          <a:prstGeom prst="roundRect">
            <a:avLst>
              <a:gd name="adj" fmla="val 21053"/>
            </a:avLst>
          </a:prstGeom>
          <a:solidFill>
            <a:srgbClr val="1E212B"/>
          </a:solidFill>
          <a:ln w="19050">
            <a:solidFill>
              <a:srgbClr val="2C3040"/>
            </a:solidFill>
            <a:prstDash val="solid"/>
          </a:ln>
        </p:spPr>
      </p:sp>
      <p:sp>
        <p:nvSpPr>
          <p:cNvPr id="8" name="Shape 6"/>
          <p:cNvSpPr/>
          <p:nvPr/>
        </p:nvSpPr>
        <p:spPr>
          <a:xfrm>
            <a:off x="914400" y="3800475"/>
            <a:ext cx="133350" cy="904875"/>
          </a:xfrm>
          <a:prstGeom prst="roundRect">
            <a:avLst>
              <a:gd name="adj" fmla="val 50000"/>
            </a:avLst>
          </a:prstGeom>
          <a:solidFill>
            <a:srgbClr val="3DD6A0"/>
          </a:solidFill>
          <a:ln/>
        </p:spPr>
      </p:sp>
      <p:sp>
        <p:nvSpPr>
          <p:cNvPr id="9" name="Text 7"/>
          <p:cNvSpPr/>
          <p:nvPr/>
        </p:nvSpPr>
        <p:spPr>
          <a:xfrm>
            <a:off x="1295400" y="3800475"/>
            <a:ext cx="5905500" cy="904875"/>
          </a:xfrm>
          <a:prstGeom prst="rect">
            <a:avLst/>
          </a:prstGeom>
          <a:noFill/>
          <a:ln/>
        </p:spPr>
        <p:txBody>
          <a:bodyPr wrap="square" lIns="0" tIns="16720" rIns="0" bIns="-16720" rtlCol="0" anchor="ctr"/>
          <a:lstStyle/>
          <a:p>
            <a:pPr algn="l" indent="0" marL="0">
              <a:lnSpc>
                <a:spcPts val="3450"/>
              </a:lnSpc>
              <a:buNone/>
            </a:pPr>
            <a:r>
              <a:rPr lang="en-US" sz="3000" dirty="0" spc="9" kern="0">
                <a:solidFill>
                  <a:srgbClr val="3DD6A0"/>
                </a:solidFill>
                <a:latin typeface="Be Vietnam Pro ExtraBold" pitchFamily="34" charset="0"/>
                <a:ea typeface="Be Vietnam Pro ExtraBold" pitchFamily="34" charset="-122"/>
                <a:cs typeface="Be Vietnam Pro ExtraBold" pitchFamily="34" charset="-120"/>
              </a:rPr>
              <a:t>S2–S7</a:t>
            </a:r>
            <a:endParaRPr lang="en-US" sz="3000" dirty="0"/>
          </a:p>
        </p:txBody>
      </p:sp>
      <p:sp>
        <p:nvSpPr>
          <p:cNvPr id="10" name="Text 8"/>
          <p:cNvSpPr/>
          <p:nvPr/>
        </p:nvSpPr>
        <p:spPr>
          <a:xfrm>
            <a:off x="7581900" y="380047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README</a:t>
            </a:r>
            <a:r>
              <a:rPr lang="en-US" sz="2700" dirty="0" spc="-7" kern="0">
                <a:solidFill>
                  <a:srgbClr val="F3EEE3"/>
                </a:solidFill>
                <a:latin typeface="Be Vietnam Pro" pitchFamily="34" charset="0"/>
                <a:ea typeface="Be Vietnam Pro" pitchFamily="34" charset="-122"/>
                <a:cs typeface="Be Vietnam Pro" pitchFamily="34" charset="-120"/>
              </a:rPr>
              <a:t> sáu</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3" kern="0">
                <a:solidFill>
                  <a:srgbClr val="F3EEE3"/>
                </a:solidFill>
                <a:latin typeface="Be Vietnam Pro" pitchFamily="34" charset="0"/>
                <a:ea typeface="Be Vietnam Pro" pitchFamily="34" charset="-122"/>
                <a:cs typeface="Be Vietnam Pro" pitchFamily="34" charset="-120"/>
              </a:rPr>
              <a:t> nhóm</a:t>
            </a:r>
            <a:r>
              <a:rPr lang="en-US" sz="2700" dirty="0" spc="2" kern="0">
                <a:solidFill>
                  <a:srgbClr val="F3EEE3"/>
                </a:solidFill>
                <a:latin typeface="Be Vietnam Pro" pitchFamily="34" charset="0"/>
                <a:ea typeface="Be Vietnam Pro" pitchFamily="34" charset="-122"/>
                <a:cs typeface="Be Vietnam Pro" pitchFamily="34" charset="-120"/>
              </a:rPr>
              <a:t> 1,</a:t>
            </a:r>
            <a:r>
              <a:rPr lang="en-US" sz="2700" dirty="0" spc="-2" kern="0">
                <a:solidFill>
                  <a:srgbClr val="F3EEE3"/>
                </a:solidFill>
                <a:latin typeface="Be Vietnam Pro" pitchFamily="34" charset="0"/>
                <a:ea typeface="Be Vietnam Pro" pitchFamily="34" charset="-122"/>
                <a:cs typeface="Be Vietnam Pro" pitchFamily="34" charset="-120"/>
              </a:rPr>
              <a:t> mỗi</a:t>
            </a:r>
            <a:r>
              <a:rPr lang="en-US" sz="2700" dirty="0" spc="5" kern="0">
                <a:solidFill>
                  <a:srgbClr val="F3EEE3"/>
                </a:solidFill>
                <a:latin typeface="Be Vietnam Pro" pitchFamily="34" charset="0"/>
                <a:ea typeface="Be Vietnam Pro" pitchFamily="34" charset="-122"/>
                <a:cs typeface="Be Vietnam Pro" pitchFamily="34" charset="-120"/>
              </a:rPr>
              <a:t> file</a:t>
            </a:r>
            <a:r>
              <a:rPr lang="en-US" sz="2700" dirty="0" spc="-4" kern="0">
                <a:solidFill>
                  <a:srgbClr val="F3EEE3"/>
                </a:solidFill>
                <a:latin typeface="Be Vietnam Pro" pitchFamily="34" charset="0"/>
                <a:ea typeface="Be Vietnam Pro" pitchFamily="34" charset="-122"/>
                <a:cs typeface="Be Vietnam Pro" pitchFamily="34" charset="-120"/>
              </a:rPr>
              <a:t> ở</a:t>
            </a:r>
            <a:r>
              <a:rPr lang="en-US" sz="2700" dirty="0" spc="0" kern="0">
                <a:solidFill>
                  <a:srgbClr val="F3EEE3"/>
                </a:solidFill>
                <a:latin typeface="Be Vietnam Pro" pitchFamily="34" charset="0"/>
                <a:ea typeface="Be Vietnam Pro" pitchFamily="34" charset="-122"/>
                <a:cs typeface="Be Vietnam Pro" pitchFamily="34" charset="-120"/>
              </a:rPr>
              <a:t> commit</a:t>
            </a:r>
            <a:r>
              <a:rPr lang="en-US" sz="2700" dirty="0" spc="-1" kern="0">
                <a:solidFill>
                  <a:srgbClr val="F3EEE3"/>
                </a:solidFill>
                <a:latin typeface="Be Vietnam Pro" pitchFamily="34" charset="0"/>
                <a:ea typeface="Be Vietnam Pro" pitchFamily="34" charset="-122"/>
                <a:cs typeface="Be Vietnam Pro" pitchFamily="34" charset="-120"/>
              </a:rPr>
              <a:t> ghim</a:t>
            </a:r>
            <a:endParaRPr lang="en-US" sz="2700" dirty="0"/>
          </a:p>
        </p:txBody>
      </p:sp>
      <p:sp>
        <p:nvSpPr>
          <p:cNvPr id="11" name="Shape 9"/>
          <p:cNvSpPr/>
          <p:nvPr/>
        </p:nvSpPr>
        <p:spPr>
          <a:xfrm>
            <a:off x="914400" y="4838700"/>
            <a:ext cx="16459200" cy="904875"/>
          </a:xfrm>
          <a:prstGeom prst="roundRect">
            <a:avLst>
              <a:gd name="adj" fmla="val 21053"/>
            </a:avLst>
          </a:prstGeom>
          <a:solidFill>
            <a:srgbClr val="1E212B"/>
          </a:solidFill>
          <a:ln w="19050">
            <a:solidFill>
              <a:srgbClr val="2C3040"/>
            </a:solidFill>
            <a:prstDash val="solid"/>
          </a:ln>
        </p:spPr>
      </p:sp>
      <p:sp>
        <p:nvSpPr>
          <p:cNvPr id="12" name="Shape 10"/>
          <p:cNvSpPr/>
          <p:nvPr/>
        </p:nvSpPr>
        <p:spPr>
          <a:xfrm>
            <a:off x="914400" y="4838700"/>
            <a:ext cx="133350" cy="904875"/>
          </a:xfrm>
          <a:prstGeom prst="roundRect">
            <a:avLst>
              <a:gd name="adj" fmla="val 50000"/>
            </a:avLst>
          </a:prstGeom>
          <a:solidFill>
            <a:srgbClr val="FF6A4D"/>
          </a:solidFill>
          <a:ln/>
        </p:spPr>
      </p:sp>
      <p:sp>
        <p:nvSpPr>
          <p:cNvPr id="13" name="Text 11"/>
          <p:cNvSpPr/>
          <p:nvPr/>
        </p:nvSpPr>
        <p:spPr>
          <a:xfrm>
            <a:off x="1295400" y="4838700"/>
            <a:ext cx="5905500" cy="904875"/>
          </a:xfrm>
          <a:prstGeom prst="rect">
            <a:avLst/>
          </a:prstGeom>
          <a:noFill/>
          <a:ln/>
        </p:spPr>
        <p:txBody>
          <a:bodyPr wrap="square" lIns="0" tIns="16720" rIns="0" bIns="-16720" rtlCol="0" anchor="ctr"/>
          <a:lstStyle/>
          <a:p>
            <a:pPr algn="l" indent="0" marL="0">
              <a:lnSpc>
                <a:spcPts val="3450"/>
              </a:lnSpc>
              <a:buNone/>
            </a:pPr>
            <a:r>
              <a:rPr lang="en-US" sz="3000" dirty="0" spc="9" kern="0">
                <a:solidFill>
                  <a:srgbClr val="FF6A4D"/>
                </a:solidFill>
                <a:latin typeface="Be Vietnam Pro ExtraBold" pitchFamily="34" charset="0"/>
                <a:ea typeface="Be Vietnam Pro ExtraBold" pitchFamily="34" charset="-122"/>
                <a:cs typeface="Be Vietnam Pro ExtraBold" pitchFamily="34" charset="-120"/>
              </a:rPr>
              <a:t>S8–S13</a:t>
            </a:r>
            <a:endParaRPr lang="en-US" sz="3000" dirty="0"/>
          </a:p>
        </p:txBody>
      </p:sp>
      <p:sp>
        <p:nvSpPr>
          <p:cNvPr id="14" name="Text 12"/>
          <p:cNvSpPr/>
          <p:nvPr/>
        </p:nvSpPr>
        <p:spPr>
          <a:xfrm>
            <a:off x="7581900" y="483870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README</a:t>
            </a:r>
            <a:r>
              <a:rPr lang="en-US" sz="2700" dirty="0" spc="-7" kern="0">
                <a:solidFill>
                  <a:srgbClr val="F3EEE3"/>
                </a:solidFill>
                <a:latin typeface="Be Vietnam Pro" pitchFamily="34" charset="0"/>
                <a:ea typeface="Be Vietnam Pro" pitchFamily="34" charset="-122"/>
                <a:cs typeface="Be Vietnam Pro" pitchFamily="34" charset="-120"/>
              </a:rPr>
              <a:t> sáu</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3" kern="0">
                <a:solidFill>
                  <a:srgbClr val="F3EEE3"/>
                </a:solidFill>
                <a:latin typeface="Be Vietnam Pro" pitchFamily="34" charset="0"/>
                <a:ea typeface="Be Vietnam Pro" pitchFamily="34" charset="-122"/>
                <a:cs typeface="Be Vietnam Pro" pitchFamily="34" charset="-120"/>
              </a:rPr>
              <a:t> nhóm</a:t>
            </a:r>
            <a:r>
              <a:rPr lang="en-US" sz="2700" dirty="0" spc="0" kern="0">
                <a:solidFill>
                  <a:srgbClr val="F3EEE3"/>
                </a:solidFill>
                <a:latin typeface="Be Vietnam Pro" pitchFamily="34" charset="0"/>
                <a:ea typeface="Be Vietnam Pro" pitchFamily="34" charset="-122"/>
                <a:cs typeface="Be Vietnam Pro" pitchFamily="34" charset="-120"/>
              </a:rPr>
              <a:t> 2,</a:t>
            </a:r>
            <a:r>
              <a:rPr lang="en-US" sz="2700" dirty="0" spc="-2" kern="0">
                <a:solidFill>
                  <a:srgbClr val="F3EEE3"/>
                </a:solidFill>
                <a:latin typeface="Be Vietnam Pro" pitchFamily="34" charset="0"/>
                <a:ea typeface="Be Vietnam Pro" pitchFamily="34" charset="-122"/>
                <a:cs typeface="Be Vietnam Pro" pitchFamily="34" charset="-120"/>
              </a:rPr>
              <a:t> mỗi</a:t>
            </a:r>
            <a:r>
              <a:rPr lang="en-US" sz="2700" dirty="0" spc="5" kern="0">
                <a:solidFill>
                  <a:srgbClr val="F3EEE3"/>
                </a:solidFill>
                <a:latin typeface="Be Vietnam Pro" pitchFamily="34" charset="0"/>
                <a:ea typeface="Be Vietnam Pro" pitchFamily="34" charset="-122"/>
                <a:cs typeface="Be Vietnam Pro" pitchFamily="34" charset="-120"/>
              </a:rPr>
              <a:t> file</a:t>
            </a:r>
            <a:r>
              <a:rPr lang="en-US" sz="2700" dirty="0" spc="-4" kern="0">
                <a:solidFill>
                  <a:srgbClr val="F3EEE3"/>
                </a:solidFill>
                <a:latin typeface="Be Vietnam Pro" pitchFamily="34" charset="0"/>
                <a:ea typeface="Be Vietnam Pro" pitchFamily="34" charset="-122"/>
                <a:cs typeface="Be Vietnam Pro" pitchFamily="34" charset="-120"/>
              </a:rPr>
              <a:t> ở</a:t>
            </a:r>
            <a:r>
              <a:rPr lang="en-US" sz="2700" dirty="0" spc="0" kern="0">
                <a:solidFill>
                  <a:srgbClr val="F3EEE3"/>
                </a:solidFill>
                <a:latin typeface="Be Vietnam Pro" pitchFamily="34" charset="0"/>
                <a:ea typeface="Be Vietnam Pro" pitchFamily="34" charset="-122"/>
                <a:cs typeface="Be Vietnam Pro" pitchFamily="34" charset="-120"/>
              </a:rPr>
              <a:t> commit</a:t>
            </a:r>
            <a:r>
              <a:rPr lang="en-US" sz="2700" dirty="0" spc="-1" kern="0">
                <a:solidFill>
                  <a:srgbClr val="F3EEE3"/>
                </a:solidFill>
                <a:latin typeface="Be Vietnam Pro" pitchFamily="34" charset="0"/>
                <a:ea typeface="Be Vietnam Pro" pitchFamily="34" charset="-122"/>
                <a:cs typeface="Be Vietnam Pro" pitchFamily="34" charset="-120"/>
              </a:rPr>
              <a:t> ghim</a:t>
            </a:r>
            <a:endParaRPr lang="en-US" sz="2700" dirty="0"/>
          </a:p>
        </p:txBody>
      </p:sp>
      <p:sp>
        <p:nvSpPr>
          <p:cNvPr id="15" name="Shape 13"/>
          <p:cNvSpPr/>
          <p:nvPr/>
        </p:nvSpPr>
        <p:spPr>
          <a:xfrm>
            <a:off x="914400" y="5876925"/>
            <a:ext cx="16459200" cy="904875"/>
          </a:xfrm>
          <a:prstGeom prst="roundRect">
            <a:avLst>
              <a:gd name="adj" fmla="val 21053"/>
            </a:avLst>
          </a:prstGeom>
          <a:solidFill>
            <a:srgbClr val="1E212B"/>
          </a:solidFill>
          <a:ln w="19050">
            <a:solidFill>
              <a:srgbClr val="2C3040"/>
            </a:solidFill>
            <a:prstDash val="solid"/>
          </a:ln>
        </p:spPr>
      </p:sp>
      <p:sp>
        <p:nvSpPr>
          <p:cNvPr id="16" name="Shape 14"/>
          <p:cNvSpPr/>
          <p:nvPr/>
        </p:nvSpPr>
        <p:spPr>
          <a:xfrm>
            <a:off x="914400" y="5876925"/>
            <a:ext cx="133350" cy="904875"/>
          </a:xfrm>
          <a:prstGeom prst="roundRect">
            <a:avLst>
              <a:gd name="adj" fmla="val 50000"/>
            </a:avLst>
          </a:prstGeom>
          <a:solidFill>
            <a:srgbClr val="7C93FF"/>
          </a:solidFill>
          <a:ln/>
        </p:spPr>
      </p:sp>
      <p:sp>
        <p:nvSpPr>
          <p:cNvPr id="17" name="Text 15"/>
          <p:cNvSpPr/>
          <p:nvPr/>
        </p:nvSpPr>
        <p:spPr>
          <a:xfrm>
            <a:off x="1295400" y="5876925"/>
            <a:ext cx="5905500" cy="904875"/>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7C93FF"/>
                </a:solidFill>
                <a:latin typeface="Be Vietnam Pro ExtraBold" pitchFamily="34" charset="0"/>
                <a:ea typeface="Be Vietnam Pro ExtraBold" pitchFamily="34" charset="-122"/>
                <a:cs typeface="Be Vietnam Pro ExtraBold" pitchFamily="34" charset="-120"/>
              </a:rPr>
              <a:t>S14–S19</a:t>
            </a:r>
            <a:endParaRPr lang="en-US" sz="3000" dirty="0"/>
          </a:p>
        </p:txBody>
      </p:sp>
      <p:sp>
        <p:nvSpPr>
          <p:cNvPr id="18" name="Text 16"/>
          <p:cNvSpPr/>
          <p:nvPr/>
        </p:nvSpPr>
        <p:spPr>
          <a:xfrm>
            <a:off x="7581900" y="5876925"/>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README</a:t>
            </a:r>
            <a:r>
              <a:rPr lang="en-US" sz="2700" dirty="0" spc="-7" kern="0">
                <a:solidFill>
                  <a:srgbClr val="F3EEE3"/>
                </a:solidFill>
                <a:latin typeface="Be Vietnam Pro" pitchFamily="34" charset="0"/>
                <a:ea typeface="Be Vietnam Pro" pitchFamily="34" charset="-122"/>
                <a:cs typeface="Be Vietnam Pro" pitchFamily="34" charset="-120"/>
              </a:rPr>
              <a:t> sáu</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3" kern="0">
                <a:solidFill>
                  <a:srgbClr val="F3EEE3"/>
                </a:solidFill>
                <a:latin typeface="Be Vietnam Pro" pitchFamily="34" charset="0"/>
                <a:ea typeface="Be Vietnam Pro" pitchFamily="34" charset="-122"/>
                <a:cs typeface="Be Vietnam Pro" pitchFamily="34" charset="-120"/>
              </a:rPr>
              <a:t> nhóm</a:t>
            </a:r>
            <a:r>
              <a:rPr lang="en-US" sz="2700" dirty="0" spc="-1" kern="0">
                <a:solidFill>
                  <a:srgbClr val="F3EEE3"/>
                </a:solidFill>
                <a:latin typeface="Be Vietnam Pro" pitchFamily="34" charset="0"/>
                <a:ea typeface="Be Vietnam Pro" pitchFamily="34" charset="-122"/>
                <a:cs typeface="Be Vietnam Pro" pitchFamily="34" charset="-120"/>
              </a:rPr>
              <a:t> 3, mỗi</a:t>
            </a:r>
            <a:r>
              <a:rPr lang="en-US" sz="2700" dirty="0" spc="4" kern="0">
                <a:solidFill>
                  <a:srgbClr val="F3EEE3"/>
                </a:solidFill>
                <a:latin typeface="Be Vietnam Pro" pitchFamily="34" charset="0"/>
                <a:ea typeface="Be Vietnam Pro" pitchFamily="34" charset="-122"/>
                <a:cs typeface="Be Vietnam Pro" pitchFamily="34" charset="-120"/>
              </a:rPr>
              <a:t> file</a:t>
            </a:r>
            <a:r>
              <a:rPr lang="en-US" sz="2700" dirty="0" spc="-2" kern="0">
                <a:solidFill>
                  <a:srgbClr val="F3EEE3"/>
                </a:solidFill>
                <a:latin typeface="Be Vietnam Pro" pitchFamily="34" charset="0"/>
                <a:ea typeface="Be Vietnam Pro" pitchFamily="34" charset="-122"/>
                <a:cs typeface="Be Vietnam Pro" pitchFamily="34" charset="-120"/>
              </a:rPr>
              <a:t> ở</a:t>
            </a:r>
            <a:r>
              <a:rPr lang="en-US" sz="2700" dirty="0" spc="0" kern="0">
                <a:solidFill>
                  <a:srgbClr val="F3EEE3"/>
                </a:solidFill>
                <a:latin typeface="Be Vietnam Pro" pitchFamily="34" charset="0"/>
                <a:ea typeface="Be Vietnam Pro" pitchFamily="34" charset="-122"/>
                <a:cs typeface="Be Vietnam Pro" pitchFamily="34" charset="-120"/>
              </a:rPr>
              <a:t> commit</a:t>
            </a:r>
            <a:r>
              <a:rPr lang="en-US" sz="2700" dirty="0" spc="-2" kern="0">
                <a:solidFill>
                  <a:srgbClr val="F3EEE3"/>
                </a:solidFill>
                <a:latin typeface="Be Vietnam Pro" pitchFamily="34" charset="0"/>
                <a:ea typeface="Be Vietnam Pro" pitchFamily="34" charset="-122"/>
                <a:cs typeface="Be Vietnam Pro" pitchFamily="34" charset="-120"/>
              </a:rPr>
              <a:t> ghim</a:t>
            </a:r>
            <a:endParaRPr lang="en-US" sz="2700" dirty="0"/>
          </a:p>
        </p:txBody>
      </p:sp>
      <p:sp>
        <p:nvSpPr>
          <p:cNvPr id="19" name="Shape 17"/>
          <p:cNvSpPr/>
          <p:nvPr/>
        </p:nvSpPr>
        <p:spPr>
          <a:xfrm>
            <a:off x="914400" y="6915150"/>
            <a:ext cx="16459200" cy="904875"/>
          </a:xfrm>
          <a:prstGeom prst="roundRect">
            <a:avLst>
              <a:gd name="adj" fmla="val 21053"/>
            </a:avLst>
          </a:prstGeom>
          <a:solidFill>
            <a:srgbClr val="1E212B"/>
          </a:solidFill>
          <a:ln w="19050">
            <a:solidFill>
              <a:srgbClr val="2C3040"/>
            </a:solidFill>
            <a:prstDash val="solid"/>
          </a:ln>
        </p:spPr>
      </p:sp>
      <p:sp>
        <p:nvSpPr>
          <p:cNvPr id="20" name="Shape 18"/>
          <p:cNvSpPr/>
          <p:nvPr/>
        </p:nvSpPr>
        <p:spPr>
          <a:xfrm>
            <a:off x="914400" y="6915150"/>
            <a:ext cx="133350" cy="904875"/>
          </a:xfrm>
          <a:prstGeom prst="roundRect">
            <a:avLst>
              <a:gd name="adj" fmla="val 50000"/>
            </a:avLst>
          </a:prstGeom>
          <a:solidFill>
            <a:srgbClr val="FFB454"/>
          </a:solidFill>
          <a:ln/>
        </p:spPr>
      </p:sp>
      <p:sp>
        <p:nvSpPr>
          <p:cNvPr id="21" name="Text 19"/>
          <p:cNvSpPr/>
          <p:nvPr/>
        </p:nvSpPr>
        <p:spPr>
          <a:xfrm>
            <a:off x="1295400" y="6915150"/>
            <a:ext cx="5905500" cy="904875"/>
          </a:xfrm>
          <a:prstGeom prst="rect">
            <a:avLst/>
          </a:prstGeom>
          <a:noFill/>
          <a:ln/>
        </p:spPr>
        <p:txBody>
          <a:bodyPr wrap="square" lIns="0" tIns="16720" rIns="0" bIns="-16720" rtlCol="0" anchor="ctr"/>
          <a:lstStyle/>
          <a:p>
            <a:pPr algn="l" indent="0" marL="0">
              <a:lnSpc>
                <a:spcPts val="3450"/>
              </a:lnSpc>
              <a:buNone/>
            </a:pPr>
            <a:r>
              <a:rPr lang="en-US" sz="3000" dirty="0" kern="0">
                <a:solidFill>
                  <a:srgbClr val="FFB454"/>
                </a:solidFill>
                <a:latin typeface="Be Vietnam Pro ExtraBold" pitchFamily="34" charset="0"/>
                <a:ea typeface="Be Vietnam Pro ExtraBold" pitchFamily="34" charset="-122"/>
                <a:cs typeface="Be Vietnam Pro ExtraBold" pitchFamily="34" charset="-120"/>
              </a:rPr>
              <a:t>S20–S25</a:t>
            </a:r>
            <a:endParaRPr lang="en-US" sz="3000" dirty="0"/>
          </a:p>
        </p:txBody>
      </p:sp>
      <p:sp>
        <p:nvSpPr>
          <p:cNvPr id="22" name="Text 20"/>
          <p:cNvSpPr/>
          <p:nvPr/>
        </p:nvSpPr>
        <p:spPr>
          <a:xfrm>
            <a:off x="7581900" y="6915150"/>
            <a:ext cx="9525000" cy="904875"/>
          </a:xfrm>
          <a:prstGeom prst="rect">
            <a:avLst/>
          </a:prstGeom>
          <a:noFill/>
          <a:ln/>
        </p:spPr>
        <p:txBody>
          <a:bodyPr wrap="square" lIns="0" tIns="0" rIns="0" bIns="0" rtlCol="0" anchor="ctr"/>
          <a:lstStyle/>
          <a:p>
            <a:pPr algn="l" indent="0" marL="0">
              <a:buNone/>
            </a:pPr>
            <a:r>
              <a:rPr lang="en-US" sz="2700" dirty="0" spc="1" kern="0">
                <a:solidFill>
                  <a:srgbClr val="F3EEE3"/>
                </a:solidFill>
                <a:latin typeface="Be Vietnam Pro" pitchFamily="34" charset="0"/>
                <a:ea typeface="Be Vietnam Pro" pitchFamily="34" charset="-122"/>
                <a:cs typeface="Be Vietnam Pro" pitchFamily="34" charset="-120"/>
              </a:rPr>
              <a:t>README</a:t>
            </a:r>
            <a:r>
              <a:rPr lang="en-US" sz="2700" dirty="0" spc="-7" kern="0">
                <a:solidFill>
                  <a:srgbClr val="F3EEE3"/>
                </a:solidFill>
                <a:latin typeface="Be Vietnam Pro" pitchFamily="34" charset="0"/>
                <a:ea typeface="Be Vietnam Pro" pitchFamily="34" charset="-122"/>
                <a:cs typeface="Be Vietnam Pro" pitchFamily="34" charset="-120"/>
              </a:rPr>
              <a:t> sáu</a:t>
            </a:r>
            <a:r>
              <a:rPr lang="en-US" sz="2700" dirty="0" spc="-26" kern="0">
                <a:solidFill>
                  <a:srgbClr val="F3EEE3"/>
                </a:solidFill>
                <a:latin typeface="Be Vietnam Pro" pitchFamily="34" charset="0"/>
                <a:ea typeface="Be Vietnam Pro" pitchFamily="34" charset="-122"/>
                <a:cs typeface="Be Vietnam Pro" pitchFamily="34" charset="-120"/>
              </a:rPr>
              <a:t> repo</a:t>
            </a:r>
            <a:r>
              <a:rPr lang="en-US" sz="2700" dirty="0" spc="-2" kern="0">
                <a:solidFill>
                  <a:srgbClr val="F3EEE3"/>
                </a:solidFill>
                <a:latin typeface="Be Vietnam Pro" pitchFamily="34" charset="0"/>
                <a:ea typeface="Be Vietnam Pro" pitchFamily="34" charset="-122"/>
                <a:cs typeface="Be Vietnam Pro" pitchFamily="34" charset="-120"/>
              </a:rPr>
              <a:t> của</a:t>
            </a:r>
            <a:r>
              <a:rPr lang="en-US" sz="2700" dirty="0" spc="-3" kern="0">
                <a:solidFill>
                  <a:srgbClr val="F3EEE3"/>
                </a:solidFill>
                <a:latin typeface="Be Vietnam Pro" pitchFamily="34" charset="0"/>
                <a:ea typeface="Be Vietnam Pro" pitchFamily="34" charset="-122"/>
                <a:cs typeface="Be Vietnam Pro" pitchFamily="34" charset="-120"/>
              </a:rPr>
              <a:t> nhóm</a:t>
            </a:r>
            <a:r>
              <a:rPr lang="en-US" sz="2700" dirty="0" spc="3" kern="0">
                <a:solidFill>
                  <a:srgbClr val="F3EEE3"/>
                </a:solidFill>
                <a:latin typeface="Be Vietnam Pro" pitchFamily="34" charset="0"/>
                <a:ea typeface="Be Vietnam Pro" pitchFamily="34" charset="-122"/>
                <a:cs typeface="Be Vietnam Pro" pitchFamily="34" charset="-120"/>
              </a:rPr>
              <a:t> 4,</a:t>
            </a:r>
            <a:r>
              <a:rPr lang="en-US" sz="2700" dirty="0" spc="-2" kern="0">
                <a:solidFill>
                  <a:srgbClr val="F3EEE3"/>
                </a:solidFill>
                <a:latin typeface="Be Vietnam Pro" pitchFamily="34" charset="0"/>
                <a:ea typeface="Be Vietnam Pro" pitchFamily="34" charset="-122"/>
                <a:cs typeface="Be Vietnam Pro" pitchFamily="34" charset="-120"/>
              </a:rPr>
              <a:t> mỗi</a:t>
            </a:r>
            <a:r>
              <a:rPr lang="en-US" sz="2700" dirty="0" spc="5" kern="0">
                <a:solidFill>
                  <a:srgbClr val="F3EEE3"/>
                </a:solidFill>
                <a:latin typeface="Be Vietnam Pro" pitchFamily="34" charset="0"/>
                <a:ea typeface="Be Vietnam Pro" pitchFamily="34" charset="-122"/>
                <a:cs typeface="Be Vietnam Pro" pitchFamily="34" charset="-120"/>
              </a:rPr>
              <a:t> file</a:t>
            </a:r>
            <a:r>
              <a:rPr lang="en-US" sz="2700" dirty="0" spc="-4" kern="0">
                <a:solidFill>
                  <a:srgbClr val="F3EEE3"/>
                </a:solidFill>
                <a:latin typeface="Be Vietnam Pro" pitchFamily="34" charset="0"/>
                <a:ea typeface="Be Vietnam Pro" pitchFamily="34" charset="-122"/>
                <a:cs typeface="Be Vietnam Pro" pitchFamily="34" charset="-120"/>
              </a:rPr>
              <a:t> ở</a:t>
            </a:r>
            <a:r>
              <a:rPr lang="en-US" sz="2700" dirty="0" spc="0" kern="0">
                <a:solidFill>
                  <a:srgbClr val="F3EEE3"/>
                </a:solidFill>
                <a:latin typeface="Be Vietnam Pro" pitchFamily="34" charset="0"/>
                <a:ea typeface="Be Vietnam Pro" pitchFamily="34" charset="-122"/>
                <a:cs typeface="Be Vietnam Pro" pitchFamily="34" charset="-120"/>
              </a:rPr>
              <a:t> commit</a:t>
            </a:r>
            <a:r>
              <a:rPr lang="en-US" sz="2700" dirty="0" spc="-1" kern="0">
                <a:solidFill>
                  <a:srgbClr val="F3EEE3"/>
                </a:solidFill>
                <a:latin typeface="Be Vietnam Pro" pitchFamily="34" charset="0"/>
                <a:ea typeface="Be Vietnam Pro" pitchFamily="34" charset="-122"/>
                <a:cs typeface="Be Vietnam Pro" pitchFamily="34" charset="-120"/>
              </a:rPr>
              <a:t> ghim</a:t>
            </a:r>
            <a:endParaRPr lang="en-US" sz="2700" dirty="0"/>
          </a:p>
        </p:txBody>
      </p:sp>
      <p:sp>
        <p:nvSpPr>
          <p:cNvPr id="23" name="Shape 21"/>
          <p:cNvSpPr/>
          <p:nvPr/>
        </p:nvSpPr>
        <p:spPr>
          <a:xfrm>
            <a:off x="914400" y="7953375"/>
            <a:ext cx="16459200" cy="904875"/>
          </a:xfrm>
          <a:prstGeom prst="roundRect">
            <a:avLst>
              <a:gd name="adj" fmla="val 21053"/>
            </a:avLst>
          </a:prstGeom>
          <a:solidFill>
            <a:srgbClr val="1E212B"/>
          </a:solidFill>
          <a:ln w="19050">
            <a:solidFill>
              <a:srgbClr val="2C3040"/>
            </a:solidFill>
            <a:prstDash val="solid"/>
          </a:ln>
        </p:spPr>
      </p:sp>
      <p:sp>
        <p:nvSpPr>
          <p:cNvPr id="24" name="Shape 22"/>
          <p:cNvSpPr/>
          <p:nvPr/>
        </p:nvSpPr>
        <p:spPr>
          <a:xfrm>
            <a:off x="914400" y="7953375"/>
            <a:ext cx="133350" cy="904875"/>
          </a:xfrm>
          <a:prstGeom prst="roundRect">
            <a:avLst>
              <a:gd name="adj" fmla="val 50000"/>
            </a:avLst>
          </a:prstGeom>
          <a:solidFill>
            <a:srgbClr val="3DD6A0"/>
          </a:solidFill>
          <a:ln/>
        </p:spPr>
      </p:sp>
      <p:sp>
        <p:nvSpPr>
          <p:cNvPr id="25" name="Text 23"/>
          <p:cNvSpPr/>
          <p:nvPr/>
        </p:nvSpPr>
        <p:spPr>
          <a:xfrm>
            <a:off x="1295400" y="7953375"/>
            <a:ext cx="5905500" cy="904875"/>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3DD6A0"/>
                </a:solidFill>
                <a:latin typeface="Be Vietnam Pro ExtraBold" pitchFamily="34" charset="0"/>
                <a:ea typeface="Be Vietnam Pro ExtraBold" pitchFamily="34" charset="-122"/>
                <a:cs typeface="Be Vietnam Pro ExtraBold" pitchFamily="34" charset="-120"/>
              </a:rPr>
              <a:t>S26–S31</a:t>
            </a:r>
            <a:endParaRPr lang="en-US" sz="3000" dirty="0"/>
          </a:p>
        </p:txBody>
      </p:sp>
      <p:sp>
        <p:nvSpPr>
          <p:cNvPr id="26" name="Text 24"/>
          <p:cNvSpPr/>
          <p:nvPr/>
        </p:nvSpPr>
        <p:spPr>
          <a:xfrm>
            <a:off x="7581900" y="7953375"/>
            <a:ext cx="9525000" cy="904875"/>
          </a:xfrm>
          <a:prstGeom prst="rect">
            <a:avLst/>
          </a:prstGeom>
          <a:noFill/>
          <a:ln/>
        </p:spPr>
        <p:txBody>
          <a:bodyPr wrap="square" lIns="0" tIns="0" rIns="0" bIns="0" rtlCol="0" anchor="ctr"/>
          <a:lstStyle/>
          <a:p>
            <a:pPr algn="l" indent="0" marL="0">
              <a:buNone/>
            </a:pPr>
            <a:r>
              <a:rPr lang="en-US" sz="2400" dirty="0" spc="0" kern="0">
                <a:solidFill>
                  <a:srgbClr val="F3EEE3"/>
                </a:solidFill>
                <a:latin typeface="Be Vietnam Pro" pitchFamily="34" charset="0"/>
                <a:ea typeface="Be Vietnam Pro" pitchFamily="34" charset="-122"/>
                <a:cs typeface="Be Vietnam Pro" pitchFamily="34" charset="-120"/>
              </a:rPr>
              <a:t>README</a:t>
            </a:r>
            <a:r>
              <a:rPr lang="en-US" sz="2400" dirty="0" spc="-6" kern="0">
                <a:solidFill>
                  <a:srgbClr val="F3EEE3"/>
                </a:solidFill>
                <a:latin typeface="Be Vietnam Pro" pitchFamily="34" charset="0"/>
                <a:ea typeface="Be Vietnam Pro" pitchFamily="34" charset="-122"/>
                <a:cs typeface="Be Vietnam Pro" pitchFamily="34" charset="-120"/>
              </a:rPr>
              <a:t> sáu</a:t>
            </a:r>
            <a:r>
              <a:rPr lang="en-US" sz="2400" dirty="0" spc="-20" kern="0">
                <a:solidFill>
                  <a:srgbClr val="F3EEE3"/>
                </a:solidFill>
                <a:latin typeface="Be Vietnam Pro" pitchFamily="34" charset="0"/>
                <a:ea typeface="Be Vietnam Pro" pitchFamily="34" charset="-122"/>
                <a:cs typeface="Be Vietnam Pro" pitchFamily="34" charset="-120"/>
              </a:rPr>
              <a:t> repo</a:t>
            </a:r>
            <a:r>
              <a:rPr lang="en-US" sz="2400" dirty="0" spc="2" kern="0">
                <a:solidFill>
                  <a:srgbClr val="F3EEE3"/>
                </a:solidFill>
                <a:latin typeface="Be Vietnam Pro" pitchFamily="34" charset="0"/>
                <a:ea typeface="Be Vietnam Pro" pitchFamily="34" charset="-122"/>
                <a:cs typeface="Be Vietnam Pro" pitchFamily="34" charset="-120"/>
              </a:rPr>
              <a:t> của nhóm</a:t>
            </a:r>
            <a:r>
              <a:rPr lang="en-US" sz="2400" dirty="0" spc="1" kern="0">
                <a:solidFill>
                  <a:srgbClr val="F3EEE3"/>
                </a:solidFill>
                <a:latin typeface="Be Vietnam Pro" pitchFamily="34" charset="0"/>
                <a:ea typeface="Be Vietnam Pro" pitchFamily="34" charset="-122"/>
                <a:cs typeface="Be Vietnam Pro" pitchFamily="34" charset="-120"/>
              </a:rPr>
              <a:t> 5,</a:t>
            </a:r>
            <a:r>
              <a:rPr lang="en-US" sz="2400" dirty="0" spc="2" kern="0">
                <a:solidFill>
                  <a:srgbClr val="F3EEE3"/>
                </a:solidFill>
                <a:latin typeface="Be Vietnam Pro" pitchFamily="34" charset="0"/>
                <a:ea typeface="Be Vietnam Pro" pitchFamily="34" charset="-122"/>
                <a:cs typeface="Be Vietnam Pro" pitchFamily="34" charset="-120"/>
              </a:rPr>
              <a:t> ở</a:t>
            </a:r>
            <a:r>
              <a:rPr lang="en-US" sz="2400" dirty="0" spc="1" kern="0">
                <a:solidFill>
                  <a:srgbClr val="F3EEE3"/>
                </a:solidFill>
                <a:latin typeface="Be Vietnam Pro" pitchFamily="34" charset="0"/>
                <a:ea typeface="Be Vietnam Pro" pitchFamily="34" charset="-122"/>
                <a:cs typeface="Be Vietnam Pro" pitchFamily="34" charset="-120"/>
              </a:rPr>
              <a:t> commit</a:t>
            </a:r>
            <a:r>
              <a:rPr lang="en-US" sz="2400" dirty="0" spc="2" kern="0">
                <a:solidFill>
                  <a:srgbClr val="F3EEE3"/>
                </a:solidFill>
                <a:latin typeface="Be Vietnam Pro" pitchFamily="34" charset="0"/>
                <a:ea typeface="Be Vietnam Pro" pitchFamily="34" charset="-122"/>
                <a:cs typeface="Be Vietnam Pro" pitchFamily="34" charset="-120"/>
              </a:rPr>
              <a:t> ghim;</a:t>
            </a:r>
            <a:r>
              <a:rPr lang="en-US" sz="2400" dirty="0" spc="-1" kern="0">
                <a:solidFill>
                  <a:srgbClr val="F3EEE3"/>
                </a:solidFill>
                <a:latin typeface="Be Vietnam Pro" pitchFamily="34" charset="0"/>
                <a:ea typeface="Be Vietnam Pro" pitchFamily="34" charset="-122"/>
                <a:cs typeface="Be Vietnam Pro" pitchFamily="34" charset="-120"/>
              </a:rPr>
              <a:t> S32–S33:</a:t>
            </a:r>
            <a:r>
              <a:rPr lang="en-US" sz="2400" dirty="0" spc="0" kern="0">
                <a:solidFill>
                  <a:srgbClr val="F3EEE3"/>
                </a:solidFill>
                <a:latin typeface="Be Vietnam Pro" pitchFamily="34" charset="0"/>
                <a:ea typeface="Be Vietnam Pro" pitchFamily="34" charset="-122"/>
                <a:cs typeface="Be Vietnam Pro" pitchFamily="34" charset="-120"/>
              </a:rPr>
              <a:t> hai</a:t>
            </a:r>
            <a:r>
              <a:rPr lang="en-US" sz="2400" dirty="0" spc="3" kern="0">
                <a:solidFill>
                  <a:srgbClr val="F3EEE3"/>
                </a:solidFill>
                <a:latin typeface="Be Vietnam Pro" pitchFamily="34" charset="0"/>
                <a:ea typeface="Be Vietnam Pro" pitchFamily="34" charset="-122"/>
                <a:cs typeface="Be Vietnam Pro" pitchFamily="34" charset="-120"/>
              </a:rPr>
              <a:t> file</a:t>
            </a:r>
            <a:r>
              <a:rPr lang="en-US" sz="2400" dirty="0" spc="1" kern="0">
                <a:solidFill>
                  <a:srgbClr val="F3EEE3"/>
                </a:solidFill>
                <a:latin typeface="Be Vietnam Pro" pitchFamily="34" charset="0"/>
                <a:ea typeface="Be Vietnam Pro" pitchFamily="34" charset="-122"/>
                <a:cs typeface="Be Vietnam Pro" pitchFamily="34" charset="-120"/>
              </a:rPr>
              <a:t> của</a:t>
            </a:r>
            <a:r>
              <a:rPr lang="en-US" sz="2400" dirty="0" spc="-19" kern="0">
                <a:solidFill>
                  <a:srgbClr val="F3EEE3"/>
                </a:solidFill>
                <a:latin typeface="Be Vietnam Pro" pitchFamily="34" charset="0"/>
                <a:ea typeface="Be Vietnam Pro" pitchFamily="34" charset="-122"/>
                <a:cs typeface="Be Vietnam Pro" pitchFamily="34" charset="-120"/>
              </a:rPr>
              <a:t> repo</a:t>
            </a:r>
            <a:r>
              <a:rPr lang="en-US" sz="2400" dirty="0" spc="-13" kern="0">
                <a:solidFill>
                  <a:srgbClr val="F3EEE3"/>
                </a:solidFill>
                <a:latin typeface="Be Vietnam Pro" pitchFamily="34" charset="0"/>
                <a:ea typeface="Be Vietnam Pro" pitchFamily="34" charset="-122"/>
                <a:cs typeface="Be Vietnam Pro" pitchFamily="34" charset="-120"/>
              </a:rPr>
              <a:t> radar</a:t>
            </a:r>
            <a:endParaRPr lang="en-US" sz="2400" dirty="0"/>
          </a:p>
        </p:txBody>
      </p:sp>
      <p:sp>
        <p:nvSpPr>
          <p:cNvPr id="27" name="Shape 25"/>
          <p:cNvSpPr/>
          <p:nvPr/>
        </p:nvSpPr>
        <p:spPr>
          <a:xfrm>
            <a:off x="958561" y="9578686"/>
            <a:ext cx="83127" cy="83127"/>
          </a:xfrm>
          <a:prstGeom prst="ellipse">
            <a:avLst/>
          </a:prstGeom>
          <a:solidFill>
            <a:srgbClr val="F3EEE3">
              <a:alpha val="28000"/>
            </a:srgbClr>
          </a:solidFill>
          <a:ln/>
        </p:spPr>
      </p:sp>
      <p:sp>
        <p:nvSpPr>
          <p:cNvPr id="28" name="Shape 26"/>
          <p:cNvSpPr/>
          <p:nvPr/>
        </p:nvSpPr>
        <p:spPr>
          <a:xfrm>
            <a:off x="1124815" y="9578686"/>
            <a:ext cx="83127" cy="83127"/>
          </a:xfrm>
          <a:prstGeom prst="ellipse">
            <a:avLst/>
          </a:prstGeom>
          <a:solidFill>
            <a:srgbClr val="F3EEE3">
              <a:alpha val="28000"/>
            </a:srgbClr>
          </a:solidFill>
          <a:ln/>
        </p:spPr>
      </p:sp>
      <p:sp>
        <p:nvSpPr>
          <p:cNvPr id="29" name="Shape 27"/>
          <p:cNvSpPr/>
          <p:nvPr/>
        </p:nvSpPr>
        <p:spPr>
          <a:xfrm>
            <a:off x="1291070" y="9578686"/>
            <a:ext cx="83127" cy="83127"/>
          </a:xfrm>
          <a:prstGeom prst="ellipse">
            <a:avLst/>
          </a:prstGeom>
          <a:solidFill>
            <a:srgbClr val="F3EEE3">
              <a:alpha val="28000"/>
            </a:srgbClr>
          </a:solidFill>
          <a:ln/>
        </p:spPr>
      </p:sp>
      <p:sp>
        <p:nvSpPr>
          <p:cNvPr id="30" name="Shape 28"/>
          <p:cNvSpPr/>
          <p:nvPr/>
        </p:nvSpPr>
        <p:spPr>
          <a:xfrm>
            <a:off x="1457324" y="9578686"/>
            <a:ext cx="83127" cy="83127"/>
          </a:xfrm>
          <a:prstGeom prst="ellipse">
            <a:avLst/>
          </a:prstGeom>
          <a:solidFill>
            <a:srgbClr val="F3EEE3">
              <a:alpha val="28000"/>
            </a:srgbClr>
          </a:solidFill>
          <a:ln/>
        </p:spPr>
      </p:sp>
      <p:sp>
        <p:nvSpPr>
          <p:cNvPr id="31" name="Shape 29"/>
          <p:cNvSpPr/>
          <p:nvPr/>
        </p:nvSpPr>
        <p:spPr>
          <a:xfrm>
            <a:off x="1623578" y="9578686"/>
            <a:ext cx="83127" cy="83127"/>
          </a:xfrm>
          <a:prstGeom prst="ellipse">
            <a:avLst/>
          </a:prstGeom>
          <a:solidFill>
            <a:srgbClr val="F3EEE3">
              <a:alpha val="28000"/>
            </a:srgbClr>
          </a:solidFill>
          <a:ln/>
        </p:spPr>
      </p:sp>
      <p:sp>
        <p:nvSpPr>
          <p:cNvPr id="32" name="Shape 30"/>
          <p:cNvSpPr/>
          <p:nvPr/>
        </p:nvSpPr>
        <p:spPr>
          <a:xfrm>
            <a:off x="1789832" y="9578686"/>
            <a:ext cx="83127" cy="83127"/>
          </a:xfrm>
          <a:prstGeom prst="ellipse">
            <a:avLst/>
          </a:prstGeom>
          <a:solidFill>
            <a:srgbClr val="F3EEE3">
              <a:alpha val="28000"/>
            </a:srgbClr>
          </a:solidFill>
          <a:ln/>
        </p:spPr>
      </p:sp>
      <p:sp>
        <p:nvSpPr>
          <p:cNvPr id="33" name="Shape 31"/>
          <p:cNvSpPr/>
          <p:nvPr/>
        </p:nvSpPr>
        <p:spPr>
          <a:xfrm>
            <a:off x="1956086" y="9578686"/>
            <a:ext cx="83127" cy="83127"/>
          </a:xfrm>
          <a:prstGeom prst="ellipse">
            <a:avLst/>
          </a:prstGeom>
          <a:solidFill>
            <a:srgbClr val="F3EEE3">
              <a:alpha val="28000"/>
            </a:srgbClr>
          </a:solidFill>
          <a:ln/>
        </p:spPr>
      </p:sp>
      <p:sp>
        <p:nvSpPr>
          <p:cNvPr id="34" name="Shape 32"/>
          <p:cNvSpPr/>
          <p:nvPr/>
        </p:nvSpPr>
        <p:spPr>
          <a:xfrm>
            <a:off x="2122340" y="9578686"/>
            <a:ext cx="83127" cy="83127"/>
          </a:xfrm>
          <a:prstGeom prst="ellipse">
            <a:avLst/>
          </a:prstGeom>
          <a:solidFill>
            <a:srgbClr val="F3EEE3">
              <a:alpha val="28000"/>
            </a:srgbClr>
          </a:solidFill>
          <a:ln/>
        </p:spPr>
      </p:sp>
      <p:sp>
        <p:nvSpPr>
          <p:cNvPr id="35" name="Shape 33"/>
          <p:cNvSpPr/>
          <p:nvPr/>
        </p:nvSpPr>
        <p:spPr>
          <a:xfrm>
            <a:off x="2288594" y="9578686"/>
            <a:ext cx="83127" cy="83127"/>
          </a:xfrm>
          <a:prstGeom prst="ellipse">
            <a:avLst/>
          </a:prstGeom>
          <a:solidFill>
            <a:srgbClr val="F3EEE3">
              <a:alpha val="28000"/>
            </a:srgbClr>
          </a:solidFill>
          <a:ln/>
        </p:spPr>
      </p:sp>
      <p:sp>
        <p:nvSpPr>
          <p:cNvPr id="36" name="Shape 34"/>
          <p:cNvSpPr/>
          <p:nvPr/>
        </p:nvSpPr>
        <p:spPr>
          <a:xfrm>
            <a:off x="2454848" y="9578686"/>
            <a:ext cx="83127" cy="83127"/>
          </a:xfrm>
          <a:prstGeom prst="ellipse">
            <a:avLst/>
          </a:prstGeom>
          <a:solidFill>
            <a:srgbClr val="F3EEE3">
              <a:alpha val="28000"/>
            </a:srgbClr>
          </a:solidFill>
          <a:ln/>
        </p:spPr>
      </p:sp>
      <p:sp>
        <p:nvSpPr>
          <p:cNvPr id="37" name="Shape 35"/>
          <p:cNvSpPr/>
          <p:nvPr/>
        </p:nvSpPr>
        <p:spPr>
          <a:xfrm>
            <a:off x="2621102" y="9578686"/>
            <a:ext cx="83127" cy="83127"/>
          </a:xfrm>
          <a:prstGeom prst="ellipse">
            <a:avLst/>
          </a:prstGeom>
          <a:solidFill>
            <a:srgbClr val="F3EEE3">
              <a:alpha val="28000"/>
            </a:srgbClr>
          </a:solidFill>
          <a:ln/>
        </p:spPr>
      </p:sp>
      <p:sp>
        <p:nvSpPr>
          <p:cNvPr id="38" name="Shape 36"/>
          <p:cNvSpPr/>
          <p:nvPr/>
        </p:nvSpPr>
        <p:spPr>
          <a:xfrm>
            <a:off x="2787357" y="9578686"/>
            <a:ext cx="83127" cy="83127"/>
          </a:xfrm>
          <a:prstGeom prst="ellipse">
            <a:avLst/>
          </a:prstGeom>
          <a:solidFill>
            <a:srgbClr val="F3EEE3">
              <a:alpha val="28000"/>
            </a:srgbClr>
          </a:solidFill>
          <a:ln/>
        </p:spPr>
      </p:sp>
      <p:sp>
        <p:nvSpPr>
          <p:cNvPr id="39" name="Shape 37"/>
          <p:cNvSpPr/>
          <p:nvPr/>
        </p:nvSpPr>
        <p:spPr>
          <a:xfrm>
            <a:off x="2953611" y="9578686"/>
            <a:ext cx="83127" cy="83127"/>
          </a:xfrm>
          <a:prstGeom prst="ellipse">
            <a:avLst/>
          </a:prstGeom>
          <a:solidFill>
            <a:srgbClr val="F3EEE3">
              <a:alpha val="28000"/>
            </a:srgbClr>
          </a:solidFill>
          <a:ln/>
        </p:spPr>
      </p:sp>
      <p:sp>
        <p:nvSpPr>
          <p:cNvPr id="40" name="Shape 38"/>
          <p:cNvSpPr/>
          <p:nvPr/>
        </p:nvSpPr>
        <p:spPr>
          <a:xfrm>
            <a:off x="3119865" y="9578686"/>
            <a:ext cx="83127" cy="83127"/>
          </a:xfrm>
          <a:prstGeom prst="ellipse">
            <a:avLst/>
          </a:prstGeom>
          <a:solidFill>
            <a:srgbClr val="F3EEE3">
              <a:alpha val="28000"/>
            </a:srgbClr>
          </a:solidFill>
          <a:ln/>
        </p:spPr>
      </p:sp>
      <p:sp>
        <p:nvSpPr>
          <p:cNvPr id="41" name="Shape 39"/>
          <p:cNvSpPr/>
          <p:nvPr/>
        </p:nvSpPr>
        <p:spPr>
          <a:xfrm>
            <a:off x="3286119" y="9578686"/>
            <a:ext cx="83127" cy="83127"/>
          </a:xfrm>
          <a:prstGeom prst="ellipse">
            <a:avLst/>
          </a:prstGeom>
          <a:solidFill>
            <a:srgbClr val="F3EEE3">
              <a:alpha val="28000"/>
            </a:srgbClr>
          </a:solidFill>
          <a:ln/>
        </p:spPr>
      </p:sp>
      <p:sp>
        <p:nvSpPr>
          <p:cNvPr id="42" name="Shape 40"/>
          <p:cNvSpPr/>
          <p:nvPr/>
        </p:nvSpPr>
        <p:spPr>
          <a:xfrm>
            <a:off x="3452373" y="9578686"/>
            <a:ext cx="83127" cy="83127"/>
          </a:xfrm>
          <a:prstGeom prst="ellipse">
            <a:avLst/>
          </a:prstGeom>
          <a:solidFill>
            <a:srgbClr val="F3EEE3">
              <a:alpha val="28000"/>
            </a:srgbClr>
          </a:solidFill>
          <a:ln/>
        </p:spPr>
      </p:sp>
      <p:sp>
        <p:nvSpPr>
          <p:cNvPr id="43" name="Shape 41"/>
          <p:cNvSpPr/>
          <p:nvPr/>
        </p:nvSpPr>
        <p:spPr>
          <a:xfrm>
            <a:off x="3618627" y="9578686"/>
            <a:ext cx="83127" cy="83127"/>
          </a:xfrm>
          <a:prstGeom prst="ellipse">
            <a:avLst/>
          </a:prstGeom>
          <a:solidFill>
            <a:srgbClr val="F3EEE3">
              <a:alpha val="28000"/>
            </a:srgbClr>
          </a:solidFill>
          <a:ln/>
        </p:spPr>
      </p:sp>
      <p:sp>
        <p:nvSpPr>
          <p:cNvPr id="44" name="Shape 42"/>
          <p:cNvSpPr/>
          <p:nvPr/>
        </p:nvSpPr>
        <p:spPr>
          <a:xfrm>
            <a:off x="3784881" y="9578686"/>
            <a:ext cx="83127" cy="83127"/>
          </a:xfrm>
          <a:prstGeom prst="ellipse">
            <a:avLst/>
          </a:prstGeom>
          <a:solidFill>
            <a:srgbClr val="F3EEE3">
              <a:alpha val="28000"/>
            </a:srgbClr>
          </a:solidFill>
          <a:ln/>
        </p:spPr>
      </p:sp>
      <p:sp>
        <p:nvSpPr>
          <p:cNvPr id="45" name="Shape 43"/>
          <p:cNvSpPr/>
          <p:nvPr/>
        </p:nvSpPr>
        <p:spPr>
          <a:xfrm>
            <a:off x="3951135" y="9578686"/>
            <a:ext cx="83127" cy="83127"/>
          </a:xfrm>
          <a:prstGeom prst="ellipse">
            <a:avLst/>
          </a:prstGeom>
          <a:solidFill>
            <a:srgbClr val="F3EEE3">
              <a:alpha val="28000"/>
            </a:srgbClr>
          </a:solidFill>
          <a:ln/>
        </p:spPr>
      </p:sp>
      <p:sp>
        <p:nvSpPr>
          <p:cNvPr id="46" name="Shape 44"/>
          <p:cNvSpPr/>
          <p:nvPr/>
        </p:nvSpPr>
        <p:spPr>
          <a:xfrm>
            <a:off x="4117389" y="9578686"/>
            <a:ext cx="83127" cy="83127"/>
          </a:xfrm>
          <a:prstGeom prst="ellipse">
            <a:avLst/>
          </a:prstGeom>
          <a:solidFill>
            <a:srgbClr val="F3EEE3">
              <a:alpha val="28000"/>
            </a:srgbClr>
          </a:solidFill>
          <a:ln/>
        </p:spPr>
      </p:sp>
      <p:sp>
        <p:nvSpPr>
          <p:cNvPr id="47" name="Shape 45"/>
          <p:cNvSpPr/>
          <p:nvPr/>
        </p:nvSpPr>
        <p:spPr>
          <a:xfrm>
            <a:off x="4283644" y="9578686"/>
            <a:ext cx="83127" cy="83127"/>
          </a:xfrm>
          <a:prstGeom prst="ellipse">
            <a:avLst/>
          </a:prstGeom>
          <a:solidFill>
            <a:srgbClr val="F3EEE3">
              <a:alpha val="28000"/>
            </a:srgbClr>
          </a:solidFill>
          <a:ln/>
        </p:spPr>
      </p:sp>
      <p:sp>
        <p:nvSpPr>
          <p:cNvPr id="48" name="Shape 46"/>
          <p:cNvSpPr/>
          <p:nvPr/>
        </p:nvSpPr>
        <p:spPr>
          <a:xfrm>
            <a:off x="4449898" y="9578686"/>
            <a:ext cx="83127" cy="83127"/>
          </a:xfrm>
          <a:prstGeom prst="ellipse">
            <a:avLst/>
          </a:prstGeom>
          <a:solidFill>
            <a:srgbClr val="F3EEE3">
              <a:alpha val="28000"/>
            </a:srgbClr>
          </a:solidFill>
          <a:ln/>
        </p:spPr>
      </p:sp>
      <p:sp>
        <p:nvSpPr>
          <p:cNvPr id="49" name="Shape 47"/>
          <p:cNvSpPr/>
          <p:nvPr/>
        </p:nvSpPr>
        <p:spPr>
          <a:xfrm>
            <a:off x="4616152" y="9578686"/>
            <a:ext cx="83127" cy="83127"/>
          </a:xfrm>
          <a:prstGeom prst="ellipse">
            <a:avLst/>
          </a:prstGeom>
          <a:solidFill>
            <a:srgbClr val="F3EEE3">
              <a:alpha val="28000"/>
            </a:srgbClr>
          </a:solidFill>
          <a:ln/>
        </p:spPr>
      </p:sp>
      <p:sp>
        <p:nvSpPr>
          <p:cNvPr id="50" name="Shape 48"/>
          <p:cNvSpPr/>
          <p:nvPr/>
        </p:nvSpPr>
        <p:spPr>
          <a:xfrm>
            <a:off x="4782406" y="9578686"/>
            <a:ext cx="83127" cy="83127"/>
          </a:xfrm>
          <a:prstGeom prst="ellipse">
            <a:avLst/>
          </a:prstGeom>
          <a:solidFill>
            <a:srgbClr val="F3EEE3">
              <a:alpha val="28000"/>
            </a:srgbClr>
          </a:solidFill>
          <a:ln/>
        </p:spPr>
      </p:sp>
      <p:sp>
        <p:nvSpPr>
          <p:cNvPr id="51" name="Shape 49"/>
          <p:cNvSpPr/>
          <p:nvPr/>
        </p:nvSpPr>
        <p:spPr>
          <a:xfrm>
            <a:off x="4948660" y="9578686"/>
            <a:ext cx="83127" cy="83127"/>
          </a:xfrm>
          <a:prstGeom prst="ellipse">
            <a:avLst/>
          </a:prstGeom>
          <a:solidFill>
            <a:srgbClr val="F3EEE3">
              <a:alpha val="28000"/>
            </a:srgbClr>
          </a:solidFill>
          <a:ln/>
        </p:spPr>
      </p:sp>
      <p:sp>
        <p:nvSpPr>
          <p:cNvPr id="52" name="Shape 50"/>
          <p:cNvSpPr/>
          <p:nvPr/>
        </p:nvSpPr>
        <p:spPr>
          <a:xfrm>
            <a:off x="5114914" y="9578686"/>
            <a:ext cx="83127" cy="83127"/>
          </a:xfrm>
          <a:prstGeom prst="ellipse">
            <a:avLst/>
          </a:prstGeom>
          <a:solidFill>
            <a:srgbClr val="F3EEE3">
              <a:alpha val="28000"/>
            </a:srgbClr>
          </a:solidFill>
          <a:ln/>
        </p:spPr>
      </p:sp>
      <p:sp>
        <p:nvSpPr>
          <p:cNvPr id="53" name="Shape 51"/>
          <p:cNvSpPr/>
          <p:nvPr/>
        </p:nvSpPr>
        <p:spPr>
          <a:xfrm>
            <a:off x="5281168" y="9578686"/>
            <a:ext cx="83127" cy="83127"/>
          </a:xfrm>
          <a:prstGeom prst="ellipse">
            <a:avLst/>
          </a:prstGeom>
          <a:solidFill>
            <a:srgbClr val="F3EEE3">
              <a:alpha val="28000"/>
            </a:srgbClr>
          </a:solidFill>
          <a:ln/>
        </p:spPr>
      </p:sp>
      <p:sp>
        <p:nvSpPr>
          <p:cNvPr id="54" name="Shape 52"/>
          <p:cNvSpPr/>
          <p:nvPr/>
        </p:nvSpPr>
        <p:spPr>
          <a:xfrm>
            <a:off x="5447422" y="9578686"/>
            <a:ext cx="83127" cy="83127"/>
          </a:xfrm>
          <a:prstGeom prst="ellipse">
            <a:avLst/>
          </a:prstGeom>
          <a:solidFill>
            <a:srgbClr val="F3EEE3">
              <a:alpha val="28000"/>
            </a:srgbClr>
          </a:solidFill>
          <a:ln/>
        </p:spPr>
      </p:sp>
      <p:sp>
        <p:nvSpPr>
          <p:cNvPr id="55" name="Shape 53"/>
          <p:cNvSpPr/>
          <p:nvPr/>
        </p:nvSpPr>
        <p:spPr>
          <a:xfrm>
            <a:off x="5613676" y="9578686"/>
            <a:ext cx="83127" cy="83127"/>
          </a:xfrm>
          <a:prstGeom prst="ellipse">
            <a:avLst/>
          </a:prstGeom>
          <a:solidFill>
            <a:srgbClr val="F3EEE3">
              <a:alpha val="28000"/>
            </a:srgbClr>
          </a:solidFill>
          <a:ln/>
        </p:spPr>
      </p:sp>
      <p:sp>
        <p:nvSpPr>
          <p:cNvPr id="56" name="Shape 54"/>
          <p:cNvSpPr/>
          <p:nvPr/>
        </p:nvSpPr>
        <p:spPr>
          <a:xfrm>
            <a:off x="5779931" y="9578686"/>
            <a:ext cx="83127" cy="83127"/>
          </a:xfrm>
          <a:prstGeom prst="ellipse">
            <a:avLst/>
          </a:prstGeom>
          <a:solidFill>
            <a:srgbClr val="F3EEE3">
              <a:alpha val="28000"/>
            </a:srgbClr>
          </a:solidFill>
          <a:ln/>
        </p:spPr>
      </p:sp>
      <p:sp>
        <p:nvSpPr>
          <p:cNvPr id="57" name="Shape 55"/>
          <p:cNvSpPr/>
          <p:nvPr/>
        </p:nvSpPr>
        <p:spPr>
          <a:xfrm>
            <a:off x="5946185" y="9578686"/>
            <a:ext cx="83127" cy="83127"/>
          </a:xfrm>
          <a:prstGeom prst="ellipse">
            <a:avLst/>
          </a:prstGeom>
          <a:solidFill>
            <a:srgbClr val="F3EEE3">
              <a:alpha val="28000"/>
            </a:srgbClr>
          </a:solidFill>
          <a:ln/>
        </p:spPr>
      </p:sp>
      <p:sp>
        <p:nvSpPr>
          <p:cNvPr id="58" name="Shape 56"/>
          <p:cNvSpPr/>
          <p:nvPr/>
        </p:nvSpPr>
        <p:spPr>
          <a:xfrm>
            <a:off x="6112439" y="9578686"/>
            <a:ext cx="83127" cy="83127"/>
          </a:xfrm>
          <a:prstGeom prst="ellipse">
            <a:avLst/>
          </a:prstGeom>
          <a:solidFill>
            <a:srgbClr val="F3EEE3">
              <a:alpha val="28000"/>
            </a:srgbClr>
          </a:solidFill>
          <a:ln/>
        </p:spPr>
      </p:sp>
      <p:sp>
        <p:nvSpPr>
          <p:cNvPr id="59" name="Shape 57"/>
          <p:cNvSpPr/>
          <p:nvPr/>
        </p:nvSpPr>
        <p:spPr>
          <a:xfrm>
            <a:off x="6278693" y="9578686"/>
            <a:ext cx="83127" cy="83127"/>
          </a:xfrm>
          <a:prstGeom prst="ellipse">
            <a:avLst/>
          </a:prstGeom>
          <a:solidFill>
            <a:srgbClr val="F3EEE3">
              <a:alpha val="28000"/>
            </a:srgbClr>
          </a:solidFill>
          <a:ln/>
        </p:spPr>
      </p:sp>
      <p:sp>
        <p:nvSpPr>
          <p:cNvPr id="60" name="Shape 58"/>
          <p:cNvSpPr/>
          <p:nvPr/>
        </p:nvSpPr>
        <p:spPr>
          <a:xfrm>
            <a:off x="6444947" y="9578686"/>
            <a:ext cx="83127" cy="83127"/>
          </a:xfrm>
          <a:prstGeom prst="ellipse">
            <a:avLst/>
          </a:prstGeom>
          <a:solidFill>
            <a:srgbClr val="F3EEE3">
              <a:alpha val="28000"/>
            </a:srgbClr>
          </a:solidFill>
          <a:ln/>
        </p:spPr>
      </p:sp>
      <p:sp>
        <p:nvSpPr>
          <p:cNvPr id="61" name="Shape 59"/>
          <p:cNvSpPr/>
          <p:nvPr/>
        </p:nvSpPr>
        <p:spPr>
          <a:xfrm>
            <a:off x="6611201" y="9578686"/>
            <a:ext cx="83127" cy="83127"/>
          </a:xfrm>
          <a:prstGeom prst="ellipse">
            <a:avLst/>
          </a:prstGeom>
          <a:solidFill>
            <a:srgbClr val="F3EEE3">
              <a:alpha val="28000"/>
            </a:srgbClr>
          </a:solidFill>
          <a:ln/>
        </p:spPr>
      </p:sp>
      <p:sp>
        <p:nvSpPr>
          <p:cNvPr id="62" name="Shape 60"/>
          <p:cNvSpPr/>
          <p:nvPr/>
        </p:nvSpPr>
        <p:spPr>
          <a:xfrm>
            <a:off x="6777455" y="9578686"/>
            <a:ext cx="83127" cy="83127"/>
          </a:xfrm>
          <a:prstGeom prst="ellipse">
            <a:avLst/>
          </a:prstGeom>
          <a:solidFill>
            <a:srgbClr val="F3EEE3">
              <a:alpha val="28000"/>
            </a:srgbClr>
          </a:solidFill>
          <a:ln/>
        </p:spPr>
      </p:sp>
      <p:sp>
        <p:nvSpPr>
          <p:cNvPr id="63" name="Shape 61"/>
          <p:cNvSpPr/>
          <p:nvPr/>
        </p:nvSpPr>
        <p:spPr>
          <a:xfrm>
            <a:off x="6943709" y="9578686"/>
            <a:ext cx="83127" cy="83127"/>
          </a:xfrm>
          <a:prstGeom prst="ellipse">
            <a:avLst/>
          </a:prstGeom>
          <a:solidFill>
            <a:srgbClr val="F3EEE3">
              <a:alpha val="28000"/>
            </a:srgbClr>
          </a:solidFill>
          <a:ln/>
        </p:spPr>
      </p:sp>
      <p:sp>
        <p:nvSpPr>
          <p:cNvPr id="64" name="Shape 62"/>
          <p:cNvSpPr/>
          <p:nvPr/>
        </p:nvSpPr>
        <p:spPr>
          <a:xfrm>
            <a:off x="7109963" y="9578686"/>
            <a:ext cx="83127" cy="83127"/>
          </a:xfrm>
          <a:prstGeom prst="ellipse">
            <a:avLst/>
          </a:prstGeom>
          <a:solidFill>
            <a:srgbClr val="F3EEE3">
              <a:alpha val="28000"/>
            </a:srgbClr>
          </a:solidFill>
          <a:ln/>
        </p:spPr>
      </p:sp>
      <p:sp>
        <p:nvSpPr>
          <p:cNvPr id="65" name="Shape 63"/>
          <p:cNvSpPr/>
          <p:nvPr/>
        </p:nvSpPr>
        <p:spPr>
          <a:xfrm>
            <a:off x="7276218" y="9578686"/>
            <a:ext cx="83127" cy="83127"/>
          </a:xfrm>
          <a:prstGeom prst="ellipse">
            <a:avLst/>
          </a:prstGeom>
          <a:solidFill>
            <a:srgbClr val="F3EEE3">
              <a:alpha val="28000"/>
            </a:srgbClr>
          </a:solidFill>
          <a:ln/>
        </p:spPr>
      </p:sp>
      <p:sp>
        <p:nvSpPr>
          <p:cNvPr id="66" name="Shape 64"/>
          <p:cNvSpPr/>
          <p:nvPr/>
        </p:nvSpPr>
        <p:spPr>
          <a:xfrm>
            <a:off x="7442472" y="9578686"/>
            <a:ext cx="83127" cy="83127"/>
          </a:xfrm>
          <a:prstGeom prst="ellipse">
            <a:avLst/>
          </a:prstGeom>
          <a:solidFill>
            <a:srgbClr val="F3EEE3">
              <a:alpha val="28000"/>
            </a:srgbClr>
          </a:solidFill>
          <a:ln/>
        </p:spPr>
      </p:sp>
      <p:sp>
        <p:nvSpPr>
          <p:cNvPr id="67" name="Shape 65"/>
          <p:cNvSpPr/>
          <p:nvPr/>
        </p:nvSpPr>
        <p:spPr>
          <a:xfrm>
            <a:off x="7608726" y="9578686"/>
            <a:ext cx="83127" cy="83127"/>
          </a:xfrm>
          <a:prstGeom prst="ellipse">
            <a:avLst/>
          </a:prstGeom>
          <a:solidFill>
            <a:srgbClr val="F3EEE3">
              <a:alpha val="28000"/>
            </a:srgbClr>
          </a:solidFill>
          <a:ln/>
        </p:spPr>
      </p:sp>
      <p:sp>
        <p:nvSpPr>
          <p:cNvPr id="68" name="Shape 66"/>
          <p:cNvSpPr/>
          <p:nvPr/>
        </p:nvSpPr>
        <p:spPr>
          <a:xfrm>
            <a:off x="7774980" y="9578686"/>
            <a:ext cx="83127" cy="83127"/>
          </a:xfrm>
          <a:prstGeom prst="ellipse">
            <a:avLst/>
          </a:prstGeom>
          <a:solidFill>
            <a:srgbClr val="F3EEE3">
              <a:alpha val="28000"/>
            </a:srgbClr>
          </a:solidFill>
          <a:ln/>
        </p:spPr>
      </p:sp>
      <p:sp>
        <p:nvSpPr>
          <p:cNvPr id="69" name="Shape 67"/>
          <p:cNvSpPr/>
          <p:nvPr/>
        </p:nvSpPr>
        <p:spPr>
          <a:xfrm>
            <a:off x="7941234" y="9578686"/>
            <a:ext cx="83127" cy="83127"/>
          </a:xfrm>
          <a:prstGeom prst="ellipse">
            <a:avLst/>
          </a:prstGeom>
          <a:solidFill>
            <a:srgbClr val="F3EEE3">
              <a:alpha val="28000"/>
            </a:srgbClr>
          </a:solidFill>
          <a:ln/>
        </p:spPr>
      </p:sp>
      <p:sp>
        <p:nvSpPr>
          <p:cNvPr id="70" name="Shape 68"/>
          <p:cNvSpPr/>
          <p:nvPr/>
        </p:nvSpPr>
        <p:spPr>
          <a:xfrm>
            <a:off x="8107488" y="9578686"/>
            <a:ext cx="83127" cy="83127"/>
          </a:xfrm>
          <a:prstGeom prst="ellipse">
            <a:avLst/>
          </a:prstGeom>
          <a:solidFill>
            <a:srgbClr val="F3EEE3">
              <a:alpha val="28000"/>
            </a:srgbClr>
          </a:solidFill>
          <a:ln/>
        </p:spPr>
      </p:sp>
      <p:sp>
        <p:nvSpPr>
          <p:cNvPr id="71" name="Shape 69"/>
          <p:cNvSpPr/>
          <p:nvPr/>
        </p:nvSpPr>
        <p:spPr>
          <a:xfrm>
            <a:off x="8273742" y="9578686"/>
            <a:ext cx="83127" cy="83127"/>
          </a:xfrm>
          <a:prstGeom prst="ellipse">
            <a:avLst/>
          </a:prstGeom>
          <a:solidFill>
            <a:srgbClr val="F3EEE3">
              <a:alpha val="28000"/>
            </a:srgbClr>
          </a:solidFill>
          <a:ln/>
        </p:spPr>
      </p:sp>
      <p:sp>
        <p:nvSpPr>
          <p:cNvPr id="72" name="Shape 70"/>
          <p:cNvSpPr/>
          <p:nvPr/>
        </p:nvSpPr>
        <p:spPr>
          <a:xfrm>
            <a:off x="8439996" y="9578686"/>
            <a:ext cx="83127" cy="83127"/>
          </a:xfrm>
          <a:prstGeom prst="ellipse">
            <a:avLst/>
          </a:prstGeom>
          <a:solidFill>
            <a:srgbClr val="F3EEE3">
              <a:alpha val="28000"/>
            </a:srgbClr>
          </a:solidFill>
          <a:ln/>
        </p:spPr>
      </p:sp>
      <p:sp>
        <p:nvSpPr>
          <p:cNvPr id="73" name="Shape 71"/>
          <p:cNvSpPr/>
          <p:nvPr/>
        </p:nvSpPr>
        <p:spPr>
          <a:xfrm>
            <a:off x="8606251" y="9578686"/>
            <a:ext cx="83127" cy="83127"/>
          </a:xfrm>
          <a:prstGeom prst="ellipse">
            <a:avLst/>
          </a:prstGeom>
          <a:solidFill>
            <a:srgbClr val="F3EEE3">
              <a:alpha val="28000"/>
            </a:srgbClr>
          </a:solidFill>
          <a:ln/>
        </p:spPr>
      </p:sp>
      <p:sp>
        <p:nvSpPr>
          <p:cNvPr id="74" name="Shape 72"/>
          <p:cNvSpPr/>
          <p:nvPr/>
        </p:nvSpPr>
        <p:spPr>
          <a:xfrm>
            <a:off x="8772505" y="9578686"/>
            <a:ext cx="83127" cy="83127"/>
          </a:xfrm>
          <a:prstGeom prst="ellipse">
            <a:avLst/>
          </a:prstGeom>
          <a:solidFill>
            <a:srgbClr val="F3EEE3">
              <a:alpha val="28000"/>
            </a:srgbClr>
          </a:solidFill>
          <a:ln/>
        </p:spPr>
      </p:sp>
      <p:sp>
        <p:nvSpPr>
          <p:cNvPr id="75" name="Shape 73"/>
          <p:cNvSpPr/>
          <p:nvPr/>
        </p:nvSpPr>
        <p:spPr>
          <a:xfrm>
            <a:off x="8938759" y="9578686"/>
            <a:ext cx="83127" cy="83127"/>
          </a:xfrm>
          <a:prstGeom prst="ellipse">
            <a:avLst/>
          </a:prstGeom>
          <a:solidFill>
            <a:srgbClr val="F3EEE3">
              <a:alpha val="28000"/>
            </a:srgbClr>
          </a:solidFill>
          <a:ln/>
        </p:spPr>
      </p:sp>
      <p:sp>
        <p:nvSpPr>
          <p:cNvPr id="76" name="Shape 74"/>
          <p:cNvSpPr/>
          <p:nvPr/>
        </p:nvSpPr>
        <p:spPr>
          <a:xfrm>
            <a:off x="9105013" y="9578686"/>
            <a:ext cx="83127" cy="83127"/>
          </a:xfrm>
          <a:prstGeom prst="ellipse">
            <a:avLst/>
          </a:prstGeom>
          <a:solidFill>
            <a:srgbClr val="F3EEE3">
              <a:alpha val="28000"/>
            </a:srgbClr>
          </a:solidFill>
          <a:ln/>
        </p:spPr>
      </p:sp>
      <p:sp>
        <p:nvSpPr>
          <p:cNvPr id="77" name="Shape 75"/>
          <p:cNvSpPr/>
          <p:nvPr/>
        </p:nvSpPr>
        <p:spPr>
          <a:xfrm>
            <a:off x="9271267" y="9578686"/>
            <a:ext cx="83127" cy="83127"/>
          </a:xfrm>
          <a:prstGeom prst="ellipse">
            <a:avLst/>
          </a:prstGeom>
          <a:solidFill>
            <a:srgbClr val="F3EEE3">
              <a:alpha val="28000"/>
            </a:srgbClr>
          </a:solidFill>
          <a:ln/>
        </p:spPr>
      </p:sp>
      <p:sp>
        <p:nvSpPr>
          <p:cNvPr id="78" name="Shape 76"/>
          <p:cNvSpPr/>
          <p:nvPr/>
        </p:nvSpPr>
        <p:spPr>
          <a:xfrm>
            <a:off x="9437521" y="9578686"/>
            <a:ext cx="83127" cy="83127"/>
          </a:xfrm>
          <a:prstGeom prst="ellipse">
            <a:avLst/>
          </a:prstGeom>
          <a:solidFill>
            <a:srgbClr val="F3EEE3">
              <a:alpha val="28000"/>
            </a:srgbClr>
          </a:solidFill>
          <a:ln/>
        </p:spPr>
      </p:sp>
      <p:sp>
        <p:nvSpPr>
          <p:cNvPr id="79" name="Shape 77"/>
          <p:cNvSpPr/>
          <p:nvPr/>
        </p:nvSpPr>
        <p:spPr>
          <a:xfrm>
            <a:off x="9603775" y="9578686"/>
            <a:ext cx="83127" cy="83127"/>
          </a:xfrm>
          <a:prstGeom prst="ellipse">
            <a:avLst/>
          </a:prstGeom>
          <a:solidFill>
            <a:srgbClr val="F3EEE3">
              <a:alpha val="28000"/>
            </a:srgbClr>
          </a:solidFill>
          <a:ln/>
        </p:spPr>
      </p:sp>
      <p:sp>
        <p:nvSpPr>
          <p:cNvPr id="80" name="Shape 78"/>
          <p:cNvSpPr/>
          <p:nvPr/>
        </p:nvSpPr>
        <p:spPr>
          <a:xfrm>
            <a:off x="9770029" y="9578686"/>
            <a:ext cx="83127" cy="83127"/>
          </a:xfrm>
          <a:prstGeom prst="ellipse">
            <a:avLst/>
          </a:prstGeom>
          <a:solidFill>
            <a:srgbClr val="F3EEE3">
              <a:alpha val="28000"/>
            </a:srgbClr>
          </a:solidFill>
          <a:ln/>
        </p:spPr>
      </p:sp>
      <p:sp>
        <p:nvSpPr>
          <p:cNvPr id="81" name="Shape 79"/>
          <p:cNvSpPr/>
          <p:nvPr/>
        </p:nvSpPr>
        <p:spPr>
          <a:xfrm>
            <a:off x="9922429" y="9564832"/>
            <a:ext cx="110836" cy="110836"/>
          </a:xfrm>
          <a:prstGeom prst="ellipse">
            <a:avLst/>
          </a:prstGeom>
          <a:solidFill>
            <a:srgbClr val="FF6A4D"/>
          </a:solidFill>
          <a:ln/>
        </p:spPr>
      </p:sp>
      <p:sp>
        <p:nvSpPr>
          <p:cNvPr id="82" name="Text 80"/>
          <p:cNvSpPr/>
          <p:nvPr/>
        </p:nvSpPr>
        <p:spPr>
          <a:xfrm>
            <a:off x="102870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Github-radar</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7" kern="0">
                <a:solidFill>
                  <a:srgbClr val="9AA0B5"/>
                </a:solidFill>
                <a:latin typeface="Be Vietnam Pro" pitchFamily="34" charset="0"/>
                <a:ea typeface="Be Vietnam Pro" pitchFamily="34" charset="-122"/>
                <a:cs typeface="Be Vietnam Pro" pitchFamily="34" charset="-120"/>
              </a:rPr>
              <a:t> R05</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55/55</a:t>
            </a:r>
            <a:endParaRPr lang="en-US" sz="1800" dirty="0"/>
          </a:p>
        </p:txBody>
      </p:sp>
      <p:sp>
        <p:nvSpPr>
          <p:cNvPr id="83" name="Shape 81"/>
          <p:cNvSpPr/>
          <p:nvPr/>
        </p:nvSpPr>
        <p:spPr>
          <a:xfrm>
            <a:off x="15983712" y="9076331"/>
            <a:ext cx="1645920" cy="552301"/>
          </a:xfrm>
          <a:prstGeom prst="roundRect">
            <a:avLst>
              <a:gd name="adj" fmla="val 28000"/>
            </a:avLst>
          </a:prstGeom>
          <a:solidFill>
            <a:srgbClr val="FFFFFF">
              <a:alpha val="82000"/>
            </a:srgbClr>
          </a:solidFill>
          <a:ln/>
        </p:spPr>
      </p:sp>
      <p:pic>
        <p:nvPicPr>
          <p:cNvPr id="84" name="Moda image moda-export-watermark-ac0b80f5-2269-4cbf-bbea-6f40fcdd027e"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2026-10-25T11:03:31Z</dcterms:created>
  <dcterms:modified xsi:type="dcterms:W3CDTF">2026-10-25T11:03:31Z</dcterms:modified>
</cp:coreProperties>
</file>