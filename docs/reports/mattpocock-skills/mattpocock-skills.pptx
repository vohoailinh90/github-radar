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embeddedFontLst>
    <p:embeddedFont>
      <p:font typeface="Be Vietnam Pro"/>
      <p:regular r:id="rId34"/>
      <p:bold r:id="rId31"/>
    </p:embeddedFont>
    <p:embeddedFont>
      <p:font typeface="Bricolage Grotesque ExtraBold"/>
      <p:regular r:id="rId32"/>
    </p:embeddedFont>
    <p:embeddedFont>
      <p:font typeface="Be Vietnam Pro SemiBold"/>
      <p:regular r:id="rId33"/>
    </p:embeddedFont>
    <p:embeddedFont>
      <p:font typeface="Be Vietnam Pro ExtraBold"/>
      <p:regular r:id="rId35"/>
    </p:embeddedFont>
    <p:embeddedFont>
      <p:font typeface="Be Vietnam Pro Medium"/>
      <p:regular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252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47775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6207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668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10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7640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297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822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730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2550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6685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716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6687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29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573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20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57325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7162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764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3345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5252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7775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207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668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6210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67640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4297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3822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25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5730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52550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6685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716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66687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29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4775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2573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3620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457325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57162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6764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b="1" spc="4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b="1" spc="4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100" b="1" spc="43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Matt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Pocock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Skills:</a:t>
            </a: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27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8100" dirty="0" spc="-10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8100" dirty="0"/>
          </a:p>
        </p:txBody>
      </p:sp>
      <p:sp>
        <p:nvSpPr>
          <p:cNvPr id="52" name="Text 50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33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30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33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3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330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3300" dirty="0" spc="-18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33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300" dirty="0" spc="-2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33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300" dirty="0" spc="-1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soát?</a:t>
            </a:r>
            <a:endParaRPr lang="en-US" sz="3300" dirty="0"/>
          </a:p>
        </p:txBody>
      </p:sp>
      <p:sp>
        <p:nvSpPr>
          <p:cNvPr id="53" name="Shape 51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Grilling</a:t>
            </a:r>
            <a:endParaRPr lang="en-US" sz="2550" dirty="0"/>
          </a:p>
        </p:txBody>
      </p:sp>
      <p:sp>
        <p:nvSpPr>
          <p:cNvPr id="55" name="Shape 53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Spec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ticket</a:t>
            </a:r>
            <a:endParaRPr lang="en-US" sz="2550" dirty="0"/>
          </a:p>
        </p:txBody>
      </p:sp>
      <p:sp>
        <p:nvSpPr>
          <p:cNvPr id="57" name="Shape 55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TDD</a:t>
            </a:r>
            <a:endParaRPr lang="en-US" sz="2550" dirty="0"/>
          </a:p>
        </p:txBody>
      </p:sp>
      <p:sp>
        <p:nvSpPr>
          <p:cNvPr id="59" name="Shape 57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endParaRPr lang="en-US" sz="255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e1cce2c1-48fc-4548-92d1-34afdcbdde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6900" dirty="0" spc="-9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 giữ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 kiểm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69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27</a:t>
            </a:r>
            <a:r>
              <a:rPr lang="en-US" sz="2469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469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69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469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bá,</a:t>
            </a:r>
            <a:r>
              <a:rPr lang="en-US" sz="2469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469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469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69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469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bá;</a:t>
            </a:r>
            <a:r>
              <a:rPr lang="en-US" sz="2469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69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commit</a:t>
            </a:r>
            <a:r>
              <a:rPr lang="en-US" sz="2469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a496f55</a:t>
            </a:r>
            <a:r>
              <a:rPr lang="en-US" sz="2469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69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29/10/2026</a:t>
            </a:r>
            <a:endParaRPr lang="en-US" sz="2469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02/24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a2cc3fd-1ee9-498b-af44-4ad7513bf0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thủy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nhỏ: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grilling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329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lõi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cả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grill-me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grill-with-docs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Repo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kỷ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luật hóa cả việc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skill: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 hình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gọi,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ngoài: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[S23] [S25]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03/24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f2692f9-d57d-4dd5-baee-6fa9a515f3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Plugin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27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quảng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+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quảng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1.3.2;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giấy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phép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gọi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526" rIns="0" bIns="-16526" rtlCol="0" anchor="t"/>
          <a:lstStyle/>
          <a:p>
            <a:pPr algn="l" indent="0" marL="0">
              <a:lnSpc>
                <a:spcPts val="2959"/>
              </a:lnSpc>
              <a:buNone/>
            </a:pPr>
            <a:r>
              <a:rPr lang="en-US" sz="2367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16</a:t>
            </a:r>
            <a:r>
              <a:rPr lang="en-US" sz="2367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</a:t>
            </a:r>
            <a:r>
              <a:rPr lang="en-US" sz="2367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(disable-model-invocation)</a:t>
            </a:r>
            <a:endParaRPr lang="en-US" sz="2367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21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gọi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11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skill,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cũng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210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176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tệp;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38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SKILL.md,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26.689 từ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Đóng</a:t>
            </a:r>
            <a:r>
              <a:rPr lang="en-US" sz="2100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góp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 mới; PR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 cộng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viên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04/24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7c90ee9a-6bd6-4a71-b527-ab1ee46d44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grilling,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GLOSSARY.md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TDD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module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05/24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b1f23538-2bb0-4424-82c3-5cf3b00a67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Cây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57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grilling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Tìm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frontier:</a:t>
            </a:r>
            <a:r>
              <a:rPr lang="en-US" sz="27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7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endParaRPr lang="en-US" sz="2700" dirty="0"/>
          </a:p>
        </p:txBody>
      </p:sp>
      <p:sp>
        <p:nvSpPr>
          <p:cNvPr id="7" name="Connector line-1793439977463-806340804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 cả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vòng: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số,</a:t>
            </a:r>
            <a:r>
              <a:rPr lang="en-US" sz="27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endParaRPr lang="en-US" sz="2700" dirty="0"/>
          </a:p>
        </p:txBody>
      </p:sp>
      <p:sp>
        <p:nvSpPr>
          <p:cNvPr id="12" name="Connector line-1793439977467-165228549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Nghe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lời,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frontier</a:t>
            </a:r>
            <a:endParaRPr lang="en-US" sz="2700" dirty="0"/>
          </a:p>
        </p:txBody>
      </p:sp>
      <p:sp>
        <p:nvSpPr>
          <p:cNvPr id="17" name="Connector line-1793439977471-810798443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Xong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frontier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rỗng,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06/24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05a924c8-64d9-49e6-8eb1-5f9fd6d5ae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57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vỏ,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lõi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grill-me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từ. Chỉ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grilling.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grill-with-docs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35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từ.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 cho</a:t>
            </a:r>
            <a:r>
              <a:rPr lang="en-US" sz="31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grilling</a:t>
            </a:r>
            <a:r>
              <a:rPr lang="en-US" sz="31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domain-modeling.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Lõi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 ở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grilling, 329 từ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07/24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490489fc-456d-4d1c-b278-a9540cadad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domain-modeling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Thách</a:t>
            </a:r>
            <a:r>
              <a:rPr lang="en-US" sz="3000" dirty="0" spc="1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thức</a:t>
            </a:r>
            <a:r>
              <a:rPr lang="en-US" sz="30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thuật</a:t>
            </a:r>
            <a:r>
              <a:rPr lang="en-US" sz="300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GLOSSARY.md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3000" dirty="0" spc="-1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rõ</a:t>
            </a:r>
            <a:r>
              <a:rPr lang="en-US" sz="30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chữ</a:t>
            </a: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mơ</a:t>
            </a:r>
            <a:r>
              <a:rPr lang="en-US" sz="30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hồ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Đối chiếu</a:t>
            </a: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mâu thuẫn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glossary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ADR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08/24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507f99e3-fa4e-4f76-a359-a694c615c6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4570" rIns="0" bIns="-14570" rtlCol="0" anchor="t"/>
          <a:lstStyle/>
          <a:p>
            <a:pPr algn="l" indent="0" marL="0">
              <a:lnSpc>
                <a:spcPts val="2609"/>
              </a:lnSpc>
              <a:buNone/>
            </a:pPr>
            <a:r>
              <a:rPr lang="en-US" sz="2087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grill-with-docs:</a:t>
            </a:r>
            <a:r>
              <a:rPr lang="en-US" sz="2087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sharpen</a:t>
            </a:r>
            <a:r>
              <a:rPr lang="en-US" sz="2087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087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tưởng</a:t>
            </a:r>
            <a:endParaRPr lang="en-US" sz="2087" dirty="0"/>
          </a:p>
        </p:txBody>
      </p:sp>
      <p:sp>
        <p:nvSpPr>
          <p:cNvPr id="7" name="Connector line-1793440003214-513549955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to-spec: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phỏng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endParaRPr lang="en-US" sz="2700" dirty="0"/>
          </a:p>
        </p:txBody>
      </p:sp>
      <p:sp>
        <p:nvSpPr>
          <p:cNvPr id="12" name="Connector line-1793440003218-101692354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to-tickets: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lát cắt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tracer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bullet</a:t>
            </a:r>
            <a:endParaRPr lang="en-US" sz="2700" dirty="0"/>
          </a:p>
        </p:txBody>
      </p:sp>
      <p:sp>
        <p:nvSpPr>
          <p:cNvPr id="17" name="Connector line-1793440003221-751143646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4318" rIns="0" bIns="-14318" rtlCol="0" anchor="t"/>
          <a:lstStyle/>
          <a:p>
            <a:pPr algn="l" indent="0" marL="0">
              <a:lnSpc>
                <a:spcPts val="2564"/>
              </a:lnSpc>
              <a:buNone/>
            </a:pPr>
            <a:r>
              <a:rPr lang="en-US" sz="2051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implement</a:t>
            </a:r>
            <a:r>
              <a:rPr lang="en-US" sz="2051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051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implement-spec</a:t>
            </a:r>
            <a:endParaRPr lang="en-US" sz="2051" dirty="0"/>
          </a:p>
        </p:txBody>
      </p:sp>
      <p:sp>
        <p:nvSpPr>
          <p:cNvPr id="22" name="Connector line-1793440003230-906734647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435" rIns="0" bIns="-17435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96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code-review, rồi</a:t>
            </a:r>
            <a:r>
              <a:rPr lang="en-US" sz="2496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retro</a:t>
            </a:r>
            <a:endParaRPr lang="en-US" sz="2496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[S20]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09/24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71fbcc67-4183-46b6-afdf-1c0fb2f590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spec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076325"/>
          </a:xfrm>
          <a:prstGeom prst="roundRect">
            <a:avLst>
              <a:gd name="adj" fmla="val 19469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Further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Notes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086225"/>
            <a:ext cx="15125700" cy="1076325"/>
          </a:xfrm>
          <a:prstGeom prst="roundRect">
            <a:avLst>
              <a:gd name="adj" fmla="val 19469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086225"/>
            <a:ext cx="14363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Testing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Decisions: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seam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314950"/>
            <a:ext cx="13792200" cy="1076325"/>
          </a:xfrm>
          <a:prstGeom prst="roundRect">
            <a:avLst>
              <a:gd name="adj" fmla="val 19469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314950"/>
            <a:ext cx="13030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Implementation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Decisions: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6543675"/>
            <a:ext cx="12458700" cy="1076325"/>
          </a:xfrm>
          <a:prstGeom prst="roundRect">
            <a:avLst>
              <a:gd name="adj" fmla="val 19469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6543675"/>
            <a:ext cx="11696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Stories: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581400" y="7772400"/>
            <a:ext cx="11125200" cy="1076325"/>
          </a:xfrm>
          <a:prstGeom prst="roundRect">
            <a:avLst>
              <a:gd name="adj" fmla="val 19469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400" y="7772400"/>
            <a:ext cx="10363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Problem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Statement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Solution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10/24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a0698863-e4dd-4de0-a1c8-d936c2b8bf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implement-spec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5700" dirty="0"/>
          </a:p>
        </p:txBody>
      </p:sp>
      <p:sp>
        <p:nvSpPr>
          <p:cNvPr id="3" name="Connector line-1793440016043-512930791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Connector line-1793440016043-28713532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spec: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ticket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Connector line-1793440016048-635647262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8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 hợp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Connector line-1793440016050-450044534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ticket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subagent,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worktree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Connector line-1793440016052-146632911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Merger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gộp;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frontier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7" name="Connector line-1793440016054-959779774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code-review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đợt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11/24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3f5202f1-4db3-4c71-8aad-2ee5a85dc3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Giai</a:t>
            </a:r>
            <a:r>
              <a:rPr lang="en-US" sz="33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diagnosing-bugs:</a:t>
            </a:r>
            <a:r>
              <a:rPr lang="en-US" sz="33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33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33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10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viết: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skill,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3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chỉ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12/24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3ee1c73-6227-4b48-87e4-a8557811a9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Red-capable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khẳng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Tất</a:t>
            </a:r>
            <a:r>
              <a:rPr lang="en-US" sz="3000" dirty="0" spc="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định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Nhanh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Agent</a:t>
            </a:r>
            <a:r>
              <a:rPr lang="en-US" sz="30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r>
              <a:rPr lang="en-US" sz="3000" dirty="0" spc="1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13/24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573a6f4f-20ed-402d-961b-5e98c78107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TDD: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seam</a:t>
            </a:r>
            <a:r>
              <a:rPr lang="en-US" sz="57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57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test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Skill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tdd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chiếu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red-green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giao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[S12]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ghi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seam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thử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dùng;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seam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Refactor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Seam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 đặt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test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Trước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195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viết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seam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xin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195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tắc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Red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green,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lát cắt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14/24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214f9140-44ce-49e3-a9a5-4e0d744848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test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vỡ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refactor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Tautological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khẳng</a:t>
            </a:r>
            <a:r>
              <a:rPr lang="en-US" sz="255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 ngang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15/24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07f1a1ff-99a3-45b6-b9da-2676542146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Mùi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57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Fowler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trục</a:t>
            </a:r>
            <a:r>
              <a:rPr lang="en-US" sz="33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Standards</a:t>
            </a:r>
            <a:r>
              <a:rPr lang="en-US" sz="33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3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code-review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4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Repo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thắng;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mùi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 phán</a:t>
            </a:r>
            <a:r>
              <a:rPr lang="en-US" sz="33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đoán,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3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phạm</a:t>
            </a:r>
            <a:r>
              <a:rPr lang="en-US" sz="33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16/24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b8b33a8-36aa-4191-8624-177d052aec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Review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8763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Điều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phối</a:t>
            </a:r>
            <a:endParaRPr lang="en-US" sz="2550" dirty="0"/>
          </a:p>
        </p:txBody>
      </p:sp>
      <p:sp>
        <p:nvSpPr>
          <p:cNvPr id="5" name="Connector line-1793441062772-812532091"/>
          <p:cNvSpPr/>
          <p:nvPr/>
        </p:nvSpPr>
        <p:spPr>
          <a:xfrm>
            <a:off x="29718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991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4991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Standards</a:t>
            </a:r>
            <a:endParaRPr lang="en-US" sz="2550" dirty="0"/>
          </a:p>
        </p:txBody>
      </p:sp>
      <p:sp>
        <p:nvSpPr>
          <p:cNvPr id="8" name="Connector line-1793441062780-566188713"/>
          <p:cNvSpPr/>
          <p:nvPr/>
        </p:nvSpPr>
        <p:spPr>
          <a:xfrm>
            <a:off x="70866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105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9105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Spec</a:t>
            </a:r>
            <a:endParaRPr lang="en-US" sz="2550" dirty="0"/>
          </a:p>
        </p:txBody>
      </p:sp>
      <p:sp>
        <p:nvSpPr>
          <p:cNvPr id="11" name="Connector line-1793441062781-424195713"/>
          <p:cNvSpPr/>
          <p:nvPr/>
        </p:nvSpPr>
        <p:spPr>
          <a:xfrm>
            <a:off x="112014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32207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32207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Báo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cáo</a:t>
            </a:r>
            <a:endParaRPr lang="en-US" sz="2550" dirty="0"/>
          </a:p>
        </p:txBody>
      </p:sp>
      <p:sp>
        <p:nvSpPr>
          <p:cNvPr id="14" name="Connector line-1793441062783-104638311"/>
          <p:cNvSpPr/>
          <p:nvPr/>
        </p:nvSpPr>
        <p:spPr>
          <a:xfrm>
            <a:off x="153162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15" name="Connector line-1793441062783-729060361"/>
          <p:cNvSpPr/>
          <p:nvPr/>
        </p:nvSpPr>
        <p:spPr>
          <a:xfrm>
            <a:off x="2971800" y="4143375"/>
            <a:ext cx="0" cy="8572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200400" y="4143375"/>
            <a:ext cx="3352800" cy="857250"/>
          </a:xfrm>
          <a:prstGeom prst="rect">
            <a:avLst/>
          </a:prstGeom>
          <a:noFill/>
          <a:ln/>
        </p:spPr>
        <p:txBody>
          <a:bodyPr wrap="square" lIns="0" tIns="18371" rIns="0" bIns="-18371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Ghim</a:t>
            </a:r>
            <a:r>
              <a:rPr lang="en-US" sz="21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1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định,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diff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1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rỗng</a:t>
            </a:r>
            <a:endParaRPr lang="en-US" sz="2100" dirty="0"/>
          </a:p>
        </p:txBody>
      </p:sp>
      <p:sp>
        <p:nvSpPr>
          <p:cNvPr id="17" name="Connector line-1793441062785-678334420"/>
          <p:cNvSpPr/>
          <p:nvPr/>
        </p:nvSpPr>
        <p:spPr>
          <a:xfrm>
            <a:off x="2971800" y="5629275"/>
            <a:ext cx="41148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067050" y="4829175"/>
            <a:ext cx="3924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diff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trục</a:t>
            </a: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Standards</a:t>
            </a:r>
            <a:endParaRPr lang="en-US" sz="2250" dirty="0"/>
          </a:p>
        </p:txBody>
      </p:sp>
      <p:sp>
        <p:nvSpPr>
          <p:cNvPr id="19" name="Connector line-1793441062787-476365214"/>
          <p:cNvSpPr/>
          <p:nvPr/>
        </p:nvSpPr>
        <p:spPr>
          <a:xfrm>
            <a:off x="2971800" y="6591300"/>
            <a:ext cx="8229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067050" y="5791200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 Giao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diff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trục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Spec</a:t>
            </a:r>
            <a:endParaRPr lang="en-US" sz="2250" dirty="0"/>
          </a:p>
        </p:txBody>
      </p:sp>
      <p:sp>
        <p:nvSpPr>
          <p:cNvPr id="21" name="Connector line-1793441062789-982445306"/>
          <p:cNvSpPr/>
          <p:nvPr/>
        </p:nvSpPr>
        <p:spPr>
          <a:xfrm>
            <a:off x="7086600" y="7562850"/>
            <a:ext cx="8229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181850" y="6762750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Standards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 mùi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2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phạm</a:t>
            </a:r>
            <a:endParaRPr lang="en-US" sz="2250" dirty="0"/>
          </a:p>
        </p:txBody>
      </p:sp>
      <p:sp>
        <p:nvSpPr>
          <p:cNvPr id="23" name="Connector line-1793441062791-701266719"/>
          <p:cNvSpPr/>
          <p:nvPr/>
        </p:nvSpPr>
        <p:spPr>
          <a:xfrm>
            <a:off x="11201400" y="8524875"/>
            <a:ext cx="41148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1296650" y="7724775"/>
            <a:ext cx="3924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Spec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 chỗ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2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17/24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b107f5a7-dc6f-43a5-99db-93bdad0fa4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Module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sâu,</a:t>
            </a:r>
            <a:r>
              <a:rPr lang="en-US" sz="57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triage,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codebase-design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Module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triage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loại,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wayfinder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issue,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decision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ticket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ask-matt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 phải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[S19] [S21]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18/24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6fde86fa-1dfb-4a9f-bb91-94ad37dff1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 quán</a:t>
            </a:r>
            <a:endParaRPr lang="en-US" sz="5700" dirty="0"/>
          </a:p>
        </p:txBody>
      </p:sp>
      <p:sp>
        <p:nvSpPr>
          <p:cNvPr id="3" name="Connector line-1793441071258-595006712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" name="Connector line-1793441071258-851257539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Connector line-1793441071258-773721877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3441071258-552894183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CLAUDE.md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plugin.json khớp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skill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ask-matt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Subagent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[S20]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38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19/24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ae41a886-aa03-417a-9ab9-cc08b7140e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 có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Pull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request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30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trần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grilling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Issue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needs-info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đóng sau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14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[S23]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[S25]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[S30]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67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20/24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e07befa3-f629-49fa-b8cc-a4acfb51e8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57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Red-green-refactor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tdd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refactor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Ticket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glossary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to-tickets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Em</a:t>
            </a:r>
            <a:r>
              <a:rPr lang="en-US" sz="300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dash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CLAUDE.md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cấm,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changelog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68 dòng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Khoảng</a:t>
            </a:r>
            <a:r>
              <a:rPr lang="en-US" sz="3000" dirty="0" spc="-1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trống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tdd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[S15]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[S26]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95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21/24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86a1a322-5b27-422b-9349-1c8cdd5bdd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 viện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27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nhỏ,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được;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khép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Lõi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grilling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GLOSSARY: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chính: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grill,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spec,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ticket,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implement,</a:t>
            </a:r>
            <a:r>
              <a:rPr lang="en-US" sz="300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trục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Gỡ lỗi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chặt,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đỏ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Muốn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fork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viết: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skill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[S20] [S3]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[S25]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24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22/24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355f025b-ca28-44e5-83f1-c786a81c91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khuyến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nghị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Clone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nông ở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a496f55, nhánh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main,</a:t>
            </a:r>
            <a:r>
              <a:rPr lang="en-US" sz="27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29/10/2026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sao;</a:t>
            </a:r>
            <a:r>
              <a:rPr lang="en-US" sz="27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plugin.json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53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23/24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79822c0-3b15-4db7-bc55-a305d13453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README.md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0040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0040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CLAUDE.md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8290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290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8290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SCOPE.md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4672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4672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4672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plugin.json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509587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9587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09587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invocation.md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57245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7245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57245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ADR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0002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(plugin)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635317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35317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35317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grilling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69818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69818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69818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grill-me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400" y="762000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762000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762000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grill-with-docs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14400" y="82486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82486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2057400" y="82486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domain-modeling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6524625" y="25717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6753225" y="25717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7667625" y="25717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GLOSSARY.md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524625" y="320040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6753225" y="320040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7667625" y="320040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tdd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6524625" y="38290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6753225" y="38290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7667625" y="38290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diagnosing-bugs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6524625" y="44672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6753225" y="44672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7667625" y="44672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to-spec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6524625" y="509587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6753225" y="509587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7667625" y="509587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to-tickets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6524625" y="57245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6753225" y="57245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7667625" y="57245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implement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6524625" y="635317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6753225" y="635317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7667625" y="635317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implement-spec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6524625" y="69818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6753225" y="69818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7667625" y="69818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code-review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6524625" y="762000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58" name="Text 56"/>
          <p:cNvSpPr/>
          <p:nvPr/>
        </p:nvSpPr>
        <p:spPr>
          <a:xfrm>
            <a:off x="6753225" y="762000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S19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7667625" y="762000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codebase-design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6524625" y="82486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61" name="Text 59"/>
          <p:cNvSpPr/>
          <p:nvPr/>
        </p:nvSpPr>
        <p:spPr>
          <a:xfrm>
            <a:off x="6753225" y="82486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S20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7667625" y="82486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ask-matt</a:t>
            </a:r>
            <a:endParaRPr lang="en-US" sz="2100" dirty="0"/>
          </a:p>
        </p:txBody>
      </p:sp>
      <p:sp>
        <p:nvSpPr>
          <p:cNvPr id="63" name="Shape 61"/>
          <p:cNvSpPr/>
          <p:nvPr/>
        </p:nvSpPr>
        <p:spPr>
          <a:xfrm>
            <a:off x="12144375" y="25717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64" name="Text 62"/>
          <p:cNvSpPr/>
          <p:nvPr/>
        </p:nvSpPr>
        <p:spPr>
          <a:xfrm>
            <a:off x="12372975" y="25717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S21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13287375" y="25717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triage</a:t>
            </a:r>
            <a:endParaRPr lang="en-US" sz="2100" dirty="0"/>
          </a:p>
        </p:txBody>
      </p:sp>
      <p:sp>
        <p:nvSpPr>
          <p:cNvPr id="66" name="Shape 64"/>
          <p:cNvSpPr/>
          <p:nvPr/>
        </p:nvSpPr>
        <p:spPr>
          <a:xfrm>
            <a:off x="12144375" y="320040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67" name="Text 65"/>
          <p:cNvSpPr/>
          <p:nvPr/>
        </p:nvSpPr>
        <p:spPr>
          <a:xfrm>
            <a:off x="12372975" y="320040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S22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3287375" y="320040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wayfinder</a:t>
            </a:r>
            <a:endParaRPr lang="en-US" sz="2100" dirty="0"/>
          </a:p>
        </p:txBody>
      </p:sp>
      <p:sp>
        <p:nvSpPr>
          <p:cNvPr id="69" name="Shape 67"/>
          <p:cNvSpPr/>
          <p:nvPr/>
        </p:nvSpPr>
        <p:spPr>
          <a:xfrm>
            <a:off x="12144375" y="38290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70" name="Text 68"/>
          <p:cNvSpPr/>
          <p:nvPr/>
        </p:nvSpPr>
        <p:spPr>
          <a:xfrm>
            <a:off x="12372975" y="38290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S23</a:t>
            </a:r>
            <a:endParaRPr lang="en-US" sz="1950" dirty="0"/>
          </a:p>
        </p:txBody>
      </p:sp>
      <p:sp>
        <p:nvSpPr>
          <p:cNvPr id="71" name="Text 69"/>
          <p:cNvSpPr/>
          <p:nvPr/>
        </p:nvSpPr>
        <p:spPr>
          <a:xfrm>
            <a:off x="13287375" y="38290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new-skills.md</a:t>
            </a:r>
            <a:endParaRPr lang="en-US" sz="2100" dirty="0"/>
          </a:p>
        </p:txBody>
      </p:sp>
      <p:sp>
        <p:nvSpPr>
          <p:cNvPr id="72" name="Shape 70"/>
          <p:cNvSpPr/>
          <p:nvPr/>
        </p:nvSpPr>
        <p:spPr>
          <a:xfrm>
            <a:off x="12144375" y="44672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73" name="Text 71"/>
          <p:cNvSpPr/>
          <p:nvPr/>
        </p:nvSpPr>
        <p:spPr>
          <a:xfrm>
            <a:off x="12372975" y="44672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S24</a:t>
            </a:r>
            <a:endParaRPr lang="en-US" sz="1950" dirty="0"/>
          </a:p>
        </p:txBody>
      </p:sp>
      <p:sp>
        <p:nvSpPr>
          <p:cNvPr id="74" name="Text 72"/>
          <p:cNvSpPr/>
          <p:nvPr/>
        </p:nvSpPr>
        <p:spPr>
          <a:xfrm>
            <a:off x="13287375" y="44672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question-limits.md</a:t>
            </a:r>
            <a:endParaRPr lang="en-US" sz="2100" dirty="0"/>
          </a:p>
        </p:txBody>
      </p:sp>
      <p:sp>
        <p:nvSpPr>
          <p:cNvPr id="75" name="Shape 73"/>
          <p:cNvSpPr/>
          <p:nvPr/>
        </p:nvSpPr>
        <p:spPr>
          <a:xfrm>
            <a:off x="12144375" y="509587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76" name="Text 74"/>
          <p:cNvSpPr/>
          <p:nvPr/>
        </p:nvSpPr>
        <p:spPr>
          <a:xfrm>
            <a:off x="12372975" y="509587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S25</a:t>
            </a:r>
            <a:endParaRPr lang="en-US" sz="1950" dirty="0"/>
          </a:p>
        </p:txBody>
      </p:sp>
      <p:sp>
        <p:nvSpPr>
          <p:cNvPr id="77" name="Text 75"/>
          <p:cNvSpPr/>
          <p:nvPr/>
        </p:nvSpPr>
        <p:spPr>
          <a:xfrm>
            <a:off x="13287375" y="509587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CONTRIBUTING.md</a:t>
            </a:r>
            <a:endParaRPr lang="en-US" sz="2100" dirty="0"/>
          </a:p>
        </p:txBody>
      </p:sp>
      <p:sp>
        <p:nvSpPr>
          <p:cNvPr id="78" name="Shape 76"/>
          <p:cNvSpPr/>
          <p:nvPr/>
        </p:nvSpPr>
        <p:spPr>
          <a:xfrm>
            <a:off x="12144375" y="57245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79" name="Text 77"/>
          <p:cNvSpPr/>
          <p:nvPr/>
        </p:nvSpPr>
        <p:spPr>
          <a:xfrm>
            <a:off x="12372975" y="57245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S26</a:t>
            </a:r>
            <a:endParaRPr lang="en-US" sz="1950" dirty="0"/>
          </a:p>
        </p:txBody>
      </p:sp>
      <p:sp>
        <p:nvSpPr>
          <p:cNvPr id="80" name="Text 78"/>
          <p:cNvSpPr/>
          <p:nvPr/>
        </p:nvSpPr>
        <p:spPr>
          <a:xfrm>
            <a:off x="13287375" y="57245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CHANGELOG.md</a:t>
            </a:r>
            <a:endParaRPr lang="en-US" sz="2100" dirty="0"/>
          </a:p>
        </p:txBody>
      </p:sp>
      <p:sp>
        <p:nvSpPr>
          <p:cNvPr id="81" name="Shape 79"/>
          <p:cNvSpPr/>
          <p:nvPr/>
        </p:nvSpPr>
        <p:spPr>
          <a:xfrm>
            <a:off x="12144375" y="635317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82" name="Text 80"/>
          <p:cNvSpPr/>
          <p:nvPr/>
        </p:nvSpPr>
        <p:spPr>
          <a:xfrm>
            <a:off x="12372975" y="635317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S27</a:t>
            </a:r>
            <a:endParaRPr lang="en-US" sz="1950" dirty="0"/>
          </a:p>
        </p:txBody>
      </p:sp>
      <p:sp>
        <p:nvSpPr>
          <p:cNvPr id="83" name="Text 81"/>
          <p:cNvSpPr/>
          <p:nvPr/>
        </p:nvSpPr>
        <p:spPr>
          <a:xfrm>
            <a:off x="13287375" y="635317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tdd.md</a:t>
            </a:r>
            <a:endParaRPr lang="en-US" sz="2100" dirty="0"/>
          </a:p>
        </p:txBody>
      </p:sp>
      <p:sp>
        <p:nvSpPr>
          <p:cNvPr id="84" name="Shape 82"/>
          <p:cNvSpPr/>
          <p:nvPr/>
        </p:nvSpPr>
        <p:spPr>
          <a:xfrm>
            <a:off x="12144375" y="6981825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85" name="Text 83"/>
          <p:cNvSpPr/>
          <p:nvPr/>
        </p:nvSpPr>
        <p:spPr>
          <a:xfrm>
            <a:off x="12372975" y="6981825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S28</a:t>
            </a:r>
            <a:endParaRPr lang="en-US" sz="1950" dirty="0"/>
          </a:p>
        </p:txBody>
      </p:sp>
      <p:sp>
        <p:nvSpPr>
          <p:cNvPr id="86" name="Text 84"/>
          <p:cNvSpPr/>
          <p:nvPr/>
        </p:nvSpPr>
        <p:spPr>
          <a:xfrm>
            <a:off x="13287375" y="6981825"/>
            <a:ext cx="3857625" cy="5143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resolving-merge-conflicts.md</a:t>
            </a:r>
            <a:endParaRPr lang="en-US" sz="1950" dirty="0"/>
          </a:p>
        </p:txBody>
      </p:sp>
      <p:sp>
        <p:nvSpPr>
          <p:cNvPr id="87" name="Shape 85"/>
          <p:cNvSpPr/>
          <p:nvPr/>
        </p:nvSpPr>
        <p:spPr>
          <a:xfrm>
            <a:off x="12144375" y="762000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88" name="Text 86"/>
          <p:cNvSpPr/>
          <p:nvPr/>
        </p:nvSpPr>
        <p:spPr>
          <a:xfrm>
            <a:off x="12372975" y="762000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S29</a:t>
            </a:r>
            <a:endParaRPr lang="en-US" sz="1950" dirty="0"/>
          </a:p>
        </p:txBody>
      </p:sp>
      <p:sp>
        <p:nvSpPr>
          <p:cNvPr id="89" name="Text 87"/>
          <p:cNvSpPr/>
          <p:nvPr/>
        </p:nvSpPr>
        <p:spPr>
          <a:xfrm>
            <a:off x="13287375" y="762000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package.json</a:t>
            </a:r>
            <a:endParaRPr lang="en-US" sz="2100" dirty="0"/>
          </a:p>
        </p:txBody>
      </p:sp>
      <p:sp>
        <p:nvSpPr>
          <p:cNvPr id="90" name="Shape 88"/>
          <p:cNvSpPr/>
          <p:nvPr/>
        </p:nvSpPr>
        <p:spPr>
          <a:xfrm>
            <a:off x="12144375" y="8248650"/>
            <a:ext cx="5229225" cy="514350"/>
          </a:xfrm>
          <a:prstGeom prst="roundRect">
            <a:avLst>
              <a:gd name="adj" fmla="val 29630"/>
            </a:avLst>
          </a:prstGeom>
          <a:solidFill>
            <a:srgbClr val="1E212B"/>
          </a:solidFill>
          <a:ln/>
        </p:spPr>
      </p:sp>
      <p:sp>
        <p:nvSpPr>
          <p:cNvPr id="91" name="Text 89"/>
          <p:cNvSpPr/>
          <p:nvPr/>
        </p:nvSpPr>
        <p:spPr>
          <a:xfrm>
            <a:off x="12372975" y="8248650"/>
            <a:ext cx="876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S30</a:t>
            </a:r>
            <a:endParaRPr lang="en-US" sz="1950" dirty="0"/>
          </a:p>
        </p:txBody>
      </p:sp>
      <p:sp>
        <p:nvSpPr>
          <p:cNvPr id="92" name="Text 90"/>
          <p:cNvSpPr/>
          <p:nvPr/>
        </p:nvSpPr>
        <p:spPr>
          <a:xfrm>
            <a:off x="13287375" y="8248650"/>
            <a:ext cx="3857625" cy="5143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needs-info.yml</a:t>
            </a:r>
            <a:endParaRPr lang="en-US" sz="2100" dirty="0"/>
          </a:p>
        </p:txBody>
      </p:sp>
      <p:sp>
        <p:nvSpPr>
          <p:cNvPr id="93" name="Shape 9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6181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629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24/24</a:t>
            </a:r>
            <a:endParaRPr lang="en-US" sz="1800" dirty="0"/>
          </a:p>
        </p:txBody>
      </p:sp>
      <p:sp>
        <p:nvSpPr>
          <p:cNvPr id="118" name="Shape 1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9" name="Moda image moda-export-watermark-dc21f8bc-6104-463e-bbbe-ffa75a2ca0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2026-10-31T10:06:27Z</dcterms:created>
  <dcterms:modified xsi:type="dcterms:W3CDTF">2026-10-31T10:06:27Z</dcterms:modified>
</cp:coreProperties>
</file>