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8288000" cy="10287000"/>
  <p:notesSz cx="10287000" cy="18288000"/>
  <p:embeddedFontLst>
    <p:embeddedFont>
      <p:font typeface="Be Vietnam Pro"/>
      <p:regular r:id="rId26"/>
      <p:bold r:id="rId23"/>
    </p:embeddedFont>
    <p:embeddedFont>
      <p:font typeface="Bricolage Grotesque ExtraBold"/>
      <p:regular r:id="rId24"/>
    </p:embeddedFont>
    <p:embeddedFont>
      <p:font typeface="Be Vietnam Pro SemiBold"/>
      <p:regular r:id="rId25"/>
    </p:embeddedFont>
    <p:embeddedFont>
      <p:font typeface="Be Vietnam Pro ExtraBold"/>
      <p:regular r:id="rId27"/>
    </p:embeddedFont>
    <p:embeddedFont>
      <p:font typeface="Be Vietnam Pro Medium"/>
      <p:regular r:id="rId2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font" Target="fonts/font1.fntdata"/><Relationship Id="rId24" Type="http://schemas.openxmlformats.org/officeDocument/2006/relationships/font" Target="fonts/font2.fntdata"/><Relationship Id="rId25" Type="http://schemas.openxmlformats.org/officeDocument/2006/relationships/font" Target="fonts/font3.fntdata"/><Relationship Id="rId26" Type="http://schemas.openxmlformats.org/officeDocument/2006/relationships/font" Target="fonts/font4.fntdata"/><Relationship Id="rId27" Type="http://schemas.openxmlformats.org/officeDocument/2006/relationships/font" Target="fonts/font5.fntdata"/><Relationship Id="rId28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430250" y="3714750"/>
            <a:ext cx="1714500" cy="1714500"/>
          </a:xfrm>
          <a:prstGeom prst="ellipse">
            <a:avLst/>
          </a:prstGeom>
          <a:noFill/>
          <a:ln w="38100">
            <a:solidFill>
              <a:srgbClr val="2C3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620625" y="2905125"/>
            <a:ext cx="3333750" cy="3333750"/>
          </a:xfrm>
          <a:prstGeom prst="ellipse">
            <a:avLst/>
          </a:prstGeom>
          <a:noFill/>
          <a:ln w="38100">
            <a:solidFill>
              <a:srgbClr val="2C3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11000" y="2095500"/>
            <a:ext cx="4953000" cy="4953000"/>
          </a:xfrm>
          <a:prstGeom prst="ellipse">
            <a:avLst/>
          </a:prstGeom>
          <a:noFill/>
          <a:ln w="38100">
            <a:solidFill>
              <a:srgbClr val="2C30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01375" y="1285875"/>
            <a:ext cx="6572250" cy="6572250"/>
          </a:xfrm>
          <a:prstGeom prst="ellipse">
            <a:avLst/>
          </a:prstGeom>
          <a:noFill/>
          <a:ln w="38100">
            <a:solidFill>
              <a:srgbClr val="2C30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91750" y="476250"/>
            <a:ext cx="8191500" cy="8191500"/>
          </a:xfrm>
          <a:prstGeom prst="ellipse">
            <a:avLst/>
          </a:prstGeom>
          <a:noFill/>
          <a:ln w="38100">
            <a:solidFill>
              <a:srgbClr val="2C30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82125" y="-333375"/>
            <a:ext cx="9810750" cy="9810750"/>
          </a:xfrm>
          <a:prstGeom prst="ellipse">
            <a:avLst/>
          </a:prstGeom>
          <a:noFill/>
          <a:ln w="38100">
            <a:solidFill>
              <a:srgbClr val="2C3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039850" y="4324350"/>
            <a:ext cx="495300" cy="495300"/>
          </a:xfrm>
          <a:prstGeom prst="ellipse">
            <a:avLst/>
          </a:prstGeom>
          <a:solidFill>
            <a:srgbClr val="FF6A4D">
              <a:alpha val="7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9144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spc="44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KỸ</a:t>
            </a:r>
            <a:r>
              <a:rPr lang="en-US" sz="2100" b="1" spc="40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100" b="1" spc="44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spc="42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100" b="1" spc="41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</a:t>
            </a:r>
            <a:r>
              <a:rPr lang="en-US" sz="2100" b="1" spc="42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R09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14400" y="1619250"/>
            <a:ext cx="14287500" cy="381000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Karpathy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Skills: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bốn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nguyên</a:t>
            </a:r>
            <a:r>
              <a:rPr lang="en-US" sz="81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tắc</a:t>
            </a:r>
            <a:r>
              <a:rPr lang="en-US" sz="8100" dirty="0" spc="-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81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8100" dirty="0" spc="-2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tệp</a:t>
            </a:r>
            <a:endParaRPr lang="en-US" sz="8100" dirty="0"/>
          </a:p>
        </p:txBody>
      </p:sp>
      <p:sp>
        <p:nvSpPr>
          <p:cNvPr id="11" name="Text 9"/>
          <p:cNvSpPr/>
          <p:nvPr/>
        </p:nvSpPr>
        <p:spPr>
          <a:xfrm>
            <a:off x="914400" y="5619750"/>
            <a:ext cx="13335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3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Bốn</a:t>
            </a:r>
            <a:r>
              <a:rPr lang="en-US" sz="3300" dirty="0" spc="-20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nguyên</a:t>
            </a:r>
            <a:r>
              <a:rPr lang="en-US" sz="3300" dirty="0" spc="-8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tắc</a:t>
            </a:r>
            <a:r>
              <a:rPr lang="en-US" sz="3300" dirty="0" spc="-1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nào</a:t>
            </a:r>
            <a:r>
              <a:rPr lang="en-US" sz="3300" dirty="0" spc="-2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giúp</a:t>
            </a:r>
            <a:r>
              <a:rPr lang="en-US" sz="3300" dirty="0" spc="-15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agent</a:t>
            </a:r>
            <a:r>
              <a:rPr lang="en-US" sz="3300" dirty="0" spc="-6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bớt</a:t>
            </a:r>
            <a:r>
              <a:rPr lang="en-US" sz="3300" dirty="0" spc="0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mắc</a:t>
            </a:r>
            <a:r>
              <a:rPr lang="en-US" sz="3300" dirty="0" spc="-3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lỗi?</a:t>
            </a:r>
            <a:endParaRPr lang="en-US" sz="3300" dirty="0"/>
          </a:p>
        </p:txBody>
      </p:sp>
      <p:sp>
        <p:nvSpPr>
          <p:cNvPr id="12" name="Shape 10"/>
          <p:cNvSpPr/>
          <p:nvPr/>
        </p:nvSpPr>
        <p:spPr>
          <a:xfrm>
            <a:off x="914400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FFB4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1100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Nghĩ</a:t>
            </a:r>
            <a:r>
              <a:rPr lang="en-US" sz="25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5095875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3DD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62575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Đơn</a:t>
            </a:r>
            <a:r>
              <a:rPr lang="en-US" sz="25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giản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277350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FF6A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44050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Chạm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13458825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7C93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25525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faa9c9f7-db63-4613-890f-46b89027e18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Câu hỏi của</a:t>
            </a:r>
            <a:r>
              <a:rPr lang="en-US" sz="57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952750"/>
            <a:ext cx="152400" cy="40005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1485900" y="2857500"/>
            <a:ext cx="15811500" cy="419100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ctr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nguyên</a:t>
            </a:r>
            <a:r>
              <a:rPr lang="en-US" sz="69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tắc</a:t>
            </a:r>
            <a:r>
              <a:rPr lang="en-US" sz="69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ngắn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6900" dirty="0" spc="-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agent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lập</a:t>
            </a:r>
            <a:r>
              <a:rPr lang="en-US" sz="69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trình,</a:t>
            </a:r>
            <a:r>
              <a:rPr lang="en-US" sz="69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đóng</a:t>
            </a:r>
            <a:r>
              <a:rPr lang="en-US" sz="6900" dirty="0" spc="-4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gói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thành</a:t>
            </a:r>
            <a:r>
              <a:rPr lang="en-US" sz="69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CLAUDE.md,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skill</a:t>
            </a:r>
            <a:r>
              <a:rPr lang="en-US" sz="6900" dirty="0" spc="-7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</a:t>
            </a:r>
            <a:r>
              <a:rPr lang="en-US" sz="69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tắc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Cursor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1485900" y="7429500"/>
            <a:ext cx="15811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7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 2c60614</a:t>
            </a:r>
            <a:r>
              <a:rPr lang="en-US" sz="2700" dirty="0" spc="-2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7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20/04/2026;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</a:t>
            </a:r>
            <a:r>
              <a:rPr lang="en-US" sz="270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tệp,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7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485900" y="8096250"/>
            <a:ext cx="15811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7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700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7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mã,</a:t>
            </a:r>
            <a:r>
              <a:rPr lang="en-US" sz="2700" dirty="0" spc="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7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25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0" name="Shape 8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8006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Github-radar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R09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02/16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b5664018-c83a-46a7-ae5d-d4cd450fce3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ý</a:t>
            </a:r>
            <a:r>
              <a:rPr lang="en-US" sz="57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đáng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mang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14400" y="266700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-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8700" dirty="0"/>
          </a:p>
        </p:txBody>
      </p:sp>
      <p:sp>
        <p:nvSpPr>
          <p:cNvPr id="4" name="Shape 2"/>
          <p:cNvSpPr/>
          <p:nvPr/>
        </p:nvSpPr>
        <p:spPr>
          <a:xfrm>
            <a:off x="2724150" y="276225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3105150" y="276225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Phần</a:t>
            </a:r>
            <a:r>
              <a:rPr lang="en-US" sz="30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cốt</a:t>
            </a:r>
            <a:r>
              <a:rPr lang="en-US" sz="30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lõi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30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khoảng</a:t>
            </a:r>
            <a:r>
              <a:rPr lang="en-US" sz="30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360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từ:</a:t>
            </a:r>
            <a:r>
              <a:rPr lang="en-US" sz="300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đọc</a:t>
            </a:r>
            <a:r>
              <a:rPr lang="en-US" sz="30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hết</a:t>
            </a:r>
            <a:r>
              <a:rPr lang="en-US" sz="3000" dirty="0" spc="-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30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vài</a:t>
            </a:r>
            <a:r>
              <a:rPr lang="en-US" sz="30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phút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421005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6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8700" dirty="0"/>
          </a:p>
        </p:txBody>
      </p:sp>
      <p:sp>
        <p:nvSpPr>
          <p:cNvPr id="7" name="Shape 5"/>
          <p:cNvSpPr/>
          <p:nvPr/>
        </p:nvSpPr>
        <p:spPr>
          <a:xfrm>
            <a:off x="2724150" y="430530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3105150" y="430530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Mỗi</a:t>
            </a:r>
            <a:r>
              <a:rPr lang="en-US" sz="300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nguyên</a:t>
            </a:r>
            <a:r>
              <a:rPr lang="en-US" sz="30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tắc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30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30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phép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thử</a:t>
            </a:r>
            <a:r>
              <a:rPr lang="en-US" sz="30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r>
              <a:rPr lang="en-US" sz="3000" dirty="0" spc="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30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3000" dirty="0" spc="-3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review</a:t>
            </a:r>
            <a:r>
              <a:rPr lang="en-US" sz="300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diff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575310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8700" dirty="0"/>
          </a:p>
        </p:txBody>
      </p:sp>
      <p:sp>
        <p:nvSpPr>
          <p:cNvPr id="10" name="Shape 8"/>
          <p:cNvSpPr/>
          <p:nvPr/>
        </p:nvSpPr>
        <p:spPr>
          <a:xfrm>
            <a:off x="2724150" y="584835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3105150" y="584835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Chưa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30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bằng</a:t>
            </a:r>
            <a:r>
              <a:rPr lang="en-US" sz="3000" dirty="0" spc="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chứng</a:t>
            </a:r>
            <a:r>
              <a:rPr lang="en-US" sz="3000" dirty="0" spc="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đo</a:t>
            </a:r>
            <a:r>
              <a:rPr lang="en-US" sz="3000" dirty="0" spc="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300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rằng</a:t>
            </a:r>
            <a:r>
              <a:rPr lang="en-US" sz="30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chúng</a:t>
            </a: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giúp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ích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[S6]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3811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6" name="Shape 14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8006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Github-radar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R09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03/16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bdb0fdc6-8bc1-407d-be8d-12d1196b50e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Hồ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sơ</a:t>
            </a:r>
            <a:r>
              <a:rPr lang="en-US" sz="5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nhanh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24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Là</a:t>
            </a:r>
            <a:r>
              <a:rPr lang="en-US" sz="2100" dirty="0" spc="-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gì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95400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Bốn</a:t>
            </a:r>
            <a:r>
              <a:rPr lang="en-US" sz="2550" dirty="0" spc="-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nguyên</a:t>
            </a:r>
            <a:r>
              <a:rPr lang="en-US" sz="255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tắc</a:t>
            </a:r>
            <a:r>
              <a:rPr lang="en-US" sz="2550" dirty="0" spc="2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ứng</a:t>
            </a:r>
            <a:r>
              <a:rPr lang="en-US" sz="25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xử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2550" dirty="0" spc="-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lập</a:t>
            </a:r>
            <a:r>
              <a:rPr lang="en-US" sz="2550" dirty="0" spc="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trình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48652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8" name="Shape 6"/>
          <p:cNvSpPr/>
          <p:nvPr/>
        </p:nvSpPr>
        <p:spPr>
          <a:xfrm>
            <a:off x="648652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686752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Phiên</a:t>
            </a:r>
            <a:r>
              <a:rPr lang="en-US" sz="2100" dirty="0" spc="-1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bản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86752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1.0.0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(plugin</a:t>
            </a:r>
            <a:r>
              <a:rPr lang="en-US" sz="2550" dirty="0" spc="-2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55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marketplace)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206817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6817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44917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4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Giấy</a:t>
            </a:r>
            <a:r>
              <a:rPr lang="en-US" sz="2100" dirty="0" spc="-10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phép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44917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MIT ở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README,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plugin.json,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SKILL.md; không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550" dirty="0" spc="-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tệp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LICENSE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14400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Quy</a:t>
            </a:r>
            <a:r>
              <a:rPr lang="en-US" sz="2100" dirty="0" spc="-9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mô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95400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9</a:t>
            </a:r>
            <a:r>
              <a:rPr lang="en-US" sz="255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tệp,</a:t>
            </a:r>
            <a:r>
              <a:rPr lang="en-US" sz="255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37.694</a:t>
            </a:r>
            <a:r>
              <a:rPr lang="en-US" sz="2550" dirty="0" spc="-1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byte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648652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20" name="Shape 18"/>
          <p:cNvSpPr/>
          <p:nvPr/>
        </p:nvSpPr>
        <p:spPr>
          <a:xfrm>
            <a:off x="648652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21" name="Text 19"/>
          <p:cNvSpPr/>
          <p:nvPr/>
        </p:nvSpPr>
        <p:spPr>
          <a:xfrm>
            <a:off x="686752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6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Cốt</a:t>
            </a:r>
            <a:r>
              <a:rPr lang="en-US" sz="2100" dirty="0" spc="-4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lõi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86752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358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từ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(CLAUDE.md),</a:t>
            </a:r>
            <a:r>
              <a:rPr lang="en-US" sz="2550" dirty="0" spc="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371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(SKILL.md),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393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(.mdc)</a:t>
            </a:r>
            <a:endParaRPr lang="en-US" sz="2550" dirty="0"/>
          </a:p>
        </p:txBody>
      </p:sp>
      <p:sp>
        <p:nvSpPr>
          <p:cNvPr id="23" name="Shape 21"/>
          <p:cNvSpPr/>
          <p:nvPr/>
        </p:nvSpPr>
        <p:spPr>
          <a:xfrm>
            <a:off x="1206817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24" name="Shape 22"/>
          <p:cNvSpPr/>
          <p:nvPr/>
        </p:nvSpPr>
        <p:spPr>
          <a:xfrm>
            <a:off x="1206817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25" name="Text 23"/>
          <p:cNvSpPr/>
          <p:nvPr/>
        </p:nvSpPr>
        <p:spPr>
          <a:xfrm>
            <a:off x="1244917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4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Ví</a:t>
            </a:r>
            <a:r>
              <a:rPr lang="en-US" sz="2100" dirty="0" spc="-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dụ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244917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9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ví dụ,</a:t>
            </a:r>
            <a:r>
              <a:rPr lang="en-US" sz="25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mỗi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cái</a:t>
            </a:r>
            <a:r>
              <a:rPr lang="en-US" sz="255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cặp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sai</a:t>
            </a:r>
            <a:r>
              <a:rPr lang="en-US" sz="2550" dirty="0" spc="-2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đúng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 [S6]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[S7]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6097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2" name="Shape 30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48006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Github-radar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R09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04/16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6" name="Moda image moda-export-watermark-efc483b6-2d62-422d-95b3-fcd8e4e01b4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nguyên</a:t>
            </a:r>
            <a:r>
              <a:rPr lang="en-US" sz="57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tắc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295400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1.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</a:t>
            </a:r>
            <a:r>
              <a:rPr lang="en-US" sz="270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7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95400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nêu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550" dirty="0" spc="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định,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 khi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mơ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511492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511492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0" name="Text 8"/>
          <p:cNvSpPr/>
          <p:nvPr/>
        </p:nvSpPr>
        <p:spPr>
          <a:xfrm>
            <a:off x="549592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5495925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2.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7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giản</a:t>
            </a:r>
            <a:r>
              <a:rPr lang="en-US" sz="270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5495925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5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tối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thiểu,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suy</a:t>
            </a:r>
            <a:r>
              <a:rPr lang="en-US" sz="2550" dirty="0" spc="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31545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931545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5" name="Text 13"/>
          <p:cNvSpPr/>
          <p:nvPr/>
        </p:nvSpPr>
        <p:spPr>
          <a:xfrm>
            <a:off x="969645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9696450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3.</a:t>
            </a:r>
            <a:r>
              <a:rPr lang="en-US" sz="27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7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phẫu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9696450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 chạm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 cần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chạm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1351597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19" name="Shape 17"/>
          <p:cNvSpPr/>
          <p:nvPr/>
        </p:nvSpPr>
        <p:spPr>
          <a:xfrm>
            <a:off x="1351597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20" name="Text 18"/>
          <p:cNvSpPr/>
          <p:nvPr/>
        </p:nvSpPr>
        <p:spPr>
          <a:xfrm>
            <a:off x="1389697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04</a:t>
            </a:r>
            <a:endParaRPr lang="en-US" sz="7200" dirty="0"/>
          </a:p>
        </p:txBody>
      </p:sp>
      <p:sp>
        <p:nvSpPr>
          <p:cNvPr id="21" name="Text 19"/>
          <p:cNvSpPr/>
          <p:nvPr/>
        </p:nvSpPr>
        <p:spPr>
          <a:xfrm>
            <a:off x="13896975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4.</a:t>
            </a:r>
            <a:r>
              <a:rPr lang="en-US" sz="270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</a:t>
            </a: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13896975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tiêu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dirty="0" spc="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5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8383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9" name="Shape 27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48006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Github-radar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R09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05/16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2" name="Moda image moda-export-watermark-a25837f7-af76-4c33-962a-2d178bafcfa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Phép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mỗi</a:t>
            </a:r>
            <a:r>
              <a:rPr lang="en-US" sz="5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nguyên</a:t>
            </a:r>
            <a:r>
              <a:rPr lang="en-US" sz="57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tắc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6225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76225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8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Nghĩ</a:t>
            </a:r>
            <a:r>
              <a:rPr lang="en-US" sz="3000" dirty="0" spc="12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trước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581900" y="276225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7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7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bày,</a:t>
            </a:r>
            <a:r>
              <a:rPr lang="en-US" sz="270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đừng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lặng lẽ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22910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422910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22910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Đơn</a:t>
            </a:r>
            <a:r>
              <a:rPr lang="en-US" sz="3000" dirty="0" spc="2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giản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581900" y="422910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9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Kỹ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sư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senior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27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phức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tạp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không?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" y="569595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569595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69595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1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Phẫu</a:t>
            </a:r>
            <a:r>
              <a:rPr lang="en-US" sz="3000" dirty="0" spc="-2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thuật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581900" y="569595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7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70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914400" y="716280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716280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716280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3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Mục</a:t>
            </a:r>
            <a:r>
              <a:rPr lang="en-US" sz="3000" dirty="0" spc="1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tiêu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581900" y="716280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 cách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70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không?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0669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6" name="Shape 24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48006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Github-radar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R09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06/16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8" name="Moda image moda-export-watermark-06574e66-a469-4b0e-8f7d-2d5f8881297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4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mơ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hồ</a:t>
            </a:r>
            <a:r>
              <a:rPr lang="en-US" sz="57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mục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tiêu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4A3A22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Thay</a:t>
            </a:r>
            <a:r>
              <a:rPr lang="en-US" sz="4200" dirty="0" spc="-2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vì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37160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31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validation.</a:t>
            </a:r>
            <a:r>
              <a:rPr lang="en-US" sz="31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lỗi.</a:t>
            </a:r>
            <a:r>
              <a:rPr lang="en-US" sz="3150" dirty="0" spc="-3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Refactor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X.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931545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1C4236"/>
          </a:solidFill>
          <a:ln/>
        </p:spPr>
      </p:sp>
      <p:sp>
        <p:nvSpPr>
          <p:cNvPr id="8" name="Shape 6"/>
          <p:cNvSpPr/>
          <p:nvPr/>
        </p:nvSpPr>
        <p:spPr>
          <a:xfrm>
            <a:off x="931545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9" name="Text 7"/>
          <p:cNvSpPr/>
          <p:nvPr/>
        </p:nvSpPr>
        <p:spPr>
          <a:xfrm>
            <a:off x="977265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Chuyển</a:t>
            </a:r>
            <a:r>
              <a:rPr lang="en-US" sz="4200" dirty="0" spc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thành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77265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-8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Test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315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31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31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sai.</a:t>
            </a:r>
            <a:r>
              <a:rPr lang="en-US" sz="3150" dirty="0" spc="-6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Test</a:t>
            </a:r>
            <a:r>
              <a:rPr lang="en-US" sz="31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tái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lỗi.</a:t>
            </a:r>
            <a:r>
              <a:rPr lang="en-US" sz="3150" dirty="0" spc="-6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Test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31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315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1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sau.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914400" y="7429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742950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Tiêu</a:t>
            </a:r>
            <a:r>
              <a:rPr lang="en-US" sz="28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chí</a:t>
            </a:r>
            <a:r>
              <a:rPr lang="en-US" sz="28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mạnh</a:t>
            </a:r>
            <a:r>
              <a:rPr lang="en-US" sz="28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</a:t>
            </a:r>
            <a:r>
              <a:rPr lang="en-US" sz="28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phép</a:t>
            </a:r>
            <a:r>
              <a:rPr lang="en-US" sz="285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agent</a:t>
            </a:r>
            <a:r>
              <a:rPr lang="en-US" sz="28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r>
              <a:rPr lang="en-US" sz="28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lặp;</a:t>
            </a:r>
            <a:r>
              <a:rPr lang="en-US" sz="28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tiêu</a:t>
            </a:r>
            <a:r>
              <a:rPr lang="en-US" sz="28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chí</a:t>
            </a:r>
            <a:r>
              <a:rPr lang="en-US" sz="2850" dirty="0" spc="-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yếu</a:t>
            </a:r>
            <a:r>
              <a:rPr lang="en-US" sz="28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như</a:t>
            </a:r>
            <a:r>
              <a:rPr lang="en-US" sz="28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</a:t>
            </a:r>
            <a:r>
              <a:rPr lang="en-US" sz="28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</a:t>
            </a:r>
            <a:r>
              <a:rPr lang="en-US" sz="28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nó</a:t>
            </a:r>
            <a:r>
              <a:rPr lang="en-US" sz="285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chạy</a:t>
            </a:r>
            <a:r>
              <a:rPr lang="en-US" sz="28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thì</a:t>
            </a:r>
            <a:r>
              <a:rPr lang="en-US" sz="2850" dirty="0" spc="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đòi</a:t>
            </a:r>
            <a:r>
              <a:rPr lang="en-US" sz="28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hỏi</a:t>
            </a:r>
            <a:r>
              <a:rPr lang="en-US" sz="28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hỏi</a:t>
            </a:r>
            <a:r>
              <a:rPr lang="en-US" sz="28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2955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1" name="Shape 19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8006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Github-radar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R09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07/16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23427fcd-e58f-4063-8dd7-27550cadcaa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Số</a:t>
            </a:r>
            <a:r>
              <a:rPr lang="en-US" sz="57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ví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sai</a:t>
            </a:r>
            <a:r>
              <a:rPr lang="en-US" sz="5700" dirty="0" spc="-6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đúng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14400" y="2476500"/>
            <a:ext cx="16459200" cy="3429000"/>
          </a:xfrm>
          <a:prstGeom prst="rect">
            <a:avLst/>
          </a:prstGeom>
          <a:noFill/>
          <a:ln/>
        </p:spPr>
        <p:txBody>
          <a:bodyPr wrap="square" lIns="0" tIns="228600" rIns="0" bIns="-228600" rtlCol="0" anchor="ctr"/>
          <a:lstStyle/>
          <a:p>
            <a:pPr algn="l" indent="0" marL="0">
              <a:lnSpc>
                <a:spcPts val="22500"/>
              </a:lnSpc>
              <a:buNone/>
            </a:pPr>
            <a:r>
              <a:rPr lang="en-US" sz="22500" dirty="0" spc="5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9</a:t>
            </a:r>
            <a:endParaRPr lang="en-US" sz="22500" dirty="0"/>
          </a:p>
        </p:txBody>
      </p:sp>
      <p:sp>
        <p:nvSpPr>
          <p:cNvPr id="4" name="Text 2"/>
          <p:cNvSpPr/>
          <p:nvPr/>
        </p:nvSpPr>
        <p:spPr>
          <a:xfrm>
            <a:off x="914400" y="60960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18392" rIns="0" bIns="-18392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Mỗi</a:t>
            </a:r>
            <a:r>
              <a:rPr lang="en-US" sz="33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ví</a:t>
            </a:r>
            <a:r>
              <a:rPr lang="en-US" sz="33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dụ</a:t>
            </a:r>
            <a:r>
              <a:rPr lang="en-US" sz="33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33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33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khối</a:t>
            </a:r>
            <a:r>
              <a:rPr lang="en-US" sz="33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mô</a:t>
            </a:r>
            <a:r>
              <a:rPr lang="en-US" sz="33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hình</a:t>
            </a:r>
            <a:r>
              <a:rPr lang="en-US" sz="33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hay</a:t>
            </a:r>
            <a:r>
              <a:rPr lang="en-US" sz="33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</a:t>
            </a:r>
            <a:r>
              <a:rPr lang="en-US" sz="33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sai</a:t>
            </a:r>
            <a:r>
              <a:rPr lang="en-US" sz="3300" dirty="0" spc="-2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33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33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khối</a:t>
            </a:r>
            <a:r>
              <a:rPr lang="en-US" sz="33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nên</a:t>
            </a:r>
            <a:r>
              <a:rPr lang="en-US" sz="33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7429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18392" rIns="0" bIns="-18392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Kịch</a:t>
            </a:r>
            <a:r>
              <a:rPr lang="en-US" sz="33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</a:t>
            </a:r>
            <a:r>
              <a:rPr lang="en-US" sz="33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minh</a:t>
            </a:r>
            <a:r>
              <a:rPr lang="en-US" sz="33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họa</a:t>
            </a:r>
            <a:r>
              <a:rPr lang="en-US" sz="33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r>
              <a:rPr lang="en-US" sz="33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đặt;</a:t>
            </a:r>
            <a:r>
              <a:rPr lang="en-US" sz="33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</a:t>
            </a:r>
            <a:r>
              <a:rPr lang="en-US" sz="33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con</a:t>
            </a:r>
            <a:r>
              <a:rPr lang="en-US" sz="33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</a:t>
            </a:r>
            <a:r>
              <a:rPr lang="en-US" sz="3300" dirty="0" spc="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ước</a:t>
            </a:r>
            <a:r>
              <a:rPr lang="en-US" sz="33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tính</a:t>
            </a:r>
            <a:r>
              <a:rPr lang="en-US" sz="33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33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33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</a:t>
            </a:r>
            <a:r>
              <a:rPr lang="en-US" sz="330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đo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[S6]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5241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5" name="Shape 13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Github-radar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R09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08/16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a569f95f-ac89-46f3-b0a6-c0b2b712e7e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Sai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57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đâu</a:t>
            </a:r>
            <a:r>
              <a:rPr lang="en-US" sz="57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57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từng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ví dụ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6225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76225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8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Nghĩ</a:t>
            </a:r>
            <a:r>
              <a:rPr lang="en-US" sz="3000" dirty="0" spc="1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trước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581900" y="276225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Xuất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liệu,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kiếm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hơn: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22910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422910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22910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Đơn</a:t>
            </a:r>
            <a:r>
              <a:rPr lang="en-US" sz="3000" dirty="0" spc="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giản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581900" y="422910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Giảm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7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bọc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270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Strategy,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7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7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" y="569595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569595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69595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Phẫu</a:t>
            </a:r>
            <a:r>
              <a:rPr lang="en-US" sz="3000" dirty="0" spc="-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thuật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581900" y="569595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</a:t>
            </a:r>
            <a:r>
              <a:rPr lang="en-US" sz="27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70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tiện</a:t>
            </a:r>
            <a:r>
              <a:rPr lang="en-US" sz="270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 refactor,</a:t>
            </a:r>
            <a:r>
              <a:rPr lang="en-US" sz="270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7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nháy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914400" y="716280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716280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716280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Mục</a:t>
            </a:r>
            <a:r>
              <a:rPr lang="en-US" sz="3000" dirty="0" spc="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tiêu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581900" y="716280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</a:t>
            </a:r>
            <a:r>
              <a:rPr lang="en-US" sz="270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70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mơ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</a:t>
            </a:r>
            <a:r>
              <a:rPr lang="en-US" sz="27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7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70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7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[S6]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7527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9" name="Shape 27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48006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Github-radar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R09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09/16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8" name="Moda image moda-export-watermark-e6b6f18c-0af7-442c-a251-4a255ef49df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57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r>
              <a:rPr lang="en-US" sz="57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nội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dung</a:t>
            </a:r>
            <a:endParaRPr lang="en-US" sz="5700" dirty="0"/>
          </a:p>
        </p:txBody>
      </p:sp>
      <p:sp>
        <p:nvSpPr>
          <p:cNvPr id="3" name="Connector line-1793442148108-990360412"/>
          <p:cNvSpPr/>
          <p:nvPr/>
        </p:nvSpPr>
        <p:spPr>
          <a:xfrm flipH="1" flipV="1">
            <a:off x="3619500" y="3619500"/>
            <a:ext cx="5524500" cy="2000250"/>
          </a:xfrm>
          <a:prstGeom prst="line">
            <a:avLst/>
          </a:prstGeom>
          <a:noFill/>
          <a:ln w="57150">
            <a:solidFill>
              <a:srgbClr val="B45309"/>
            </a:solidFill>
            <a:prstDash val="solid"/>
            <a:headEnd type="none"/>
            <a:tailEnd type="none"/>
          </a:ln>
        </p:spPr>
      </p:sp>
      <p:sp>
        <p:nvSpPr>
          <p:cNvPr id="4" name="Connector line-1793442148108-435824810"/>
          <p:cNvSpPr/>
          <p:nvPr/>
        </p:nvSpPr>
        <p:spPr>
          <a:xfrm flipV="1">
            <a:off x="9144000" y="3619500"/>
            <a:ext cx="5524500" cy="2000250"/>
          </a:xfrm>
          <a:prstGeom prst="line">
            <a:avLst/>
          </a:prstGeom>
          <a:noFill/>
          <a:ln w="57150">
            <a:solidFill>
              <a:srgbClr val="0F766E"/>
            </a:solidFill>
            <a:prstDash val="solid"/>
            <a:headEnd type="none"/>
            <a:tailEnd type="none"/>
          </a:ln>
        </p:spPr>
      </p:sp>
      <p:sp>
        <p:nvSpPr>
          <p:cNvPr id="5" name="Connector line-1793442148108-582631472"/>
          <p:cNvSpPr/>
          <p:nvPr/>
        </p:nvSpPr>
        <p:spPr>
          <a:xfrm flipH="1">
            <a:off x="3619500" y="5619750"/>
            <a:ext cx="5524500" cy="2000250"/>
          </a:xfrm>
          <a:prstGeom prst="line">
            <a:avLst/>
          </a:prstGeom>
          <a:noFill/>
          <a:ln w="57150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6" name="Connector line-1793442148108-608684227"/>
          <p:cNvSpPr/>
          <p:nvPr/>
        </p:nvSpPr>
        <p:spPr>
          <a:xfrm>
            <a:off x="9144000" y="5619750"/>
            <a:ext cx="5524500" cy="2000250"/>
          </a:xfrm>
          <a:prstGeom prst="line">
            <a:avLst/>
          </a:prstGeom>
          <a:noFill/>
          <a:ln w="57150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6953250" y="4191000"/>
            <a:ext cx="4381500" cy="28575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8" name="Text 6"/>
          <p:cNvSpPr/>
          <p:nvPr/>
        </p:nvSpPr>
        <p:spPr>
          <a:xfrm>
            <a:off x="7239000" y="4476750"/>
            <a:ext cx="3810000" cy="228600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ctr"/>
          <a:lstStyle/>
          <a:p>
            <a:pPr algn="ctr" indent="0" marL="0">
              <a:lnSpc>
                <a:spcPts val="3630"/>
              </a:lnSpc>
              <a:buNone/>
            </a:pPr>
            <a:r>
              <a:rPr lang="en-US" sz="33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3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nội</a:t>
            </a:r>
            <a:r>
              <a:rPr lang="en-US" sz="3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dung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1047750" y="28575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47625">
            <a:solidFill>
              <a:srgbClr val="B4530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33500" y="28575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CLAUDE.md:</a:t>
            </a:r>
            <a:r>
              <a:rPr lang="en-US" sz="25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b="1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2096750" y="28575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47625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82500" y="28575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SKILL.md: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skill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plugin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047750" y="68580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47625">
            <a:solidFill>
              <a:srgbClr val="E847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33500" y="68580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karpathy-guidelines.mdc: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Cursor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luôn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bật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12096750" y="68580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47625">
            <a:solidFill>
              <a:srgbClr val="1F3F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82500" y="68580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 bộ bằng</a:t>
            </a:r>
            <a:r>
              <a:rPr lang="en-US" sz="25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tay,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CURSOR.md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9813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8" name="Shape 26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8006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Github-radar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R09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10/16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0e75964b-8ac8-4f47-953c-8b597d0aaa4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 cách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cài cho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Claude</a:t>
            </a:r>
            <a:r>
              <a:rPr lang="en-US" sz="57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Code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0150" y="3714750"/>
            <a:ext cx="647700" cy="6477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19200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Thêm</a:t>
            </a:r>
            <a:r>
              <a:rPr lang="en-US" sz="270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marketplace</a:t>
            </a:r>
            <a:r>
              <a:rPr lang="en-US" sz="2700" dirty="0" spc="-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karpathy-skills</a:t>
            </a:r>
            <a:endParaRPr lang="en-US" sz="2700" dirty="0"/>
          </a:p>
        </p:txBody>
      </p:sp>
      <p:sp>
        <p:nvSpPr>
          <p:cNvPr id="7" name="Connector line-1793442175098-118232669"/>
          <p:cNvSpPr/>
          <p:nvPr/>
        </p:nvSpPr>
        <p:spPr>
          <a:xfrm>
            <a:off x="4610100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200650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0" y="3714750"/>
            <a:ext cx="647700" cy="6477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5505450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4544" rIns="0" bIns="-14544" rtlCol="0" anchor="t"/>
          <a:lstStyle/>
          <a:p>
            <a:pPr algn="l" indent="0" marL="0">
              <a:lnSpc>
                <a:spcPts val="2601"/>
              </a:lnSpc>
              <a:buNone/>
            </a:pPr>
            <a:r>
              <a:rPr lang="en-US" sz="2081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Cài</a:t>
            </a:r>
            <a:r>
              <a:rPr lang="en-US" sz="2081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plugin</a:t>
            </a:r>
            <a:r>
              <a:rPr lang="en-US" sz="2081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andrej-karpathy-skills</a:t>
            </a:r>
            <a:endParaRPr lang="en-US" sz="2081" dirty="0"/>
          </a:p>
        </p:txBody>
      </p:sp>
      <p:sp>
        <p:nvSpPr>
          <p:cNvPr id="12" name="Connector line-1793442175109-649182595"/>
          <p:cNvSpPr/>
          <p:nvPr/>
        </p:nvSpPr>
        <p:spPr>
          <a:xfrm>
            <a:off x="8886825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477375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763125" y="3714750"/>
            <a:ext cx="647700" cy="6477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5" name="Text 13"/>
          <p:cNvSpPr/>
          <p:nvPr/>
        </p:nvSpPr>
        <p:spPr>
          <a:xfrm>
            <a:off x="9763125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9782175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6220" rIns="0" bIns="-16220" rtlCol="0" anchor="t"/>
          <a:lstStyle/>
          <a:p>
            <a:pPr algn="l" indent="0" marL="0">
              <a:lnSpc>
                <a:spcPts val="2901"/>
              </a:lnSpc>
              <a:buNone/>
            </a:pPr>
            <a:r>
              <a:rPr lang="en-US" sz="2321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Skill</a:t>
            </a:r>
            <a:r>
              <a:rPr lang="en-US" sz="2321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karpathy-guidelines</a:t>
            </a:r>
            <a:r>
              <a:rPr lang="en-US" sz="2321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321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mặt</a:t>
            </a:r>
            <a:r>
              <a:rPr lang="en-US" sz="2321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321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mọi</a:t>
            </a:r>
            <a:r>
              <a:rPr lang="en-US" sz="2321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dự</a:t>
            </a:r>
            <a:r>
              <a:rPr lang="en-US" sz="2321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án</a:t>
            </a:r>
            <a:endParaRPr lang="en-US" sz="2321" dirty="0"/>
          </a:p>
        </p:txBody>
      </p:sp>
      <p:sp>
        <p:nvSpPr>
          <p:cNvPr id="17" name="Connector line-1793442175118-903043821"/>
          <p:cNvSpPr/>
          <p:nvPr/>
        </p:nvSpPr>
        <p:spPr>
          <a:xfrm>
            <a:off x="13163550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3754100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039850" y="3714750"/>
            <a:ext cx="647700" cy="6477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20" name="Text 18"/>
          <p:cNvSpPr/>
          <p:nvPr/>
        </p:nvSpPr>
        <p:spPr>
          <a:xfrm>
            <a:off x="140398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4058900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Hoặc chép</a:t>
            </a:r>
            <a:r>
              <a:rPr lang="en-US" sz="27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CLAUDE.md</a:t>
            </a:r>
            <a:r>
              <a:rPr lang="en-US" sz="2700" dirty="0" spc="-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dự</a:t>
            </a:r>
            <a:r>
              <a:rPr lang="en-US" sz="27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án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[S7]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2099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4" name="Shape 32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48006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Github-radar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R09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11/16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1" name="Moda image moda-export-watermark-9ee06c19-4e1f-42d7-b498-c23fe90efc5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chỗ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 dè</a:t>
            </a:r>
            <a:r>
              <a:rPr lang="en-US" sz="57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dặt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6225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76225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117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Tên</a:t>
            </a:r>
            <a:r>
              <a:rPr lang="en-US" sz="3000" dirty="0" spc="-19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repo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581900" y="276225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andrej-karpathy,</a:t>
            </a:r>
            <a:r>
              <a:rPr lang="en-US" sz="27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README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70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Karpathy-Inspired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22910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422910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22910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17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Một</a:t>
            </a:r>
            <a:r>
              <a:rPr lang="en-US" sz="3000" dirty="0" spc="-10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tệp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581900" y="422910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README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CLAUDE.md,</a:t>
            </a:r>
            <a:r>
              <a:rPr lang="en-US" sz="270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" y="569595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569595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69595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5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Giấy</a:t>
            </a:r>
            <a:r>
              <a:rPr lang="en-US" sz="3000" dirty="0" spc="-16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phép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581900" y="569595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MIT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nơi,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LICENSE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914400" y="716280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716280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716280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18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Chưa</a:t>
            </a:r>
            <a:r>
              <a:rPr lang="en-US" sz="3000" dirty="0" spc="-4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có</a:t>
            </a:r>
            <a:r>
              <a:rPr lang="en-US" sz="3000" dirty="0" spc="-16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phép</a:t>
            </a:r>
            <a:r>
              <a:rPr lang="en-US" sz="3000" dirty="0" spc="5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đo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581900" y="716280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dấu hiệu</a:t>
            </a:r>
            <a:r>
              <a:rPr lang="en-US" sz="270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[S7]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4385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2" name="Shape 30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48006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Github-radar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R09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12/16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8" name="Moda image moda-export-watermark-94015f74-34f5-495f-942c-85556e8456e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Ranh</a:t>
            </a:r>
            <a:r>
              <a:rPr lang="en-US" sz="5700" dirty="0" spc="-2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giới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nhỏ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Nguyên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dặn</a:t>
            </a:r>
            <a:r>
              <a:rPr lang="en-US" sz="2850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</a:t>
            </a:r>
            <a:r>
              <a:rPr lang="en-US" sz="28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8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850" dirty="0" spc="-3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</a:t>
            </a:r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 chú</a:t>
            </a:r>
            <a:r>
              <a:rPr lang="en-US" sz="28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8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dặn</a:t>
            </a:r>
            <a:r>
              <a:rPr lang="en-US" sz="28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rằng</a:t>
            </a:r>
            <a:r>
              <a:rPr lang="en-US" sz="28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8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8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 một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hiển nhiên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 tự phán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r>
              <a:rPr lang="en-US" sz="28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pPr algn="l" indent="0" marL="0">
              <a:lnSpc>
                <a:spcPts val="3848"/>
              </a:lnSpc>
              <a:spcAft>
                <a:spcPts val="1350"/>
              </a:spcAft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3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Repo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85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ranh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hợp,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85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(suy luận).</a:t>
            </a: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2850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ra,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8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85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2850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lệch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[S5]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0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Hai</a:t>
            </a:r>
            <a:r>
              <a:rPr lang="en-US" sz="1950" dirty="0" spc="-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lời</a:t>
            </a:r>
            <a:r>
              <a:rPr lang="en-US" sz="1950" dirty="0" spc="-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dặn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Hỏi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24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mơ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hồ;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phán</a:t>
            </a:r>
            <a:r>
              <a:rPr lang="en-US" sz="240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đoán</a:t>
            </a:r>
            <a:r>
              <a:rPr lang="en-US" sz="240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với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việc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nhỏ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6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Hệ</a:t>
            </a:r>
            <a:r>
              <a:rPr lang="en-US" sz="1950" dirty="0" spc="0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quả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2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Agent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r>
              <a:rPr lang="en-US" sz="240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đoán</a:t>
            </a:r>
            <a:r>
              <a:rPr lang="en-US" sz="24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ranh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giới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9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Đồng</a:t>
            </a:r>
            <a:r>
              <a:rPr lang="en-US" sz="1950" dirty="0" spc="-4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bộ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Ba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sao</a:t>
            </a:r>
            <a:r>
              <a:rPr lang="en-US" sz="2400" dirty="0" spc="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sửa</a:t>
            </a:r>
            <a:r>
              <a:rPr lang="en-US" sz="2400" dirty="0" spc="-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tay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cùng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lúc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6671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1" name="Shape 29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8006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Github-radar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R09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13/16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9932c6e3-6883-414e-b889-3394aab06fb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Điều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14400" y="2381250"/>
            <a:ext cx="161925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745" dirty="0" spc="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7745" dirty="0"/>
          </a:p>
        </p:txBody>
      </p:sp>
      <p:sp>
        <p:nvSpPr>
          <p:cNvPr id="4" name="Shape 2"/>
          <p:cNvSpPr/>
          <p:nvPr/>
        </p:nvSpPr>
        <p:spPr>
          <a:xfrm>
            <a:off x="2724150" y="2476500"/>
            <a:ext cx="14649450" cy="990600"/>
          </a:xfrm>
          <a:prstGeom prst="roundRect">
            <a:avLst>
              <a:gd name="adj" fmla="val 19231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3105150" y="2476500"/>
            <a:ext cx="140017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Bốn</a:t>
            </a:r>
            <a:r>
              <a:rPr lang="en-US" sz="300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nguyên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tắc</a:t>
            </a:r>
            <a:r>
              <a:rPr lang="en-US" sz="30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ngắn,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viết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</a:t>
            </a:r>
            <a:r>
              <a:rPr lang="en-US" sz="30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agent,</a:t>
            </a:r>
            <a:r>
              <a:rPr lang="en-US" sz="300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đóng</a:t>
            </a:r>
            <a:r>
              <a:rPr lang="en-US" sz="30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gói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ba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kiểu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3676650"/>
            <a:ext cx="161925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745" dirty="0" spc="5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7745" dirty="0"/>
          </a:p>
        </p:txBody>
      </p:sp>
      <p:sp>
        <p:nvSpPr>
          <p:cNvPr id="7" name="Shape 5"/>
          <p:cNvSpPr/>
          <p:nvPr/>
        </p:nvSpPr>
        <p:spPr>
          <a:xfrm>
            <a:off x="2724150" y="3771900"/>
            <a:ext cx="14649450" cy="990600"/>
          </a:xfrm>
          <a:prstGeom prst="roundRect">
            <a:avLst>
              <a:gd name="adj" fmla="val 19231"/>
            </a:avLst>
          </a:prstGeom>
          <a:solidFill>
            <a:srgbClr val="E8E0CF"/>
          </a:solidFill>
          <a:ln/>
        </p:spPr>
      </p:sp>
      <p:sp>
        <p:nvSpPr>
          <p:cNvPr id="8" name="Text 6"/>
          <p:cNvSpPr/>
          <p:nvPr/>
        </p:nvSpPr>
        <p:spPr>
          <a:xfrm>
            <a:off x="3105150" y="3771900"/>
            <a:ext cx="140017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Nghĩ</a:t>
            </a:r>
            <a:r>
              <a:rPr lang="en-US" sz="300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trước,</a:t>
            </a:r>
            <a:r>
              <a:rPr lang="en-US" sz="3000" dirty="0" spc="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đơn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giản,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chạm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đúng chỗ,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mục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tiêu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kiểm</a:t>
            </a:r>
            <a:r>
              <a:rPr lang="en-US" sz="3000" dirty="0" spc="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chứng</a:t>
            </a:r>
            <a:r>
              <a:rPr lang="en-US" sz="3000" dirty="0" spc="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4972050"/>
            <a:ext cx="161925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745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7745" dirty="0"/>
          </a:p>
        </p:txBody>
      </p:sp>
      <p:sp>
        <p:nvSpPr>
          <p:cNvPr id="10" name="Shape 8"/>
          <p:cNvSpPr/>
          <p:nvPr/>
        </p:nvSpPr>
        <p:spPr>
          <a:xfrm>
            <a:off x="2724150" y="5067300"/>
            <a:ext cx="14649450" cy="990600"/>
          </a:xfrm>
          <a:prstGeom prst="roundRect">
            <a:avLst>
              <a:gd name="adj" fmla="val 19231"/>
            </a:avLst>
          </a:prstGeom>
          <a:solidFill>
            <a:srgbClr val="E8E0CF"/>
          </a:solidFill>
          <a:ln/>
        </p:spPr>
      </p:sp>
      <p:sp>
        <p:nvSpPr>
          <p:cNvPr id="11" name="Text 9"/>
          <p:cNvSpPr/>
          <p:nvPr/>
        </p:nvSpPr>
        <p:spPr>
          <a:xfrm>
            <a:off x="3105150" y="5067300"/>
            <a:ext cx="140017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Mỗi</a:t>
            </a:r>
            <a:r>
              <a:rPr lang="en-US" sz="300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nguyên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tắc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30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30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phép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thử</a:t>
            </a: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r>
              <a:rPr lang="en-US" sz="3000" dirty="0" spc="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3000" dirty="0" spc="-3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review</a:t>
            </a:r>
            <a:r>
              <a:rPr lang="en-US" sz="300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diff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14400" y="6267450"/>
            <a:ext cx="161925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745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7745" dirty="0"/>
          </a:p>
        </p:txBody>
      </p:sp>
      <p:sp>
        <p:nvSpPr>
          <p:cNvPr id="13" name="Shape 11"/>
          <p:cNvSpPr/>
          <p:nvPr/>
        </p:nvSpPr>
        <p:spPr>
          <a:xfrm>
            <a:off x="2724150" y="6362700"/>
            <a:ext cx="14649450" cy="990600"/>
          </a:xfrm>
          <a:prstGeom prst="roundRect">
            <a:avLst>
              <a:gd name="adj" fmla="val 19231"/>
            </a:avLst>
          </a:prstGeom>
          <a:solidFill>
            <a:srgbClr val="E8E0CF"/>
          </a:solidFill>
          <a:ln/>
        </p:spPr>
      </p:sp>
      <p:sp>
        <p:nvSpPr>
          <p:cNvPr id="14" name="Text 12"/>
          <p:cNvSpPr/>
          <p:nvPr/>
        </p:nvSpPr>
        <p:spPr>
          <a:xfrm>
            <a:off x="3105150" y="6362700"/>
            <a:ext cx="140017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Chín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ví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dụ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kịch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minh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họa,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</a:t>
            </a:r>
            <a:r>
              <a:rPr lang="en-US" sz="3000" dirty="0" spc="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đo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14400" y="7562850"/>
            <a:ext cx="161925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745" dirty="0" spc="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7745" dirty="0"/>
          </a:p>
        </p:txBody>
      </p:sp>
      <p:sp>
        <p:nvSpPr>
          <p:cNvPr id="16" name="Shape 14"/>
          <p:cNvSpPr/>
          <p:nvPr/>
        </p:nvSpPr>
        <p:spPr>
          <a:xfrm>
            <a:off x="2724150" y="7658100"/>
            <a:ext cx="14649450" cy="990600"/>
          </a:xfrm>
          <a:prstGeom prst="roundRect">
            <a:avLst>
              <a:gd name="adj" fmla="val 19231"/>
            </a:avLst>
          </a:prstGeom>
          <a:solidFill>
            <a:srgbClr val="E8E0CF"/>
          </a:solidFill>
          <a:ln/>
        </p:spPr>
      </p:sp>
      <p:sp>
        <p:nvSpPr>
          <p:cNvPr id="17" name="Text 15"/>
          <p:cNvSpPr/>
          <p:nvPr/>
        </p:nvSpPr>
        <p:spPr>
          <a:xfrm>
            <a:off x="3105150" y="7658100"/>
            <a:ext cx="140017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Chưa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bằng</a:t>
            </a:r>
            <a:r>
              <a:rPr lang="en-US" sz="3000" dirty="0" spc="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chứng</a:t>
            </a:r>
            <a:r>
              <a:rPr lang="en-US" sz="3000" dirty="0" spc="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định</a:t>
            </a:r>
            <a:r>
              <a:rPr lang="en-US" sz="300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lượng;</a:t>
            </a:r>
            <a:r>
              <a:rPr lang="en-US" sz="300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tên</a:t>
            </a:r>
            <a:r>
              <a:rPr lang="en-US" sz="3000" dirty="0" spc="-2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repo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dễ</a:t>
            </a:r>
            <a:r>
              <a:rPr lang="en-US" sz="300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gây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hiểu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nhầm</a:t>
            </a:r>
            <a:r>
              <a:rPr lang="en-US" sz="3000" dirty="0" spc="-2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về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nguồn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[S6] [S7]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8957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3" name="Shape 31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48006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Github-radar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R09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14/16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7" name="Moda image moda-export-watermark-3043e4e7-4c11-408b-b740-c384afa88b4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Lưu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ý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952750"/>
            <a:ext cx="152400" cy="40005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4" name="Text 2"/>
          <p:cNvSpPr/>
          <p:nvPr/>
        </p:nvSpPr>
        <p:spPr>
          <a:xfrm>
            <a:off x="1485900" y="2857500"/>
            <a:ext cx="15811500" cy="419100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ctr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Đọc</a:t>
            </a:r>
            <a:r>
              <a:rPr lang="en-US" sz="69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mã,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-6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chưa</a:t>
            </a:r>
            <a:r>
              <a:rPr lang="en-US" sz="6900" dirty="0" spc="-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:</a:t>
            </a: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tài</a:t>
            </a:r>
            <a:r>
              <a:rPr lang="en-US" sz="69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hỗ</a:t>
            </a:r>
            <a:r>
              <a:rPr lang="en-US" sz="6900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trợ</a:t>
            </a:r>
            <a:r>
              <a:rPr lang="en-US" sz="69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6900" dirty="0" spc="-2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repo,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khuyến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nghị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cài</a:t>
            </a:r>
            <a:r>
              <a:rPr lang="en-US" sz="69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đặt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1485900" y="7429500"/>
            <a:ext cx="15811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Clone</a:t>
            </a:r>
            <a:r>
              <a:rPr lang="en-US" sz="27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nông ở</a:t>
            </a:r>
            <a:r>
              <a:rPr lang="en-US" sz="27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7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2c60614,</a:t>
            </a:r>
            <a:r>
              <a:rPr lang="en-US" sz="2700" dirty="0" spc="-2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7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20/04/2026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485900" y="8096250"/>
            <a:ext cx="15811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7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r>
              <a:rPr lang="en-US" sz="27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7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sao;</a:t>
            </a:r>
            <a:r>
              <a:rPr lang="en-US" sz="27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MIT</a:t>
            </a:r>
            <a:r>
              <a:rPr lang="en-US" sz="27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7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README</a:t>
            </a:r>
            <a:r>
              <a:rPr lang="en-US" sz="270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plugin.json,</a:t>
            </a:r>
            <a:r>
              <a:rPr lang="en-US" sz="27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7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LICENSE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[S7]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1243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3" name="Shape 21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8006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Github-radar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R09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15/16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f09dcd93-f7c5-4a4b-ab09-5fc6b81b240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Nguồn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tham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khảo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571750"/>
            <a:ext cx="8039100" cy="11430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2571750"/>
            <a:ext cx="8763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5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2057400" y="2571750"/>
            <a:ext cx="6667500" cy="114300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README.md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14400" y="3829050"/>
            <a:ext cx="8039100" cy="11430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3829050"/>
            <a:ext cx="8763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S2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2057400" y="3829050"/>
            <a:ext cx="6667500" cy="114300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CLAUDE.md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14400" y="5095875"/>
            <a:ext cx="8039100" cy="11430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5095875"/>
            <a:ext cx="8763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S3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2057400" y="5095875"/>
            <a:ext cx="6667500" cy="114300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SKILL.md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14400" y="6353175"/>
            <a:ext cx="8039100" cy="11430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6353175"/>
            <a:ext cx="8763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4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S4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2057400" y="6353175"/>
            <a:ext cx="6667500" cy="114300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karpathy-guidelines.mdc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914400" y="7620000"/>
            <a:ext cx="8039100" cy="11430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7620000"/>
            <a:ext cx="8763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S5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2057400" y="7620000"/>
            <a:ext cx="6667500" cy="114300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CURSOR.md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334500" y="2571750"/>
            <a:ext cx="8039100" cy="11430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19" name="Text 17"/>
          <p:cNvSpPr/>
          <p:nvPr/>
        </p:nvSpPr>
        <p:spPr>
          <a:xfrm>
            <a:off x="9563100" y="2571750"/>
            <a:ext cx="8763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S6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0477500" y="2571750"/>
            <a:ext cx="6667500" cy="114300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EXAMPLES.md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9334500" y="3829050"/>
            <a:ext cx="8039100" cy="11430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22" name="Text 20"/>
          <p:cNvSpPr/>
          <p:nvPr/>
        </p:nvSpPr>
        <p:spPr>
          <a:xfrm>
            <a:off x="9563100" y="3829050"/>
            <a:ext cx="8763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6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S7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0477500" y="3829050"/>
            <a:ext cx="6667500" cy="114300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.claude-plugin/plugin.json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9334500" y="5095875"/>
            <a:ext cx="8039100" cy="11430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25" name="Text 23"/>
          <p:cNvSpPr/>
          <p:nvPr/>
        </p:nvSpPr>
        <p:spPr>
          <a:xfrm>
            <a:off x="9563100" y="5095875"/>
            <a:ext cx="8763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S8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10477500" y="5095875"/>
            <a:ext cx="6667500" cy="114300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marketplace.json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9334500" y="6353175"/>
            <a:ext cx="8039100" cy="11430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28" name="Text 26"/>
          <p:cNvSpPr/>
          <p:nvPr/>
        </p:nvSpPr>
        <p:spPr>
          <a:xfrm>
            <a:off x="9563100" y="6353175"/>
            <a:ext cx="8763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S9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10477500" y="6353175"/>
            <a:ext cx="6667500" cy="114300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README.zh.md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3529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6" name="Text 44"/>
          <p:cNvSpPr/>
          <p:nvPr/>
        </p:nvSpPr>
        <p:spPr>
          <a:xfrm>
            <a:off x="48006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Github-radar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R09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16/16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8" name="Moda image moda-export-watermark-826f0662-8e98-4132-a436-87996ed6c5d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2026-10-31T10:24:37Z</dcterms:created>
  <dcterms:modified xsi:type="dcterms:W3CDTF">2026-10-31T10:24:37Z</dcterms:modified>
</cp:coreProperties>
</file>