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fals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7562850" cy="10696575"/>
  <p:notesSz cx="10696575" cy="7562850"/>
  <p:embeddedFontLst>
    <p:embeddedFont>
      <p:font typeface="Lexend"/>
      <p:bold r:id="rId27"/>
    </p:embeddedFont>
    <p:embeddedFont>
      <p:font typeface="Lexend Medium"/>
      <p:regular r:id="rId28"/>
    </p:embeddedFont>
    <p:embeddedFont>
      <p:font typeface="Lexend SemiBold"/>
      <p:regular r:id="rId29"/>
    </p:embeddedFont>
    <p:embeddedFont>
      <p:font typeface="Noto Sans"/>
      <p:regular r:id="rId30"/>
      <p:bold r:id="rId32"/>
    </p:embeddedFont>
    <p:embeddedFont>
      <p:font typeface="Noto Sans SemiBold"/>
      <p:regular r:id="rId31"/>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font" Target="fonts/font1.fntdata"/><Relationship Id="rId28" Type="http://schemas.openxmlformats.org/officeDocument/2006/relationships/font" Target="fonts/font2.fntdata"/><Relationship Id="rId29" Type="http://schemas.openxmlformats.org/officeDocument/2006/relationships/font" Target="fonts/font3.fntdata"/><Relationship Id="rId30" Type="http://schemas.openxmlformats.org/officeDocument/2006/relationships/font" Target="fonts/font4.fntdata"/><Relationship Id="rId31" Type="http://schemas.openxmlformats.org/officeDocument/2006/relationships/font" Target="fonts/font5.fntdata"/><Relationship Id="rId32"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build-your-own-x tập hợp hướng dẫn từng bước để tái tạo các công nghệ quen thuộc. Bạn dùng README như một mục lục: chọn thứ muốn xây, chọn ngôn ngữ, rồi đi tới tài liệu bên ngoài. Repo không phải một ứng dụng duy nhất để clone về và chạy. [S1]</a:t>
            </a:r>
          </a:p>
          <a:p/>
          <a:p>
            <a:r>
              <a:t>Triết lý học tập</a:t>
            </a:r>
          </a:p>
          <a:p>
            <a:r>
              <a:t>Bạn hiểu sâu hơn khi phải tự biến khái niệm thành một phiên bản có thể quan sát và thay đổi. Việc học nằm ở tài liệu đích và những quyết định khi bạn triển khai.</a:t>
            </a:r>
          </a:p>
          <a:p/>
          <a:p>
            <a:r>
              <a:t>Cấu trúc đã kiểm tra</a:t>
            </a:r>
          </a:p>
          <a:p>
            <a:r>
              <a:t>Tại commit nguồn được ghim, phần Tutorials có 31 nhóm, gồm cả Distributed Systems và Uncategorized. Bản đồ hai trang sau phản ánh các tiêu đề thực tế trong phần này.</a:t>
            </a:r>
          </a:p>
          <a:p/>
          <a:p>
            <a:r>
              <a:t>Một mục hướng dẫn cho biết gì?</a:t>
            </a:r>
          </a:p>
          <a:p>
            <a:r>
              <a:t>Tên thường đi kèm ngôn ngữ và liên kết tới bài viết, sách, video hoặc dự án. Các tài liệu có phạm vi, yêu cầu đầu vào và độ mới khác nhau.</a:t>
            </a:r>
          </a:p>
          <a:p/>
          <a:p>
            <a:r>
              <a:t>Giới hạn của bản tổng quan</a:t>
            </a:r>
          </a:p>
          <a:p>
            <a:r>
              <a:t>Report giải thích cách chọn và học, chưa chạy thử toàn bộ hướng dẫn. Các gợi ý đầu ra và lộ trình là đề xuất của người viết, không phải chương trình chính thức của repo.</a:t>
            </a:r>
          </a:p>
          <a:p/>
          <a:p>
            <a:r>
              <a:t>https://github.com/codecrafters-io/build-your-own-x/blob/aa17439b62f384511a5561ce308e9598b94d8989/README.md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Đừng bắt đầu bằng công nghệ có tên lớn nhất. Hãy chọn một câu hỏi bạn đang thật sự muốn hiểu, rồi giới hạn thành một sản phẩm nhỏ. Bảng lựa chọn dưới đây là gợi ý của người viết, dựa trên các nhóm có trong README. [S1]</a:t>
            </a:r>
          </a:p>
          <a:p/>
          <a:p>
            <a:r>
              <a:t>Tôi muốn thấy kết quả sớm</a:t>
            </a:r>
          </a:p>
          <a:p>
            <a:r>
              <a:t>Cân nhắc Command-Line Tool, Template Engine hoặc một Web Server nhỏ bằng ngôn ngữ đã quen. Đọc yêu cầu của chính tutorial trước khi chọn.</a:t>
            </a:r>
          </a:p>
          <a:p/>
          <a:p>
            <a:r>
              <a:t>Tôi thường dùng công cụ nhưng chưa hiểu nó</a:t>
            </a:r>
          </a:p>
          <a:p>
            <a:r>
              <a:t>Chọn Database, Git, Shell hoặc Front-end Framework / Library tương ứng với thứ bạn đã dùng. Kinh nghiệm sử dụng giúp bạn đặt câu hỏi cụ thể hơn.</a:t>
            </a:r>
          </a:p>
          <a:p/>
          <a:p>
            <a:r>
              <a:t>Tôi thích nền tảng hệ thống</a:t>
            </a:r>
          </a:p>
          <a:p>
            <a:r>
              <a:t>Khám phá Docker, Network Stack, Operating System, Memory Allocator hoặc Emulator. Xác minh kiến thức hệ điều hành, công cụ và nền tảng mà tài liệu yêu cầu.</a:t>
            </a:r>
          </a:p>
          <a:p/>
          <a:p>
            <a:r>
              <a:t>Tôi muốn học AI hoặc đồ họa</a:t>
            </a:r>
          </a:p>
          <a:p>
            <a:r>
              <a:t>Chọn bài có phạm vi nhỏ trong Neural Network, AI Model hoặc 3D Renderer. Kiểm tra yêu cầu toán, dữ liệu, thư viện và tài nguyên tính toán ở tài liệu đích.</a:t>
            </a:r>
          </a:p>
          <a:p/>
          <a:p>
            <a:r>
              <a:t>https://github.com/codecrafters-io/build-your-own-x/blob/aa17439b62f384511a5561ce308e9598b94d8989/README.md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Vòng học đề xuất: đặt câu hỏi → chọn nguồn → xây phiên bản nhỏ → thay đổi → giải thích lại. Đích đến là vừa chạy được vừa nói rõ vì sao chương trình hoạt động, không chỉ gõ lại mã mẫu. [S1]</a:t>
            </a:r>
          </a:p>
          <a:p/>
          <a:p>
            <a:r>
              <a:t>01 / Chốt điều muốn hiểu</a:t>
            </a:r>
          </a:p>
          <a:p>
            <a:r>
              <a:t>Ví dụ của người viết: “Một web server đọc yêu cầu và gửi phản hồi bằng cách nào?”. Chọn một câu hỏi thay vì học mọi phần cùng lúc.</a:t>
            </a:r>
          </a:p>
          <a:p/>
          <a:p>
            <a:r>
              <a:t>02 / Kiểm tra tutorial</a:t>
            </a:r>
          </a:p>
          <a:p>
            <a:r>
              <a:t>Đọc mục tiêu, ngôn ngữ, công cụ, phiên bản và điểm kết thúc. Ghi điều bạn đã biết và chỗ cần bổ sung trước.</a:t>
            </a:r>
          </a:p>
          <a:p/>
          <a:p>
            <a:r>
              <a:t>03 / Xây và kiểm tra từng phần</a:t>
            </a:r>
          </a:p>
          <a:p>
            <a:r>
              <a:t>Làm một mốc nhỏ có đầu vào và đầu ra rõ. Lưu kết quả đúng cùng một trường hợp lỗi để hiểu giới hạn.</a:t>
            </a:r>
          </a:p>
          <a:p/>
          <a:p>
            <a:r>
              <a:t>04 / Tự sửa rồi kể lại</a:t>
            </a:r>
          </a:p>
          <a:p>
            <a:r>
              <a:t>Thay một hành vi nhỏ và dự đoán kết quả trước khi chạy. Sau đó vẽ đầu vào → xử lý → đầu ra và ghi phần chưa hỗ trợ.</a:t>
            </a:r>
          </a:p>
          <a:p/>
          <a:p>
            <a:r>
              <a:t>https://github.com/codecrafters-io/build-your-own-x/blob/aa17439b62f384511a5561ce308e9598b94d8989/README.md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Hai nhóm Database và Git phù hợp khi bạn muốn hiểu cách phần mềm lưu thông tin hoặc biểu diễn lịch sử thay đổi. README có nhiều cách tiếp cận và ngôn ngữ; hãy chọn phạm vi theo điều bạn muốn giải thích được. [S1]</a:t>
            </a:r>
          </a:p>
          <a:p/>
          <a:p>
            <a:r>
              <a:t>Database: câu hỏi nên mang theo</a:t>
            </a:r>
          </a:p>
          <a:p>
            <a:r>
              <a:t>Dữ liệu được tổ chức ở đâu? Chương trình tìm lại bản ghi như thế nào? Khi tắt và mở lại, những gì còn tồn tại? Đây là câu hỏi học tập, không phải tính năng được mọi tutorial cam kết.</a:t>
            </a:r>
          </a:p>
          <a:p/>
          <a:p>
            <a:r>
              <a:t>Git: câu hỏi nên mang theo</a:t>
            </a:r>
          </a:p>
          <a:p>
            <a:r>
              <a:t>Một phiên bản được biểu diễn ra sao? Các lần thay đổi liên hệ thế nào? Chọn tài liệu theo thao tác mà nó thật sự triển khai, thay vì coi bản nhỏ là Git đầy đủ.</a:t>
            </a:r>
          </a:p>
          <a:p/>
          <a:p>
            <a:r>
              <a:t>Đầu ra gợi ý</a:t>
            </a:r>
          </a:p>
          <a:p>
            <a:r>
              <a:t>Tự vẽ mô hình lưu trữ của phần đã làm; tạo một dữ liệu hoặc thay đổi mới và dự đoán kết quả. Ghi rõ tính năng đang thiếu.</a:t>
            </a:r>
          </a:p>
          <a:p/>
          <a:p>
            <a:r>
              <a:t>Chuẩn bị</a:t>
            </a:r>
          </a:p>
          <a:p>
            <a:r>
              <a:t>Ngôn ngữ lập trình quen thuộc, khả năng đọc/ghi tệp theo yêu cầu bài và cách quan sát lỗi. Nhu cầu cụ thể phụ thuộc tutorial được chọn.</a:t>
            </a:r>
          </a:p>
          <a:p/>
          <a:p>
            <a:r>
              <a:t>https://github.com/codecrafters-io/build-your-own-x/blob/aa17439b62f384511a5561ce308e9598b94d8989/README.md#build-your-own-database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Web Server và Web Browser là hai góc nhìn khác nhau: một bên phục vụ nội dung, một bên tiếp nhận và trình bày nội dung. Dùng chúng để đặt câu hỏi về đường đi của một tương tác web. [S1]</a:t>
            </a:r>
          </a:p>
          <a:p/>
          <a:p>
            <a:r>
              <a:t>Server: đi theo yêu cầu–phản hồi</a:t>
            </a:r>
          </a:p>
          <a:p>
            <a:r>
              <a:t>Gợi ý học: xác định dữ liệu đầu vào, đoạn xử lý và phản hồi đầu ra. Bắt đầu bằng một yêu cầu đơn giản và một đường dẫn.</a:t>
            </a:r>
          </a:p>
          <a:p/>
          <a:p>
            <a:r>
              <a:t>Browser: đi theo nội dung–hiển thị</a:t>
            </a:r>
          </a:p>
          <a:p>
            <a:r>
              <a:t>Gợi ý học: quan sát cách một thành phần của trình duyệt biến nội dung thành kết quả nhìn thấy được. Kiểm tra tutorial xây phần nào, không suy ra nó hỗ trợ toàn bộ chuẩn web.</a:t>
            </a:r>
          </a:p>
          <a:p/>
          <a:p>
            <a:r>
              <a:t>Đầu ra gợi ý</a:t>
            </a:r>
          </a:p>
          <a:p>
            <a:r>
              <a:t>Một phản hồi hoặc ví dụ hiển thị nhỏ có thể thay đổi; kèm sơ đồ các bước và một tình huống chưa xử lý.</a:t>
            </a:r>
          </a:p>
          <a:p/>
          <a:p>
            <a:r>
              <a:t>Điểm cần phân biệt</a:t>
            </a:r>
          </a:p>
          <a:p>
            <a:r>
              <a:t>Tự viết server, dùng một framework để dựng API và tự xây browser engine là các bài học khác phạm vi. Đọc mục tiêu nguồn trước khi so sánh.</a:t>
            </a:r>
          </a:p>
          <a:p/>
          <a:p>
            <a:r>
              <a:t>https://github.com/codecrafters-io/build-your-own-x/blob/aa17439b62f384511a5561ce308e9598b94d8989/README.md#build-your-own-web-server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Programming Language, Regex Engine, Shell và Template Engine cho bạn các hướng khám phá cách phần mềm đọc và xử lý ký hiệu hoặc lệnh. Chúng là những dự án khác nhau, không phải một bài tập chung. [S1]</a:t>
            </a:r>
          </a:p>
          <a:p/>
          <a:p>
            <a:r>
              <a:t>Compiler và interpreter</a:t>
            </a:r>
          </a:p>
          <a:p>
            <a:r>
              <a:t>Trình biên dịch và trình thông dịch là hai thuật ngữ thường gặp khi tìm hiểu ngôn ngữ. Hãy theo dõi đầu vào mã nguồn và cách tutorial tạo ra hành vi thực thi.</a:t>
            </a:r>
          </a:p>
          <a:p/>
          <a:p>
            <a:r>
              <a:t>Regex, template và shell</a:t>
            </a:r>
          </a:p>
          <a:p>
            <a:r>
              <a:t>Bạn có thể chọn một cơ chế hẹp để học: so khớp mẫu, thay chỗ trống trong nội dung, hoặc xử lý một dòng lệnh. Xác định đúng quy tắc mà phiên bản nhỏ hỗ trợ.</a:t>
            </a:r>
          </a:p>
          <a:p/>
          <a:p>
            <a:r>
              <a:t>Đầu ra gợi ý</a:t>
            </a:r>
          </a:p>
          <a:p>
            <a:r>
              <a:t>Một biểu thức, một mẫu hoặc một lệnh chạy được; một trường hợp không hợp lệ; và lời giải thích cách chương trình phân biệt chúng.</a:t>
            </a:r>
          </a:p>
          <a:p/>
          <a:p>
            <a:r>
              <a:t>Cách tránh quá tải</a:t>
            </a:r>
          </a:p>
          <a:p>
            <a:r>
              <a:t>Không thêm nhiều cú pháp hoặc tính năng trước khi tự giải thích được ví dụ đầu tiên. Khi mắc kẹt, tách phần đọc đầu vào khỏi phần thực thi.</a:t>
            </a:r>
          </a:p>
          <a:p/>
          <a:p>
            <a:r>
              <a:t>https://github.com/codecrafters-io/build-your-own-x/blob/aa17439b62f384511a5561ce308e9598b94d8989/README.md#build-your-own-programming-language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Docker, Operating System, Network Stack, Memory Allocator, Emulator và Distributed Systems mở ra các dự án về nền tảng vận hành. Tên nhóm rộng, nhưng từng hướng dẫn có phạm vi và điều kiện rất cụ thể. [S1]</a:t>
            </a:r>
          </a:p>
          <a:p/>
          <a:p>
            <a:r>
              <a:t>Chọn một tầng để hiểu</a:t>
            </a:r>
          </a:p>
          <a:p>
            <a:r>
              <a:t>Gợi ý: cơ chế cô lập, một bước giao tiếp mạng, cách cấp phát bộ nhớ hoặc một tập lệnh giả lập. Đừng gom mọi chủ đề hệ thống thành một dự án đầu tiên.</a:t>
            </a:r>
          </a:p>
          <a:p/>
          <a:p>
            <a:r>
              <a:t>Đọc điều kiện môi trường</a:t>
            </a:r>
          </a:p>
          <a:p>
            <a:r>
              <a:t>Kiểm tra hệ điều hành, kiến trúc máy, quyền chạy và công cụ mà tutorial yêu cầu. Một bài dành cho nền tảng này không tự áp dụng nguyên xi cho nền tảng khác.</a:t>
            </a:r>
          </a:p>
          <a:p/>
          <a:p>
            <a:r>
              <a:t>Đầu ra gợi ý</a:t>
            </a:r>
          </a:p>
          <a:p>
            <a:r>
              <a:t>Một cơ chế được minh họa bằng đầu vào nhỏ, kèm kết quả quan sát và sơ đồ tầng liên quan. Chỉ mở rộng sau khi hiểu phần đầu.</a:t>
            </a:r>
          </a:p>
          <a:p/>
          <a:p>
            <a:r>
              <a:t>Giới hạn cần ghi</a:t>
            </a:r>
          </a:p>
          <a:p>
            <a:r>
              <a:t>Bản học tập không tự có độ tin cậy, tính tương thích hoặc phạm vi như sản phẩm thật. Đánh giá việc sử dụng thực tế tách khỏi thành công của bài học.</a:t>
            </a:r>
          </a:p>
          <a:p/>
          <a:p>
            <a:r>
              <a:t>https://github.com/codecrafters-io/build-your-own-x/blob/aa17439b62f384511a5561ce308e9598b94d8989/README.md#build-your-own-docker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README có nhóm AI Model, Neural Network và Visual Recognition System. Có các liên kết về LLM, diffusion, tìm kiếm tài liệu và mạng neural; lựa chọn phụ thuộc vào điều bạn muốn hiểu và nền tảng đang có. [S1]</a:t>
            </a:r>
          </a:p>
          <a:p/>
          <a:p>
            <a:r>
              <a:t>Đừng chọn chỉ vì nhãn AI</a:t>
            </a:r>
          </a:p>
          <a:p>
            <a:r>
              <a:t>Viết rõ câu hỏi: muốn hiểu phép tính trong mạng nhỏ, quy trình xử lý văn bản hay một hệ thống tìm kiếm tài liệu? Những mục tiêu đó có đầu ra khác nhau.</a:t>
            </a:r>
          </a:p>
          <a:p/>
          <a:p>
            <a:r>
              <a:t>Điều cần kiểm tra ở nguồn</a:t>
            </a:r>
          </a:p>
          <a:p>
            <a:r>
              <a:t>Ngôn ngữ, toán nền, dữ liệu, thư viện và phần cứng được yêu cầu. Không suy ra rằng mọi bài “from scratch” đều không dùng thư viện.</a:t>
            </a:r>
          </a:p>
          <a:p/>
          <a:p>
            <a:r>
              <a:t>Đầu ra gợi ý</a:t>
            </a:r>
          </a:p>
          <a:p>
            <a:r>
              <a:t>Một ví dụ nhỏ có thể giải thích đầu vào, bước xử lý và đầu ra; ghi lại dữ liệu và điều kiện chạy để kết quả có thể được xem lại.</a:t>
            </a:r>
          </a:p>
          <a:p/>
          <a:p>
            <a:r>
              <a:t>Chọn theo phạm vi</a:t>
            </a:r>
          </a:p>
          <a:p>
            <a:r>
              <a:t>Nếu mới bắt đầu, ưu tiên bài có giả định và ví dụ cụ thể phù hợp kiến thức hiện tại. Report không xếp hạng độ khó chính thức của các tài liệu.</a:t>
            </a:r>
          </a:p>
          <a:p/>
          <a:p>
            <a:r>
              <a:t>https://github.com/codecrafters-io/build-your-own-x/blob/aa17439b62f384511a5561ce308e9598b94d8989/README.md#build-your-own-ai-model</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3D Renderer, Game, Physics Engine và Voxel Engine cho phép nhìn thấy kết quả của thuật toán. Kết quả trực quan là lợi thế, nhưng vẫn cần phân biệt phần cơ chế mà bạn đang thực sự tự xây. [S1]</a:t>
            </a:r>
          </a:p>
          <a:p/>
          <a:p>
            <a:r>
              <a:t>Đặt câu hỏi theo hình ảnh</a:t>
            </a:r>
          </a:p>
          <a:p>
            <a:r>
              <a:t>Ví dụ của người viết: một điểm trong mô hình trở thành điểm ảnh như thế nào, hoặc một thay đổi trong trạng thái làm vật thể chuyển động ra sao?</a:t>
            </a:r>
          </a:p>
          <a:p/>
          <a:p>
            <a:r>
              <a:t>Chọn một sản phẩm nhỏ</a:t>
            </a:r>
          </a:p>
          <a:p>
            <a:r>
              <a:t>Có thể là một cảnh đơn giản, một hình được dựng hoặc một luật tương tác. Hãy dùng mục tiêu mà tutorial thật sự hỗ trợ để chốt bài.</a:t>
            </a:r>
          </a:p>
          <a:p/>
          <a:p>
            <a:r>
              <a:t>Đầu ra gợi ý</a:t>
            </a:r>
          </a:p>
          <a:p>
            <a:r>
              <a:t>Lưu ảnh hoặc đoạn mô tả kết quả trước/sau một thay đổi. Dự đoán thay đổi trước khi chạy, rồi so sánh điều quan sát được.</a:t>
            </a:r>
          </a:p>
          <a:p/>
          <a:p>
            <a:r>
              <a:t>Đừng chỉ nhìn hình đẹp</a:t>
            </a:r>
          </a:p>
          <a:p>
            <a:r>
              <a:t>Thử giải thích dữ liệu và các bước biến đổi. Nếu chỉ chạy lại ví dụ mà không hiểu được một thay đổi nhỏ, quay lại phần cơ chế.</a:t>
            </a:r>
          </a:p>
          <a:p/>
          <a:p>
            <a:r>
              <a:t>https://github.com/codecrafters-io/build-your-own-x/blob/aa17439b62f384511a5561ce308e9598b94d8989/README.md#build-your-own-3d-renderer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Những nhóm như Front-end Framework / Library, Text Editor, Command-Line Tool, Bot và Template Engine gắn việc học với công cụ dễ hình dung. Bạn có thể chọn bài gần công việc hằng ngày để có câu hỏi cụ thể hơn. [S1]</a:t>
            </a:r>
          </a:p>
          <a:p/>
          <a:p>
            <a:r>
              <a:t>Dùng trải nghiệm sẵn có</a:t>
            </a:r>
          </a:p>
          <a:p>
            <a:r>
              <a:t>Nếu thường dùng framework giao diện, hãy hỏi nó biến trạng thái thành kết quả hiển thị thế nào. Nếu dùng công cụ dòng lệnh, hãy hỏi cách nó nhận và xử lý tham số.</a:t>
            </a:r>
          </a:p>
          <a:p/>
          <a:p>
            <a:r>
              <a:t>Giới hạn một hành vi</a:t>
            </a:r>
          </a:p>
          <a:p>
            <a:r>
              <a:t>Ví dụ của người viết: chỉ xử lý một loại đầu vào, một màn hình hoặc một thao tác sửa văn bản. Đừng đặt mục tiêu thay thế toàn bộ công cụ đang dùng.</a:t>
            </a:r>
          </a:p>
          <a:p/>
          <a:p>
            <a:r>
              <a:t>Đầu ra gợi ý</a:t>
            </a:r>
          </a:p>
          <a:p>
            <a:r>
              <a:t>Một tác vụ nhỏ có thể làm lại và một thay đổi do chính bạn bổ sung. Ghi điều kiện hoạt động cùng những trường hợp chưa hỗ trợ.</a:t>
            </a:r>
          </a:p>
          <a:p/>
          <a:p>
            <a:r>
              <a:t>Đọc tiếp khi cần</a:t>
            </a:r>
          </a:p>
          <a:p>
            <a:r>
              <a:t>Các nhóm còn lại, như BitTorrent, AR hoặc blockchain, vẫn có trong bản đồ. Hãy dùng cùng phương pháp chọn phạm vi và kiểm tra điều kiện đầu vào.</a:t>
            </a:r>
          </a:p>
          <a:p/>
          <a:p>
            <a:r>
              <a:t>https://github.com/codecrafters-io/build-your-own-x/blob/aa17439b62f384511a5561ce308e9598b94d8989/README.md#build-your-own-front-end-framework--library</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Phần 1 của cstack/db_tutorial chưa xây một cơ sở dữ liệu hoàn chỉnh. Nó bắt đầu bằng REPL: lặp việc đọc đầu vào, xử lý và in kết quả. Đây là ví dụ rõ về cách một dự án lớn có thể bắt đầu từ hành vi rất nhỏ. [S2]</a:t>
            </a:r>
          </a:p>
          <a:p/>
          <a:p>
            <a:r>
              <a:t>Nguồn thực sự làm gì?</a:t>
            </a:r>
          </a:p>
          <a:p>
            <a:r>
              <a:t>Chương trình in “db &gt; ”, đọc một dòng; nhận .exit thì giải phóng bộ nhớ và thoát. Lệnh chưa nhận diện được sẽ được báo lại rồi tiếp tục vòng lặp.</a:t>
            </a:r>
          </a:p>
          <a:p/>
          <a:p>
            <a:r>
              <a:t>Một kiểm tra được nguồn minh họa</a:t>
            </a:r>
          </a:p>
          <a:p>
            <a:r>
              <a:t>Mở chương trình bằng ./db, nhập .tables: chương trình báo Unrecognized command '.tables'. Nhập .exit: chương trình kết thúc. Đây là hành vi được minh họa trong tài liệu, không phải SQL đã chạy được.</a:t>
            </a:r>
          </a:p>
          <a:p/>
          <a:p>
            <a:r>
              <a:t>Điều kiện cần xem trước</a:t>
            </a:r>
          </a:p>
          <a:p>
            <a:r>
              <a:t>Bài dùng C, cấu trúc InputBuffer và getline(). Kiểm tra môi trường của bạn theo nguồn; phần này chưa nhằm hỗ trợ nhiều nền tảng.</a:t>
            </a:r>
          </a:p>
          <a:p/>
          <a:p>
            <a:r>
              <a:t>Tự kiểm tra điều đã hiểu</a:t>
            </a:r>
          </a:p>
          <a:p>
            <a:r>
              <a:t>Bạn có giải thích được vì sao cần vòng lặp, ký tự xuống dòng được xử lý ở đâu và bộ nhớ được giải phóng khi nào? Chỉ học phần tiếp theo sau khi nắm những điểm này.</a:t>
            </a:r>
          </a:p>
          <a:p/>
          <a:p>
            <a:r>
              <a:t>https://github.com/cstack/db_tutorial/blob/60b50c5b7be787a4aaa1e50ab8a90c6cabb75159/_parts/part1.md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Các lộ trình dưới đây do người viết đề xuất để giảm việc phải học nhiều thứ mới cùng lúc. Chúng không phải thứ tự bắt buộc hoặc xếp hạng độ khó do repo công bố. [S1]</a:t>
            </a:r>
          </a:p>
          <a:p/>
          <a:p>
            <a:r>
              <a:t>Bạn đã quen Python</a:t>
            </a:r>
          </a:p>
          <a:p>
            <a:r>
              <a:t>Xem các lựa chọn Python ở Web Server, Git hoặc Database. Chọn một tutorial có yêu cầu khớp với điều bạn đã biết, rồi hoàn thành một mốc nhỏ.</a:t>
            </a:r>
          </a:p>
          <a:p/>
          <a:p>
            <a:r>
              <a:t>Bạn đã quen JavaScript</a:t>
            </a:r>
          </a:p>
          <a:p>
            <a:r>
              <a:t>Khám phá Template Engine, Front-end Framework / Library hoặc một compiler nhỏ bằng JavaScript. Đặt mục tiêu giải thích được một cơ chế.</a:t>
            </a:r>
          </a:p>
          <a:p/>
          <a:p>
            <a:r>
              <a:t>Bạn đã học C/C++ hoặc hệ thống</a:t>
            </a:r>
          </a:p>
          <a:p>
            <a:r>
              <a:t>Cân nhắc Text Editor, Shell, Memory Allocator hoặc bài Database bằng C. Xác minh yêu cầu môi trường của từng nguồn trước.</a:t>
            </a:r>
          </a:p>
          <a:p/>
          <a:p>
            <a:r>
              <a:t>Bạn chưa tự viết chương trình nhỏ</a:t>
            </a:r>
          </a:p>
          <a:p>
            <a:r>
              <a:t>Bổ sung nền tảng ngôn ngữ, hàm, vòng lặp và cách chạy chương trình trước. Sau đó chọn bài hẹp, có đầu vào/đầu ra rõ, thay vì bắt đầu bằng OS hay AI model lớn.</a:t>
            </a:r>
          </a:p>
          <a:p/>
          <a:p>
            <a:r>
              <a:t>https://github.com/codecrafters-io/build-your-own-x/blob/aa17439b62f384511a5561ce308e9598b94d8989/README.md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Một chương trình chạy được là tín hiệu tốt, nhưng chưa đủ để biết bạn đã hiểu cơ chế. Dùng các câu hỏi dưới đây để tự đánh giá bài thực hành. Đây là rubric học tập của người viết. [S1]</a:t>
            </a:r>
          </a:p>
          <a:p/>
          <a:p>
            <a:r>
              <a:t>1 / Giải thích</a:t>
            </a:r>
          </a:p>
          <a:p>
            <a:r>
              <a:t>Mô tả đầu vào → các bước xử lý → đầu ra bằng lời của bạn. Nêu rõ phần mã hoặc dữ liệu tương ứng trong phiên bản đã xây.</a:t>
            </a:r>
          </a:p>
          <a:p/>
          <a:p>
            <a:r>
              <a:t>2 / Dự đoán</a:t>
            </a:r>
          </a:p>
          <a:p>
            <a:r>
              <a:t>Trước khi thay một đầu vào, hãy viết điều bạn mong đợi. So sánh dự đoán với kết quả và giải thích khi chúng khác nhau.</a:t>
            </a:r>
          </a:p>
          <a:p/>
          <a:p>
            <a:r>
              <a:t>3 / Thay đổi</a:t>
            </a:r>
          </a:p>
          <a:p>
            <a:r>
              <a:t>Bổ sung một hành vi nhỏ mà không chép nguyên lời giải. Nếu mắc kẹt, xác định chính xác điều chưa hiểu và đọc lại phần liên quan.</a:t>
            </a:r>
          </a:p>
          <a:p/>
          <a:p>
            <a:r>
              <a:t>4 / Biết giới hạn</a:t>
            </a:r>
          </a:p>
          <a:p>
            <a:r>
              <a:t>Nêu ít nhất một tình huống phiên bản chưa xử lý. Tách rõ tính năng đã làm, tính năng mới đọc và tính năng chưa thử.</a:t>
            </a:r>
          </a:p>
          <a:p/>
          <a:p>
            <a:r>
              <a:t>https://github.com/codecrafters-io/build-your-own-x/blob/aa17439b62f384511a5561ce308e9598b94d8989/README.md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Tuyển tập hướng dẫn mở ra nhiều cách học, nhưng các tài liệu đích có tuổi đời, phạm vi và điều kiện riêng. Đọc đúng vai trò của repo sẽ giúp bạn đặt kỳ vọng phù hợp. [S1]</a:t>
            </a:r>
          </a:p>
          <a:p/>
          <a:p>
            <a:r>
              <a:t>Clone repo ≠ tải mọi khóa học</a:t>
            </a:r>
          </a:p>
          <a:p>
            <a:r>
              <a:t>Clone lấy nội dung của repo tổng. Bài viết, sách và mã được liên kết có thể nằm ở những nơi khác.</a:t>
            </a:r>
          </a:p>
          <a:p/>
          <a:p>
            <a:r>
              <a:t>From scratch ≠ không dùng gì có sẵn</a:t>
            </a:r>
          </a:p>
          <a:p>
            <a:r>
              <a:t>Mỗi nguồn chọn một mức nền tảng khác nhau. Đọc giả định, thư viện và thành phần mà bài yêu cầu thay vì suy ra từ tiêu đề.</a:t>
            </a:r>
          </a:p>
          <a:p/>
          <a:p>
            <a:r>
              <a:t>Tất cả liên kết ≠ cùng điều kiện truy cập</a:t>
            </a:r>
          </a:p>
          <a:p>
            <a:r>
              <a:t>Hãy kiểm tra nguồn còn truy cập được không, có yêu cầu tài khoản hoặc phần nội dung trả phí không. Report không xác nhận toàn bộ liên kết đều miễn phí hoặc còn hoạt động.</a:t>
            </a:r>
          </a:p>
          <a:p/>
          <a:p>
            <a:r>
              <a:t>Bản học tập ≠ sản phẩm sẵn sàng triển khai</a:t>
            </a:r>
          </a:p>
          <a:p>
            <a:r>
              <a:t>Giấy phép, tính tương thích, xử lý lỗi và độ đầy đủ tính năng cần được đánh giá riêng nếu muốn dùng trong dự án thật.</a:t>
            </a:r>
          </a:p>
          <a:p/>
          <a:p>
            <a:r>
              <a:t>https://github.com/codecrafters-io/build-your-own-x/blob/aa17439b62f384511a5561ce308e9598b94d8989/README.md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Dùng phiếu này để chuyển từ đọc tổng quan sang một lần thực hành có mục tiêu. Có bản Markdown đi kèm trong repo để bạn tự điền. Các lựa chọn dưới đây là gợi ý của người viết.</a:t>
            </a:r>
          </a:p>
          <a:p/>
          <a:p>
            <a:r>
              <a:t>Câu hỏi tôi muốn trả lời</a:t>
            </a:r>
          </a:p>
          <a:p>
            <a:r>
              <a:t>Viết một câu: “Tôi muốn hiểu … bằng cách tự xây …”. Chọn đúng một nhóm và một hướng dẫn chính để bắt đầu.</a:t>
            </a:r>
          </a:p>
          <a:p/>
          <a:p>
            <a:r>
              <a:t>Nguồn và điều kiện đầu vào</a:t>
            </a:r>
          </a:p>
          <a:p>
            <a:r>
              <a:t>Ghi URL gốc, ngôn ngữ, môi trường, kiến thức đang có và điều cần bổ sung. Chưa xác minh được mục nào thì ghi rõ.</a:t>
            </a:r>
          </a:p>
          <a:p/>
          <a:p>
            <a:r>
              <a:t>Phiên bản nhỏ nhất</a:t>
            </a:r>
          </a:p>
          <a:p>
            <a:r>
              <a:t>Chốt một hành vi có đầu vào/đầu ra quan sát được. Ghi một mốc kiểm tra và một tình huống lỗi cần xem.</a:t>
            </a:r>
          </a:p>
          <a:p/>
          <a:p>
            <a:r>
              <a:t>Điều kiện hoàn thành</a:t>
            </a:r>
          </a:p>
          <a:p>
            <a:r>
              <a:t>Tôi chạy được mốc nhỏ, tự thay đổi được một phần, giải thích được cơ chế và biết giới hạn. Sau đó mới quyết định mở rộng hay chuyển chủ đề.</a:t>
            </a:r>
          </a:p>
          <a:p/>
          <a:p>
            <a:r>
              <a:t>https://github.com/codecrafters-io/build-your-own-x/blob/aa17439b62f384511a5561ce308e9598b94d8989/README.md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 Target="slide3.xml"/><Relationship Id="rId2" Type="http://schemas.openxmlformats.org/officeDocument/2006/relationships/slide" Target="slide4.xml"/><Relationship Id="rId3" Type="http://schemas.openxmlformats.org/officeDocument/2006/relationships/slide" Target="slide5.xml"/><Relationship Id="rId4" Type="http://schemas.openxmlformats.org/officeDocument/2006/relationships/slide" Target="slide6.xml"/><Relationship Id="rId5" Type="http://schemas.openxmlformats.org/officeDocument/2006/relationships/slide" Target="slide7.xml"/><Relationship Id="rId6" Type="http://schemas.openxmlformats.org/officeDocument/2006/relationships/slide" Target="slide8.xml"/><Relationship Id="rId7" Type="http://schemas.openxmlformats.org/officeDocument/2006/relationships/slide" Target="slide9.xml"/><Relationship Id="rId8" Type="http://schemas.openxmlformats.org/officeDocument/2006/relationships/slide" Target="slide10.xml"/><Relationship Id="rId9" Type="http://schemas.openxmlformats.org/officeDocument/2006/relationships/slide" Target="slide11.xml"/><Relationship Id="rId10" Type="http://schemas.openxmlformats.org/officeDocument/2006/relationships/slide" Target="slide12.xml"/><Relationship Id="rId11" Type="http://schemas.openxmlformats.org/officeDocument/2006/relationships/slide" Target="slide13.xml"/><Relationship Id="rId12" Type="http://schemas.openxmlformats.org/officeDocument/2006/relationships/slide" Target="slide14.xml"/><Relationship Id="rId13" Type="http://schemas.openxmlformats.org/officeDocument/2006/relationships/slide" Target="slide15.xml"/><Relationship Id="rId14" Type="http://schemas.openxmlformats.org/officeDocument/2006/relationships/slide" Target="slide16.xml"/><Relationship Id="rId15" Type="http://schemas.openxmlformats.org/officeDocument/2006/relationships/slide" Target="slide17.xml"/><Relationship Id="rId16" Type="http://schemas.openxmlformats.org/officeDocument/2006/relationships/slide" Target="slide18.xml"/><Relationship Id="rId17" Type="http://schemas.openxmlformats.org/officeDocument/2006/relationships/slide" Target="slide19.xml"/><Relationship Id="rId18" Type="http://schemas.openxmlformats.org/officeDocument/2006/relationships/slide" Target="slide20.xml"/><Relationship Id="rId19" Type="http://schemas.openxmlformats.org/officeDocument/2006/relationships/image" Target="../media/image-1-1.png"/><Relationship Id="rId20" Type="http://schemas.openxmlformats.org/officeDocument/2006/relationships/slideLayout" Target="../slideLayouts/slideLayout1.xml"/><Relationship Id="rId21"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03" TargetMode="External"/><Relationship Id="rId2" Type="http://schemas.openxmlformats.org/officeDocument/2006/relationships/hyperlink" Target="https://github.com/codecrafters-io/build-your-own-x/blob/aa17439b62f384511a5561ce308e9598b94d8989/README.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github.com/codecrafters-io/build-your-own-x/blob/aa17439b62f384511a5561ce308e9598b94d8989/README.md#build-your-own-distributed-systems" TargetMode="External"/><Relationship Id="rId2" Type="http://schemas.openxmlformats.org/officeDocument/2006/relationships/hyperlink" Target="https://github.com/buildthingsuseful/build-your-own-kafka" TargetMode="External"/><Relationship Id="rId3" Type="http://schemas.openxmlformats.org/officeDocument/2006/relationships/hyperlink" Target="https://github.com/codecrafters-io/build-your-own-x/blob/aa17439b62f384511a5561ce308e9598b94d8989/README.md#build-your-own-3d-renderer" TargetMode="External"/><Relationship Id="rId4" Type="http://schemas.openxmlformats.org/officeDocument/2006/relationships/hyperlink" Target="https://www.scratchapixel.com/lessons/3d-basic-rendering/introduction-to-ray-tracing/how-does-it-work" TargetMode="External"/><Relationship Id="rId5" Type="http://schemas.openxmlformats.org/officeDocument/2006/relationships/hyperlink" Target="https://github.com/codecrafters-io/build-your-own-x/blob/aa17439b62f384511a5561ce308e9598b94d8989/README.md#build-your-own-ai-model" TargetMode="External"/><Relationship Id="rId6" Type="http://schemas.openxmlformats.org/officeDocument/2006/relationships/hyperlink" Target="https://github.com/rasbt/LLMs-from-scratch" TargetMode="External"/><Relationship Id="rId7" Type="http://schemas.openxmlformats.org/officeDocument/2006/relationships/hyperlink" Target="https://github.com/codecrafters-io/build-your-own-x/blob/aa17439b62f384511a5561ce308e9598b94d8989/README.md#build-your-own-augmented-reality" TargetMode="External"/><Relationship Id="rId8" Type="http://schemas.openxmlformats.org/officeDocument/2006/relationships/hyperlink" Target="https://www.youtube.com/watch?v=uXNjNcqW4kY" TargetMode="External"/><Relationship Id="rId9" Type="http://schemas.openxmlformats.org/officeDocument/2006/relationships/hyperlink" Target="https://github.com/codecrafters-io/build-your-own-x/blob/aa17439b62f384511a5561ce308e9598b94d8989/README.md#build-your-own-bittorrent-client" TargetMode="External"/><Relationship Id="rId10" Type="http://schemas.openxmlformats.org/officeDocument/2006/relationships/hyperlink" Target="https://www.seanjoflynn.com/research/bittorrent.html" TargetMode="External"/><Relationship Id="rId11" Type="http://schemas.openxmlformats.org/officeDocument/2006/relationships/hyperlink" Target="https://github.com/codecrafters-io/build-your-own-x/blob/aa17439b62f384511a5561ce308e9598b94d8989/README.md#build-your-own-blockchain--cryptocurrency" TargetMode="External"/><Relationship Id="rId12" Type="http://schemas.openxmlformats.org/officeDocument/2006/relationships/hyperlink" Target="https://beta.observablehq.com/@galletti94/functional-blockchain" TargetMode="External"/><Relationship Id="rId13" Type="http://schemas.openxmlformats.org/officeDocument/2006/relationships/hyperlink" Target="https://github.com/codecrafters-io/build-your-own-x/blob/aa17439b62f384511a5561ce308e9598b94d8989/README.md#build-your-own-bot" TargetMode="External"/><Relationship Id="rId14" Type="http://schemas.openxmlformats.org/officeDocument/2006/relationships/hyperlink" Target="https://wiki.haskell.org/Roll_your_own_IRC_bot" TargetMode="External"/><Relationship Id="rId15" Type="http://schemas.openxmlformats.org/officeDocument/2006/relationships/hyperlink" Target="https://github.com/codecrafters-io/build-your-own-x/blob/aa17439b62f384511a5561ce308e9598b94d8989/README.md#build-your-own-command-line-tool" TargetMode="External"/><Relationship Id="rId16" Type="http://schemas.openxmlformats.org/officeDocument/2006/relationships/hyperlink" Target="https://flaviocopes.com/go-git-contributions/" TargetMode="External"/><Relationship Id="rId17" Type="http://schemas.openxmlformats.org/officeDocument/2006/relationships/hyperlink" Target="https://github.com/codecrafters-io/build-your-own-x/blob/aa17439b62f384511a5561ce308e9598b94d8989/README.md#build-your-own-database" TargetMode="External"/><Relationship Id="rId18" Type="http://schemas.openxmlformats.org/officeDocument/2006/relationships/hyperlink" Target="https://cstack.github.io/db_tutorial/" TargetMode="External"/><Relationship Id="rId19" Type="http://schemas.openxmlformats.org/officeDocument/2006/relationships/hyperlink" Target="https://github.com/codecrafters-io/build-your-own-x/blob/aa17439b62f384511a5561ce308e9598b94d8989/README.md#build-your-own-docker" TargetMode="External"/><Relationship Id="rId20" Type="http://schemas.openxmlformats.org/officeDocument/2006/relationships/hyperlink" Target="https://blog.lizzie.io/linux-containers-in-500-loc.html" TargetMode="External"/><Relationship Id="rId21" Type="http://schemas.openxmlformats.org/officeDocument/2006/relationships/hyperlink" Target="https://github.com/codecrafters-io/build-your-own-x/blob/aa17439b62f384511a5561ce308e9598b94d8989/README.md#build-your-own-emulator--virtual-machine" TargetMode="External"/><Relationship Id="rId22" Type="http://schemas.openxmlformats.org/officeDocument/2006/relationships/hyperlink" Target="https://medium.com/bumble-tech/home-grown-bytecode-interpreters-51e12d59b25c" TargetMode="External"/><Relationship Id="rId23" Type="http://schemas.openxmlformats.org/officeDocument/2006/relationships/hyperlink" Target="https://github.com/codecrafters-io/build-your-own-x/blob/aa17439b62f384511a5561ce308e9598b94d8989/README.md#build-your-own-front-end-framework--library" TargetMode="External"/><Relationship Id="rId24" Type="http://schemas.openxmlformats.org/officeDocument/2006/relationships/hyperlink" Target="https://jasonformat.com/wtf-is-jsx/" TargetMode="External"/><Relationship Id="rId25" Type="http://schemas.openxmlformats.org/officeDocument/2006/relationships/hyperlink" Target="https://github.com/codecrafters-io/build-your-own-x/blob/aa17439b62f384511a5561ce308e9598b94d8989/README.md#build-your-own-game" TargetMode="External"/><Relationship Id="rId26" Type="http://schemas.openxmlformats.org/officeDocument/2006/relationships/hyperlink" Target="https://handmadehero.org/" TargetMode="External"/><Relationship Id="rId27" Type="http://schemas.openxmlformats.org/officeDocument/2006/relationships/hyperlink" Target="https://github.com/codecrafters-io/build-your-own-x/blob/aa17439b62f384511a5561ce308e9598b94d8989/README.md#build-your-own-git" TargetMode="External"/><Relationship Id="rId28" Type="http://schemas.openxmlformats.org/officeDocument/2006/relationships/hyperlink" Target="http://stefan.saasen.me/articles/git-clone-in-haskell-from-the-bottom-up/" TargetMode="External"/><Relationship Id="rId29" Type="http://schemas.openxmlformats.org/officeDocument/2006/relationships/hyperlink" Target="https://github.com/codecrafters-io/build-your-own-x/blob/aa17439b62f384511a5561ce308e9598b94d8989/README.md#build-your-own-memory-allocator" TargetMode="External"/><Relationship Id="rId30" Type="http://schemas.openxmlformats.org/officeDocument/2006/relationships/hyperlink" Target="https://medium.com/p/e0354e914402" TargetMode="External"/><Relationship Id="rId31" Type="http://schemas.openxmlformats.org/officeDocument/2006/relationships/hyperlink" Target="https://github.com/codecrafters-io/build-your-own-x/blob/aa17439b62f384511a5561ce308e9598b94d8989/README.md#build-your-own-network-stack" TargetMode="External"/><Relationship Id="rId32" Type="http://schemas.openxmlformats.org/officeDocument/2006/relationships/hyperlink" Target="http://beej.us/guide/bgnet/" TargetMode="External"/><Relationship Id="rId33" Type="http://schemas.openxmlformats.org/officeDocument/2006/relationships/image" Target="../media/image-1-1.png"/><Relationship Id="rId34" Type="http://schemas.openxmlformats.org/officeDocument/2006/relationships/slideLayout" Target="../slideLayouts/slideLayout1.xml"/><Relationship Id="rId3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codecrafters-io/build-your-own-x/blob/aa17439b62f384511a5561ce308e9598b94d8989/README.md#build-your-own-neural-network" TargetMode="External"/><Relationship Id="rId2" Type="http://schemas.openxmlformats.org/officeDocument/2006/relationships/hyperlink" Target="https://www.codeproject.com/Articles/11285/Neural-Network-OCR" TargetMode="External"/><Relationship Id="rId3" Type="http://schemas.openxmlformats.org/officeDocument/2006/relationships/hyperlink" Target="https://github.com/codecrafters-io/build-your-own-x/blob/aa17439b62f384511a5561ce308e9598b94d8989/README.md#build-your-own-operating-system" TargetMode="External"/><Relationship Id="rId4" Type="http://schemas.openxmlformats.org/officeDocument/2006/relationships/hyperlink" Target="http://joebergeron.io/posts/post_two.html" TargetMode="External"/><Relationship Id="rId5" Type="http://schemas.openxmlformats.org/officeDocument/2006/relationships/hyperlink" Target="https://github.com/codecrafters-io/build-your-own-x/blob/aa17439b62f384511a5561ce308e9598b94d8989/README.md#build-your-own-physics-engine" TargetMode="External"/><Relationship Id="rId6" Type="http://schemas.openxmlformats.org/officeDocument/2006/relationships/hyperlink" Target="https://www.toptal.com/game/video-game-physics-part-i-an-introduction-to-rigid-body-dynamics" TargetMode="External"/><Relationship Id="rId7" Type="http://schemas.openxmlformats.org/officeDocument/2006/relationships/hyperlink" Target="https://github.com/codecrafters-io/build-your-own-x/blob/aa17439b62f384511a5561ce308e9598b94d8989/README.md#build-your-own-processor" TargetMode="External"/><Relationship Id="rId8" Type="http://schemas.openxmlformats.org/officeDocument/2006/relationships/hyperlink" Target="https://github.com/BrunoLevy/learn-fpga/tree/master/FemtoRV/TUTORIALS/FROM_BLINKER_TO_RISCV" TargetMode="External"/><Relationship Id="rId9" Type="http://schemas.openxmlformats.org/officeDocument/2006/relationships/hyperlink" Target="https://github.com/codecrafters-io/build-your-own-x/blob/aa17439b62f384511a5561ce308e9598b94d8989/README.md#build-your-own-programming-language" TargetMode="External"/><Relationship Id="rId10" Type="http://schemas.openxmlformats.org/officeDocument/2006/relationships/hyperlink" Target="https://github.com/kanaka/mal#mal---make-a-lisp" TargetMode="External"/><Relationship Id="rId11" Type="http://schemas.openxmlformats.org/officeDocument/2006/relationships/hyperlink" Target="https://github.com/codecrafters-io/build-your-own-x/blob/aa17439b62f384511a5561ce308e9598b94d8989/README.md#build-your-own-regex-engine" TargetMode="External"/><Relationship Id="rId12" Type="http://schemas.openxmlformats.org/officeDocument/2006/relationships/hyperlink" Target="https://www.cs.princeton.edu/courses/archive/spr09/cos333/beautiful.html" TargetMode="External"/><Relationship Id="rId13" Type="http://schemas.openxmlformats.org/officeDocument/2006/relationships/hyperlink" Target="https://github.com/codecrafters-io/build-your-own-x/blob/aa17439b62f384511a5561ce308e9598b94d8989/README.md#build-your-own-search-engine" TargetMode="External"/><Relationship Id="rId14" Type="http://schemas.openxmlformats.org/officeDocument/2006/relationships/hyperlink" Target="https://stories.algolia.com/a-search-engine-in-css-b5ec4e902e97" TargetMode="External"/><Relationship Id="rId15" Type="http://schemas.openxmlformats.org/officeDocument/2006/relationships/hyperlink" Target="https://github.com/codecrafters-io/build-your-own-x/blob/aa17439b62f384511a5561ce308e9598b94d8989/README.md#build-your-own-shell" TargetMode="External"/><Relationship Id="rId16" Type="http://schemas.openxmlformats.org/officeDocument/2006/relationships/hyperlink" Target="https://brennan.io/2015/01/16/write-a-shell-in-c/" TargetMode="External"/><Relationship Id="rId17" Type="http://schemas.openxmlformats.org/officeDocument/2006/relationships/hyperlink" Target="https://github.com/codecrafters-io/build-your-own-x/blob/aa17439b62f384511a5561ce308e9598b94d8989/README.md#build-your-own-template-engine" TargetMode="External"/><Relationship Id="rId18" Type="http://schemas.openxmlformats.org/officeDocument/2006/relationships/hyperlink" Target="http://krasimirtsonev.com/blog/article/Javascript-template-engine-in-just-20-line" TargetMode="External"/><Relationship Id="rId19" Type="http://schemas.openxmlformats.org/officeDocument/2006/relationships/hyperlink" Target="https://github.com/codecrafters-io/build-your-own-x/blob/aa17439b62f384511a5561ce308e9598b94d8989/README.md#build-your-own-text-editor" TargetMode="External"/><Relationship Id="rId20" Type="http://schemas.openxmlformats.org/officeDocument/2006/relationships/hyperlink" Target="https://viewsourcecode.org/snaptoken/kilo/" TargetMode="External"/><Relationship Id="rId21" Type="http://schemas.openxmlformats.org/officeDocument/2006/relationships/hyperlink" Target="https://github.com/codecrafters-io/build-your-own-x/blob/aa17439b62f384511a5561ce308e9598b94d8989/README.md#build-your-own-visual-recognition-system" TargetMode="External"/><Relationship Id="rId22" Type="http://schemas.openxmlformats.org/officeDocument/2006/relationships/hyperlink" Target="https://medium.com/devcenter/developing-a-license-plate-recognition-system-with-machine-learning-in-python-787833569ccd" TargetMode="External"/><Relationship Id="rId23" Type="http://schemas.openxmlformats.org/officeDocument/2006/relationships/hyperlink" Target="https://github.com/codecrafters-io/build-your-own-x/blob/aa17439b62f384511a5561ce308e9598b94d8989/README.md#build-your-own-voxel-engine" TargetMode="External"/><Relationship Id="rId24" Type="http://schemas.openxmlformats.org/officeDocument/2006/relationships/hyperlink" Target="https://sites.google.com/site/letsmakeavoxelengine/home" TargetMode="External"/><Relationship Id="rId25" Type="http://schemas.openxmlformats.org/officeDocument/2006/relationships/hyperlink" Target="https://github.com/codecrafters-io/build-your-own-x/blob/aa17439b62f384511a5561ce308e9598b94d8989/README.md#build-your-own-web-browser" TargetMode="External"/><Relationship Id="rId26" Type="http://schemas.openxmlformats.org/officeDocument/2006/relationships/hyperlink" Target="https://limpet.net/mbrubeck/2014/08/08/toy-layout-engine-1.html" TargetMode="External"/><Relationship Id="rId27" Type="http://schemas.openxmlformats.org/officeDocument/2006/relationships/hyperlink" Target="https://github.com/codecrafters-io/build-your-own-x/blob/aa17439b62f384511a5561ce308e9598b94d8989/README.md#build-your-own-web-server" TargetMode="External"/><Relationship Id="rId28" Type="http://schemas.openxmlformats.org/officeDocument/2006/relationships/hyperlink" Target="https://www.codeproject.com/Articles/859108/Writing-a-Web-Server-from-Scratch" TargetMode="External"/><Relationship Id="rId29" Type="http://schemas.openxmlformats.org/officeDocument/2006/relationships/hyperlink" Target="https://github.com/codecrafters-io/build-your-own-x/blob/aa17439b62f384511a5561ce308e9598b94d8989/README.md#uncategorized" TargetMode="External"/><Relationship Id="rId30" Type="http://schemas.openxmlformats.org/officeDocument/2006/relationships/hyperlink" Target="http://nand2tetris.org/" TargetMode="External"/><Relationship Id="rId31" Type="http://schemas.openxmlformats.org/officeDocument/2006/relationships/image" Target="../media/image-1-1.png"/><Relationship Id="rId32" Type="http://schemas.openxmlformats.org/officeDocument/2006/relationships/slideLayout" Target="../slideLayouts/slideLayout1.xml"/><Relationship Id="rId3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06" TargetMode="External"/><Relationship Id="rId2" Type="http://schemas.openxmlformats.org/officeDocument/2006/relationships/hyperlink" Target="https://github.com/codecrafters-io/build-your-own-x/blob/aa17439b62f384511a5561ce308e9598b94d8989/README.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07" TargetMode="External"/><Relationship Id="rId2" Type="http://schemas.openxmlformats.org/officeDocument/2006/relationships/hyperlink" Target="https://github.com/codecrafters-io/build-your-own-x/blob/aa17439b62f384511a5561ce308e9598b94d8989/README.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08" TargetMode="External"/><Relationship Id="rId2" Type="http://schemas.openxmlformats.org/officeDocument/2006/relationships/hyperlink" Target="https://github.com/codecrafters-io/build-your-own-x/blob/aa17439b62f384511a5561ce308e9598b94d8989/README.md#build-your-own-database" TargetMode="External"/><Relationship Id="rId3" Type="http://schemas.openxmlformats.org/officeDocument/2006/relationships/hyperlink" Target="https://cstack.github.io/db_tutorial/" TargetMode="External"/><Relationship Id="rId4" Type="http://schemas.openxmlformats.org/officeDocument/2006/relationships/hyperlink" Target="https://www.leshenko.net/p/ugit/"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09" TargetMode="External"/><Relationship Id="rId2" Type="http://schemas.openxmlformats.org/officeDocument/2006/relationships/hyperlink" Target="https://github.com/codecrafters-io/build-your-own-x/blob/aa17439b62f384511a5561ce308e9598b94d8989/README.md#build-your-own-web-server" TargetMode="External"/><Relationship Id="rId3" Type="http://schemas.openxmlformats.org/officeDocument/2006/relationships/hyperlink" Target="https://ruslanspivak.com/lsbaws-part1/" TargetMode="External"/><Relationship Id="rId4" Type="http://schemas.openxmlformats.org/officeDocument/2006/relationships/hyperlink" Target="https://browser.engineering"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0" TargetMode="External"/><Relationship Id="rId2" Type="http://schemas.openxmlformats.org/officeDocument/2006/relationships/hyperlink" Target="https://github.com/codecrafters-io/build-your-own-x/blob/aa17439b62f384511a5561ce308e9598b94d8989/README.md#build-your-own-programming-language" TargetMode="External"/><Relationship Id="rId3" Type="http://schemas.openxmlformats.org/officeDocument/2006/relationships/hyperlink" Target="https://github.com/jamiebuilds/the-super-tiny-compiler" TargetMode="External"/><Relationship Id="rId4" Type="http://schemas.openxmlformats.org/officeDocument/2006/relationships/hyperlink" Target="https://brennan.io/2015/01/16/write-a-shell-in-c/"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1" TargetMode="External"/><Relationship Id="rId2" Type="http://schemas.openxmlformats.org/officeDocument/2006/relationships/hyperlink" Target="https://github.com/codecrafters-io/build-your-own-x/blob/aa17439b62f384511a5561ce308e9598b94d8989/README.md#build-your-own-docker" TargetMode="External"/><Relationship Id="rId3" Type="http://schemas.openxmlformats.org/officeDocument/2006/relationships/hyperlink" Target="https://www.youtube.com/watch?v=8fi7uSYlOdc" TargetMode="External"/><Relationship Id="rId4" Type="http://schemas.openxmlformats.org/officeDocument/2006/relationships/hyperlink" Target="https://github.com/buildthingsuseful/build-your-own-kafka"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2" TargetMode="External"/><Relationship Id="rId2" Type="http://schemas.openxmlformats.org/officeDocument/2006/relationships/hyperlink" Target="https://github.com/codecrafters-io/build-your-own-x/blob/aa17439b62f384511a5561ce308e9598b94d8989/README.md#build-your-own-ai-model" TargetMode="External"/><Relationship Id="rId3" Type="http://schemas.openxmlformats.org/officeDocument/2006/relationships/hyperlink" Target="https://github.com/rasbt/LLMs-from-scratch" TargetMode="External"/><Relationship Id="rId4" Type="http://schemas.openxmlformats.org/officeDocument/2006/relationships/hyperlink" Target="https://victorzhou.com/blog/intro-to-neural-networks/"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3" TargetMode="External"/><Relationship Id="rId2" Type="http://schemas.openxmlformats.org/officeDocument/2006/relationships/hyperlink" Target="https://github.com/codecrafters-io/build-your-own-x/blob/aa17439b62f384511a5561ce308e9598b94d8989/README.md#build-your-own-3d-renderer" TargetMode="External"/><Relationship Id="rId3" Type="http://schemas.openxmlformats.org/officeDocument/2006/relationships/hyperlink" Target="https://raytracing.github.io/books/RayTracingInOneWeekend.html" TargetMode="External"/><Relationship Id="rId4" Type="http://schemas.openxmlformats.org/officeDocument/2006/relationships/hyperlink" Target="https://github.com/ssloy/tinyrenderer/wiki"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4" TargetMode="External"/><Relationship Id="rId2" Type="http://schemas.openxmlformats.org/officeDocument/2006/relationships/hyperlink" Target="https://github.com/codecrafters-io/build-your-own-x/blob/aa17439b62f384511a5561ce308e9598b94d8989/README.md#build-your-own-front-end-framework--library" TargetMode="External"/><Relationship Id="rId3" Type="http://schemas.openxmlformats.org/officeDocument/2006/relationships/hyperlink" Target="https://github.com/hexacta/didact" TargetMode="External"/><Relationship Id="rId4" Type="http://schemas.openxmlformats.org/officeDocument/2006/relationships/hyperlink" Target="https://viewsourcecode.org/snaptoken/kilo/"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5" TargetMode="External"/><Relationship Id="rId2" Type="http://schemas.openxmlformats.org/officeDocument/2006/relationships/hyperlink" Target="https://github.com/cstack/db_tutorial/blob/60b50c5b7be787a4aaa1e50ab8a90c6cabb75159/_parts/part1.md" TargetMode="External"/><Relationship Id="rId3" Type="http://schemas.openxmlformats.org/officeDocument/2006/relationships/hyperlink" Target="https://github.com/cstack/db_tutorial/blob/60b50c5b7be787a4aaa1e50ab8a90c6cabb75159/_parts/part1.md" TargetMode="External"/><Relationship Id="rId4" Type="http://schemas.openxmlformats.org/officeDocument/2006/relationships/hyperlink" Target="https://cstack.github.io/db_tutorial/" TargetMode="External"/><Relationship Id="rId5" Type="http://schemas.openxmlformats.org/officeDocument/2006/relationships/image" Target="../media/image-1-1.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6" TargetMode="External"/><Relationship Id="rId2" Type="http://schemas.openxmlformats.org/officeDocument/2006/relationships/hyperlink" Target="https://github.com/codecrafters-io/build-your-own-x/blob/aa17439b62f384511a5561ce308e9598b94d8989/README.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7" TargetMode="External"/><Relationship Id="rId2" Type="http://schemas.openxmlformats.org/officeDocument/2006/relationships/hyperlink" Target="https://github.com/codecrafters-io/build-your-own-x/blob/aa17439b62f384511a5561ce308e9598b94d8989/README.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8" TargetMode="External"/><Relationship Id="rId2" Type="http://schemas.openxmlformats.org/officeDocument/2006/relationships/hyperlink" Target="https://github.com/codecrafters-io/build-your-own-x/blob/aa17439b62f384511a5561ce308e9598b94d8989/README.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github.com/vohoailinh90/Github-radar/blob/main/docs/reports/build-your-own-x/report.md#muc-19" TargetMode="External"/><Relationship Id="rId2" Type="http://schemas.openxmlformats.org/officeDocument/2006/relationships/hyperlink" Target="https://github.com/codecrafters-io/build-your-own-x/blob/aa17439b62f384511a5561ce308e9598b94d8989/README.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github.com/codecrafters-io/build-your-own-x/blob/aa17439b62f384511a5561ce308e9598b94d8989/README.md" TargetMode="External"/><Relationship Id="rId2" Type="http://schemas.openxmlformats.org/officeDocument/2006/relationships/hyperlink" Target="https://github.com/cstack/db_tutorial/blob/60b50c5b7be787a4aaa1e50ab8a90c6cabb75159/_parts/part1.md"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143000"/>
            <a:ext cx="6648450" cy="4857750"/>
          </a:xfrm>
          <a:prstGeom prst="roundRect">
            <a:avLst>
              <a:gd name="adj" fmla="val 588"/>
            </a:avLst>
          </a:prstGeom>
          <a:solidFill>
            <a:srgbClr val="123E52"/>
          </a:solidFill>
          <a:ln/>
        </p:spPr>
      </p:sp>
      <p:sp>
        <p:nvSpPr>
          <p:cNvPr id="3" name="Text 1"/>
          <p:cNvSpPr/>
          <p:nvPr/>
        </p:nvSpPr>
        <p:spPr>
          <a:xfrm>
            <a:off x="457200" y="476250"/>
            <a:ext cx="6648450" cy="323850"/>
          </a:xfrm>
          <a:prstGeom prst="rect">
            <a:avLst/>
          </a:prstGeom>
          <a:noFill/>
          <a:ln/>
        </p:spPr>
        <p:txBody>
          <a:bodyPr wrap="square" lIns="0" tIns="3572" rIns="0" bIns="-3572" rtlCol="0" anchor="t"/>
          <a:lstStyle/>
          <a:p>
            <a:pPr algn="l" indent="0" marL="0">
              <a:lnSpc>
                <a:spcPts val="1575"/>
              </a:lnSpc>
              <a:buNone/>
            </a:pPr>
            <a:r>
              <a:rPr lang="en-US" sz="1125" b="1" dirty="0" spc="0" kern="0">
                <a:solidFill>
                  <a:srgbClr val="B6482E"/>
                </a:solidFill>
                <a:latin typeface="Lexend" pitchFamily="34" charset="0"/>
                <a:ea typeface="Lexend" pitchFamily="34" charset="-122"/>
                <a:cs typeface="Lexend" pitchFamily="34" charset="-120"/>
              </a:rPr>
              <a:t>BUILD</a:t>
            </a:r>
            <a:r>
              <a:rPr lang="en-US" sz="1125" b="1" dirty="0" spc="-8" kern="0">
                <a:solidFill>
                  <a:srgbClr val="B6482E"/>
                </a:solidFill>
                <a:latin typeface="Lexend" pitchFamily="34" charset="0"/>
                <a:ea typeface="Lexend" pitchFamily="34" charset="-122"/>
                <a:cs typeface="Lexend" pitchFamily="34" charset="-120"/>
              </a:rPr>
              <a:t> ATLAS</a:t>
            </a:r>
            <a:r>
              <a:rPr lang="en-US" sz="1125" b="1" dirty="0" spc="-4" kern="0">
                <a:solidFill>
                  <a:srgbClr val="B6482E"/>
                </a:solidFill>
                <a:latin typeface="Lexend" pitchFamily="34" charset="0"/>
                <a:ea typeface="Lexend" pitchFamily="34" charset="-122"/>
                <a:cs typeface="Lexend" pitchFamily="34" charset="-120"/>
              </a:rPr>
              <a:t> /</a:t>
            </a:r>
            <a:r>
              <a:rPr lang="en-US" sz="1125" b="1" dirty="0" spc="0" kern="0">
                <a:solidFill>
                  <a:srgbClr val="B6482E"/>
                </a:solidFill>
                <a:latin typeface="Lexend" pitchFamily="34" charset="0"/>
                <a:ea typeface="Lexend" pitchFamily="34" charset="-122"/>
                <a:cs typeface="Lexend" pitchFamily="34" charset="-120"/>
              </a:rPr>
              <a:t> BẢN</a:t>
            </a:r>
            <a:r>
              <a:rPr lang="en-US" sz="1125" b="1" dirty="0" spc="-7" kern="0">
                <a:solidFill>
                  <a:srgbClr val="B6482E"/>
                </a:solidFill>
                <a:latin typeface="Lexend" pitchFamily="34" charset="0"/>
                <a:ea typeface="Lexend" pitchFamily="34" charset="-122"/>
                <a:cs typeface="Lexend" pitchFamily="34" charset="-120"/>
              </a:rPr>
              <a:t> TỔNG</a:t>
            </a:r>
            <a:r>
              <a:rPr lang="en-US" sz="1125" b="1" dirty="0" spc="-5" kern="0">
                <a:solidFill>
                  <a:srgbClr val="B6482E"/>
                </a:solidFill>
                <a:latin typeface="Lexend" pitchFamily="34" charset="0"/>
                <a:ea typeface="Lexend" pitchFamily="34" charset="-122"/>
                <a:cs typeface="Lexend" pitchFamily="34" charset="-120"/>
              </a:rPr>
              <a:t> QUAN</a:t>
            </a:r>
            <a:endParaRPr lang="en-US" sz="1125" dirty="0"/>
          </a:p>
        </p:txBody>
      </p:sp>
      <p:sp>
        <p:nvSpPr>
          <p:cNvPr id="4" name="Text 2"/>
          <p:cNvSpPr/>
          <p:nvPr/>
        </p:nvSpPr>
        <p:spPr>
          <a:xfrm>
            <a:off x="742950" y="1571625"/>
            <a:ext cx="6096000" cy="2047875"/>
          </a:xfrm>
          <a:prstGeom prst="rect">
            <a:avLst/>
          </a:prstGeom>
          <a:noFill/>
          <a:ln/>
        </p:spPr>
        <p:txBody>
          <a:bodyPr wrap="square" lIns="0" tIns="14526" rIns="0" bIns="-14526" rtlCol="0" anchor="t"/>
          <a:lstStyle/>
          <a:p>
            <a:pPr algn="l" indent="0" marL="0">
              <a:lnSpc>
                <a:spcPts val="6405"/>
              </a:lnSpc>
              <a:buNone/>
            </a:pPr>
            <a:r>
              <a:rPr lang="en-US" sz="4575" b="1" dirty="0" spc="-2" kern="0">
                <a:solidFill>
                  <a:srgbClr val="FFFFFF"/>
                </a:solidFill>
                <a:latin typeface="Lexend" pitchFamily="34" charset="0"/>
                <a:ea typeface="Lexend" pitchFamily="34" charset="-122"/>
                <a:cs typeface="Lexend" pitchFamily="34" charset="-120"/>
              </a:rPr>
              <a:t>BUILD</a:t>
            </a:r>
            <a:endParaRPr lang="en-US" sz="4575" dirty="0"/>
          </a:p>
          <a:p>
            <a:pPr algn="l" indent="0" marL="0">
              <a:lnSpc>
                <a:spcPts val="6405"/>
              </a:lnSpc>
              <a:buNone/>
            </a:pPr>
            <a:r>
              <a:rPr lang="en-US" sz="4575" b="1" dirty="0" spc="-39" kern="0">
                <a:solidFill>
                  <a:srgbClr val="FFFFFF"/>
                </a:solidFill>
                <a:latin typeface="Lexend" pitchFamily="34" charset="0"/>
                <a:ea typeface="Lexend" pitchFamily="34" charset="-122"/>
                <a:cs typeface="Lexend" pitchFamily="34" charset="-120"/>
              </a:rPr>
              <a:t>YOUR</a:t>
            </a:r>
            <a:r>
              <a:rPr lang="en-US" sz="4575" b="1" dirty="0" spc="-2" kern="0">
                <a:solidFill>
                  <a:srgbClr val="FFFFFF"/>
                </a:solidFill>
                <a:latin typeface="Lexend" pitchFamily="34" charset="0"/>
                <a:ea typeface="Lexend" pitchFamily="34" charset="-122"/>
                <a:cs typeface="Lexend" pitchFamily="34" charset="-120"/>
              </a:rPr>
              <a:t> OWN</a:t>
            </a:r>
            <a:r>
              <a:rPr lang="en-US" sz="4575" b="1" dirty="0" spc="0" kern="0">
                <a:solidFill>
                  <a:srgbClr val="FFFFFF"/>
                </a:solidFill>
                <a:latin typeface="Lexend" pitchFamily="34" charset="0"/>
                <a:ea typeface="Lexend" pitchFamily="34" charset="-122"/>
                <a:cs typeface="Lexend" pitchFamily="34" charset="-120"/>
              </a:rPr>
              <a:t> X</a:t>
            </a:r>
            <a:endParaRPr lang="en-US" sz="4575" dirty="0"/>
          </a:p>
        </p:txBody>
      </p:sp>
      <p:sp>
        <p:nvSpPr>
          <p:cNvPr id="5" name="Text 3"/>
          <p:cNvSpPr/>
          <p:nvPr/>
        </p:nvSpPr>
        <p:spPr>
          <a:xfrm>
            <a:off x="762000" y="4248150"/>
            <a:ext cx="5905500" cy="1047750"/>
          </a:xfrm>
          <a:prstGeom prst="rect">
            <a:avLst/>
          </a:prstGeom>
          <a:noFill/>
          <a:ln/>
        </p:spPr>
        <p:txBody>
          <a:bodyPr wrap="square" lIns="0" tIns="7144" rIns="0" bIns="-7144" rtlCol="0" anchor="t"/>
          <a:lstStyle/>
          <a:p>
            <a:pPr algn="l" indent="0" marL="0">
              <a:lnSpc>
                <a:spcPts val="3150"/>
              </a:lnSpc>
              <a:buNone/>
            </a:pPr>
            <a:r>
              <a:rPr lang="en-US" sz="2250" dirty="0" spc="-5" kern="0">
                <a:solidFill>
                  <a:srgbClr val="FFFFFF"/>
                </a:solidFill>
                <a:latin typeface="Lexend Medium" pitchFamily="34" charset="0"/>
                <a:ea typeface="Lexend Medium" pitchFamily="34" charset="-122"/>
                <a:cs typeface="Lexend Medium" pitchFamily="34" charset="-120"/>
              </a:rPr>
              <a:t>Bản</a:t>
            </a:r>
            <a:r>
              <a:rPr lang="en-US" sz="2250" dirty="0" spc="3" kern="0">
                <a:solidFill>
                  <a:srgbClr val="FFFFFF"/>
                </a:solidFill>
                <a:latin typeface="Lexend Medium" pitchFamily="34" charset="0"/>
                <a:ea typeface="Lexend Medium" pitchFamily="34" charset="-122"/>
                <a:cs typeface="Lexend Medium" pitchFamily="34" charset="-120"/>
              </a:rPr>
              <a:t> đồ</a:t>
            </a:r>
            <a:r>
              <a:rPr lang="en-US" sz="2250" dirty="0" spc="0" kern="0">
                <a:solidFill>
                  <a:srgbClr val="FFFFFF"/>
                </a:solidFill>
                <a:latin typeface="Lexend Medium" pitchFamily="34" charset="0"/>
                <a:ea typeface="Lexend Medium" pitchFamily="34" charset="-122"/>
                <a:cs typeface="Lexend Medium" pitchFamily="34" charset="-120"/>
              </a:rPr>
              <a:t> tự</a:t>
            </a:r>
            <a:r>
              <a:rPr lang="en-US" sz="2250" dirty="0" spc="-24" kern="0">
                <a:solidFill>
                  <a:srgbClr val="FFFFFF"/>
                </a:solidFill>
                <a:latin typeface="Lexend Medium" pitchFamily="34" charset="0"/>
                <a:ea typeface="Lexend Medium" pitchFamily="34" charset="-122"/>
                <a:cs typeface="Lexend Medium" pitchFamily="34" charset="-120"/>
              </a:rPr>
              <a:t> xây</a:t>
            </a:r>
            <a:r>
              <a:rPr lang="en-US" sz="2250" dirty="0" spc="0" kern="0">
                <a:solidFill>
                  <a:srgbClr val="FFFFFF"/>
                </a:solidFill>
                <a:latin typeface="Lexend Medium" pitchFamily="34" charset="0"/>
                <a:ea typeface="Lexend Medium" pitchFamily="34" charset="-122"/>
                <a:cs typeface="Lexend Medium" pitchFamily="34" charset="-120"/>
              </a:rPr>
              <a:t> công</a:t>
            </a:r>
            <a:r>
              <a:rPr lang="en-US" sz="2250" dirty="0" spc="-1" kern="0">
                <a:solidFill>
                  <a:srgbClr val="FFFFFF"/>
                </a:solidFill>
                <a:latin typeface="Lexend Medium" pitchFamily="34" charset="0"/>
                <a:ea typeface="Lexend Medium" pitchFamily="34" charset="-122"/>
                <a:cs typeface="Lexend Medium" pitchFamily="34" charset="-120"/>
              </a:rPr>
              <a:t> nghệ</a:t>
            </a:r>
            <a:endParaRPr lang="en-US" sz="2250" dirty="0"/>
          </a:p>
        </p:txBody>
      </p:sp>
      <p:sp>
        <p:nvSpPr>
          <p:cNvPr id="6" name="Shape 4"/>
          <p:cNvSpPr/>
          <p:nvPr/>
        </p:nvSpPr>
        <p:spPr>
          <a:xfrm>
            <a:off x="457200" y="6638925"/>
            <a:ext cx="2095500" cy="1000125"/>
          </a:xfrm>
          <a:prstGeom prst="roundRect">
            <a:avLst>
              <a:gd name="adj" fmla="val 2857"/>
            </a:avLst>
          </a:prstGeom>
          <a:solidFill>
            <a:srgbClr val="EFF5F6"/>
          </a:solidFill>
          <a:ln/>
        </p:spPr>
      </p:sp>
      <p:sp>
        <p:nvSpPr>
          <p:cNvPr id="7" name="Text 5"/>
          <p:cNvSpPr/>
          <p:nvPr/>
        </p:nvSpPr>
        <p:spPr>
          <a:xfrm>
            <a:off x="609600" y="6943725"/>
            <a:ext cx="1790700" cy="476250"/>
          </a:xfrm>
          <a:prstGeom prst="rect">
            <a:avLst/>
          </a:prstGeom>
          <a:noFill/>
          <a:ln/>
        </p:spPr>
        <p:txBody>
          <a:bodyPr wrap="square" lIns="0" tIns="4048" rIns="0" bIns="-4048" rtlCol="0" anchor="t"/>
          <a:lstStyle/>
          <a:p>
            <a:pPr algn="l" indent="0" marL="0">
              <a:lnSpc>
                <a:spcPts val="1785"/>
              </a:lnSpc>
              <a:buNone/>
            </a:pPr>
            <a:r>
              <a:rPr lang="en-US" sz="1275" dirty="0" spc="-8" kern="0">
                <a:solidFill>
                  <a:srgbClr val="123E52"/>
                </a:solidFill>
                <a:latin typeface="Lexend SemiBold" pitchFamily="34" charset="0"/>
                <a:ea typeface="Lexend SemiBold" pitchFamily="34" charset="-122"/>
                <a:cs typeface="Lexend SemiBold" pitchFamily="34" charset="-120"/>
              </a:rPr>
              <a:t>LƯU</a:t>
            </a:r>
            <a:r>
              <a:rPr lang="en-US" sz="1275" dirty="0" spc="2" kern="0">
                <a:solidFill>
                  <a:srgbClr val="123E52"/>
                </a:solidFill>
                <a:latin typeface="Lexend SemiBold" pitchFamily="34" charset="0"/>
                <a:ea typeface="Lexend SemiBold" pitchFamily="34" charset="-122"/>
                <a:cs typeface="Lexend SemiBold" pitchFamily="34" charset="-120"/>
              </a:rPr>
              <a:t> TRỮ</a:t>
            </a:r>
            <a:endParaRPr lang="en-US" sz="1275" dirty="0"/>
          </a:p>
        </p:txBody>
      </p:sp>
      <p:sp>
        <p:nvSpPr>
          <p:cNvPr id="8" name="Shape 6"/>
          <p:cNvSpPr/>
          <p:nvPr/>
        </p:nvSpPr>
        <p:spPr>
          <a:xfrm>
            <a:off x="2733675" y="6638925"/>
            <a:ext cx="2095500" cy="1000125"/>
          </a:xfrm>
          <a:prstGeom prst="roundRect">
            <a:avLst>
              <a:gd name="adj" fmla="val 2857"/>
            </a:avLst>
          </a:prstGeom>
          <a:solidFill>
            <a:srgbClr val="FFF0AD"/>
          </a:solidFill>
          <a:ln/>
        </p:spPr>
      </p:sp>
      <p:sp>
        <p:nvSpPr>
          <p:cNvPr id="9" name="Text 7"/>
          <p:cNvSpPr/>
          <p:nvPr/>
        </p:nvSpPr>
        <p:spPr>
          <a:xfrm>
            <a:off x="2886075" y="6943725"/>
            <a:ext cx="1790700" cy="476250"/>
          </a:xfrm>
          <a:prstGeom prst="rect">
            <a:avLst/>
          </a:prstGeom>
          <a:noFill/>
          <a:ln/>
        </p:spPr>
        <p:txBody>
          <a:bodyPr wrap="square" lIns="0" tIns="4048" rIns="0" bIns="-4048" rtlCol="0" anchor="t"/>
          <a:lstStyle/>
          <a:p>
            <a:pPr algn="l" indent="0" marL="0">
              <a:lnSpc>
                <a:spcPts val="1785"/>
              </a:lnSpc>
              <a:buNone/>
            </a:pPr>
            <a:r>
              <a:rPr lang="en-US" sz="1275" dirty="0" spc="-9" kern="0">
                <a:solidFill>
                  <a:srgbClr val="123E52"/>
                </a:solidFill>
                <a:latin typeface="Lexend SemiBold" pitchFamily="34" charset="0"/>
                <a:ea typeface="Lexend SemiBold" pitchFamily="34" charset="-122"/>
                <a:cs typeface="Lexend SemiBold" pitchFamily="34" charset="-120"/>
              </a:rPr>
              <a:t>GIAO</a:t>
            </a:r>
            <a:r>
              <a:rPr lang="en-US" sz="1275" dirty="0" spc="0" kern="0">
                <a:solidFill>
                  <a:srgbClr val="123E52"/>
                </a:solidFill>
                <a:latin typeface="Lexend SemiBold" pitchFamily="34" charset="0"/>
                <a:ea typeface="Lexend SemiBold" pitchFamily="34" charset="-122"/>
                <a:cs typeface="Lexend SemiBold" pitchFamily="34" charset="-120"/>
              </a:rPr>
              <a:t> TIẾP</a:t>
            </a:r>
            <a:endParaRPr lang="en-US" sz="1275" dirty="0"/>
          </a:p>
        </p:txBody>
      </p:sp>
      <p:sp>
        <p:nvSpPr>
          <p:cNvPr id="10" name="Shape 8"/>
          <p:cNvSpPr/>
          <p:nvPr/>
        </p:nvSpPr>
        <p:spPr>
          <a:xfrm>
            <a:off x="5010150" y="6638925"/>
            <a:ext cx="2095500" cy="1000125"/>
          </a:xfrm>
          <a:prstGeom prst="roundRect">
            <a:avLst>
              <a:gd name="adj" fmla="val 2857"/>
            </a:avLst>
          </a:prstGeom>
          <a:solidFill>
            <a:srgbClr val="EFF5F6"/>
          </a:solidFill>
          <a:ln/>
        </p:spPr>
      </p:sp>
      <p:sp>
        <p:nvSpPr>
          <p:cNvPr id="11" name="Text 9"/>
          <p:cNvSpPr/>
          <p:nvPr/>
        </p:nvSpPr>
        <p:spPr>
          <a:xfrm>
            <a:off x="5162550" y="6943725"/>
            <a:ext cx="1790700" cy="4762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THỰC</a:t>
            </a:r>
            <a:r>
              <a:rPr lang="en-US" sz="1275" dirty="0" spc="1" kern="0">
                <a:solidFill>
                  <a:srgbClr val="123E52"/>
                </a:solidFill>
                <a:latin typeface="Lexend SemiBold" pitchFamily="34" charset="0"/>
                <a:ea typeface="Lexend SemiBold" pitchFamily="34" charset="-122"/>
                <a:cs typeface="Lexend SemiBold" pitchFamily="34" charset="-120"/>
              </a:rPr>
              <a:t> THI</a:t>
            </a:r>
            <a:endParaRPr lang="en-US" sz="1275" dirty="0"/>
          </a:p>
        </p:txBody>
      </p:sp>
      <p:sp>
        <p:nvSpPr>
          <p:cNvPr id="12" name="Text 10"/>
          <p:cNvSpPr/>
          <p:nvPr/>
        </p:nvSpPr>
        <p:spPr>
          <a:xfrm>
            <a:off x="457200" y="8124825"/>
            <a:ext cx="6648450" cy="904875"/>
          </a:xfrm>
          <a:prstGeom prst="rect">
            <a:avLst/>
          </a:prstGeom>
          <a:noFill/>
          <a:ln/>
        </p:spPr>
        <p:txBody>
          <a:bodyPr wrap="square" lIns="0" tIns="5477" rIns="0" bIns="-5477" rtlCol="0" anchor="t"/>
          <a:lstStyle/>
          <a:p>
            <a:pPr algn="l" indent="0" marL="0">
              <a:lnSpc>
                <a:spcPts val="2415"/>
              </a:lnSpc>
              <a:buNone/>
            </a:pPr>
            <a:r>
              <a:rPr lang="en-US" sz="1725" dirty="0" spc="0" kern="0">
                <a:solidFill>
                  <a:srgbClr val="123E52"/>
                </a:solidFill>
                <a:latin typeface="Lexend Medium" pitchFamily="34" charset="0"/>
                <a:ea typeface="Lexend Medium" pitchFamily="34" charset="-122"/>
                <a:cs typeface="Lexend Medium" pitchFamily="34" charset="-120"/>
              </a:rPr>
              <a:t>Nắm</a:t>
            </a:r>
            <a:r>
              <a:rPr lang="en-US" sz="1725" dirty="0" spc="-5" kern="0">
                <a:solidFill>
                  <a:srgbClr val="123E52"/>
                </a:solidFill>
                <a:latin typeface="Lexend Medium" pitchFamily="34" charset="0"/>
                <a:ea typeface="Lexend Medium" pitchFamily="34" charset="-122"/>
                <a:cs typeface="Lexend Medium" pitchFamily="34" charset="-120"/>
              </a:rPr>
              <a:t> tổng</a:t>
            </a:r>
            <a:r>
              <a:rPr lang="en-US" sz="1725" dirty="0" spc="0" kern="0">
                <a:solidFill>
                  <a:srgbClr val="123E52"/>
                </a:solidFill>
                <a:latin typeface="Lexend Medium" pitchFamily="34" charset="0"/>
                <a:ea typeface="Lexend Medium" pitchFamily="34" charset="-122"/>
                <a:cs typeface="Lexend Medium" pitchFamily="34" charset="-120"/>
              </a:rPr>
              <a:t> quan</a:t>
            </a:r>
            <a:r>
              <a:rPr lang="en-US" sz="1725" dirty="0" spc="-4" kern="0">
                <a:solidFill>
                  <a:srgbClr val="123E52"/>
                </a:solidFill>
                <a:latin typeface="Lexend Medium" pitchFamily="34" charset="0"/>
                <a:ea typeface="Lexend Medium" pitchFamily="34" charset="-122"/>
                <a:cs typeface="Lexend Medium" pitchFamily="34" charset="-120"/>
              </a:rPr>
              <a:t> ·</a:t>
            </a:r>
            <a:r>
              <a:rPr lang="en-US" sz="1725" dirty="0" spc="0" kern="0">
                <a:solidFill>
                  <a:srgbClr val="123E52"/>
                </a:solidFill>
                <a:latin typeface="Lexend Medium" pitchFamily="34" charset="0"/>
                <a:ea typeface="Lexend Medium" pitchFamily="34" charset="-122"/>
                <a:cs typeface="Lexend Medium" pitchFamily="34" charset="-120"/>
              </a:rPr>
              <a:t> Chọn bài</a:t>
            </a:r>
            <a:r>
              <a:rPr lang="en-US" sz="1725" dirty="0" spc="-3" kern="0">
                <a:solidFill>
                  <a:srgbClr val="123E52"/>
                </a:solidFill>
                <a:latin typeface="Lexend Medium" pitchFamily="34" charset="0"/>
                <a:ea typeface="Lexend Medium" pitchFamily="34" charset="-122"/>
                <a:cs typeface="Lexend Medium" pitchFamily="34" charset="-120"/>
              </a:rPr>
              <a:t> vừa</a:t>
            </a:r>
            <a:r>
              <a:rPr lang="en-US" sz="1725" dirty="0" spc="1" kern="0">
                <a:solidFill>
                  <a:srgbClr val="123E52"/>
                </a:solidFill>
                <a:latin typeface="Lexend Medium" pitchFamily="34" charset="0"/>
                <a:ea typeface="Lexend Medium" pitchFamily="34" charset="-122"/>
                <a:cs typeface="Lexend Medium" pitchFamily="34" charset="-120"/>
              </a:rPr>
              <a:t> sức</a:t>
            </a:r>
            <a:r>
              <a:rPr lang="en-US" sz="1725" dirty="0" spc="-4" kern="0">
                <a:solidFill>
                  <a:srgbClr val="123E52"/>
                </a:solidFill>
                <a:latin typeface="Lexend Medium" pitchFamily="34" charset="0"/>
                <a:ea typeface="Lexend Medium" pitchFamily="34" charset="-122"/>
                <a:cs typeface="Lexend Medium" pitchFamily="34" charset="-120"/>
              </a:rPr>
              <a:t> ·</a:t>
            </a:r>
            <a:r>
              <a:rPr lang="en-US" sz="1725" dirty="0" spc="0" kern="0">
                <a:solidFill>
                  <a:srgbClr val="123E52"/>
                </a:solidFill>
                <a:latin typeface="Lexend Medium" pitchFamily="34" charset="0"/>
                <a:ea typeface="Lexend Medium" pitchFamily="34" charset="-122"/>
                <a:cs typeface="Lexend Medium" pitchFamily="34" charset="-120"/>
              </a:rPr>
              <a:t> Hiểu</a:t>
            </a:r>
            <a:r>
              <a:rPr lang="en-US" sz="1725" dirty="0" spc="1" kern="0">
                <a:solidFill>
                  <a:srgbClr val="123E52"/>
                </a:solidFill>
                <a:latin typeface="Lexend Medium" pitchFamily="34" charset="0"/>
                <a:ea typeface="Lexend Medium" pitchFamily="34" charset="-122"/>
                <a:cs typeface="Lexend Medium" pitchFamily="34" charset="-120"/>
              </a:rPr>
              <a:t> cơ</a:t>
            </a:r>
            <a:r>
              <a:rPr lang="en-US" sz="1725" dirty="0" spc="-1" kern="0">
                <a:solidFill>
                  <a:srgbClr val="123E52"/>
                </a:solidFill>
                <a:latin typeface="Lexend Medium" pitchFamily="34" charset="0"/>
                <a:ea typeface="Lexend Medium" pitchFamily="34" charset="-122"/>
                <a:cs typeface="Lexend Medium" pitchFamily="34" charset="-120"/>
              </a:rPr>
              <a:t> chế</a:t>
            </a:r>
            <a:r>
              <a:rPr lang="en-US" sz="1725" dirty="0" spc="0" kern="0">
                <a:solidFill>
                  <a:srgbClr val="123E52"/>
                </a:solidFill>
                <a:latin typeface="Lexend Medium" pitchFamily="34" charset="0"/>
                <a:ea typeface="Lexend Medium" pitchFamily="34" charset="-122"/>
                <a:cs typeface="Lexend Medium" pitchFamily="34" charset="-120"/>
              </a:rPr>
              <a:t> bên</a:t>
            </a:r>
            <a:r>
              <a:rPr lang="en-US" sz="1725" dirty="0" spc="-8" kern="0">
                <a:solidFill>
                  <a:srgbClr val="123E52"/>
                </a:solidFill>
                <a:latin typeface="Lexend Medium" pitchFamily="34" charset="0"/>
                <a:ea typeface="Lexend Medium" pitchFamily="34" charset="-122"/>
                <a:cs typeface="Lexend Medium" pitchFamily="34" charset="-120"/>
              </a:rPr>
              <a:t> trong</a:t>
            </a:r>
            <a:endParaRPr lang="en-US" sz="1725" dirty="0"/>
          </a:p>
        </p:txBody>
      </p:sp>
      <p:sp>
        <p:nvSpPr>
          <p:cNvPr id="13" name="Text 11"/>
          <p:cNvSpPr/>
          <p:nvPr/>
        </p:nvSpPr>
        <p:spPr>
          <a:xfrm>
            <a:off x="457200" y="9382125"/>
            <a:ext cx="6648450" cy="504825"/>
          </a:xfrm>
          <a:prstGeom prst="rect">
            <a:avLst/>
          </a:prstGeom>
          <a:noFill/>
          <a:ln/>
        </p:spPr>
        <p:txBody>
          <a:bodyPr wrap="square" lIns="0" tIns="4705" rIns="0" bIns="-4705" rtlCol="0" anchor="t"/>
          <a:lstStyle/>
          <a:p>
            <a:pPr algn="l" indent="0" marL="0">
              <a:lnSpc>
                <a:spcPts val="1365"/>
              </a:lnSpc>
              <a:buNone/>
            </a:pPr>
            <a:r>
              <a:rPr lang="en-US" sz="975" dirty="0" spc="-5" kern="0">
                <a:solidFill>
                  <a:srgbClr val="47636C"/>
                </a:solidFill>
                <a:latin typeface="Noto Sans" pitchFamily="34" charset="0"/>
                <a:ea typeface="Noto Sans" pitchFamily="34" charset="-122"/>
                <a:cs typeface="Noto Sans" pitchFamily="34" charset="-120"/>
              </a:rPr>
              <a:t>31</a:t>
            </a:r>
            <a:r>
              <a:rPr lang="en-US" sz="975" dirty="0" spc="2" kern="0">
                <a:solidFill>
                  <a:srgbClr val="47636C"/>
                </a:solidFill>
                <a:latin typeface="Noto Sans" pitchFamily="34" charset="0"/>
                <a:ea typeface="Noto Sans" pitchFamily="34" charset="-122"/>
                <a:cs typeface="Noto Sans" pitchFamily="34" charset="-120"/>
              </a:rPr>
              <a:t> nhóm</a:t>
            </a:r>
            <a:r>
              <a:rPr lang="en-US" sz="975" dirty="0" spc="1" kern="0">
                <a:solidFill>
                  <a:srgbClr val="47636C"/>
                </a:solidFill>
                <a:latin typeface="Noto Sans" pitchFamily="34" charset="0"/>
                <a:ea typeface="Noto Sans" pitchFamily="34" charset="-122"/>
                <a:cs typeface="Noto Sans" pitchFamily="34" charset="-120"/>
              </a:rPr>
              <a:t> hướng</a:t>
            </a:r>
            <a:r>
              <a:rPr lang="en-US" sz="975" dirty="0" spc="0" kern="0">
                <a:solidFill>
                  <a:srgbClr val="47636C"/>
                </a:solidFill>
                <a:latin typeface="Noto Sans" pitchFamily="34" charset="0"/>
                <a:ea typeface="Noto Sans" pitchFamily="34" charset="-122"/>
                <a:cs typeface="Noto Sans" pitchFamily="34" charset="-120"/>
              </a:rPr>
              <a:t> dẫn</a:t>
            </a:r>
            <a:r>
              <a:rPr lang="en-US" sz="975" dirty="0" spc="1" kern="0">
                <a:solidFill>
                  <a:srgbClr val="47636C"/>
                </a:solidFill>
                <a:latin typeface="Noto Sans" pitchFamily="34" charset="0"/>
                <a:ea typeface="Noto Sans" pitchFamily="34" charset="-122"/>
                <a:cs typeface="Noto Sans" pitchFamily="34" charset="-120"/>
              </a:rPr>
              <a:t> ·</a:t>
            </a:r>
            <a:r>
              <a:rPr lang="en-US" sz="975" dirty="0" spc="3" kern="0">
                <a:solidFill>
                  <a:srgbClr val="47636C"/>
                </a:solidFill>
                <a:latin typeface="Noto Sans" pitchFamily="34" charset="0"/>
                <a:ea typeface="Noto Sans" pitchFamily="34" charset="-122"/>
                <a:cs typeface="Noto Sans" pitchFamily="34" charset="-120"/>
              </a:rPr>
              <a:t> Chọn</a:t>
            </a:r>
            <a:r>
              <a:rPr lang="en-US" sz="975" dirty="0" spc="-1" kern="0">
                <a:solidFill>
                  <a:srgbClr val="47636C"/>
                </a:solidFill>
                <a:latin typeface="Noto Sans" pitchFamily="34" charset="0"/>
                <a:ea typeface="Noto Sans" pitchFamily="34" charset="-122"/>
                <a:cs typeface="Noto Sans" pitchFamily="34" charset="-120"/>
              </a:rPr>
              <a:t> dự</a:t>
            </a:r>
            <a:r>
              <a:rPr lang="en-US" sz="975" dirty="0" spc="1" kern="0">
                <a:solidFill>
                  <a:srgbClr val="47636C"/>
                </a:solidFill>
                <a:latin typeface="Noto Sans" pitchFamily="34" charset="0"/>
                <a:ea typeface="Noto Sans" pitchFamily="34" charset="-122"/>
                <a:cs typeface="Noto Sans" pitchFamily="34" charset="-120"/>
              </a:rPr>
              <a:t> án</a:t>
            </a:r>
            <a:r>
              <a:rPr lang="en-US" sz="975" dirty="0" spc="2" kern="0">
                <a:solidFill>
                  <a:srgbClr val="47636C"/>
                </a:solidFill>
                <a:latin typeface="Noto Sans" pitchFamily="34" charset="0"/>
                <a:ea typeface="Noto Sans" pitchFamily="34" charset="-122"/>
                <a:cs typeface="Noto Sans" pitchFamily="34" charset="-120"/>
              </a:rPr>
              <a:t> đầu</a:t>
            </a:r>
            <a:r>
              <a:rPr lang="en-US" sz="975" dirty="0" spc="1" kern="0">
                <a:solidFill>
                  <a:srgbClr val="47636C"/>
                </a:solidFill>
                <a:latin typeface="Noto Sans" pitchFamily="34" charset="0"/>
                <a:ea typeface="Noto Sans" pitchFamily="34" charset="-122"/>
                <a:cs typeface="Noto Sans" pitchFamily="34" charset="-120"/>
              </a:rPr>
              <a:t> tiên</a:t>
            </a:r>
            <a:r>
              <a:rPr lang="en-US" sz="975" dirty="0" spc="2" kern="0">
                <a:solidFill>
                  <a:srgbClr val="47636C"/>
                </a:solidFill>
                <a:latin typeface="Noto Sans" pitchFamily="34" charset="0"/>
                <a:ea typeface="Noto Sans" pitchFamily="34" charset="-122"/>
                <a:cs typeface="Noto Sans" pitchFamily="34" charset="-120"/>
              </a:rPr>
              <a:t> · Nguồn</a:t>
            </a:r>
            <a:r>
              <a:rPr lang="en-US" sz="975" dirty="0" spc="5" kern="0">
                <a:solidFill>
                  <a:srgbClr val="47636C"/>
                </a:solidFill>
                <a:latin typeface="Noto Sans" pitchFamily="34" charset="0"/>
                <a:ea typeface="Noto Sans" pitchFamily="34" charset="-122"/>
                <a:cs typeface="Noto Sans" pitchFamily="34" charset="-120"/>
              </a:rPr>
              <a:t> có</a:t>
            </a:r>
            <a:r>
              <a:rPr lang="en-US" sz="975" dirty="0" spc="1" kern="0">
                <a:solidFill>
                  <a:srgbClr val="47636C"/>
                </a:solidFill>
                <a:latin typeface="Noto Sans" pitchFamily="34" charset="0"/>
                <a:ea typeface="Noto Sans" pitchFamily="34" charset="-122"/>
                <a:cs typeface="Noto Sans" pitchFamily="34" charset="-120"/>
              </a:rPr>
              <a:t> hyperlink</a:t>
            </a:r>
            <a:endParaRPr lang="en-US" sz="975" dirty="0"/>
          </a:p>
          <a:p>
            <a:pPr algn="l" indent="0" marL="0">
              <a:lnSpc>
                <a:spcPts val="1365"/>
              </a:lnSpc>
              <a:buNone/>
            </a:pPr>
            <a:r>
              <a:rPr lang="en-US" sz="975" dirty="0" spc="-22" kern="0">
                <a:solidFill>
                  <a:srgbClr val="47636C"/>
                </a:solidFill>
                <a:latin typeface="Noto Sans" pitchFamily="34" charset="0"/>
                <a:ea typeface="Noto Sans" pitchFamily="34" charset="-122"/>
                <a:cs typeface="Noto Sans" pitchFamily="34" charset="-120"/>
              </a:rPr>
              <a:t>Tài</a:t>
            </a:r>
            <a:r>
              <a:rPr lang="en-US" sz="975" dirty="0" spc="2" kern="0">
                <a:solidFill>
                  <a:srgbClr val="47636C"/>
                </a:solidFill>
                <a:latin typeface="Noto Sans" pitchFamily="34" charset="0"/>
                <a:ea typeface="Noto Sans" pitchFamily="34" charset="-122"/>
                <a:cs typeface="Noto Sans" pitchFamily="34" charset="-120"/>
              </a:rPr>
              <a:t> liệu</a:t>
            </a:r>
            <a:r>
              <a:rPr lang="en-US" sz="975" dirty="0" spc="3" kern="0">
                <a:solidFill>
                  <a:srgbClr val="47636C"/>
                </a:solidFill>
                <a:latin typeface="Noto Sans" pitchFamily="34" charset="0"/>
                <a:ea typeface="Noto Sans" pitchFamily="34" charset="-122"/>
                <a:cs typeface="Noto Sans" pitchFamily="34" charset="-120"/>
              </a:rPr>
              <a:t> độc</a:t>
            </a:r>
            <a:r>
              <a:rPr lang="en-US" sz="975" dirty="0" spc="0" kern="0">
                <a:solidFill>
                  <a:srgbClr val="47636C"/>
                </a:solidFill>
                <a:latin typeface="Noto Sans" pitchFamily="34" charset="0"/>
                <a:ea typeface="Noto Sans" pitchFamily="34" charset="-122"/>
                <a:cs typeface="Noto Sans" pitchFamily="34" charset="-120"/>
              </a:rPr>
              <a:t> lập,</a:t>
            </a:r>
            <a:r>
              <a:rPr lang="en-US" sz="975" dirty="0" spc="4" kern="0">
                <a:solidFill>
                  <a:srgbClr val="47636C"/>
                </a:solidFill>
                <a:latin typeface="Noto Sans" pitchFamily="34" charset="0"/>
                <a:ea typeface="Noto Sans" pitchFamily="34" charset="-122"/>
                <a:cs typeface="Noto Sans" pitchFamily="34" charset="-120"/>
              </a:rPr>
              <a:t> đọc</a:t>
            </a:r>
            <a:r>
              <a:rPr lang="en-US" sz="975" dirty="0" spc="0" kern="0">
                <a:solidFill>
                  <a:srgbClr val="47636C"/>
                </a:solidFill>
                <a:latin typeface="Noto Sans" pitchFamily="34" charset="0"/>
                <a:ea typeface="Noto Sans" pitchFamily="34" charset="-122"/>
                <a:cs typeface="Noto Sans" pitchFamily="34" charset="-120"/>
              </a:rPr>
              <a:t> ngày</a:t>
            </a:r>
            <a:r>
              <a:rPr lang="en-US" sz="975" dirty="0" spc="-3" kern="0">
                <a:solidFill>
                  <a:srgbClr val="47636C"/>
                </a:solidFill>
                <a:latin typeface="Noto Sans" pitchFamily="34" charset="0"/>
                <a:ea typeface="Noto Sans" pitchFamily="34" charset="-122"/>
                <a:cs typeface="Noto Sans" pitchFamily="34" charset="-120"/>
              </a:rPr>
              <a:t> 24/10/2026.</a:t>
            </a:r>
            <a:endParaRPr lang="en-US" sz="975" dirty="0"/>
          </a:p>
        </p:txBody>
      </p:sp>
      <p:sp>
        <p:nvSpPr>
          <p:cNvPr id="14" name="Connector line-1792810596862-660316428"/>
          <p:cNvSpPr/>
          <p:nvPr/>
        </p:nvSpPr>
        <p:spPr>
          <a:xfrm>
            <a:off x="457200" y="10144125"/>
            <a:ext cx="6648450" cy="0"/>
          </a:xfrm>
          <a:prstGeom prst="line">
            <a:avLst/>
          </a:prstGeom>
          <a:noFill/>
          <a:ln w="9525">
            <a:solidFill>
              <a:srgbClr val="D3E1E5"/>
            </a:solidFill>
            <a:prstDash val="solid"/>
            <a:headEnd type="none"/>
            <a:tailEnd type="none"/>
          </a:ln>
        </p:spPr>
      </p:sp>
      <p:sp>
        <p:nvSpPr>
          <p:cNvPr id="15" name="Text 13"/>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16" name="Text 14"/>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01</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17" name="Shape 15"/>
          <p:cNvSpPr/>
          <p:nvPr/>
        </p:nvSpPr>
        <p:spPr>
          <a:xfrm>
            <a:off x="5868772" y="9806509"/>
            <a:ext cx="1210056" cy="406043"/>
          </a:xfrm>
          <a:prstGeom prst="roundRect">
            <a:avLst>
              <a:gd name="adj" fmla="val 28000"/>
            </a:avLst>
          </a:prstGeom>
          <a:solidFill>
            <a:srgbClr val="FFFFFF">
              <a:alpha val="82000"/>
            </a:srgbClr>
          </a:solidFill>
          <a:ln/>
        </p:spPr>
      </p:sp>
      <p:pic>
        <p:nvPicPr>
          <p:cNvPr id="18" name="Moda image moda-export-watermark-06c24f7e-68d7-4f69-8985-27cd5db2b625" descr="">    </p:cNvPr>
          <p:cNvPicPr>
            <a:picLocks noChangeAspect="1"/>
          </p:cNvPicPr>
          <p:nvPr/>
        </p:nvPicPr>
        <p:blipFill>
          <a:blip r:embed="rId1"/>
          <a:srcRect l="0" r="0" t="0" b="0"/>
          <a:stretch/>
        </p:blipFill>
        <p:spPr>
          <a:xfrm>
            <a:off x="5961455" y="9899193"/>
            <a:ext cx="1024688" cy="22067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txBody>
          <a:bodyPr/>
          <a:p/>
        </p:txBody>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1" kern="0">
                <a:solidFill>
                  <a:srgbClr val="B6482E"/>
                </a:solidFill>
                <a:latin typeface="Noto Sans" pitchFamily="34" charset="0"/>
                <a:ea typeface="Noto Sans" pitchFamily="34" charset="-122"/>
                <a:cs typeface="Noto Sans" pitchFamily="34" charset="-120"/>
              </a:rPr>
              <a:t> MỤC</a:t>
            </a:r>
            <a:r>
              <a:rPr lang="en-US" sz="900" b="1" dirty="0" spc="-1" kern="0">
                <a:solidFill>
                  <a:srgbClr val="B6482E"/>
                </a:solidFill>
                <a:latin typeface="Noto Sans" pitchFamily="34" charset="0"/>
                <a:ea typeface="Noto Sans" pitchFamily="34" charset="-122"/>
                <a:cs typeface="Noto Sans" pitchFamily="34" charset="-120"/>
              </a:rPr>
              <a:t> LỤC</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 kern="0">
                <a:solidFill>
                  <a:srgbClr val="123E52"/>
                </a:solidFill>
                <a:latin typeface="Lexend SemiBold" pitchFamily="34" charset="0"/>
                <a:ea typeface="Lexend SemiBold" pitchFamily="34" charset="-122"/>
                <a:cs typeface="Lexend SemiBold" pitchFamily="34" charset="-120"/>
              </a:rPr>
              <a:t>Mục</a:t>
            </a:r>
            <a:r>
              <a:rPr lang="en-US" sz="2175" dirty="0" spc="-2" kern="0">
                <a:solidFill>
                  <a:srgbClr val="123E52"/>
                </a:solidFill>
                <a:latin typeface="Lexend SemiBold" pitchFamily="34" charset="0"/>
                <a:ea typeface="Lexend SemiBold" pitchFamily="34" charset="-122"/>
                <a:cs typeface="Lexend SemiBold" pitchFamily="34" charset="-120"/>
              </a:rPr>
              <a:t> lục</a:t>
            </a:r>
            <a:r>
              <a:rPr lang="en-US" sz="2175" dirty="0" spc="4" kern="0">
                <a:solidFill>
                  <a:srgbClr val="123E52"/>
                </a:solidFill>
                <a:latin typeface="Lexend SemiBold" pitchFamily="34" charset="0"/>
                <a:ea typeface="Lexend SemiBold" pitchFamily="34" charset="-122"/>
                <a:cs typeface="Lexend SemiBold" pitchFamily="34" charset="-120"/>
              </a:rPr>
              <a:t> có</a:t>
            </a:r>
            <a:r>
              <a:rPr lang="en-US" sz="2175" dirty="0" spc="1" kern="0">
                <a:solidFill>
                  <a:srgbClr val="123E52"/>
                </a:solidFill>
                <a:latin typeface="Lexend SemiBold" pitchFamily="34" charset="0"/>
                <a:ea typeface="Lexend SemiBold" pitchFamily="34" charset="-122"/>
                <a:cs typeface="Lexend SemiBold" pitchFamily="34" charset="-120"/>
              </a:rPr>
              <a:t> thể</a:t>
            </a:r>
            <a:r>
              <a:rPr lang="en-US" sz="2175" dirty="0" spc="2" kern="0">
                <a:solidFill>
                  <a:srgbClr val="123E52"/>
                </a:solidFill>
                <a:latin typeface="Lexend SemiBold" pitchFamily="34" charset="0"/>
                <a:ea typeface="Lexend SemiBold" pitchFamily="34" charset="-122"/>
                <a:cs typeface="Lexend SemiBold" pitchFamily="34" charset="-120"/>
              </a:rPr>
              <a:t> bấm</a:t>
            </a:r>
            <a:endParaRPr lang="en-US" sz="2175" dirty="0"/>
          </a:p>
        </p:txBody>
      </p:sp>
      <p:sp>
        <p:nvSpPr>
          <p:cNvPr id="5" name="Connector line-1792810623558-690336624"/>
          <p:cNvSpPr/>
          <p:nvPr/>
        </p:nvSpPr>
        <p:spPr>
          <a:xfrm>
            <a:off x="457200" y="1866900"/>
            <a:ext cx="6648450" cy="0"/>
          </a:xfrm>
          <a:prstGeom prst="line">
            <a:avLst/>
          </a:prstGeom>
          <a:noFill/>
          <a:ln w="9525">
            <a:solidFill>
              <a:srgbClr val="123E52"/>
            </a:solidFill>
            <a:prstDash val="solid"/>
            <a:headEnd type="none"/>
            <a:tailEnd type="none"/>
          </a:ln>
        </p:spPr>
        <p:txBody>
          <a:bodyPr/>
          <a:p/>
        </p:txBody>
      </p:sp>
      <p:sp>
        <p:nvSpPr>
          <p:cNvPr id="6" name="Text 4"/>
          <p:cNvSpPr/>
          <p:nvPr/>
        </p:nvSpPr>
        <p:spPr>
          <a:xfrm>
            <a:off x="457200" y="2076450"/>
            <a:ext cx="6648450" cy="523875"/>
          </a:xfrm>
          <a:prstGeom prst="rect">
            <a:avLst/>
          </a:prstGeom>
          <a:noFill/>
          <a:ln/>
        </p:spPr>
        <p:txBody>
          <a:bodyPr wrap="square" lIns="0" tIns="5067" rIns="0" bIns="-5067" rtlCol="0" anchor="t"/>
          <a:lstStyle/>
          <a:p>
            <a:pPr algn="l" indent="0" marL="0">
              <a:lnSpc>
                <a:spcPts val="1470"/>
              </a:lnSpc>
              <a:buNone/>
            </a:pPr>
            <a:r>
              <a:rPr lang="en-US" sz="1050" dirty="0" spc="-2" kern="0">
                <a:solidFill>
                  <a:srgbClr val="47636C"/>
                </a:solidFill>
                <a:latin typeface="Noto Sans" pitchFamily="34" charset="0"/>
                <a:ea typeface="Noto Sans" pitchFamily="34" charset="-122"/>
                <a:cs typeface="Noto Sans" pitchFamily="34" charset="-120"/>
              </a:rPr>
              <a:t>Bản</a:t>
            </a:r>
            <a:r>
              <a:rPr lang="en-US" sz="1050" dirty="0" spc="-1" kern="0">
                <a:solidFill>
                  <a:srgbClr val="47636C"/>
                </a:solidFill>
                <a:latin typeface="Noto Sans" pitchFamily="34" charset="0"/>
                <a:ea typeface="Noto Sans" pitchFamily="34" charset="-122"/>
                <a:cs typeface="Noto Sans" pitchFamily="34" charset="-120"/>
              </a:rPr>
              <a:t> PDF/PPTX</a:t>
            </a:r>
            <a:r>
              <a:rPr lang="en-US" sz="1050" dirty="0" spc="1" kern="0">
                <a:solidFill>
                  <a:srgbClr val="47636C"/>
                </a:solidFill>
                <a:latin typeface="Noto Sans" pitchFamily="34" charset="0"/>
                <a:ea typeface="Noto Sans" pitchFamily="34" charset="-122"/>
                <a:cs typeface="Noto Sans" pitchFamily="34" charset="-120"/>
              </a:rPr>
              <a:t> tải</a:t>
            </a:r>
            <a:r>
              <a:rPr lang="en-US" sz="1050" dirty="0" spc="-2" kern="0">
                <a:solidFill>
                  <a:srgbClr val="47636C"/>
                </a:solidFill>
                <a:latin typeface="Noto Sans" pitchFamily="34" charset="0"/>
                <a:ea typeface="Noto Sans" pitchFamily="34" charset="-122"/>
                <a:cs typeface="Noto Sans" pitchFamily="34" charset="-120"/>
              </a:rPr>
              <a:t> về:</a:t>
            </a:r>
            <a:r>
              <a:rPr lang="en-US" sz="1050" dirty="0" spc="-3" kern="0">
                <a:solidFill>
                  <a:srgbClr val="47636C"/>
                </a:solidFill>
                <a:latin typeface="Noto Sans" pitchFamily="34" charset="0"/>
                <a:ea typeface="Noto Sans" pitchFamily="34" charset="-122"/>
                <a:cs typeface="Noto Sans" pitchFamily="34" charset="-120"/>
              </a:rPr>
              <a:t> bấm</a:t>
            </a:r>
            <a:r>
              <a:rPr lang="en-US" sz="1050" dirty="0" spc="0" kern="0">
                <a:solidFill>
                  <a:srgbClr val="47636C"/>
                </a:solidFill>
                <a:latin typeface="Noto Sans" pitchFamily="34" charset="0"/>
                <a:ea typeface="Noto Sans" pitchFamily="34" charset="-122"/>
                <a:cs typeface="Noto Sans" pitchFamily="34" charset="-120"/>
              </a:rPr>
              <a:t> để</a:t>
            </a:r>
            <a:r>
              <a:rPr lang="en-US" sz="1050" dirty="0" spc="-1" kern="0">
                <a:solidFill>
                  <a:srgbClr val="47636C"/>
                </a:solidFill>
                <a:latin typeface="Noto Sans" pitchFamily="34" charset="0"/>
                <a:ea typeface="Noto Sans" pitchFamily="34" charset="-122"/>
                <a:cs typeface="Noto Sans" pitchFamily="34" charset="-120"/>
              </a:rPr>
              <a:t> nhảy tới phần</a:t>
            </a:r>
            <a:r>
              <a:rPr lang="en-US" sz="1050" dirty="0" spc="-2" kern="0">
                <a:solidFill>
                  <a:srgbClr val="47636C"/>
                </a:solidFill>
                <a:latin typeface="Noto Sans" pitchFamily="34" charset="0"/>
                <a:ea typeface="Noto Sans" pitchFamily="34" charset="-122"/>
                <a:cs typeface="Noto Sans" pitchFamily="34" charset="-120"/>
              </a:rPr>
              <a:t> tương</a:t>
            </a:r>
            <a:r>
              <a:rPr lang="en-US" sz="1050" dirty="0" spc="-4" kern="0">
                <a:solidFill>
                  <a:srgbClr val="47636C"/>
                </a:solidFill>
                <a:latin typeface="Noto Sans" pitchFamily="34" charset="0"/>
                <a:ea typeface="Noto Sans" pitchFamily="34" charset="-122"/>
                <a:cs typeface="Noto Sans" pitchFamily="34" charset="-120"/>
              </a:rPr>
              <a:t> ứng.</a:t>
            </a:r>
            <a:endParaRPr lang="en-US" sz="1050" dirty="0"/>
          </a:p>
          <a:p>
            <a:pPr algn="l" indent="0" marL="0">
              <a:lnSpc>
                <a:spcPts val="1470"/>
              </a:lnSpc>
              <a:buNone/>
            </a:pPr>
            <a:r>
              <a:rPr lang="en-US" sz="1050" dirty="0" spc="-19" kern="0">
                <a:solidFill>
                  <a:srgbClr val="47636C"/>
                </a:solidFill>
                <a:latin typeface="Noto Sans" pitchFamily="34" charset="0"/>
                <a:ea typeface="Noto Sans" pitchFamily="34" charset="-122"/>
                <a:cs typeface="Noto Sans" pitchFamily="34" charset="-120"/>
              </a:rPr>
              <a:t>Trên</a:t>
            </a:r>
            <a:r>
              <a:rPr lang="en-US" sz="1050" dirty="0" spc="-2" kern="0">
                <a:solidFill>
                  <a:srgbClr val="47636C"/>
                </a:solidFill>
                <a:latin typeface="Noto Sans" pitchFamily="34" charset="0"/>
                <a:ea typeface="Noto Sans" pitchFamily="34" charset="-122"/>
                <a:cs typeface="Noto Sans" pitchFamily="34" charset="-120"/>
              </a:rPr>
              <a:t> Moda:</a:t>
            </a:r>
            <a:r>
              <a:rPr lang="en-US" sz="1050" dirty="0" spc="-1" kern="0">
                <a:solidFill>
                  <a:srgbClr val="47636C"/>
                </a:solidFill>
                <a:latin typeface="Noto Sans" pitchFamily="34" charset="0"/>
                <a:ea typeface="Noto Sans" pitchFamily="34" charset="-122"/>
                <a:cs typeface="Noto Sans" pitchFamily="34" charset="-120"/>
              </a:rPr>
              <a:t> liên</a:t>
            </a:r>
            <a:r>
              <a:rPr lang="en-US" sz="1050" dirty="0" spc="1" kern="0">
                <a:solidFill>
                  <a:srgbClr val="47636C"/>
                </a:solidFill>
                <a:latin typeface="Noto Sans" pitchFamily="34" charset="0"/>
                <a:ea typeface="Noto Sans" pitchFamily="34" charset="-122"/>
                <a:cs typeface="Noto Sans" pitchFamily="34" charset="-120"/>
              </a:rPr>
              <a:t> kết</a:t>
            </a:r>
            <a:r>
              <a:rPr lang="en-US" sz="1050" dirty="0" spc="-4" kern="0">
                <a:solidFill>
                  <a:srgbClr val="47636C"/>
                </a:solidFill>
                <a:latin typeface="Noto Sans" pitchFamily="34" charset="0"/>
                <a:ea typeface="Noto Sans" pitchFamily="34" charset="-122"/>
                <a:cs typeface="Noto Sans" pitchFamily="34" charset="-120"/>
              </a:rPr>
              <a:t> mở</a:t>
            </a:r>
            <a:r>
              <a:rPr lang="en-US" sz="1050" dirty="0" spc="-2" kern="0">
                <a:solidFill>
                  <a:srgbClr val="47636C"/>
                </a:solidFill>
                <a:latin typeface="Noto Sans" pitchFamily="34" charset="0"/>
                <a:ea typeface="Noto Sans" pitchFamily="34" charset="-122"/>
                <a:cs typeface="Noto Sans" pitchFamily="34" charset="-120"/>
              </a:rPr>
              <a:t> bài</a:t>
            </a:r>
            <a:r>
              <a:rPr lang="en-US" sz="1050" dirty="0" spc="-1" kern="0">
                <a:solidFill>
                  <a:srgbClr val="47636C"/>
                </a:solidFill>
                <a:latin typeface="Noto Sans" pitchFamily="34" charset="0"/>
                <a:ea typeface="Noto Sans" pitchFamily="34" charset="-122"/>
                <a:cs typeface="Noto Sans" pitchFamily="34" charset="-120"/>
              </a:rPr>
              <a:t> đọc cùng phần</a:t>
            </a:r>
            <a:r>
              <a:rPr lang="en-US" sz="1050" dirty="0" spc="-4" kern="0">
                <a:solidFill>
                  <a:srgbClr val="47636C"/>
                </a:solidFill>
                <a:latin typeface="Noto Sans" pitchFamily="34" charset="0"/>
                <a:ea typeface="Noto Sans" pitchFamily="34" charset="-122"/>
                <a:cs typeface="Noto Sans" pitchFamily="34" charset="-120"/>
              </a:rPr>
              <a:t> trên</a:t>
            </a:r>
            <a:r>
              <a:rPr lang="en-US" sz="1050" dirty="0" spc="0" kern="0">
                <a:solidFill>
                  <a:srgbClr val="47636C"/>
                </a:solidFill>
                <a:latin typeface="Noto Sans" pitchFamily="34" charset="0"/>
                <a:ea typeface="Noto Sans" pitchFamily="34" charset="-122"/>
                <a:cs typeface="Noto Sans" pitchFamily="34" charset="-120"/>
              </a:rPr>
              <a:t> GitHub</a:t>
            </a:r>
            <a:r>
              <a:rPr lang="en-US" sz="1050" dirty="0" spc="-26" kern="0">
                <a:solidFill>
                  <a:srgbClr val="47636C"/>
                </a:solidFill>
                <a:latin typeface="Noto Sans" pitchFamily="34" charset="0"/>
                <a:ea typeface="Noto Sans" pitchFamily="34" charset="-122"/>
                <a:cs typeface="Noto Sans" pitchFamily="34" charset="-120"/>
              </a:rPr>
              <a:t> Radar.</a:t>
            </a:r>
            <a:endParaRPr lang="en-US" sz="1050" dirty="0"/>
          </a:p>
        </p:txBody>
      </p:sp>
      <p:sp>
        <p:nvSpPr>
          <p:cNvPr id="7" name="Text 5">
            <a:hlinkClick action="ppaction://hlinksldjump" r:id="rId1"/>
          </p:cNvPr>
          <p:cNvSpPr/>
          <p:nvPr/>
        </p:nvSpPr>
        <p:spPr>
          <a:xfrm>
            <a:off x="457200" y="2800350"/>
            <a:ext cx="5991225" cy="352425"/>
          </a:xfrm>
          <a:prstGeom prst="rect">
            <a:avLst/>
          </a:prstGeom>
          <a:noFill/>
          <a:ln/>
        </p:spPr>
        <p:txBody>
          <a:bodyPr wrap="square" lIns="0" tIns="5429" rIns="0" bIns="-5429" rtlCol="0" anchor="t"/>
          <a:lstStyle/>
          <a:p>
            <a:pPr algn="l" indent="0" marL="0">
              <a:lnSpc>
                <a:spcPts val="1575"/>
              </a:lnSpc>
              <a:buNone/>
            </a:pPr>
            <a:r>
              <a:rPr lang="en-US" sz="1125" u="sng" dirty="0" spc="2" kern="0">
                <a:solidFill>
                  <a:srgbClr val="147D7A"/>
                </a:solidFill>
                <a:latin typeface="Noto Sans" pitchFamily="34" charset="0"/>
                <a:ea typeface="Noto Sans" pitchFamily="34" charset="-122"/>
                <a:cs typeface="Noto Sans" pitchFamily="34" charset="-120"/>
              </a:rPr>
              <a:t>Repo</a:t>
            </a:r>
            <a:r>
              <a:rPr lang="en-US" sz="1125" u="sng" dirty="0" spc="1" kern="0">
                <a:solidFill>
                  <a:srgbClr val="147D7A"/>
                </a:solidFill>
                <a:latin typeface="Noto Sans" pitchFamily="34" charset="0"/>
                <a:ea typeface="Noto Sans" pitchFamily="34" charset="-122"/>
                <a:cs typeface="Noto Sans" pitchFamily="34" charset="-120"/>
              </a:rPr>
              <a:t> này thực sự</a:t>
            </a:r>
            <a:r>
              <a:rPr lang="en-US" sz="1125" u="sng" dirty="0" spc="0" kern="0">
                <a:solidFill>
                  <a:srgbClr val="147D7A"/>
                </a:solidFill>
                <a:latin typeface="Noto Sans" pitchFamily="34" charset="0"/>
                <a:ea typeface="Noto Sans" pitchFamily="34" charset="-122"/>
                <a:cs typeface="Noto Sans" pitchFamily="34" charset="-120"/>
              </a:rPr>
              <a:t> cung</a:t>
            </a:r>
            <a:r>
              <a:rPr lang="en-US" sz="1125" u="sng" dirty="0" spc="5" kern="0">
                <a:solidFill>
                  <a:srgbClr val="147D7A"/>
                </a:solidFill>
                <a:latin typeface="Noto Sans" pitchFamily="34" charset="0"/>
                <a:ea typeface="Noto Sans" pitchFamily="34" charset="-122"/>
                <a:cs typeface="Noto Sans" pitchFamily="34" charset="-120"/>
              </a:rPr>
              <a:t> cấp</a:t>
            </a:r>
            <a:r>
              <a:rPr lang="en-US" sz="1125" u="sng" dirty="0" spc="3" kern="0">
                <a:solidFill>
                  <a:srgbClr val="147D7A"/>
                </a:solidFill>
                <a:latin typeface="Noto Sans" pitchFamily="34" charset="0"/>
                <a:ea typeface="Noto Sans" pitchFamily="34" charset="-122"/>
                <a:cs typeface="Noto Sans" pitchFamily="34" charset="-120"/>
              </a:rPr>
              <a:t> gì?</a:t>
            </a:r>
            <a:endParaRPr lang="en-US" sz="1125" dirty="0"/>
          </a:p>
        </p:txBody>
      </p:sp>
      <p:sp>
        <p:nvSpPr>
          <p:cNvPr id="8" name="Text 6"/>
          <p:cNvSpPr/>
          <p:nvPr/>
        </p:nvSpPr>
        <p:spPr>
          <a:xfrm>
            <a:off x="6610350" y="2800350"/>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3</a:t>
            </a:r>
            <a:endParaRPr lang="en-US" sz="900" dirty="0"/>
          </a:p>
        </p:txBody>
      </p:sp>
      <p:sp>
        <p:nvSpPr>
          <p:cNvPr id="9" name="Connector line-1792810623585-25144042"/>
          <p:cNvSpPr/>
          <p:nvPr/>
        </p:nvSpPr>
        <p:spPr>
          <a:xfrm>
            <a:off x="457200" y="3133725"/>
            <a:ext cx="6648450" cy="0"/>
          </a:xfrm>
          <a:prstGeom prst="line">
            <a:avLst/>
          </a:prstGeom>
          <a:noFill/>
          <a:ln w="9525">
            <a:solidFill>
              <a:srgbClr val="D3E1E5"/>
            </a:solidFill>
            <a:prstDash val="solid"/>
            <a:headEnd type="none"/>
            <a:tailEnd type="none"/>
          </a:ln>
        </p:spPr>
        <p:txBody>
          <a:bodyPr/>
          <a:p/>
        </p:txBody>
      </p:sp>
      <p:sp>
        <p:nvSpPr>
          <p:cNvPr id="10" name="Text 8">
            <a:hlinkClick action="ppaction://hlinksldjump" r:id="rId2"/>
          </p:cNvPr>
          <p:cNvSpPr/>
          <p:nvPr/>
        </p:nvSpPr>
        <p:spPr>
          <a:xfrm>
            <a:off x="457200" y="3186113"/>
            <a:ext cx="5991225" cy="352425"/>
          </a:xfrm>
          <a:prstGeom prst="rect">
            <a:avLst/>
          </a:prstGeom>
          <a:noFill/>
          <a:ln/>
        </p:spPr>
        <p:txBody>
          <a:bodyPr wrap="square" lIns="0" tIns="5429" rIns="0" bIns="-5429" rtlCol="0" anchor="t"/>
          <a:lstStyle/>
          <a:p>
            <a:pPr algn="l" indent="0" marL="0">
              <a:lnSpc>
                <a:spcPts val="1575"/>
              </a:lnSpc>
              <a:buNone/>
            </a:pPr>
            <a:r>
              <a:rPr lang="en-US" sz="1125" u="sng" dirty="0" spc="6" kern="0">
                <a:solidFill>
                  <a:srgbClr val="147D7A"/>
                </a:solidFill>
                <a:latin typeface="Noto Sans" pitchFamily="34" charset="0"/>
                <a:ea typeface="Noto Sans" pitchFamily="34" charset="-122"/>
                <a:cs typeface="Noto Sans" pitchFamily="34" charset="-120"/>
              </a:rPr>
              <a:t>31</a:t>
            </a:r>
            <a:r>
              <a:rPr lang="en-US" sz="1125" u="sng" dirty="0" spc="1" kern="0">
                <a:solidFill>
                  <a:srgbClr val="147D7A"/>
                </a:solidFill>
                <a:latin typeface="Noto Sans" pitchFamily="34" charset="0"/>
                <a:ea typeface="Noto Sans" pitchFamily="34" charset="-122"/>
                <a:cs typeface="Noto Sans" pitchFamily="34" charset="-120"/>
              </a:rPr>
              <a:t> nhóm</a:t>
            </a:r>
            <a:r>
              <a:rPr lang="en-US" sz="1125" u="sng" dirty="0" spc="2" kern="0">
                <a:solidFill>
                  <a:srgbClr val="147D7A"/>
                </a:solidFill>
                <a:latin typeface="Noto Sans" pitchFamily="34" charset="0"/>
                <a:ea typeface="Noto Sans" pitchFamily="34" charset="-122"/>
                <a:cs typeface="Noto Sans" pitchFamily="34" charset="-120"/>
              </a:rPr>
              <a:t> công</a:t>
            </a:r>
            <a:r>
              <a:rPr lang="en-US" sz="1125" u="sng" dirty="0" spc="0" kern="0">
                <a:solidFill>
                  <a:srgbClr val="147D7A"/>
                </a:solidFill>
                <a:latin typeface="Noto Sans" pitchFamily="34" charset="0"/>
                <a:ea typeface="Noto Sans" pitchFamily="34" charset="-122"/>
                <a:cs typeface="Noto Sans" pitchFamily="34" charset="-120"/>
              </a:rPr>
              <a:t> nghệ</a:t>
            </a:r>
            <a:r>
              <a:rPr lang="en-US" sz="1125" u="sng" dirty="0" spc="4" kern="0">
                <a:solidFill>
                  <a:srgbClr val="147D7A"/>
                </a:solidFill>
                <a:latin typeface="Noto Sans" pitchFamily="34" charset="0"/>
                <a:ea typeface="Noto Sans" pitchFamily="34" charset="-122"/>
                <a:cs typeface="Noto Sans" pitchFamily="34" charset="-120"/>
              </a:rPr>
              <a:t> /</a:t>
            </a:r>
            <a:r>
              <a:rPr lang="en-US" sz="1125" u="sng" dirty="0" spc="6" kern="0">
                <a:solidFill>
                  <a:srgbClr val="147D7A"/>
                </a:solidFill>
                <a:latin typeface="Noto Sans" pitchFamily="34" charset="0"/>
                <a:ea typeface="Noto Sans" pitchFamily="34" charset="-122"/>
                <a:cs typeface="Noto Sans" pitchFamily="34" charset="-120"/>
              </a:rPr>
              <a:t> 01</a:t>
            </a:r>
            <a:endParaRPr lang="en-US" sz="1125" dirty="0"/>
          </a:p>
        </p:txBody>
      </p:sp>
      <p:sp>
        <p:nvSpPr>
          <p:cNvPr id="11" name="Text 9"/>
          <p:cNvSpPr/>
          <p:nvPr/>
        </p:nvSpPr>
        <p:spPr>
          <a:xfrm>
            <a:off x="6610350" y="3186113"/>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4</a:t>
            </a:r>
            <a:endParaRPr lang="en-US" sz="900" dirty="0"/>
          </a:p>
        </p:txBody>
      </p:sp>
      <p:sp>
        <p:nvSpPr>
          <p:cNvPr id="12" name="Connector line-1792810623592-886384479"/>
          <p:cNvSpPr/>
          <p:nvPr/>
        </p:nvSpPr>
        <p:spPr>
          <a:xfrm>
            <a:off x="457200" y="3519488"/>
            <a:ext cx="6648450" cy="0"/>
          </a:xfrm>
          <a:prstGeom prst="line">
            <a:avLst/>
          </a:prstGeom>
          <a:noFill/>
          <a:ln w="9525">
            <a:solidFill>
              <a:srgbClr val="D3E1E5"/>
            </a:solidFill>
            <a:prstDash val="solid"/>
            <a:headEnd type="none"/>
            <a:tailEnd type="none"/>
          </a:ln>
        </p:spPr>
        <p:txBody>
          <a:bodyPr/>
          <a:p/>
        </p:txBody>
      </p:sp>
      <p:sp>
        <p:nvSpPr>
          <p:cNvPr id="13" name="Text 11">
            <a:hlinkClick action="ppaction://hlinksldjump" r:id="rId3"/>
          </p:cNvPr>
          <p:cNvSpPr/>
          <p:nvPr/>
        </p:nvSpPr>
        <p:spPr>
          <a:xfrm>
            <a:off x="457200" y="3571875"/>
            <a:ext cx="5991225" cy="352425"/>
          </a:xfrm>
          <a:prstGeom prst="rect">
            <a:avLst/>
          </a:prstGeom>
          <a:noFill/>
          <a:ln/>
        </p:spPr>
        <p:txBody>
          <a:bodyPr wrap="square" lIns="0" tIns="5429" rIns="0" bIns="-5429" rtlCol="0" anchor="t"/>
          <a:lstStyle/>
          <a:p>
            <a:pPr algn="l" indent="0" marL="0">
              <a:lnSpc>
                <a:spcPts val="1575"/>
              </a:lnSpc>
              <a:buNone/>
            </a:pPr>
            <a:r>
              <a:rPr lang="en-US" sz="1125" u="sng" dirty="0" spc="6" kern="0">
                <a:solidFill>
                  <a:srgbClr val="147D7A"/>
                </a:solidFill>
                <a:latin typeface="Noto Sans" pitchFamily="34" charset="0"/>
                <a:ea typeface="Noto Sans" pitchFamily="34" charset="-122"/>
                <a:cs typeface="Noto Sans" pitchFamily="34" charset="-120"/>
              </a:rPr>
              <a:t>31</a:t>
            </a:r>
            <a:r>
              <a:rPr lang="en-US" sz="1125" u="sng" dirty="0" spc="1" kern="0">
                <a:solidFill>
                  <a:srgbClr val="147D7A"/>
                </a:solidFill>
                <a:latin typeface="Noto Sans" pitchFamily="34" charset="0"/>
                <a:ea typeface="Noto Sans" pitchFamily="34" charset="-122"/>
                <a:cs typeface="Noto Sans" pitchFamily="34" charset="-120"/>
              </a:rPr>
              <a:t> nhóm</a:t>
            </a:r>
            <a:r>
              <a:rPr lang="en-US" sz="1125" u="sng" dirty="0" spc="2" kern="0">
                <a:solidFill>
                  <a:srgbClr val="147D7A"/>
                </a:solidFill>
                <a:latin typeface="Noto Sans" pitchFamily="34" charset="0"/>
                <a:ea typeface="Noto Sans" pitchFamily="34" charset="-122"/>
                <a:cs typeface="Noto Sans" pitchFamily="34" charset="-120"/>
              </a:rPr>
              <a:t> công</a:t>
            </a:r>
            <a:r>
              <a:rPr lang="en-US" sz="1125" u="sng" dirty="0" spc="0" kern="0">
                <a:solidFill>
                  <a:srgbClr val="147D7A"/>
                </a:solidFill>
                <a:latin typeface="Noto Sans" pitchFamily="34" charset="0"/>
                <a:ea typeface="Noto Sans" pitchFamily="34" charset="-122"/>
                <a:cs typeface="Noto Sans" pitchFamily="34" charset="-120"/>
              </a:rPr>
              <a:t> nghệ</a:t>
            </a:r>
            <a:r>
              <a:rPr lang="en-US" sz="1125" u="sng" dirty="0" spc="4" kern="0">
                <a:solidFill>
                  <a:srgbClr val="147D7A"/>
                </a:solidFill>
                <a:latin typeface="Noto Sans" pitchFamily="34" charset="0"/>
                <a:ea typeface="Noto Sans" pitchFamily="34" charset="-122"/>
                <a:cs typeface="Noto Sans" pitchFamily="34" charset="-120"/>
              </a:rPr>
              <a:t> /</a:t>
            </a:r>
            <a:r>
              <a:rPr lang="en-US" sz="1125" u="sng" dirty="0" spc="6" kern="0">
                <a:solidFill>
                  <a:srgbClr val="147D7A"/>
                </a:solidFill>
                <a:latin typeface="Noto Sans" pitchFamily="34" charset="0"/>
                <a:ea typeface="Noto Sans" pitchFamily="34" charset="-122"/>
                <a:cs typeface="Noto Sans" pitchFamily="34" charset="-120"/>
              </a:rPr>
              <a:t> 02</a:t>
            </a:r>
            <a:endParaRPr lang="en-US" sz="1125" dirty="0"/>
          </a:p>
        </p:txBody>
      </p:sp>
      <p:sp>
        <p:nvSpPr>
          <p:cNvPr id="14" name="Text 12"/>
          <p:cNvSpPr/>
          <p:nvPr/>
        </p:nvSpPr>
        <p:spPr>
          <a:xfrm>
            <a:off x="6610350" y="3571875"/>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5</a:t>
            </a:r>
            <a:endParaRPr lang="en-US" sz="900" dirty="0"/>
          </a:p>
        </p:txBody>
      </p:sp>
      <p:sp>
        <p:nvSpPr>
          <p:cNvPr id="15" name="Connector line-1792810623597-308302805"/>
          <p:cNvSpPr/>
          <p:nvPr/>
        </p:nvSpPr>
        <p:spPr>
          <a:xfrm>
            <a:off x="457200" y="3905250"/>
            <a:ext cx="6648450" cy="0"/>
          </a:xfrm>
          <a:prstGeom prst="line">
            <a:avLst/>
          </a:prstGeom>
          <a:noFill/>
          <a:ln w="9525">
            <a:solidFill>
              <a:srgbClr val="D3E1E5"/>
            </a:solidFill>
            <a:prstDash val="solid"/>
            <a:headEnd type="none"/>
            <a:tailEnd type="none"/>
          </a:ln>
        </p:spPr>
        <p:txBody>
          <a:bodyPr/>
          <a:p/>
        </p:txBody>
      </p:sp>
      <p:sp>
        <p:nvSpPr>
          <p:cNvPr id="16" name="Text 14">
            <a:hlinkClick action="ppaction://hlinksldjump" r:id="rId4"/>
          </p:cNvPr>
          <p:cNvSpPr/>
          <p:nvPr/>
        </p:nvSpPr>
        <p:spPr>
          <a:xfrm>
            <a:off x="457200" y="3957638"/>
            <a:ext cx="5991225" cy="352425"/>
          </a:xfrm>
          <a:prstGeom prst="rect">
            <a:avLst/>
          </a:prstGeom>
          <a:noFill/>
          <a:ln/>
        </p:spPr>
        <p:txBody>
          <a:bodyPr wrap="square" lIns="0" tIns="5429" rIns="0" bIns="-5429" rtlCol="0" anchor="t"/>
          <a:lstStyle/>
          <a:p>
            <a:pPr algn="l" indent="0" marL="0">
              <a:lnSpc>
                <a:spcPts val="1575"/>
              </a:lnSpc>
              <a:buNone/>
            </a:pPr>
            <a:r>
              <a:rPr lang="en-US" sz="1125" u="sng" dirty="0" spc="-1" kern="0">
                <a:solidFill>
                  <a:srgbClr val="147D7A"/>
                </a:solidFill>
                <a:latin typeface="Noto Sans" pitchFamily="34" charset="0"/>
                <a:ea typeface="Noto Sans" pitchFamily="34" charset="-122"/>
                <a:cs typeface="Noto Sans" pitchFamily="34" charset="-120"/>
              </a:rPr>
              <a:t>Chọn</a:t>
            </a:r>
            <a:r>
              <a:rPr lang="en-US" sz="1125" u="sng" dirty="0" spc="4" kern="0">
                <a:solidFill>
                  <a:srgbClr val="147D7A"/>
                </a:solidFill>
                <a:latin typeface="Noto Sans" pitchFamily="34" charset="0"/>
                <a:ea typeface="Noto Sans" pitchFamily="34" charset="-122"/>
                <a:cs typeface="Noto Sans" pitchFamily="34" charset="-120"/>
              </a:rPr>
              <a:t> bài</a:t>
            </a:r>
            <a:r>
              <a:rPr lang="en-US" sz="1125" u="sng" dirty="0" spc="0" kern="0">
                <a:solidFill>
                  <a:srgbClr val="147D7A"/>
                </a:solidFill>
                <a:latin typeface="Noto Sans" pitchFamily="34" charset="0"/>
                <a:ea typeface="Noto Sans" pitchFamily="34" charset="-122"/>
                <a:cs typeface="Noto Sans" pitchFamily="34" charset="-120"/>
              </a:rPr>
              <a:t> đầu</a:t>
            </a:r>
            <a:r>
              <a:rPr lang="en-US" sz="1125" u="sng" dirty="0" spc="1" kern="0">
                <a:solidFill>
                  <a:srgbClr val="147D7A"/>
                </a:solidFill>
                <a:latin typeface="Noto Sans" pitchFamily="34" charset="0"/>
                <a:ea typeface="Noto Sans" pitchFamily="34" charset="-122"/>
                <a:cs typeface="Noto Sans" pitchFamily="34" charset="-120"/>
              </a:rPr>
              <a:t> tiên</a:t>
            </a:r>
            <a:r>
              <a:rPr lang="en-US" sz="1125" u="sng" dirty="0" spc="2" kern="0">
                <a:solidFill>
                  <a:srgbClr val="147D7A"/>
                </a:solidFill>
                <a:latin typeface="Noto Sans" pitchFamily="34" charset="0"/>
                <a:ea typeface="Noto Sans" pitchFamily="34" charset="-122"/>
                <a:cs typeface="Noto Sans" pitchFamily="34" charset="-120"/>
              </a:rPr>
              <a:t> theo</a:t>
            </a:r>
            <a:r>
              <a:rPr lang="en-US" sz="1125" u="sng" dirty="0" spc="3" kern="0">
                <a:solidFill>
                  <a:srgbClr val="147D7A"/>
                </a:solidFill>
                <a:latin typeface="Noto Sans" pitchFamily="34" charset="0"/>
                <a:ea typeface="Noto Sans" pitchFamily="34" charset="-122"/>
                <a:cs typeface="Noto Sans" pitchFamily="34" charset="-120"/>
              </a:rPr>
              <a:t> câu</a:t>
            </a:r>
            <a:r>
              <a:rPr lang="en-US" sz="1125" u="sng" dirty="0" spc="2" kern="0">
                <a:solidFill>
                  <a:srgbClr val="147D7A"/>
                </a:solidFill>
                <a:latin typeface="Noto Sans" pitchFamily="34" charset="0"/>
                <a:ea typeface="Noto Sans" pitchFamily="34" charset="-122"/>
                <a:cs typeface="Noto Sans" pitchFamily="34" charset="-120"/>
              </a:rPr>
              <a:t> hỏi</a:t>
            </a:r>
            <a:endParaRPr lang="en-US" sz="1125" dirty="0"/>
          </a:p>
        </p:txBody>
      </p:sp>
      <p:sp>
        <p:nvSpPr>
          <p:cNvPr id="17" name="Text 15"/>
          <p:cNvSpPr/>
          <p:nvPr/>
        </p:nvSpPr>
        <p:spPr>
          <a:xfrm>
            <a:off x="6610350" y="3957638"/>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6</a:t>
            </a:r>
            <a:endParaRPr lang="en-US" sz="900" dirty="0"/>
          </a:p>
        </p:txBody>
      </p:sp>
      <p:sp>
        <p:nvSpPr>
          <p:cNvPr id="18" name="Connector line-1792810623602-754462435"/>
          <p:cNvSpPr/>
          <p:nvPr/>
        </p:nvSpPr>
        <p:spPr>
          <a:xfrm>
            <a:off x="457200" y="4291013"/>
            <a:ext cx="6648450" cy="0"/>
          </a:xfrm>
          <a:prstGeom prst="line">
            <a:avLst/>
          </a:prstGeom>
          <a:noFill/>
          <a:ln w="9525">
            <a:solidFill>
              <a:srgbClr val="D3E1E5"/>
            </a:solidFill>
            <a:prstDash val="solid"/>
            <a:headEnd type="none"/>
            <a:tailEnd type="none"/>
          </a:ln>
        </p:spPr>
        <p:txBody>
          <a:bodyPr/>
          <a:p/>
        </p:txBody>
      </p:sp>
      <p:sp>
        <p:nvSpPr>
          <p:cNvPr id="19" name="Text 17">
            <a:hlinkClick action="ppaction://hlinksldjump" r:id="rId5"/>
          </p:cNvPr>
          <p:cNvSpPr/>
          <p:nvPr/>
        </p:nvSpPr>
        <p:spPr>
          <a:xfrm>
            <a:off x="457200" y="4343400"/>
            <a:ext cx="5991225" cy="352425"/>
          </a:xfrm>
          <a:prstGeom prst="rect">
            <a:avLst/>
          </a:prstGeom>
          <a:noFill/>
          <a:ln/>
        </p:spPr>
        <p:txBody>
          <a:bodyPr wrap="square" lIns="0" tIns="5429" rIns="0" bIns="-5429" rtlCol="0" anchor="t"/>
          <a:lstStyle/>
          <a:p>
            <a:pPr algn="l" indent="0" marL="0">
              <a:lnSpc>
                <a:spcPts val="1575"/>
              </a:lnSpc>
              <a:buNone/>
            </a:pPr>
            <a:r>
              <a:rPr lang="en-US" sz="1125" u="sng" dirty="0" spc="2" kern="0">
                <a:solidFill>
                  <a:srgbClr val="147D7A"/>
                </a:solidFill>
                <a:latin typeface="Noto Sans" pitchFamily="34" charset="0"/>
                <a:ea typeface="Noto Sans" pitchFamily="34" charset="-122"/>
                <a:cs typeface="Noto Sans" pitchFamily="34" charset="-120"/>
              </a:rPr>
              <a:t>Một vòng học</a:t>
            </a:r>
            <a:r>
              <a:rPr lang="en-US" sz="1125" u="sng" dirty="0" spc="5" kern="0">
                <a:solidFill>
                  <a:srgbClr val="147D7A"/>
                </a:solidFill>
                <a:latin typeface="Noto Sans" pitchFamily="34" charset="0"/>
                <a:ea typeface="Noto Sans" pitchFamily="34" charset="-122"/>
                <a:cs typeface="Noto Sans" pitchFamily="34" charset="-120"/>
              </a:rPr>
              <a:t> tạo</a:t>
            </a:r>
            <a:r>
              <a:rPr lang="en-US" sz="1125" u="sng" dirty="0" spc="-3" kern="0">
                <a:solidFill>
                  <a:srgbClr val="147D7A"/>
                </a:solidFill>
                <a:latin typeface="Noto Sans" pitchFamily="34" charset="0"/>
                <a:ea typeface="Noto Sans" pitchFamily="34" charset="-122"/>
                <a:cs typeface="Noto Sans" pitchFamily="34" charset="-120"/>
              </a:rPr>
              <a:t> ra</a:t>
            </a:r>
            <a:r>
              <a:rPr lang="en-US" sz="1125" u="sng" dirty="0" spc="-1" kern="0">
                <a:solidFill>
                  <a:srgbClr val="147D7A"/>
                </a:solidFill>
                <a:latin typeface="Noto Sans" pitchFamily="34" charset="0"/>
                <a:ea typeface="Noto Sans" pitchFamily="34" charset="-122"/>
                <a:cs typeface="Noto Sans" pitchFamily="34" charset="-120"/>
              </a:rPr>
              <a:t> hiểu</a:t>
            </a:r>
            <a:r>
              <a:rPr lang="en-US" sz="1125" u="sng" dirty="0" spc="3" kern="0">
                <a:solidFill>
                  <a:srgbClr val="147D7A"/>
                </a:solidFill>
                <a:latin typeface="Noto Sans" pitchFamily="34" charset="0"/>
                <a:ea typeface="Noto Sans" pitchFamily="34" charset="-122"/>
                <a:cs typeface="Noto Sans" pitchFamily="34" charset="-120"/>
              </a:rPr>
              <a:t> biết</a:t>
            </a:r>
            <a:endParaRPr lang="en-US" sz="1125" dirty="0"/>
          </a:p>
        </p:txBody>
      </p:sp>
      <p:sp>
        <p:nvSpPr>
          <p:cNvPr id="20" name="Text 18"/>
          <p:cNvSpPr/>
          <p:nvPr/>
        </p:nvSpPr>
        <p:spPr>
          <a:xfrm>
            <a:off x="6610350" y="4343400"/>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7</a:t>
            </a:r>
            <a:endParaRPr lang="en-US" sz="900" dirty="0"/>
          </a:p>
        </p:txBody>
      </p:sp>
      <p:sp>
        <p:nvSpPr>
          <p:cNvPr id="21" name="Connector line-1792810623608-548372019"/>
          <p:cNvSpPr/>
          <p:nvPr/>
        </p:nvSpPr>
        <p:spPr>
          <a:xfrm>
            <a:off x="457200" y="4676775"/>
            <a:ext cx="6648450" cy="0"/>
          </a:xfrm>
          <a:prstGeom prst="line">
            <a:avLst/>
          </a:prstGeom>
          <a:noFill/>
          <a:ln w="9525">
            <a:solidFill>
              <a:srgbClr val="D3E1E5"/>
            </a:solidFill>
            <a:prstDash val="solid"/>
            <a:headEnd type="none"/>
            <a:tailEnd type="none"/>
          </a:ln>
        </p:spPr>
        <p:txBody>
          <a:bodyPr/>
          <a:p/>
        </p:txBody>
      </p:sp>
      <p:sp>
        <p:nvSpPr>
          <p:cNvPr id="22" name="Text 20">
            <a:hlinkClick action="ppaction://hlinksldjump" r:id="rId6"/>
          </p:cNvPr>
          <p:cNvSpPr/>
          <p:nvPr/>
        </p:nvSpPr>
        <p:spPr>
          <a:xfrm>
            <a:off x="457200" y="4729163"/>
            <a:ext cx="5991225" cy="352425"/>
          </a:xfrm>
          <a:prstGeom prst="rect">
            <a:avLst/>
          </a:prstGeom>
          <a:noFill/>
          <a:ln/>
        </p:spPr>
        <p:txBody>
          <a:bodyPr wrap="square" lIns="0" tIns="5429" rIns="0" bIns="-5429" rtlCol="0" anchor="t"/>
          <a:lstStyle/>
          <a:p>
            <a:pPr algn="l" indent="0" marL="0">
              <a:lnSpc>
                <a:spcPts val="1575"/>
              </a:lnSpc>
              <a:buNone/>
            </a:pPr>
            <a:r>
              <a:rPr lang="en-US" sz="1125" u="sng" dirty="0" spc="-4" kern="0">
                <a:solidFill>
                  <a:srgbClr val="147D7A"/>
                </a:solidFill>
                <a:latin typeface="Noto Sans" pitchFamily="34" charset="0"/>
                <a:ea typeface="Noto Sans" pitchFamily="34" charset="-122"/>
                <a:cs typeface="Noto Sans" pitchFamily="34" charset="-120"/>
              </a:rPr>
              <a:t>Dữ</a:t>
            </a:r>
            <a:r>
              <a:rPr lang="en-US" sz="1125" u="sng" dirty="0" spc="1" kern="0">
                <a:solidFill>
                  <a:srgbClr val="147D7A"/>
                </a:solidFill>
                <a:latin typeface="Noto Sans" pitchFamily="34" charset="0"/>
                <a:ea typeface="Noto Sans" pitchFamily="34" charset="-122"/>
                <a:cs typeface="Noto Sans" pitchFamily="34" charset="-120"/>
              </a:rPr>
              <a:t> liệu &amp; quản</a:t>
            </a:r>
            <a:r>
              <a:rPr lang="en-US" sz="1125" u="sng" dirty="0" spc="2" kern="0">
                <a:solidFill>
                  <a:srgbClr val="147D7A"/>
                </a:solidFill>
                <a:latin typeface="Noto Sans" pitchFamily="34" charset="0"/>
                <a:ea typeface="Noto Sans" pitchFamily="34" charset="-122"/>
                <a:cs typeface="Noto Sans" pitchFamily="34" charset="-120"/>
              </a:rPr>
              <a:t> lý</a:t>
            </a:r>
            <a:r>
              <a:rPr lang="en-US" sz="1125" u="sng" dirty="0" spc="0" kern="0">
                <a:solidFill>
                  <a:srgbClr val="147D7A"/>
                </a:solidFill>
                <a:latin typeface="Noto Sans" pitchFamily="34" charset="0"/>
                <a:ea typeface="Noto Sans" pitchFamily="34" charset="-122"/>
                <a:cs typeface="Noto Sans" pitchFamily="34" charset="-120"/>
              </a:rPr>
              <a:t> phiên</a:t>
            </a:r>
            <a:r>
              <a:rPr lang="en-US" sz="1125" u="sng" dirty="0" spc="3" kern="0">
                <a:solidFill>
                  <a:srgbClr val="147D7A"/>
                </a:solidFill>
                <a:latin typeface="Noto Sans" pitchFamily="34" charset="0"/>
                <a:ea typeface="Noto Sans" pitchFamily="34" charset="-122"/>
                <a:cs typeface="Noto Sans" pitchFamily="34" charset="-120"/>
              </a:rPr>
              <a:t> bản</a:t>
            </a:r>
            <a:endParaRPr lang="en-US" sz="1125" dirty="0"/>
          </a:p>
        </p:txBody>
      </p:sp>
      <p:sp>
        <p:nvSpPr>
          <p:cNvPr id="23" name="Text 21"/>
          <p:cNvSpPr/>
          <p:nvPr/>
        </p:nvSpPr>
        <p:spPr>
          <a:xfrm>
            <a:off x="6610350" y="4729163"/>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8</a:t>
            </a:r>
            <a:endParaRPr lang="en-US" sz="900" dirty="0"/>
          </a:p>
        </p:txBody>
      </p:sp>
      <p:sp>
        <p:nvSpPr>
          <p:cNvPr id="24" name="Connector line-1792810623613-309537377"/>
          <p:cNvSpPr/>
          <p:nvPr/>
        </p:nvSpPr>
        <p:spPr>
          <a:xfrm>
            <a:off x="457200" y="5062538"/>
            <a:ext cx="6648450" cy="0"/>
          </a:xfrm>
          <a:prstGeom prst="line">
            <a:avLst/>
          </a:prstGeom>
          <a:noFill/>
          <a:ln w="9525">
            <a:solidFill>
              <a:srgbClr val="D3E1E5"/>
            </a:solidFill>
            <a:prstDash val="solid"/>
            <a:headEnd type="none"/>
            <a:tailEnd type="none"/>
          </a:ln>
        </p:spPr>
        <p:txBody>
          <a:bodyPr/>
          <a:p/>
        </p:txBody>
      </p:sp>
      <p:sp>
        <p:nvSpPr>
          <p:cNvPr id="25" name="Text 23">
            <a:hlinkClick action="ppaction://hlinksldjump" r:id="rId7"/>
          </p:cNvPr>
          <p:cNvSpPr/>
          <p:nvPr/>
        </p:nvSpPr>
        <p:spPr>
          <a:xfrm>
            <a:off x="457200" y="5114925"/>
            <a:ext cx="5991225" cy="352425"/>
          </a:xfrm>
          <a:prstGeom prst="rect">
            <a:avLst/>
          </a:prstGeom>
          <a:noFill/>
          <a:ln/>
        </p:spPr>
        <p:txBody>
          <a:bodyPr wrap="square" lIns="0" tIns="5429" rIns="0" bIns="-5429" rtlCol="0" anchor="t"/>
          <a:lstStyle/>
          <a:p>
            <a:pPr algn="l" indent="0" marL="0">
              <a:lnSpc>
                <a:spcPts val="1575"/>
              </a:lnSpc>
              <a:buNone/>
            </a:pPr>
            <a:r>
              <a:rPr lang="en-US" sz="1125" u="sng" dirty="0" spc="-6" kern="0">
                <a:solidFill>
                  <a:srgbClr val="147D7A"/>
                </a:solidFill>
                <a:latin typeface="Noto Sans" pitchFamily="34" charset="0"/>
                <a:ea typeface="Noto Sans" pitchFamily="34" charset="-122"/>
                <a:cs typeface="Noto Sans" pitchFamily="34" charset="-120"/>
              </a:rPr>
              <a:t>Web:</a:t>
            </a:r>
            <a:r>
              <a:rPr lang="en-US" sz="1125" u="sng" dirty="0" spc="0" kern="0">
                <a:solidFill>
                  <a:srgbClr val="147D7A"/>
                </a:solidFill>
                <a:latin typeface="Noto Sans" pitchFamily="34" charset="0"/>
                <a:ea typeface="Noto Sans" pitchFamily="34" charset="-122"/>
                <a:cs typeface="Noto Sans" pitchFamily="34" charset="-120"/>
              </a:rPr>
              <a:t> server</a:t>
            </a:r>
            <a:r>
              <a:rPr lang="en-US" sz="1125" u="sng" dirty="0" spc="3" kern="0">
                <a:solidFill>
                  <a:srgbClr val="147D7A"/>
                </a:solidFill>
                <a:latin typeface="Noto Sans" pitchFamily="34" charset="0"/>
                <a:ea typeface="Noto Sans" pitchFamily="34" charset="-122"/>
                <a:cs typeface="Noto Sans" pitchFamily="34" charset="-120"/>
              </a:rPr>
              <a:t> &amp;</a:t>
            </a:r>
            <a:r>
              <a:rPr lang="en-US" sz="1125" u="sng" dirty="0" spc="-4" kern="0">
                <a:solidFill>
                  <a:srgbClr val="147D7A"/>
                </a:solidFill>
                <a:latin typeface="Noto Sans" pitchFamily="34" charset="0"/>
                <a:ea typeface="Noto Sans" pitchFamily="34" charset="-122"/>
                <a:cs typeface="Noto Sans" pitchFamily="34" charset="-120"/>
              </a:rPr>
              <a:t> browser</a:t>
            </a:r>
            <a:endParaRPr lang="en-US" sz="1125" dirty="0"/>
          </a:p>
        </p:txBody>
      </p:sp>
      <p:sp>
        <p:nvSpPr>
          <p:cNvPr id="26" name="Text 24"/>
          <p:cNvSpPr/>
          <p:nvPr/>
        </p:nvSpPr>
        <p:spPr>
          <a:xfrm>
            <a:off x="6610350" y="5114925"/>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9</a:t>
            </a:r>
            <a:endParaRPr lang="en-US" sz="900" dirty="0"/>
          </a:p>
        </p:txBody>
      </p:sp>
      <p:sp>
        <p:nvSpPr>
          <p:cNvPr id="27" name="Connector line-1792810623619-636759979"/>
          <p:cNvSpPr/>
          <p:nvPr/>
        </p:nvSpPr>
        <p:spPr>
          <a:xfrm>
            <a:off x="457200" y="5448300"/>
            <a:ext cx="6648450" cy="0"/>
          </a:xfrm>
          <a:prstGeom prst="line">
            <a:avLst/>
          </a:prstGeom>
          <a:noFill/>
          <a:ln w="9525">
            <a:solidFill>
              <a:srgbClr val="D3E1E5"/>
            </a:solidFill>
            <a:prstDash val="solid"/>
            <a:headEnd type="none"/>
            <a:tailEnd type="none"/>
          </a:ln>
        </p:spPr>
        <p:txBody>
          <a:bodyPr/>
          <a:p/>
        </p:txBody>
      </p:sp>
      <p:sp>
        <p:nvSpPr>
          <p:cNvPr id="28" name="Text 26">
            <a:hlinkClick action="ppaction://hlinksldjump" r:id="rId8"/>
          </p:cNvPr>
          <p:cNvSpPr/>
          <p:nvPr/>
        </p:nvSpPr>
        <p:spPr>
          <a:xfrm>
            <a:off x="457200" y="5500688"/>
            <a:ext cx="5991225" cy="352425"/>
          </a:xfrm>
          <a:prstGeom prst="rect">
            <a:avLst/>
          </a:prstGeom>
          <a:noFill/>
          <a:ln/>
        </p:spPr>
        <p:txBody>
          <a:bodyPr wrap="square" lIns="0" tIns="5429" rIns="0" bIns="-5429" rtlCol="0" anchor="t"/>
          <a:lstStyle/>
          <a:p>
            <a:pPr algn="l" indent="0" marL="0">
              <a:lnSpc>
                <a:spcPts val="1575"/>
              </a:lnSpc>
              <a:buNone/>
            </a:pPr>
            <a:r>
              <a:rPr lang="en-US" sz="1125" u="sng" dirty="0" spc="3" kern="0">
                <a:solidFill>
                  <a:srgbClr val="147D7A"/>
                </a:solidFill>
                <a:latin typeface="Noto Sans" pitchFamily="34" charset="0"/>
                <a:ea typeface="Noto Sans" pitchFamily="34" charset="-122"/>
                <a:cs typeface="Noto Sans" pitchFamily="34" charset="-120"/>
              </a:rPr>
              <a:t>Ngôn</a:t>
            </a:r>
            <a:r>
              <a:rPr lang="en-US" sz="1125" u="sng" dirty="0" spc="0" kern="0">
                <a:solidFill>
                  <a:srgbClr val="147D7A"/>
                </a:solidFill>
                <a:latin typeface="Noto Sans" pitchFamily="34" charset="0"/>
                <a:ea typeface="Noto Sans" pitchFamily="34" charset="-122"/>
                <a:cs typeface="Noto Sans" pitchFamily="34" charset="-120"/>
              </a:rPr>
              <a:t> ngữ</a:t>
            </a:r>
            <a:r>
              <a:rPr lang="en-US" sz="1125" u="sng" dirty="0" spc="1" kern="0">
                <a:solidFill>
                  <a:srgbClr val="147D7A"/>
                </a:solidFill>
                <a:latin typeface="Noto Sans" pitchFamily="34" charset="0"/>
                <a:ea typeface="Noto Sans" pitchFamily="34" charset="-122"/>
                <a:cs typeface="Noto Sans" pitchFamily="34" charset="-120"/>
              </a:rPr>
              <a:t> &amp;</a:t>
            </a:r>
            <a:r>
              <a:rPr lang="en-US" sz="1125" u="sng" dirty="0" spc="3" kern="0">
                <a:solidFill>
                  <a:srgbClr val="147D7A"/>
                </a:solidFill>
                <a:latin typeface="Noto Sans" pitchFamily="34" charset="0"/>
                <a:ea typeface="Noto Sans" pitchFamily="34" charset="-122"/>
                <a:cs typeface="Noto Sans" pitchFamily="34" charset="-120"/>
              </a:rPr>
              <a:t> công</a:t>
            </a:r>
            <a:r>
              <a:rPr lang="en-US" sz="1125" u="sng" dirty="0" spc="0" kern="0">
                <a:solidFill>
                  <a:srgbClr val="147D7A"/>
                </a:solidFill>
                <a:latin typeface="Noto Sans" pitchFamily="34" charset="0"/>
                <a:ea typeface="Noto Sans" pitchFamily="34" charset="-122"/>
                <a:cs typeface="Noto Sans" pitchFamily="34" charset="-120"/>
              </a:rPr>
              <a:t> cụ</a:t>
            </a:r>
            <a:r>
              <a:rPr lang="en-US" sz="1125" u="sng" dirty="0" spc="5" kern="0">
                <a:solidFill>
                  <a:srgbClr val="147D7A"/>
                </a:solidFill>
                <a:latin typeface="Noto Sans" pitchFamily="34" charset="0"/>
                <a:ea typeface="Noto Sans" pitchFamily="34" charset="-122"/>
                <a:cs typeface="Noto Sans" pitchFamily="34" charset="-120"/>
              </a:rPr>
              <a:t> lập</a:t>
            </a:r>
            <a:r>
              <a:rPr lang="en-US" sz="1125" u="sng" dirty="0" spc="1" kern="0">
                <a:solidFill>
                  <a:srgbClr val="147D7A"/>
                </a:solidFill>
                <a:latin typeface="Noto Sans" pitchFamily="34" charset="0"/>
                <a:ea typeface="Noto Sans" pitchFamily="34" charset="-122"/>
                <a:cs typeface="Noto Sans" pitchFamily="34" charset="-120"/>
              </a:rPr>
              <a:t> trình</a:t>
            </a:r>
            <a:endParaRPr lang="en-US" sz="1125" dirty="0"/>
          </a:p>
        </p:txBody>
      </p:sp>
      <p:sp>
        <p:nvSpPr>
          <p:cNvPr id="29" name="Text 27"/>
          <p:cNvSpPr/>
          <p:nvPr/>
        </p:nvSpPr>
        <p:spPr>
          <a:xfrm>
            <a:off x="6610350" y="5500688"/>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10</a:t>
            </a:r>
            <a:endParaRPr lang="en-US" sz="900" dirty="0"/>
          </a:p>
        </p:txBody>
      </p:sp>
      <p:sp>
        <p:nvSpPr>
          <p:cNvPr id="30" name="Connector line-1792810623625-19416365"/>
          <p:cNvSpPr/>
          <p:nvPr/>
        </p:nvSpPr>
        <p:spPr>
          <a:xfrm>
            <a:off x="457200" y="5834063"/>
            <a:ext cx="6648450" cy="0"/>
          </a:xfrm>
          <a:prstGeom prst="line">
            <a:avLst/>
          </a:prstGeom>
          <a:noFill/>
          <a:ln w="9525">
            <a:solidFill>
              <a:srgbClr val="D3E1E5"/>
            </a:solidFill>
            <a:prstDash val="solid"/>
            <a:headEnd type="none"/>
            <a:tailEnd type="none"/>
          </a:ln>
        </p:spPr>
        <p:txBody>
          <a:bodyPr/>
          <a:p/>
        </p:txBody>
      </p:sp>
      <p:sp>
        <p:nvSpPr>
          <p:cNvPr id="31" name="Text 29">
            <a:hlinkClick action="ppaction://hlinksldjump" r:id="rId9"/>
          </p:cNvPr>
          <p:cNvSpPr/>
          <p:nvPr/>
        </p:nvSpPr>
        <p:spPr>
          <a:xfrm>
            <a:off x="457200" y="5886450"/>
            <a:ext cx="5991225" cy="352425"/>
          </a:xfrm>
          <a:prstGeom prst="rect">
            <a:avLst/>
          </a:prstGeom>
          <a:noFill/>
          <a:ln/>
        </p:spPr>
        <p:txBody>
          <a:bodyPr wrap="square" lIns="0" tIns="5429" rIns="0" bIns="-5429" rtlCol="0" anchor="t"/>
          <a:lstStyle/>
          <a:p>
            <a:pPr algn="l" indent="0" marL="0">
              <a:lnSpc>
                <a:spcPts val="1575"/>
              </a:lnSpc>
              <a:buNone/>
            </a:pPr>
            <a:r>
              <a:rPr lang="en-US" sz="1125" u="sng" dirty="0" spc="-3" kern="0">
                <a:solidFill>
                  <a:srgbClr val="147D7A"/>
                </a:solidFill>
                <a:latin typeface="Noto Sans" pitchFamily="34" charset="0"/>
                <a:ea typeface="Noto Sans" pitchFamily="34" charset="-122"/>
                <a:cs typeface="Noto Sans" pitchFamily="34" charset="-120"/>
              </a:rPr>
              <a:t>Hệ</a:t>
            </a:r>
            <a:r>
              <a:rPr lang="en-US" sz="1125" u="sng" dirty="0" spc="2" kern="0">
                <a:solidFill>
                  <a:srgbClr val="147D7A"/>
                </a:solidFill>
                <a:latin typeface="Noto Sans" pitchFamily="34" charset="0"/>
                <a:ea typeface="Noto Sans" pitchFamily="34" charset="-122"/>
                <a:cs typeface="Noto Sans" pitchFamily="34" charset="-120"/>
              </a:rPr>
              <a:t> thống</a:t>
            </a:r>
            <a:r>
              <a:rPr lang="en-US" sz="1125" u="sng" dirty="0" spc="1" kern="0">
                <a:solidFill>
                  <a:srgbClr val="147D7A"/>
                </a:solidFill>
                <a:latin typeface="Noto Sans" pitchFamily="34" charset="0"/>
                <a:ea typeface="Noto Sans" pitchFamily="34" charset="-122"/>
                <a:cs typeface="Noto Sans" pitchFamily="34" charset="-120"/>
              </a:rPr>
              <a:t> &amp;</a:t>
            </a:r>
            <a:r>
              <a:rPr lang="en-US" sz="1125" u="sng" dirty="0" spc="2" kern="0">
                <a:solidFill>
                  <a:srgbClr val="147D7A"/>
                </a:solidFill>
                <a:latin typeface="Noto Sans" pitchFamily="34" charset="0"/>
                <a:ea typeface="Noto Sans" pitchFamily="34" charset="-122"/>
                <a:cs typeface="Noto Sans" pitchFamily="34" charset="-120"/>
              </a:rPr>
              <a:t> hạ</a:t>
            </a:r>
            <a:r>
              <a:rPr lang="en-US" sz="1125" u="sng" dirty="0" spc="3" kern="0">
                <a:solidFill>
                  <a:srgbClr val="147D7A"/>
                </a:solidFill>
                <a:latin typeface="Noto Sans" pitchFamily="34" charset="0"/>
                <a:ea typeface="Noto Sans" pitchFamily="34" charset="-122"/>
                <a:cs typeface="Noto Sans" pitchFamily="34" charset="-120"/>
              </a:rPr>
              <a:t> tầng</a:t>
            </a:r>
            <a:endParaRPr lang="en-US" sz="1125" dirty="0"/>
          </a:p>
        </p:txBody>
      </p:sp>
      <p:sp>
        <p:nvSpPr>
          <p:cNvPr id="32" name="Text 30"/>
          <p:cNvSpPr/>
          <p:nvPr/>
        </p:nvSpPr>
        <p:spPr>
          <a:xfrm>
            <a:off x="6610350" y="5886450"/>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11</a:t>
            </a:r>
            <a:endParaRPr lang="en-US" sz="900" dirty="0"/>
          </a:p>
        </p:txBody>
      </p:sp>
      <p:sp>
        <p:nvSpPr>
          <p:cNvPr id="33" name="Connector line-1792810623631-781422755"/>
          <p:cNvSpPr/>
          <p:nvPr/>
        </p:nvSpPr>
        <p:spPr>
          <a:xfrm>
            <a:off x="457200" y="6219825"/>
            <a:ext cx="6648450" cy="0"/>
          </a:xfrm>
          <a:prstGeom prst="line">
            <a:avLst/>
          </a:prstGeom>
          <a:noFill/>
          <a:ln w="9525">
            <a:solidFill>
              <a:srgbClr val="D3E1E5"/>
            </a:solidFill>
            <a:prstDash val="solid"/>
            <a:headEnd type="none"/>
            <a:tailEnd type="none"/>
          </a:ln>
        </p:spPr>
        <p:txBody>
          <a:bodyPr/>
          <a:p/>
        </p:txBody>
      </p:sp>
      <p:sp>
        <p:nvSpPr>
          <p:cNvPr id="34" name="Text 32">
            <a:hlinkClick action="ppaction://hlinksldjump" r:id="rId10"/>
          </p:cNvPr>
          <p:cNvSpPr/>
          <p:nvPr/>
        </p:nvSpPr>
        <p:spPr>
          <a:xfrm>
            <a:off x="457200" y="6272213"/>
            <a:ext cx="5991225" cy="352425"/>
          </a:xfrm>
          <a:prstGeom prst="rect">
            <a:avLst/>
          </a:prstGeom>
          <a:noFill/>
          <a:ln/>
        </p:spPr>
        <p:txBody>
          <a:bodyPr wrap="square" lIns="0" tIns="5429" rIns="0" bIns="-5429" rtlCol="0" anchor="t"/>
          <a:lstStyle/>
          <a:p>
            <a:pPr algn="l" indent="0" marL="0">
              <a:lnSpc>
                <a:spcPts val="1575"/>
              </a:lnSpc>
              <a:buNone/>
            </a:pPr>
            <a:r>
              <a:rPr lang="en-US" sz="1125" u="sng" dirty="0" spc="-4" kern="0">
                <a:solidFill>
                  <a:srgbClr val="147D7A"/>
                </a:solidFill>
                <a:latin typeface="Noto Sans" pitchFamily="34" charset="0"/>
                <a:ea typeface="Noto Sans" pitchFamily="34" charset="-122"/>
                <a:cs typeface="Noto Sans" pitchFamily="34" charset="-120"/>
              </a:rPr>
              <a:t>AI,</a:t>
            </a:r>
            <a:r>
              <a:rPr lang="en-US" sz="1125" u="sng" dirty="0" spc="-3" kern="0">
                <a:solidFill>
                  <a:srgbClr val="147D7A"/>
                </a:solidFill>
                <a:latin typeface="Noto Sans" pitchFamily="34" charset="0"/>
                <a:ea typeface="Noto Sans" pitchFamily="34" charset="-122"/>
                <a:cs typeface="Noto Sans" pitchFamily="34" charset="-120"/>
              </a:rPr>
              <a:t> neural</a:t>
            </a:r>
            <a:r>
              <a:rPr lang="en-US" sz="1125" u="sng" dirty="0" spc="1" kern="0">
                <a:solidFill>
                  <a:srgbClr val="147D7A"/>
                </a:solidFill>
                <a:latin typeface="Noto Sans" pitchFamily="34" charset="0"/>
                <a:ea typeface="Noto Sans" pitchFamily="34" charset="-122"/>
                <a:cs typeface="Noto Sans" pitchFamily="34" charset="-120"/>
              </a:rPr>
              <a:t> network</a:t>
            </a:r>
            <a:r>
              <a:rPr lang="en-US" sz="1125" u="sng" dirty="0" spc="4" kern="0">
                <a:solidFill>
                  <a:srgbClr val="147D7A"/>
                </a:solidFill>
                <a:latin typeface="Noto Sans" pitchFamily="34" charset="0"/>
                <a:ea typeface="Noto Sans" pitchFamily="34" charset="-122"/>
                <a:cs typeface="Noto Sans" pitchFamily="34" charset="-120"/>
              </a:rPr>
              <a:t> &amp;</a:t>
            </a:r>
            <a:r>
              <a:rPr lang="en-US" sz="1125" u="sng" dirty="0" spc="-1" kern="0">
                <a:solidFill>
                  <a:srgbClr val="147D7A"/>
                </a:solidFill>
                <a:latin typeface="Noto Sans" pitchFamily="34" charset="0"/>
                <a:ea typeface="Noto Sans" pitchFamily="34" charset="-122"/>
                <a:cs typeface="Noto Sans" pitchFamily="34" charset="-120"/>
              </a:rPr>
              <a:t> nhận</a:t>
            </a:r>
            <a:r>
              <a:rPr lang="en-US" sz="1125" u="sng" dirty="0" spc="3" kern="0">
                <a:solidFill>
                  <a:srgbClr val="147D7A"/>
                </a:solidFill>
                <a:latin typeface="Noto Sans" pitchFamily="34" charset="0"/>
                <a:ea typeface="Noto Sans" pitchFamily="34" charset="-122"/>
                <a:cs typeface="Noto Sans" pitchFamily="34" charset="-120"/>
              </a:rPr>
              <a:t> dạng</a:t>
            </a:r>
            <a:endParaRPr lang="en-US" sz="1125" dirty="0"/>
          </a:p>
        </p:txBody>
      </p:sp>
      <p:sp>
        <p:nvSpPr>
          <p:cNvPr id="35" name="Text 33"/>
          <p:cNvSpPr/>
          <p:nvPr/>
        </p:nvSpPr>
        <p:spPr>
          <a:xfrm>
            <a:off x="6610350" y="6272213"/>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12</a:t>
            </a:r>
            <a:endParaRPr lang="en-US" sz="900" dirty="0"/>
          </a:p>
        </p:txBody>
      </p:sp>
      <p:sp>
        <p:nvSpPr>
          <p:cNvPr id="36" name="Connector line-1792810623637-554883389"/>
          <p:cNvSpPr/>
          <p:nvPr/>
        </p:nvSpPr>
        <p:spPr>
          <a:xfrm>
            <a:off x="457200" y="6605588"/>
            <a:ext cx="6648450" cy="0"/>
          </a:xfrm>
          <a:prstGeom prst="line">
            <a:avLst/>
          </a:prstGeom>
          <a:noFill/>
          <a:ln w="9525">
            <a:solidFill>
              <a:srgbClr val="D3E1E5"/>
            </a:solidFill>
            <a:prstDash val="solid"/>
            <a:headEnd type="none"/>
            <a:tailEnd type="none"/>
          </a:ln>
        </p:spPr>
        <p:txBody>
          <a:bodyPr/>
          <a:p/>
        </p:txBody>
      </p:sp>
      <p:sp>
        <p:nvSpPr>
          <p:cNvPr id="37" name="Text 35">
            <a:hlinkClick action="ppaction://hlinksldjump" r:id="rId11"/>
          </p:cNvPr>
          <p:cNvSpPr/>
          <p:nvPr/>
        </p:nvSpPr>
        <p:spPr>
          <a:xfrm>
            <a:off x="457200" y="6657975"/>
            <a:ext cx="5991225" cy="352425"/>
          </a:xfrm>
          <a:prstGeom prst="rect">
            <a:avLst/>
          </a:prstGeom>
          <a:noFill/>
          <a:ln/>
        </p:spPr>
        <p:txBody>
          <a:bodyPr wrap="square" lIns="0" tIns="5429" rIns="0" bIns="-5429" rtlCol="0" anchor="t"/>
          <a:lstStyle/>
          <a:p>
            <a:pPr algn="l" indent="0" marL="0">
              <a:lnSpc>
                <a:spcPts val="1575"/>
              </a:lnSpc>
              <a:buNone/>
            </a:pPr>
            <a:r>
              <a:rPr lang="en-US" sz="1125" u="sng" dirty="0" spc="1" kern="0">
                <a:solidFill>
                  <a:srgbClr val="147D7A"/>
                </a:solidFill>
                <a:latin typeface="Noto Sans" pitchFamily="34" charset="0"/>
                <a:ea typeface="Noto Sans" pitchFamily="34" charset="-122"/>
                <a:cs typeface="Noto Sans" pitchFamily="34" charset="-120"/>
              </a:rPr>
              <a:t>Đồ</a:t>
            </a:r>
            <a:r>
              <a:rPr lang="en-US" sz="1125" u="sng" dirty="0" spc="3" kern="0">
                <a:solidFill>
                  <a:srgbClr val="147D7A"/>
                </a:solidFill>
                <a:latin typeface="Noto Sans" pitchFamily="34" charset="0"/>
                <a:ea typeface="Noto Sans" pitchFamily="34" charset="-122"/>
                <a:cs typeface="Noto Sans" pitchFamily="34" charset="-120"/>
              </a:rPr>
              <a:t> họa, game</a:t>
            </a:r>
            <a:r>
              <a:rPr lang="en-US" sz="1125" u="sng" dirty="0" spc="1" kern="0">
                <a:solidFill>
                  <a:srgbClr val="147D7A"/>
                </a:solidFill>
                <a:latin typeface="Noto Sans" pitchFamily="34" charset="0"/>
                <a:ea typeface="Noto Sans" pitchFamily="34" charset="-122"/>
                <a:cs typeface="Noto Sans" pitchFamily="34" charset="-120"/>
              </a:rPr>
              <a:t> &amp;</a:t>
            </a:r>
            <a:r>
              <a:rPr lang="en-US" sz="1125" u="sng" dirty="0" spc="4" kern="0">
                <a:solidFill>
                  <a:srgbClr val="147D7A"/>
                </a:solidFill>
                <a:latin typeface="Noto Sans" pitchFamily="34" charset="0"/>
                <a:ea typeface="Noto Sans" pitchFamily="34" charset="-122"/>
                <a:cs typeface="Noto Sans" pitchFamily="34" charset="-120"/>
              </a:rPr>
              <a:t> mô</a:t>
            </a:r>
            <a:r>
              <a:rPr lang="en-US" sz="1125" u="sng" dirty="0" spc="2" kern="0">
                <a:solidFill>
                  <a:srgbClr val="147D7A"/>
                </a:solidFill>
                <a:latin typeface="Noto Sans" pitchFamily="34" charset="0"/>
                <a:ea typeface="Noto Sans" pitchFamily="34" charset="-122"/>
                <a:cs typeface="Noto Sans" pitchFamily="34" charset="-120"/>
              </a:rPr>
              <a:t> phỏng</a:t>
            </a:r>
            <a:endParaRPr lang="en-US" sz="1125" dirty="0"/>
          </a:p>
        </p:txBody>
      </p:sp>
      <p:sp>
        <p:nvSpPr>
          <p:cNvPr id="38" name="Text 36"/>
          <p:cNvSpPr/>
          <p:nvPr/>
        </p:nvSpPr>
        <p:spPr>
          <a:xfrm>
            <a:off x="6610350" y="6657975"/>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13</a:t>
            </a:r>
            <a:endParaRPr lang="en-US" sz="900" dirty="0"/>
          </a:p>
        </p:txBody>
      </p:sp>
      <p:sp>
        <p:nvSpPr>
          <p:cNvPr id="39" name="Connector line-1792810623644-350420374"/>
          <p:cNvSpPr/>
          <p:nvPr/>
        </p:nvSpPr>
        <p:spPr>
          <a:xfrm>
            <a:off x="457200" y="6991350"/>
            <a:ext cx="6648450" cy="0"/>
          </a:xfrm>
          <a:prstGeom prst="line">
            <a:avLst/>
          </a:prstGeom>
          <a:noFill/>
          <a:ln w="9525">
            <a:solidFill>
              <a:srgbClr val="D3E1E5"/>
            </a:solidFill>
            <a:prstDash val="solid"/>
            <a:headEnd type="none"/>
            <a:tailEnd type="none"/>
          </a:ln>
        </p:spPr>
        <p:txBody>
          <a:bodyPr/>
          <a:p/>
        </p:txBody>
      </p:sp>
      <p:sp>
        <p:nvSpPr>
          <p:cNvPr id="40" name="Text 38">
            <a:hlinkClick action="ppaction://hlinksldjump" r:id="rId12"/>
          </p:cNvPr>
          <p:cNvSpPr/>
          <p:nvPr/>
        </p:nvSpPr>
        <p:spPr>
          <a:xfrm>
            <a:off x="457200" y="7043738"/>
            <a:ext cx="5991225" cy="352425"/>
          </a:xfrm>
          <a:prstGeom prst="rect">
            <a:avLst/>
          </a:prstGeom>
          <a:noFill/>
          <a:ln/>
        </p:spPr>
        <p:txBody>
          <a:bodyPr wrap="square" lIns="0" tIns="5429" rIns="0" bIns="-5429" rtlCol="0" anchor="t"/>
          <a:lstStyle/>
          <a:p>
            <a:pPr algn="l" indent="0" marL="0">
              <a:lnSpc>
                <a:spcPts val="1575"/>
              </a:lnSpc>
              <a:buNone/>
            </a:pPr>
            <a:r>
              <a:rPr lang="en-US" sz="1125" u="sng" dirty="0" spc="2" kern="0">
                <a:solidFill>
                  <a:srgbClr val="147D7A"/>
                </a:solidFill>
                <a:latin typeface="Noto Sans" pitchFamily="34" charset="0"/>
                <a:ea typeface="Noto Sans" pitchFamily="34" charset="-122"/>
                <a:cs typeface="Noto Sans" pitchFamily="34" charset="-120"/>
              </a:rPr>
              <a:t>Giao</a:t>
            </a:r>
            <a:r>
              <a:rPr lang="en-US" sz="1125" u="sng" dirty="0" spc="1" kern="0">
                <a:solidFill>
                  <a:srgbClr val="147D7A"/>
                </a:solidFill>
                <a:latin typeface="Noto Sans" pitchFamily="34" charset="0"/>
                <a:ea typeface="Noto Sans" pitchFamily="34" charset="-122"/>
                <a:cs typeface="Noto Sans" pitchFamily="34" charset="-120"/>
              </a:rPr>
              <a:t> diện</a:t>
            </a:r>
            <a:r>
              <a:rPr lang="en-US" sz="1125" u="sng" dirty="0" spc="2" kern="0">
                <a:solidFill>
                  <a:srgbClr val="147D7A"/>
                </a:solidFill>
                <a:latin typeface="Noto Sans" pitchFamily="34" charset="0"/>
                <a:ea typeface="Noto Sans" pitchFamily="34" charset="-122"/>
                <a:cs typeface="Noto Sans" pitchFamily="34" charset="-120"/>
              </a:rPr>
              <a:t> &amp; công cụ</a:t>
            </a:r>
            <a:r>
              <a:rPr lang="en-US" sz="1125" u="sng" dirty="0" spc="4" kern="0">
                <a:solidFill>
                  <a:srgbClr val="147D7A"/>
                </a:solidFill>
                <a:latin typeface="Noto Sans" pitchFamily="34" charset="0"/>
                <a:ea typeface="Noto Sans" pitchFamily="34" charset="-122"/>
                <a:cs typeface="Noto Sans" pitchFamily="34" charset="-120"/>
              </a:rPr>
              <a:t> cá</a:t>
            </a:r>
            <a:r>
              <a:rPr lang="en-US" sz="1125" u="sng" dirty="0" spc="-1" kern="0">
                <a:solidFill>
                  <a:srgbClr val="147D7A"/>
                </a:solidFill>
                <a:latin typeface="Noto Sans" pitchFamily="34" charset="0"/>
                <a:ea typeface="Noto Sans" pitchFamily="34" charset="-122"/>
                <a:cs typeface="Noto Sans" pitchFamily="34" charset="-120"/>
              </a:rPr>
              <a:t> nhân</a:t>
            </a:r>
            <a:endParaRPr lang="en-US" sz="1125" dirty="0"/>
          </a:p>
        </p:txBody>
      </p:sp>
      <p:sp>
        <p:nvSpPr>
          <p:cNvPr id="41" name="Text 39"/>
          <p:cNvSpPr/>
          <p:nvPr/>
        </p:nvSpPr>
        <p:spPr>
          <a:xfrm>
            <a:off x="6610350" y="7043738"/>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14</a:t>
            </a:r>
            <a:endParaRPr lang="en-US" sz="900" dirty="0"/>
          </a:p>
        </p:txBody>
      </p:sp>
      <p:sp>
        <p:nvSpPr>
          <p:cNvPr id="42" name="Connector line-1792810623648-404119097"/>
          <p:cNvSpPr/>
          <p:nvPr/>
        </p:nvSpPr>
        <p:spPr>
          <a:xfrm>
            <a:off x="457200" y="7377113"/>
            <a:ext cx="6648450" cy="0"/>
          </a:xfrm>
          <a:prstGeom prst="line">
            <a:avLst/>
          </a:prstGeom>
          <a:noFill/>
          <a:ln w="9525">
            <a:solidFill>
              <a:srgbClr val="D3E1E5"/>
            </a:solidFill>
            <a:prstDash val="solid"/>
            <a:headEnd type="none"/>
            <a:tailEnd type="none"/>
          </a:ln>
        </p:spPr>
        <p:txBody>
          <a:bodyPr/>
          <a:p/>
        </p:txBody>
      </p:sp>
      <p:sp>
        <p:nvSpPr>
          <p:cNvPr id="43" name="Text 41">
            <a:hlinkClick action="ppaction://hlinksldjump" r:id="rId13"/>
          </p:cNvPr>
          <p:cNvSpPr/>
          <p:nvPr/>
        </p:nvSpPr>
        <p:spPr>
          <a:xfrm>
            <a:off x="457200" y="7429500"/>
            <a:ext cx="5991225" cy="352425"/>
          </a:xfrm>
          <a:prstGeom prst="rect">
            <a:avLst/>
          </a:prstGeom>
          <a:noFill/>
          <a:ln/>
        </p:spPr>
        <p:txBody>
          <a:bodyPr wrap="square" lIns="0" tIns="5429" rIns="0" bIns="-5429" rtlCol="0" anchor="t"/>
          <a:lstStyle/>
          <a:p>
            <a:pPr algn="l" indent="0" marL="0">
              <a:lnSpc>
                <a:spcPts val="1575"/>
              </a:lnSpc>
              <a:buNone/>
            </a:pPr>
            <a:r>
              <a:rPr lang="en-US" sz="1125" u="sng" dirty="0" spc="1" kern="0">
                <a:solidFill>
                  <a:srgbClr val="147D7A"/>
                </a:solidFill>
                <a:latin typeface="Noto Sans" pitchFamily="34" charset="0"/>
                <a:ea typeface="Noto Sans" pitchFamily="34" charset="-122"/>
                <a:cs typeface="Noto Sans" pitchFamily="34" charset="-120"/>
              </a:rPr>
              <a:t>Ví</a:t>
            </a:r>
            <a:r>
              <a:rPr lang="en-US" sz="1125" u="sng" dirty="0" spc="2" kern="0">
                <a:solidFill>
                  <a:srgbClr val="147D7A"/>
                </a:solidFill>
                <a:latin typeface="Noto Sans" pitchFamily="34" charset="0"/>
                <a:ea typeface="Noto Sans" pitchFamily="34" charset="-122"/>
                <a:cs typeface="Noto Sans" pitchFamily="34" charset="-120"/>
              </a:rPr>
              <a:t> dụ</a:t>
            </a:r>
            <a:r>
              <a:rPr lang="en-US" sz="1125" u="sng" dirty="0" spc="3" kern="0">
                <a:solidFill>
                  <a:srgbClr val="147D7A"/>
                </a:solidFill>
                <a:latin typeface="Noto Sans" pitchFamily="34" charset="0"/>
                <a:ea typeface="Noto Sans" pitchFamily="34" charset="-122"/>
                <a:cs typeface="Noto Sans" pitchFamily="34" charset="-120"/>
              </a:rPr>
              <a:t> thật: bước</a:t>
            </a:r>
            <a:r>
              <a:rPr lang="en-US" sz="1125" u="sng" dirty="0" spc="0" kern="0">
                <a:solidFill>
                  <a:srgbClr val="147D7A"/>
                </a:solidFill>
                <a:latin typeface="Noto Sans" pitchFamily="34" charset="0"/>
                <a:ea typeface="Noto Sans" pitchFamily="34" charset="-122"/>
                <a:cs typeface="Noto Sans" pitchFamily="34" charset="-120"/>
              </a:rPr>
              <a:t> đầu</a:t>
            </a:r>
            <a:r>
              <a:rPr lang="en-US" sz="1125" u="sng" dirty="0" spc="4" kern="0">
                <a:solidFill>
                  <a:srgbClr val="147D7A"/>
                </a:solidFill>
                <a:latin typeface="Noto Sans" pitchFamily="34" charset="0"/>
                <a:ea typeface="Noto Sans" pitchFamily="34" charset="-122"/>
                <a:cs typeface="Noto Sans" pitchFamily="34" charset="-120"/>
              </a:rPr>
              <a:t> làm database</a:t>
            </a:r>
            <a:endParaRPr lang="en-US" sz="1125" dirty="0"/>
          </a:p>
        </p:txBody>
      </p:sp>
      <p:sp>
        <p:nvSpPr>
          <p:cNvPr id="44" name="Text 42"/>
          <p:cNvSpPr/>
          <p:nvPr/>
        </p:nvSpPr>
        <p:spPr>
          <a:xfrm>
            <a:off x="6610350" y="7429500"/>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15</a:t>
            </a:r>
            <a:endParaRPr lang="en-US" sz="900" dirty="0"/>
          </a:p>
        </p:txBody>
      </p:sp>
      <p:sp>
        <p:nvSpPr>
          <p:cNvPr id="45" name="Connector line-1792810623652-929845222"/>
          <p:cNvSpPr/>
          <p:nvPr/>
        </p:nvSpPr>
        <p:spPr>
          <a:xfrm>
            <a:off x="457200" y="7762875"/>
            <a:ext cx="6648450" cy="0"/>
          </a:xfrm>
          <a:prstGeom prst="line">
            <a:avLst/>
          </a:prstGeom>
          <a:noFill/>
          <a:ln w="9525">
            <a:solidFill>
              <a:srgbClr val="D3E1E5"/>
            </a:solidFill>
            <a:prstDash val="solid"/>
            <a:headEnd type="none"/>
            <a:tailEnd type="none"/>
          </a:ln>
        </p:spPr>
        <p:txBody>
          <a:bodyPr/>
          <a:p/>
        </p:txBody>
      </p:sp>
      <p:sp>
        <p:nvSpPr>
          <p:cNvPr id="46" name="Text 44">
            <a:hlinkClick action="ppaction://hlinksldjump" r:id="rId14"/>
          </p:cNvPr>
          <p:cNvSpPr/>
          <p:nvPr/>
        </p:nvSpPr>
        <p:spPr>
          <a:xfrm>
            <a:off x="457200" y="7815263"/>
            <a:ext cx="5991225" cy="352425"/>
          </a:xfrm>
          <a:prstGeom prst="rect">
            <a:avLst/>
          </a:prstGeom>
          <a:noFill/>
          <a:ln/>
        </p:spPr>
        <p:txBody>
          <a:bodyPr wrap="square" lIns="0" tIns="5429" rIns="0" bIns="-5429" rtlCol="0" anchor="t"/>
          <a:lstStyle/>
          <a:p>
            <a:pPr algn="l" indent="0" marL="0">
              <a:lnSpc>
                <a:spcPts val="1575"/>
              </a:lnSpc>
              <a:buNone/>
            </a:pPr>
            <a:r>
              <a:rPr lang="en-US" sz="1125" u="sng" dirty="0" spc="4" kern="0">
                <a:solidFill>
                  <a:srgbClr val="147D7A"/>
                </a:solidFill>
                <a:latin typeface="Noto Sans" pitchFamily="34" charset="0"/>
                <a:ea typeface="Noto Sans" pitchFamily="34" charset="-122"/>
                <a:cs typeface="Noto Sans" pitchFamily="34" charset="-120"/>
              </a:rPr>
              <a:t>Lộ</a:t>
            </a:r>
            <a:r>
              <a:rPr lang="en-US" sz="1125" u="sng" dirty="0" spc="1" kern="0">
                <a:solidFill>
                  <a:srgbClr val="147D7A"/>
                </a:solidFill>
                <a:latin typeface="Noto Sans" pitchFamily="34" charset="0"/>
                <a:ea typeface="Noto Sans" pitchFamily="34" charset="-122"/>
                <a:cs typeface="Noto Sans" pitchFamily="34" charset="-120"/>
              </a:rPr>
              <a:t> trình</a:t>
            </a:r>
            <a:r>
              <a:rPr lang="en-US" sz="1125" u="sng" dirty="0" spc="4" kern="0">
                <a:solidFill>
                  <a:srgbClr val="147D7A"/>
                </a:solidFill>
                <a:latin typeface="Noto Sans" pitchFamily="34" charset="0"/>
                <a:ea typeface="Noto Sans" pitchFamily="34" charset="-122"/>
                <a:cs typeface="Noto Sans" pitchFamily="34" charset="-120"/>
              </a:rPr>
              <a:t> gợi</a:t>
            </a:r>
            <a:r>
              <a:rPr lang="en-US" sz="1125" u="sng" dirty="0" spc="3" kern="0">
                <a:solidFill>
                  <a:srgbClr val="147D7A"/>
                </a:solidFill>
                <a:latin typeface="Noto Sans" pitchFamily="34" charset="0"/>
                <a:ea typeface="Noto Sans" pitchFamily="34" charset="-122"/>
                <a:cs typeface="Noto Sans" pitchFamily="34" charset="-120"/>
              </a:rPr>
              <a:t> ý</a:t>
            </a:r>
            <a:r>
              <a:rPr lang="en-US" sz="1125" u="sng" dirty="0" spc="2" kern="0">
                <a:solidFill>
                  <a:srgbClr val="147D7A"/>
                </a:solidFill>
                <a:latin typeface="Noto Sans" pitchFamily="34" charset="0"/>
                <a:ea typeface="Noto Sans" pitchFamily="34" charset="-122"/>
                <a:cs typeface="Noto Sans" pitchFamily="34" charset="-120"/>
              </a:rPr>
              <a:t> theo</a:t>
            </a:r>
            <a:r>
              <a:rPr lang="en-US" sz="1125" u="sng" dirty="0" spc="-2" kern="0">
                <a:solidFill>
                  <a:srgbClr val="147D7A"/>
                </a:solidFill>
                <a:latin typeface="Noto Sans" pitchFamily="34" charset="0"/>
                <a:ea typeface="Noto Sans" pitchFamily="34" charset="-122"/>
                <a:cs typeface="Noto Sans" pitchFamily="34" charset="-120"/>
              </a:rPr>
              <a:t> nền</a:t>
            </a:r>
            <a:r>
              <a:rPr lang="en-US" sz="1125" u="sng" dirty="0" spc="3" kern="0">
                <a:solidFill>
                  <a:srgbClr val="147D7A"/>
                </a:solidFill>
                <a:latin typeface="Noto Sans" pitchFamily="34" charset="0"/>
                <a:ea typeface="Noto Sans" pitchFamily="34" charset="-122"/>
                <a:cs typeface="Noto Sans" pitchFamily="34" charset="-120"/>
              </a:rPr>
              <a:t> tảng</a:t>
            </a:r>
            <a:endParaRPr lang="en-US" sz="1125" dirty="0"/>
          </a:p>
        </p:txBody>
      </p:sp>
      <p:sp>
        <p:nvSpPr>
          <p:cNvPr id="47" name="Text 45"/>
          <p:cNvSpPr/>
          <p:nvPr/>
        </p:nvSpPr>
        <p:spPr>
          <a:xfrm>
            <a:off x="6610350" y="7815263"/>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16</a:t>
            </a:r>
            <a:endParaRPr lang="en-US" sz="900" dirty="0"/>
          </a:p>
        </p:txBody>
      </p:sp>
      <p:sp>
        <p:nvSpPr>
          <p:cNvPr id="48" name="Connector line-1792810623657-561681349"/>
          <p:cNvSpPr/>
          <p:nvPr/>
        </p:nvSpPr>
        <p:spPr>
          <a:xfrm>
            <a:off x="457200" y="8148638"/>
            <a:ext cx="6648450" cy="0"/>
          </a:xfrm>
          <a:prstGeom prst="line">
            <a:avLst/>
          </a:prstGeom>
          <a:noFill/>
          <a:ln w="9525">
            <a:solidFill>
              <a:srgbClr val="D3E1E5"/>
            </a:solidFill>
            <a:prstDash val="solid"/>
            <a:headEnd type="none"/>
            <a:tailEnd type="none"/>
          </a:ln>
        </p:spPr>
        <p:txBody>
          <a:bodyPr/>
          <a:p/>
        </p:txBody>
      </p:sp>
      <p:sp>
        <p:nvSpPr>
          <p:cNvPr id="49" name="Text 47">
            <a:hlinkClick action="ppaction://hlinksldjump" r:id="rId15"/>
          </p:cNvPr>
          <p:cNvSpPr/>
          <p:nvPr/>
        </p:nvSpPr>
        <p:spPr>
          <a:xfrm>
            <a:off x="457200" y="8201025"/>
            <a:ext cx="5991225" cy="352425"/>
          </a:xfrm>
          <a:prstGeom prst="rect">
            <a:avLst/>
          </a:prstGeom>
          <a:noFill/>
          <a:ln/>
        </p:spPr>
        <p:txBody>
          <a:bodyPr wrap="square" lIns="0" tIns="5429" rIns="0" bIns="-5429" rtlCol="0" anchor="t"/>
          <a:lstStyle/>
          <a:p>
            <a:pPr algn="l" indent="0" marL="0">
              <a:lnSpc>
                <a:spcPts val="1575"/>
              </a:lnSpc>
              <a:buNone/>
            </a:pPr>
            <a:r>
              <a:rPr lang="en-US" sz="1125" u="sng" dirty="0" spc="-30" kern="0">
                <a:solidFill>
                  <a:srgbClr val="147D7A"/>
                </a:solidFill>
                <a:latin typeface="Noto Sans" pitchFamily="34" charset="0"/>
                <a:ea typeface="Noto Sans" pitchFamily="34" charset="-122"/>
                <a:cs typeface="Noto Sans" pitchFamily="34" charset="-120"/>
              </a:rPr>
              <a:t>Tự</a:t>
            </a:r>
            <a:r>
              <a:rPr lang="en-US" sz="1125" u="sng" dirty="0" spc="1" kern="0">
                <a:solidFill>
                  <a:srgbClr val="147D7A"/>
                </a:solidFill>
                <a:latin typeface="Noto Sans" pitchFamily="34" charset="0"/>
                <a:ea typeface="Noto Sans" pitchFamily="34" charset="-122"/>
                <a:cs typeface="Noto Sans" pitchFamily="34" charset="-120"/>
              </a:rPr>
              <a:t> kiểm</a:t>
            </a:r>
            <a:r>
              <a:rPr lang="en-US" sz="1125" u="sng" dirty="0" spc="0" kern="0">
                <a:solidFill>
                  <a:srgbClr val="147D7A"/>
                </a:solidFill>
                <a:latin typeface="Noto Sans" pitchFamily="34" charset="0"/>
                <a:ea typeface="Noto Sans" pitchFamily="34" charset="-122"/>
                <a:cs typeface="Noto Sans" pitchFamily="34" charset="-120"/>
              </a:rPr>
              <a:t> tra:</a:t>
            </a:r>
            <a:r>
              <a:rPr lang="en-US" sz="1125" u="sng" dirty="0" spc="-1" kern="0">
                <a:solidFill>
                  <a:srgbClr val="147D7A"/>
                </a:solidFill>
                <a:latin typeface="Noto Sans" pitchFamily="34" charset="0"/>
                <a:ea typeface="Noto Sans" pitchFamily="34" charset="-122"/>
                <a:cs typeface="Noto Sans" pitchFamily="34" charset="-120"/>
              </a:rPr>
              <a:t> hiểu</a:t>
            </a:r>
            <a:r>
              <a:rPr lang="en-US" sz="1125" u="sng" dirty="0" spc="2" kern="0">
                <a:solidFill>
                  <a:srgbClr val="147D7A"/>
                </a:solidFill>
                <a:latin typeface="Noto Sans" pitchFamily="34" charset="0"/>
                <a:ea typeface="Noto Sans" pitchFamily="34" charset="-122"/>
                <a:cs typeface="Noto Sans" pitchFamily="34" charset="-120"/>
              </a:rPr>
              <a:t> hay</a:t>
            </a:r>
            <a:r>
              <a:rPr lang="en-US" sz="1125" u="sng" dirty="0" spc="3" kern="0">
                <a:solidFill>
                  <a:srgbClr val="147D7A"/>
                </a:solidFill>
                <a:latin typeface="Noto Sans" pitchFamily="34" charset="0"/>
                <a:ea typeface="Noto Sans" pitchFamily="34" charset="-122"/>
                <a:cs typeface="Noto Sans" pitchFamily="34" charset="-120"/>
              </a:rPr>
              <a:t> mới</a:t>
            </a:r>
            <a:r>
              <a:rPr lang="en-US" sz="1125" u="sng" dirty="0" spc="4" kern="0">
                <a:solidFill>
                  <a:srgbClr val="147D7A"/>
                </a:solidFill>
                <a:latin typeface="Noto Sans" pitchFamily="34" charset="0"/>
                <a:ea typeface="Noto Sans" pitchFamily="34" charset="-122"/>
                <a:cs typeface="Noto Sans" pitchFamily="34" charset="-120"/>
              </a:rPr>
              <a:t> làm</a:t>
            </a:r>
            <a:r>
              <a:rPr lang="en-US" sz="1125" u="sng" dirty="0" spc="2" kern="0">
                <a:solidFill>
                  <a:srgbClr val="147D7A"/>
                </a:solidFill>
                <a:latin typeface="Noto Sans" pitchFamily="34" charset="0"/>
                <a:ea typeface="Noto Sans" pitchFamily="34" charset="-122"/>
                <a:cs typeface="Noto Sans" pitchFamily="34" charset="-120"/>
              </a:rPr>
              <a:t> theo?</a:t>
            </a:r>
            <a:endParaRPr lang="en-US" sz="1125" dirty="0"/>
          </a:p>
        </p:txBody>
      </p:sp>
      <p:sp>
        <p:nvSpPr>
          <p:cNvPr id="50" name="Text 48"/>
          <p:cNvSpPr/>
          <p:nvPr/>
        </p:nvSpPr>
        <p:spPr>
          <a:xfrm>
            <a:off x="6610350" y="8201025"/>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17</a:t>
            </a:r>
            <a:endParaRPr lang="en-US" sz="900" dirty="0"/>
          </a:p>
        </p:txBody>
      </p:sp>
      <p:sp>
        <p:nvSpPr>
          <p:cNvPr id="51" name="Connector line-1792810623661-238067173"/>
          <p:cNvSpPr/>
          <p:nvPr/>
        </p:nvSpPr>
        <p:spPr>
          <a:xfrm>
            <a:off x="457200" y="8534400"/>
            <a:ext cx="6648450" cy="0"/>
          </a:xfrm>
          <a:prstGeom prst="line">
            <a:avLst/>
          </a:prstGeom>
          <a:noFill/>
          <a:ln w="9525">
            <a:solidFill>
              <a:srgbClr val="D3E1E5"/>
            </a:solidFill>
            <a:prstDash val="solid"/>
            <a:headEnd type="none"/>
            <a:tailEnd type="none"/>
          </a:ln>
        </p:spPr>
        <p:txBody>
          <a:bodyPr/>
          <a:p/>
        </p:txBody>
      </p:sp>
      <p:sp>
        <p:nvSpPr>
          <p:cNvPr id="52" name="Text 50">
            <a:hlinkClick action="ppaction://hlinksldjump" r:id="rId16"/>
          </p:cNvPr>
          <p:cNvSpPr/>
          <p:nvPr/>
        </p:nvSpPr>
        <p:spPr>
          <a:xfrm>
            <a:off x="457200" y="8586788"/>
            <a:ext cx="5991225" cy="352425"/>
          </a:xfrm>
          <a:prstGeom prst="rect">
            <a:avLst/>
          </a:prstGeom>
          <a:noFill/>
          <a:ln/>
        </p:spPr>
        <p:txBody>
          <a:bodyPr wrap="square" lIns="0" tIns="5429" rIns="0" bIns="-5429" rtlCol="0" anchor="t"/>
          <a:lstStyle/>
          <a:p>
            <a:pPr algn="l" indent="0" marL="0">
              <a:lnSpc>
                <a:spcPts val="1575"/>
              </a:lnSpc>
              <a:buNone/>
            </a:pPr>
            <a:r>
              <a:rPr lang="en-US" sz="1125" u="sng" dirty="0" spc="-1" kern="0">
                <a:solidFill>
                  <a:srgbClr val="147D7A"/>
                </a:solidFill>
                <a:latin typeface="Noto Sans" pitchFamily="34" charset="0"/>
                <a:ea typeface="Noto Sans" pitchFamily="34" charset="-122"/>
                <a:cs typeface="Noto Sans" pitchFamily="34" charset="-120"/>
              </a:rPr>
              <a:t>Những điều</a:t>
            </a:r>
            <a:r>
              <a:rPr lang="en-US" sz="1125" u="sng" dirty="0" spc="2" kern="0">
                <a:solidFill>
                  <a:srgbClr val="147D7A"/>
                </a:solidFill>
                <a:latin typeface="Noto Sans" pitchFamily="34" charset="0"/>
                <a:ea typeface="Noto Sans" pitchFamily="34" charset="-122"/>
                <a:cs typeface="Noto Sans" pitchFamily="34" charset="-120"/>
              </a:rPr>
              <a:t> dễ</a:t>
            </a:r>
            <a:r>
              <a:rPr lang="en-US" sz="1125" u="sng" dirty="0" spc="-1" kern="0">
                <a:solidFill>
                  <a:srgbClr val="147D7A"/>
                </a:solidFill>
                <a:latin typeface="Noto Sans" pitchFamily="34" charset="0"/>
                <a:ea typeface="Noto Sans" pitchFamily="34" charset="-122"/>
                <a:cs typeface="Noto Sans" pitchFamily="34" charset="-120"/>
              </a:rPr>
              <a:t> hiểu</a:t>
            </a:r>
            <a:r>
              <a:rPr lang="en-US" sz="1125" u="sng" dirty="0" spc="1" kern="0">
                <a:solidFill>
                  <a:srgbClr val="147D7A"/>
                </a:solidFill>
                <a:latin typeface="Noto Sans" pitchFamily="34" charset="0"/>
                <a:ea typeface="Noto Sans" pitchFamily="34" charset="-122"/>
                <a:cs typeface="Noto Sans" pitchFamily="34" charset="-120"/>
              </a:rPr>
              <a:t> nhầm</a:t>
            </a:r>
            <a:endParaRPr lang="en-US" sz="1125" dirty="0"/>
          </a:p>
        </p:txBody>
      </p:sp>
      <p:sp>
        <p:nvSpPr>
          <p:cNvPr id="53" name="Text 51"/>
          <p:cNvSpPr/>
          <p:nvPr/>
        </p:nvSpPr>
        <p:spPr>
          <a:xfrm>
            <a:off x="6610350" y="8586788"/>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18</a:t>
            </a:r>
            <a:endParaRPr lang="en-US" sz="900" dirty="0"/>
          </a:p>
        </p:txBody>
      </p:sp>
      <p:sp>
        <p:nvSpPr>
          <p:cNvPr id="54" name="Connector line-1792810623667-998067651"/>
          <p:cNvSpPr/>
          <p:nvPr/>
        </p:nvSpPr>
        <p:spPr>
          <a:xfrm>
            <a:off x="457200" y="8920163"/>
            <a:ext cx="6648450" cy="0"/>
          </a:xfrm>
          <a:prstGeom prst="line">
            <a:avLst/>
          </a:prstGeom>
          <a:noFill/>
          <a:ln w="9525">
            <a:solidFill>
              <a:srgbClr val="D3E1E5"/>
            </a:solidFill>
            <a:prstDash val="solid"/>
            <a:headEnd type="none"/>
            <a:tailEnd type="none"/>
          </a:ln>
        </p:spPr>
        <p:txBody>
          <a:bodyPr/>
          <a:p/>
        </p:txBody>
      </p:sp>
      <p:sp>
        <p:nvSpPr>
          <p:cNvPr id="55" name="Text 53">
            <a:hlinkClick action="ppaction://hlinksldjump" r:id="rId17"/>
          </p:cNvPr>
          <p:cNvSpPr/>
          <p:nvPr/>
        </p:nvSpPr>
        <p:spPr>
          <a:xfrm>
            <a:off x="457200" y="8972550"/>
            <a:ext cx="5991225" cy="352425"/>
          </a:xfrm>
          <a:prstGeom prst="rect">
            <a:avLst/>
          </a:prstGeom>
          <a:noFill/>
          <a:ln/>
        </p:spPr>
        <p:txBody>
          <a:bodyPr wrap="square" lIns="0" tIns="5429" rIns="0" bIns="-5429" rtlCol="0" anchor="t"/>
          <a:lstStyle/>
          <a:p>
            <a:pPr algn="l" indent="0" marL="0">
              <a:lnSpc>
                <a:spcPts val="1575"/>
              </a:lnSpc>
              <a:buNone/>
            </a:pPr>
            <a:r>
              <a:rPr lang="en-US" sz="1125" u="sng" dirty="0" spc="-1" kern="0">
                <a:solidFill>
                  <a:srgbClr val="147D7A"/>
                </a:solidFill>
                <a:latin typeface="Noto Sans" pitchFamily="34" charset="0"/>
                <a:ea typeface="Noto Sans" pitchFamily="34" charset="-122"/>
                <a:cs typeface="Noto Sans" pitchFamily="34" charset="-120"/>
              </a:rPr>
              <a:t>Phiếu</a:t>
            </a:r>
            <a:r>
              <a:rPr lang="en-US" sz="1125" u="sng" dirty="0" spc="6" kern="0">
                <a:solidFill>
                  <a:srgbClr val="147D7A"/>
                </a:solidFill>
                <a:latin typeface="Noto Sans" pitchFamily="34" charset="0"/>
                <a:ea typeface="Noto Sans" pitchFamily="34" charset="-122"/>
                <a:cs typeface="Noto Sans" pitchFamily="34" charset="-120"/>
              </a:rPr>
              <a:t> bắt</a:t>
            </a:r>
            <a:r>
              <a:rPr lang="en-US" sz="1125" u="sng" dirty="0" spc="0" kern="0">
                <a:solidFill>
                  <a:srgbClr val="147D7A"/>
                </a:solidFill>
                <a:latin typeface="Noto Sans" pitchFamily="34" charset="0"/>
                <a:ea typeface="Noto Sans" pitchFamily="34" charset="-122"/>
                <a:cs typeface="Noto Sans" pitchFamily="34" charset="-120"/>
              </a:rPr>
              <a:t> đầu</a:t>
            </a:r>
            <a:r>
              <a:rPr lang="en-US" sz="1125" u="sng" dirty="0" spc="1" kern="0">
                <a:solidFill>
                  <a:srgbClr val="147D7A"/>
                </a:solidFill>
                <a:latin typeface="Noto Sans" pitchFamily="34" charset="0"/>
                <a:ea typeface="Noto Sans" pitchFamily="34" charset="-122"/>
                <a:cs typeface="Noto Sans" pitchFamily="34" charset="-120"/>
              </a:rPr>
              <a:t> dự</a:t>
            </a:r>
            <a:r>
              <a:rPr lang="en-US" sz="1125" u="sng" dirty="0" spc="2" kern="0">
                <a:solidFill>
                  <a:srgbClr val="147D7A"/>
                </a:solidFill>
                <a:latin typeface="Noto Sans" pitchFamily="34" charset="0"/>
                <a:ea typeface="Noto Sans" pitchFamily="34" charset="-122"/>
                <a:cs typeface="Noto Sans" pitchFamily="34" charset="-120"/>
              </a:rPr>
              <a:t> án</a:t>
            </a:r>
            <a:r>
              <a:rPr lang="en-US" sz="1125" u="sng" dirty="0" spc="3" kern="0">
                <a:solidFill>
                  <a:srgbClr val="147D7A"/>
                </a:solidFill>
                <a:latin typeface="Noto Sans" pitchFamily="34" charset="0"/>
                <a:ea typeface="Noto Sans" pitchFamily="34" charset="-122"/>
                <a:cs typeface="Noto Sans" pitchFamily="34" charset="-120"/>
              </a:rPr>
              <a:t> của</a:t>
            </a:r>
            <a:r>
              <a:rPr lang="en-US" sz="1125" u="sng" dirty="0" spc="2" kern="0">
                <a:solidFill>
                  <a:srgbClr val="147D7A"/>
                </a:solidFill>
                <a:latin typeface="Noto Sans" pitchFamily="34" charset="0"/>
                <a:ea typeface="Noto Sans" pitchFamily="34" charset="-122"/>
                <a:cs typeface="Noto Sans" pitchFamily="34" charset="-120"/>
              </a:rPr>
              <a:t> bạn</a:t>
            </a:r>
            <a:endParaRPr lang="en-US" sz="1125" dirty="0"/>
          </a:p>
        </p:txBody>
      </p:sp>
      <p:sp>
        <p:nvSpPr>
          <p:cNvPr id="56" name="Text 54"/>
          <p:cNvSpPr/>
          <p:nvPr/>
        </p:nvSpPr>
        <p:spPr>
          <a:xfrm>
            <a:off x="6610350" y="8972550"/>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19</a:t>
            </a:r>
            <a:endParaRPr lang="en-US" sz="900" dirty="0"/>
          </a:p>
        </p:txBody>
      </p:sp>
      <p:sp>
        <p:nvSpPr>
          <p:cNvPr id="57" name="Connector line-1792810623673-404824502"/>
          <p:cNvSpPr/>
          <p:nvPr/>
        </p:nvSpPr>
        <p:spPr>
          <a:xfrm>
            <a:off x="457200" y="9305925"/>
            <a:ext cx="6648450" cy="0"/>
          </a:xfrm>
          <a:prstGeom prst="line">
            <a:avLst/>
          </a:prstGeom>
          <a:noFill/>
          <a:ln w="9525">
            <a:solidFill>
              <a:srgbClr val="D3E1E5"/>
            </a:solidFill>
            <a:prstDash val="solid"/>
            <a:headEnd type="none"/>
            <a:tailEnd type="none"/>
          </a:ln>
        </p:spPr>
        <p:txBody>
          <a:bodyPr/>
          <a:p/>
        </p:txBody>
      </p:sp>
      <p:sp>
        <p:nvSpPr>
          <p:cNvPr id="58" name="Text 56">
            <a:hlinkClick action="ppaction://hlinksldjump" r:id="rId18"/>
          </p:cNvPr>
          <p:cNvSpPr/>
          <p:nvPr/>
        </p:nvSpPr>
        <p:spPr>
          <a:xfrm>
            <a:off x="457200" y="9358313"/>
            <a:ext cx="5991225" cy="352425"/>
          </a:xfrm>
          <a:prstGeom prst="rect">
            <a:avLst/>
          </a:prstGeom>
          <a:noFill/>
          <a:ln/>
        </p:spPr>
        <p:txBody>
          <a:bodyPr wrap="square" lIns="0" tIns="5429" rIns="0" bIns="-5429" rtlCol="0" anchor="t"/>
          <a:lstStyle/>
          <a:p>
            <a:pPr algn="l" indent="0" marL="0">
              <a:lnSpc>
                <a:spcPts val="1575"/>
              </a:lnSpc>
              <a:buNone/>
            </a:pPr>
            <a:r>
              <a:rPr lang="en-US" sz="1125" u="sng" dirty="0" spc="1" kern="0">
                <a:solidFill>
                  <a:srgbClr val="147D7A"/>
                </a:solidFill>
                <a:latin typeface="Noto Sans" pitchFamily="34" charset="0"/>
                <a:ea typeface="Noto Sans" pitchFamily="34" charset="-122"/>
                <a:cs typeface="Noto Sans" pitchFamily="34" charset="-120"/>
              </a:rPr>
              <a:t>Nguồn</a:t>
            </a:r>
            <a:r>
              <a:rPr lang="en-US" sz="1125" u="sng" dirty="0" spc="2" kern="0">
                <a:solidFill>
                  <a:srgbClr val="147D7A"/>
                </a:solidFill>
                <a:latin typeface="Noto Sans" pitchFamily="34" charset="0"/>
                <a:ea typeface="Noto Sans" pitchFamily="34" charset="-122"/>
                <a:cs typeface="Noto Sans" pitchFamily="34" charset="-120"/>
              </a:rPr>
              <a:t> &amp;</a:t>
            </a:r>
            <a:r>
              <a:rPr lang="en-US" sz="1125" u="sng" dirty="0" spc="3" kern="0">
                <a:solidFill>
                  <a:srgbClr val="147D7A"/>
                </a:solidFill>
                <a:latin typeface="Noto Sans" pitchFamily="34" charset="0"/>
                <a:ea typeface="Noto Sans" pitchFamily="34" charset="-122"/>
                <a:cs typeface="Noto Sans" pitchFamily="34" charset="-120"/>
              </a:rPr>
              <a:t> phạm</a:t>
            </a:r>
            <a:r>
              <a:rPr lang="en-US" sz="1125" u="sng" dirty="0" spc="1" kern="0">
                <a:solidFill>
                  <a:srgbClr val="147D7A"/>
                </a:solidFill>
                <a:latin typeface="Noto Sans" pitchFamily="34" charset="0"/>
                <a:ea typeface="Noto Sans" pitchFamily="34" charset="-122"/>
                <a:cs typeface="Noto Sans" pitchFamily="34" charset="-120"/>
              </a:rPr>
              <a:t> vi kiểm</a:t>
            </a:r>
            <a:r>
              <a:rPr lang="en-US" sz="1125" u="sng" dirty="0" spc="0" kern="0">
                <a:solidFill>
                  <a:srgbClr val="147D7A"/>
                </a:solidFill>
                <a:latin typeface="Noto Sans" pitchFamily="34" charset="0"/>
                <a:ea typeface="Noto Sans" pitchFamily="34" charset="-122"/>
                <a:cs typeface="Noto Sans" pitchFamily="34" charset="-120"/>
              </a:rPr>
              <a:t> chứng</a:t>
            </a:r>
            <a:endParaRPr lang="en-US" sz="1125" dirty="0"/>
          </a:p>
        </p:txBody>
      </p:sp>
      <p:sp>
        <p:nvSpPr>
          <p:cNvPr id="59" name="Text 57"/>
          <p:cNvSpPr/>
          <p:nvPr/>
        </p:nvSpPr>
        <p:spPr>
          <a:xfrm>
            <a:off x="6610350" y="9358313"/>
            <a:ext cx="495300" cy="314325"/>
          </a:xfrm>
          <a:prstGeom prst="rect">
            <a:avLst/>
          </a:prstGeom>
          <a:noFill/>
          <a:ln/>
        </p:spPr>
        <p:txBody>
          <a:bodyPr wrap="square" lIns="0" tIns="4343" rIns="0" bIns="-4343" rtlCol="0" anchor="t"/>
          <a:lstStyle/>
          <a:p>
            <a:pPr algn="l" indent="0" marL="0">
              <a:lnSpc>
                <a:spcPts val="1260"/>
              </a:lnSpc>
              <a:buNone/>
            </a:pPr>
            <a:r>
              <a:rPr lang="en-US" sz="900" dirty="0" spc="-48" kern="0">
                <a:solidFill>
                  <a:srgbClr val="47636C"/>
                </a:solidFill>
                <a:latin typeface="Noto Sans" pitchFamily="34" charset="0"/>
                <a:ea typeface="Noto Sans" pitchFamily="34" charset="-122"/>
                <a:cs typeface="Noto Sans" pitchFamily="34" charset="-120"/>
              </a:rPr>
              <a:t>tr.</a:t>
            </a:r>
            <a:r>
              <a:rPr lang="en-US" sz="900" dirty="0" spc="0" kern="0">
                <a:solidFill>
                  <a:srgbClr val="47636C"/>
                </a:solidFill>
                <a:latin typeface="Noto Sans" pitchFamily="34" charset="0"/>
                <a:ea typeface="Noto Sans" pitchFamily="34" charset="-122"/>
                <a:cs typeface="Noto Sans" pitchFamily="34" charset="-120"/>
              </a:rPr>
              <a:t> 20</a:t>
            </a:r>
            <a:endParaRPr lang="en-US" sz="900" dirty="0"/>
          </a:p>
        </p:txBody>
      </p:sp>
      <p:sp>
        <p:nvSpPr>
          <p:cNvPr id="60" name="Connector line-1792810623678-674419501"/>
          <p:cNvSpPr/>
          <p:nvPr/>
        </p:nvSpPr>
        <p:spPr>
          <a:xfrm>
            <a:off x="457200" y="10144125"/>
            <a:ext cx="6648450" cy="0"/>
          </a:xfrm>
          <a:prstGeom prst="line">
            <a:avLst/>
          </a:prstGeom>
          <a:noFill/>
          <a:ln w="9525">
            <a:solidFill>
              <a:srgbClr val="D3E1E5"/>
            </a:solidFill>
            <a:prstDash val="solid"/>
            <a:headEnd type="none"/>
            <a:tailEnd type="none"/>
          </a:ln>
        </p:spPr>
        <p:txBody>
          <a:bodyPr/>
          <a:p/>
        </p:txBody>
      </p:sp>
      <p:sp>
        <p:nvSpPr>
          <p:cNvPr id="61" name="Text 5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62" name="Text 6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02</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63" name="Shape 61"/>
          <p:cNvSpPr/>
          <p:nvPr/>
        </p:nvSpPr>
        <p:spPr>
          <a:xfrm>
            <a:off x="5868772" y="9806509"/>
            <a:ext cx="1210056" cy="406043"/>
          </a:xfrm>
          <a:prstGeom prst="roundRect">
            <a:avLst>
              <a:gd name="adj" fmla="val 28000"/>
            </a:avLst>
          </a:prstGeom>
          <a:solidFill>
            <a:srgbClr val="FFFFFF">
              <a:alpha val="82000"/>
            </a:srgbClr>
          </a:solidFill>
          <a:ln/>
        </p:spPr>
        <p:txBody>
          <a:bodyPr/>
          <a:p/>
        </p:txBody>
      </p:sp>
      <p:pic>
        <p:nvPicPr>
          <p:cNvPr id="64" name="Moda image moda-export-watermark-fc54ab68-8d4a-41b1-b4c7-4af2ec8e6685" descr="">    </p:cNvPr>
          <p:cNvPicPr>
            <a:picLocks noChangeAspect="1"/>
          </p:cNvPicPr>
          <p:nvPr/>
        </p:nvPicPr>
        <p:blipFill>
          <a:blip r:embed="rId19"/>
          <a:srcRect l="0" r="0" t="0" b="0"/>
          <a:stretch/>
        </p:blipFill>
        <p:spPr>
          <a:xfrm>
            <a:off x="5961455" y="9899193"/>
            <a:ext cx="1024688" cy="22067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1" kern="0">
                <a:solidFill>
                  <a:srgbClr val="123E52"/>
                </a:solidFill>
                <a:latin typeface="Lexend SemiBold" pitchFamily="34" charset="0"/>
                <a:ea typeface="Lexend SemiBold" pitchFamily="34" charset="-122"/>
                <a:cs typeface="Lexend SemiBold" pitchFamily="34" charset="-120"/>
              </a:rPr>
              <a:t>Repo</a:t>
            </a:r>
            <a:r>
              <a:rPr lang="en-US" sz="2175" dirty="0" spc="-5" kern="0">
                <a:solidFill>
                  <a:srgbClr val="123E52"/>
                </a:solidFill>
                <a:latin typeface="Lexend SemiBold" pitchFamily="34" charset="0"/>
                <a:ea typeface="Lexend SemiBold" pitchFamily="34" charset="-122"/>
                <a:cs typeface="Lexend SemiBold" pitchFamily="34" charset="-120"/>
              </a:rPr>
              <a:t> này</a:t>
            </a:r>
            <a:r>
              <a:rPr lang="en-US" sz="2175" dirty="0" spc="1" kern="0">
                <a:solidFill>
                  <a:srgbClr val="123E52"/>
                </a:solidFill>
                <a:latin typeface="Lexend SemiBold" pitchFamily="34" charset="0"/>
                <a:ea typeface="Lexend SemiBold" pitchFamily="34" charset="-122"/>
                <a:cs typeface="Lexend SemiBold" pitchFamily="34" charset="-120"/>
              </a:rPr>
              <a:t> thực sự</a:t>
            </a:r>
            <a:r>
              <a:rPr lang="en-US" sz="2175" dirty="0" spc="2" kern="0">
                <a:solidFill>
                  <a:srgbClr val="123E52"/>
                </a:solidFill>
                <a:latin typeface="Lexend SemiBold" pitchFamily="34" charset="0"/>
                <a:ea typeface="Lexend SemiBold" pitchFamily="34" charset="-122"/>
                <a:cs typeface="Lexend SemiBold" pitchFamily="34" charset="-120"/>
              </a:rPr>
              <a:t> cung</a:t>
            </a:r>
            <a:r>
              <a:rPr lang="en-US" sz="2175" dirty="0" spc="4" kern="0">
                <a:solidFill>
                  <a:srgbClr val="123E52"/>
                </a:solidFill>
                <a:latin typeface="Lexend SemiBold" pitchFamily="34" charset="0"/>
                <a:ea typeface="Lexend SemiBold" pitchFamily="34" charset="-122"/>
                <a:cs typeface="Lexend SemiBold" pitchFamily="34" charset="-120"/>
              </a:rPr>
              <a:t> cấp</a:t>
            </a:r>
            <a:r>
              <a:rPr lang="en-US" sz="2175" dirty="0" spc="1" kern="0">
                <a:solidFill>
                  <a:srgbClr val="123E52"/>
                </a:solidFill>
                <a:latin typeface="Lexend SemiBold" pitchFamily="34" charset="0"/>
                <a:ea typeface="Lexend SemiBold" pitchFamily="34" charset="-122"/>
                <a:cs typeface="Lexend SemiBold" pitchFamily="34" charset="-120"/>
              </a:rPr>
              <a:t> gì?</a:t>
            </a:r>
            <a:endParaRPr lang="en-US" sz="2175" dirty="0"/>
          </a:p>
        </p:txBody>
      </p:sp>
      <p:sp>
        <p:nvSpPr>
          <p:cNvPr id="5" name="Connector line-1792810626826-840363282"/>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4" kern="0">
                <a:solidFill>
                  <a:srgbClr val="123E52"/>
                </a:solidFill>
                <a:latin typeface="Noto Sans" pitchFamily="34" charset="0"/>
                <a:ea typeface="Noto Sans" pitchFamily="34" charset="-122"/>
                <a:cs typeface="Noto Sans" pitchFamily="34" charset="-120"/>
              </a:rPr>
              <a:t>build-your-own-x</a:t>
            </a:r>
            <a:r>
              <a:rPr lang="en-US" sz="1313" dirty="0" spc="-1" kern="0">
                <a:solidFill>
                  <a:srgbClr val="123E52"/>
                </a:solidFill>
                <a:latin typeface="Noto Sans" pitchFamily="34" charset="0"/>
                <a:ea typeface="Noto Sans" pitchFamily="34" charset="-122"/>
                <a:cs typeface="Noto Sans" pitchFamily="34" charset="-120"/>
              </a:rPr>
              <a:t> tập</a:t>
            </a:r>
            <a:r>
              <a:rPr lang="en-US" sz="1313" dirty="0" spc="-2" kern="0">
                <a:solidFill>
                  <a:srgbClr val="123E52"/>
                </a:solidFill>
                <a:latin typeface="Noto Sans" pitchFamily="34" charset="0"/>
                <a:ea typeface="Noto Sans" pitchFamily="34" charset="-122"/>
                <a:cs typeface="Noto Sans" pitchFamily="34" charset="-120"/>
              </a:rPr>
              <a:t> hợp</a:t>
            </a:r>
            <a:r>
              <a:rPr lang="en-US" sz="1313" dirty="0" spc="-1" kern="0">
                <a:solidFill>
                  <a:srgbClr val="123E52"/>
                </a:solidFill>
                <a:latin typeface="Noto Sans" pitchFamily="34" charset="0"/>
                <a:ea typeface="Noto Sans" pitchFamily="34" charset="-122"/>
                <a:cs typeface="Noto Sans" pitchFamily="34" charset="-120"/>
              </a:rPr>
              <a:t> hướng dẫn</a:t>
            </a:r>
            <a:r>
              <a:rPr lang="en-US" sz="1313" dirty="0" spc="-2" kern="0">
                <a:solidFill>
                  <a:srgbClr val="123E52"/>
                </a:solidFill>
                <a:latin typeface="Noto Sans" pitchFamily="34" charset="0"/>
                <a:ea typeface="Noto Sans" pitchFamily="34" charset="-122"/>
                <a:cs typeface="Noto Sans" pitchFamily="34" charset="-120"/>
              </a:rPr>
              <a:t> từng</a:t>
            </a:r>
            <a:r>
              <a:rPr lang="en-US" sz="1313" dirty="0" spc="0" kern="0">
                <a:solidFill>
                  <a:srgbClr val="123E52"/>
                </a:solidFill>
                <a:latin typeface="Noto Sans" pitchFamily="34" charset="0"/>
                <a:ea typeface="Noto Sans" pitchFamily="34" charset="-122"/>
                <a:cs typeface="Noto Sans" pitchFamily="34" charset="-120"/>
              </a:rPr>
              <a:t> bước</a:t>
            </a:r>
            <a:r>
              <a:rPr lang="en-US" sz="1313" dirty="0" spc="2" kern="0">
                <a:solidFill>
                  <a:srgbClr val="123E52"/>
                </a:solidFill>
                <a:latin typeface="Noto Sans" pitchFamily="34" charset="0"/>
                <a:ea typeface="Noto Sans" pitchFamily="34" charset="-122"/>
                <a:cs typeface="Noto Sans" pitchFamily="34" charset="-120"/>
              </a:rPr>
              <a:t> để</a:t>
            </a:r>
            <a:r>
              <a:rPr lang="en-US" sz="1313" dirty="0" spc="1" kern="0">
                <a:solidFill>
                  <a:srgbClr val="123E52"/>
                </a:solidFill>
                <a:latin typeface="Noto Sans" pitchFamily="34" charset="0"/>
                <a:ea typeface="Noto Sans" pitchFamily="34" charset="-122"/>
                <a:cs typeface="Noto Sans" pitchFamily="34" charset="-120"/>
              </a:rPr>
              <a:t> tái</a:t>
            </a:r>
            <a:r>
              <a:rPr lang="en-US" sz="1313" dirty="0" spc="-1" kern="0">
                <a:solidFill>
                  <a:srgbClr val="123E52"/>
                </a:solidFill>
                <a:latin typeface="Noto Sans" pitchFamily="34" charset="0"/>
                <a:ea typeface="Noto Sans" pitchFamily="34" charset="-122"/>
                <a:cs typeface="Noto Sans" pitchFamily="34" charset="-120"/>
              </a:rPr>
              <a:t> tạo</a:t>
            </a:r>
            <a:r>
              <a:rPr lang="en-US" sz="1313" dirty="0" spc="3" kern="0">
                <a:solidFill>
                  <a:srgbClr val="123E52"/>
                </a:solidFill>
                <a:latin typeface="Noto Sans" pitchFamily="34" charset="0"/>
                <a:ea typeface="Noto Sans" pitchFamily="34" charset="-122"/>
                <a:cs typeface="Noto Sans" pitchFamily="34" charset="-120"/>
              </a:rPr>
              <a:t> các</a:t>
            </a:r>
            <a:r>
              <a:rPr lang="en-US" sz="1313" dirty="0" spc="-1" kern="0">
                <a:solidFill>
                  <a:srgbClr val="123E52"/>
                </a:solidFill>
                <a:latin typeface="Noto Sans" pitchFamily="34" charset="0"/>
                <a:ea typeface="Noto Sans" pitchFamily="34" charset="-122"/>
                <a:cs typeface="Noto Sans" pitchFamily="34" charset="-120"/>
              </a:rPr>
              <a:t> công</a:t>
            </a:r>
            <a:r>
              <a:rPr lang="en-US" sz="1313" dirty="0" spc="0" kern="0">
                <a:solidFill>
                  <a:srgbClr val="123E52"/>
                </a:solidFill>
                <a:latin typeface="Noto Sans" pitchFamily="34" charset="0"/>
                <a:ea typeface="Noto Sans" pitchFamily="34" charset="-122"/>
                <a:cs typeface="Noto Sans" pitchFamily="34" charset="-120"/>
              </a:rPr>
              <a:t> nghệ quen</a:t>
            </a:r>
            <a:r>
              <a:rPr lang="en-US" sz="1313" dirty="0" spc="1" kern="0">
                <a:solidFill>
                  <a:srgbClr val="123E52"/>
                </a:solidFill>
                <a:latin typeface="Noto Sans" pitchFamily="34" charset="0"/>
                <a:ea typeface="Noto Sans" pitchFamily="34" charset="-122"/>
                <a:cs typeface="Noto Sans" pitchFamily="34" charset="-120"/>
              </a:rPr>
              <a:t> thuộc. Bạn</a:t>
            </a:r>
            <a:r>
              <a:rPr lang="en-US" sz="1313" dirty="0" spc="-2" kern="0">
                <a:solidFill>
                  <a:srgbClr val="123E52"/>
                </a:solidFill>
                <a:latin typeface="Noto Sans" pitchFamily="34" charset="0"/>
                <a:ea typeface="Noto Sans" pitchFamily="34" charset="-122"/>
                <a:cs typeface="Noto Sans" pitchFamily="34" charset="-120"/>
              </a:rPr>
              <a:t> dùng</a:t>
            </a:r>
            <a:r>
              <a:rPr lang="en-US" sz="1313" dirty="0" spc="3" kern="0">
                <a:solidFill>
                  <a:srgbClr val="123E52"/>
                </a:solidFill>
                <a:latin typeface="Noto Sans" pitchFamily="34" charset="0"/>
                <a:ea typeface="Noto Sans" pitchFamily="34" charset="-122"/>
                <a:cs typeface="Noto Sans" pitchFamily="34" charset="-120"/>
              </a:rPr>
              <a:t> README</a:t>
            </a:r>
            <a:r>
              <a:rPr lang="en-US" sz="1313" dirty="0" spc="-1" kern="0">
                <a:solidFill>
                  <a:srgbClr val="123E52"/>
                </a:solidFill>
                <a:latin typeface="Noto Sans" pitchFamily="34" charset="0"/>
                <a:ea typeface="Noto Sans" pitchFamily="34" charset="-122"/>
                <a:cs typeface="Noto Sans" pitchFamily="34" charset="-120"/>
              </a:rPr>
              <a:t> như</a:t>
            </a:r>
            <a:r>
              <a:rPr lang="en-US" sz="1313" dirty="0" spc="0" kern="0">
                <a:solidFill>
                  <a:srgbClr val="123E52"/>
                </a:solidFill>
                <a:latin typeface="Noto Sans" pitchFamily="34" charset="0"/>
                <a:ea typeface="Noto Sans" pitchFamily="34" charset="-122"/>
                <a:cs typeface="Noto Sans" pitchFamily="34" charset="-120"/>
              </a:rPr>
              <a:t> một</a:t>
            </a:r>
            <a:r>
              <a:rPr lang="en-US" sz="1313" dirty="0" spc="3" kern="0">
                <a:solidFill>
                  <a:srgbClr val="123E52"/>
                </a:solidFill>
                <a:latin typeface="Noto Sans" pitchFamily="34" charset="0"/>
                <a:ea typeface="Noto Sans" pitchFamily="34" charset="-122"/>
                <a:cs typeface="Noto Sans" pitchFamily="34" charset="-120"/>
              </a:rPr>
              <a:t> mục</a:t>
            </a:r>
            <a:r>
              <a:rPr lang="en-US" sz="1313" dirty="0" spc="2" kern="0">
                <a:solidFill>
                  <a:srgbClr val="123E52"/>
                </a:solidFill>
                <a:latin typeface="Noto Sans" pitchFamily="34" charset="0"/>
                <a:ea typeface="Noto Sans" pitchFamily="34" charset="-122"/>
                <a:cs typeface="Noto Sans" pitchFamily="34" charset="-120"/>
              </a:rPr>
              <a:t> lục:</a:t>
            </a:r>
            <a:r>
              <a:rPr lang="en-US" sz="1313" dirty="0" spc="0" kern="0">
                <a:solidFill>
                  <a:srgbClr val="123E52"/>
                </a:solidFill>
                <a:latin typeface="Noto Sans" pitchFamily="34" charset="0"/>
                <a:ea typeface="Noto Sans" pitchFamily="34" charset="-122"/>
                <a:cs typeface="Noto Sans" pitchFamily="34" charset="-120"/>
              </a:rPr>
              <a:t> chọn thứ muốn</a:t>
            </a:r>
            <a:r>
              <a:rPr lang="en-US" sz="1313" dirty="0" spc="-12" kern="0">
                <a:solidFill>
                  <a:srgbClr val="123E52"/>
                </a:solidFill>
                <a:latin typeface="Noto Sans" pitchFamily="34" charset="0"/>
                <a:ea typeface="Noto Sans" pitchFamily="34" charset="-122"/>
                <a:cs typeface="Noto Sans" pitchFamily="34" charset="-120"/>
              </a:rPr>
              <a:t> xây,</a:t>
            </a:r>
            <a:r>
              <a:rPr lang="en-US" sz="1313" dirty="0" spc="1" kern="0">
                <a:solidFill>
                  <a:srgbClr val="123E52"/>
                </a:solidFill>
                <a:latin typeface="Noto Sans" pitchFamily="34" charset="0"/>
                <a:ea typeface="Noto Sans" pitchFamily="34" charset="-122"/>
                <a:cs typeface="Noto Sans" pitchFamily="34" charset="-120"/>
              </a:rPr>
              <a:t> chọn</a:t>
            </a:r>
            <a:r>
              <a:rPr lang="en-US" sz="1313" dirty="0" spc="-2" kern="0">
                <a:solidFill>
                  <a:srgbClr val="123E52"/>
                </a:solidFill>
                <a:latin typeface="Noto Sans" pitchFamily="34" charset="0"/>
                <a:ea typeface="Noto Sans" pitchFamily="34" charset="-122"/>
                <a:cs typeface="Noto Sans" pitchFamily="34" charset="-120"/>
              </a:rPr>
              <a:t> ngôn</a:t>
            </a:r>
            <a:r>
              <a:rPr lang="en-US" sz="1313" dirty="0" spc="-1" kern="0">
                <a:solidFill>
                  <a:srgbClr val="123E52"/>
                </a:solidFill>
                <a:latin typeface="Noto Sans" pitchFamily="34" charset="0"/>
                <a:ea typeface="Noto Sans" pitchFamily="34" charset="-122"/>
                <a:cs typeface="Noto Sans" pitchFamily="34" charset="-120"/>
              </a:rPr>
              <a:t> ngữ,</a:t>
            </a:r>
            <a:r>
              <a:rPr lang="en-US" sz="1313" dirty="0" spc="-5" kern="0">
                <a:solidFill>
                  <a:srgbClr val="123E52"/>
                </a:solidFill>
                <a:latin typeface="Noto Sans" pitchFamily="34" charset="0"/>
                <a:ea typeface="Noto Sans" pitchFamily="34" charset="-122"/>
                <a:cs typeface="Noto Sans" pitchFamily="34" charset="-120"/>
              </a:rPr>
              <a:t> rồi</a:t>
            </a:r>
            <a:r>
              <a:rPr lang="en-US" sz="1313" dirty="0" spc="1" kern="0">
                <a:solidFill>
                  <a:srgbClr val="123E52"/>
                </a:solidFill>
                <a:latin typeface="Noto Sans" pitchFamily="34" charset="0"/>
                <a:ea typeface="Noto Sans" pitchFamily="34" charset="-122"/>
                <a:cs typeface="Noto Sans" pitchFamily="34" charset="-120"/>
              </a:rPr>
              <a:t> đi</a:t>
            </a:r>
            <a:r>
              <a:rPr lang="en-US" sz="1313" dirty="0" spc="0" kern="0">
                <a:solidFill>
                  <a:srgbClr val="123E52"/>
                </a:solidFill>
                <a:latin typeface="Noto Sans" pitchFamily="34" charset="0"/>
                <a:ea typeface="Noto Sans" pitchFamily="34" charset="-122"/>
                <a:cs typeface="Noto Sans" pitchFamily="34" charset="-120"/>
              </a:rPr>
              <a:t> tới</a:t>
            </a:r>
            <a:r>
              <a:rPr lang="en-US" sz="1313" dirty="0" spc="1" kern="0">
                <a:solidFill>
                  <a:srgbClr val="123E52"/>
                </a:solidFill>
                <a:latin typeface="Noto Sans" pitchFamily="34" charset="0"/>
                <a:ea typeface="Noto Sans" pitchFamily="34" charset="-122"/>
                <a:cs typeface="Noto Sans" pitchFamily="34" charset="-120"/>
              </a:rPr>
              <a:t> tài liệu bên</a:t>
            </a:r>
            <a:r>
              <a:rPr lang="en-US" sz="1313" dirty="0" spc="-1" kern="0">
                <a:solidFill>
                  <a:srgbClr val="123E52"/>
                </a:solidFill>
                <a:latin typeface="Noto Sans" pitchFamily="34" charset="0"/>
                <a:ea typeface="Noto Sans" pitchFamily="34" charset="-122"/>
                <a:cs typeface="Noto Sans" pitchFamily="34" charset="-120"/>
              </a:rPr>
              <a:t> ngoài.</a:t>
            </a:r>
            <a:r>
              <a:rPr lang="en-US" sz="1313" dirty="0" spc="0" kern="0">
                <a:solidFill>
                  <a:srgbClr val="123E52"/>
                </a:solidFill>
                <a:latin typeface="Noto Sans" pitchFamily="34" charset="0"/>
                <a:ea typeface="Noto Sans" pitchFamily="34" charset="-122"/>
                <a:cs typeface="Noto Sans" pitchFamily="34" charset="-120"/>
              </a:rPr>
              <a:t> Repo</a:t>
            </a:r>
            <a:r>
              <a:rPr lang="en-US" sz="1313" dirty="0" spc="-1" kern="0">
                <a:solidFill>
                  <a:srgbClr val="123E52"/>
                </a:solidFill>
                <a:latin typeface="Noto Sans" pitchFamily="34" charset="0"/>
                <a:ea typeface="Noto Sans" pitchFamily="34" charset="-122"/>
                <a:cs typeface="Noto Sans" pitchFamily="34" charset="-120"/>
              </a:rPr>
              <a:t> không</a:t>
            </a:r>
            <a:r>
              <a:rPr lang="en-US" sz="1313" dirty="0" spc="0" kern="0">
                <a:solidFill>
                  <a:srgbClr val="123E52"/>
                </a:solidFill>
                <a:latin typeface="Noto Sans" pitchFamily="34" charset="0"/>
                <a:ea typeface="Noto Sans" pitchFamily="34" charset="-122"/>
                <a:cs typeface="Noto Sans" pitchFamily="34" charset="-120"/>
              </a:rPr>
              <a:t> phải</a:t>
            </a:r>
            <a:r>
              <a:rPr lang="en-US" sz="1313" dirty="0" spc="-1" kern="0">
                <a:solidFill>
                  <a:srgbClr val="123E52"/>
                </a:solidFill>
                <a:latin typeface="Noto Sans" pitchFamily="34" charset="0"/>
                <a:ea typeface="Noto Sans" pitchFamily="34" charset="-122"/>
                <a:cs typeface="Noto Sans" pitchFamily="34" charset="-120"/>
              </a:rPr>
              <a:t> một ứng</a:t>
            </a:r>
            <a:r>
              <a:rPr lang="en-US" sz="1313" dirty="0" spc="-2" kern="0">
                <a:solidFill>
                  <a:srgbClr val="123E52"/>
                </a:solidFill>
                <a:latin typeface="Noto Sans" pitchFamily="34" charset="0"/>
                <a:ea typeface="Noto Sans" pitchFamily="34" charset="-122"/>
                <a:cs typeface="Noto Sans" pitchFamily="34" charset="-120"/>
              </a:rPr>
              <a:t> dụng</a:t>
            </a:r>
            <a:r>
              <a:rPr lang="en-US" sz="1313" dirty="0" spc="-1" kern="0">
                <a:solidFill>
                  <a:srgbClr val="123E52"/>
                </a:solidFill>
                <a:latin typeface="Noto Sans" pitchFamily="34" charset="0"/>
                <a:ea typeface="Noto Sans" pitchFamily="34" charset="-122"/>
                <a:cs typeface="Noto Sans" pitchFamily="34" charset="-120"/>
              </a:rPr>
              <a:t> duy</a:t>
            </a:r>
            <a:r>
              <a:rPr lang="en-US" sz="1313" dirty="0" spc="0" kern="0">
                <a:solidFill>
                  <a:srgbClr val="123E52"/>
                </a:solidFill>
                <a:latin typeface="Noto Sans" pitchFamily="34" charset="0"/>
                <a:ea typeface="Noto Sans" pitchFamily="34" charset="-122"/>
                <a:cs typeface="Noto Sans" pitchFamily="34" charset="-120"/>
              </a:rPr>
              <a:t> nhất</a:t>
            </a:r>
            <a:r>
              <a:rPr lang="en-US" sz="1313" dirty="0" spc="1" kern="0">
                <a:solidFill>
                  <a:srgbClr val="123E52"/>
                </a:solidFill>
                <a:latin typeface="Noto Sans" pitchFamily="34" charset="0"/>
                <a:ea typeface="Noto Sans" pitchFamily="34" charset="-122"/>
                <a:cs typeface="Noto Sans" pitchFamily="34" charset="-120"/>
              </a:rPr>
              <a:t> để clone</a:t>
            </a:r>
            <a:r>
              <a:rPr lang="en-US" sz="1313" dirty="0" spc="4" kern="0">
                <a:solidFill>
                  <a:srgbClr val="123E52"/>
                </a:solidFill>
                <a:latin typeface="Noto Sans" pitchFamily="34" charset="0"/>
                <a:ea typeface="Noto Sans" pitchFamily="34" charset="-122"/>
                <a:cs typeface="Noto Sans" pitchFamily="34" charset="-120"/>
              </a:rPr>
              <a:t> về</a:t>
            </a:r>
            <a:r>
              <a:rPr lang="en-US" sz="1313" dirty="0" spc="3" kern="0">
                <a:solidFill>
                  <a:srgbClr val="123E52"/>
                </a:solidFill>
                <a:latin typeface="Noto Sans" pitchFamily="34" charset="0"/>
                <a:ea typeface="Noto Sans" pitchFamily="34" charset="-122"/>
                <a:cs typeface="Noto Sans" pitchFamily="34" charset="-120"/>
              </a:rPr>
              <a:t> và</a:t>
            </a:r>
            <a:r>
              <a:rPr lang="en-US" sz="1313" dirty="0" spc="-8" kern="0">
                <a:solidFill>
                  <a:srgbClr val="123E52"/>
                </a:solidFill>
                <a:latin typeface="Noto Sans" pitchFamily="34" charset="0"/>
                <a:ea typeface="Noto Sans" pitchFamily="34" charset="-122"/>
                <a:cs typeface="Noto Sans" pitchFamily="34" charset="-120"/>
              </a:rPr>
              <a:t> chạy.</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5" kern="0">
                <a:solidFill>
                  <a:srgbClr val="123E52"/>
                </a:solidFill>
                <a:latin typeface="Lexend SemiBold" pitchFamily="34" charset="0"/>
                <a:ea typeface="Lexend SemiBold" pitchFamily="34" charset="-122"/>
                <a:cs typeface="Lexend SemiBold" pitchFamily="34" charset="-120"/>
              </a:rPr>
              <a:t>Triết</a:t>
            </a:r>
            <a:r>
              <a:rPr lang="en-US" sz="1275" dirty="0" spc="-4" kern="0">
                <a:solidFill>
                  <a:srgbClr val="123E52"/>
                </a:solidFill>
                <a:latin typeface="Lexend SemiBold" pitchFamily="34" charset="0"/>
                <a:ea typeface="Lexend SemiBold" pitchFamily="34" charset="-122"/>
                <a:cs typeface="Lexend SemiBold" pitchFamily="34" charset="-120"/>
              </a:rPr>
              <a:t> lý</a:t>
            </a:r>
            <a:r>
              <a:rPr lang="en-US" sz="1275" dirty="0" spc="2" kern="0">
                <a:solidFill>
                  <a:srgbClr val="123E52"/>
                </a:solidFill>
                <a:latin typeface="Lexend SemiBold" pitchFamily="34" charset="0"/>
                <a:ea typeface="Lexend SemiBold" pitchFamily="34" charset="-122"/>
                <a:cs typeface="Lexend SemiBold" pitchFamily="34" charset="-120"/>
              </a:rPr>
              <a:t> học tập</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Bạn</a:t>
            </a:r>
            <a:r>
              <a:rPr lang="en-US" sz="1095" dirty="0" spc="0" kern="0">
                <a:solidFill>
                  <a:srgbClr val="123E52"/>
                </a:solidFill>
                <a:latin typeface="Noto Sans" pitchFamily="34" charset="0"/>
                <a:ea typeface="Noto Sans" pitchFamily="34" charset="-122"/>
                <a:cs typeface="Noto Sans" pitchFamily="34" charset="-120"/>
              </a:rPr>
              <a:t> hiểu sâu hơn</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1" kern="0">
                <a:solidFill>
                  <a:srgbClr val="123E52"/>
                </a:solidFill>
                <a:latin typeface="Noto Sans" pitchFamily="34" charset="0"/>
                <a:ea typeface="Noto Sans" pitchFamily="34" charset="-122"/>
                <a:cs typeface="Noto Sans" pitchFamily="34" charset="-120"/>
              </a:rPr>
              <a:t> phải</a:t>
            </a:r>
            <a:r>
              <a:rPr lang="en-US" sz="1095" dirty="0" spc="-3" kern="0">
                <a:solidFill>
                  <a:srgbClr val="123E52"/>
                </a:solidFill>
                <a:latin typeface="Noto Sans" pitchFamily="34" charset="0"/>
                <a:ea typeface="Noto Sans" pitchFamily="34" charset="-122"/>
                <a:cs typeface="Noto Sans" pitchFamily="34" charset="-120"/>
              </a:rPr>
              <a:t> tự</a:t>
            </a:r>
            <a:r>
              <a:rPr lang="en-US" sz="1095" dirty="0" spc="0" kern="0">
                <a:solidFill>
                  <a:srgbClr val="123E52"/>
                </a:solidFill>
                <a:latin typeface="Noto Sans" pitchFamily="34" charset="0"/>
                <a:ea typeface="Noto Sans" pitchFamily="34" charset="-122"/>
                <a:cs typeface="Noto Sans" pitchFamily="34" charset="-120"/>
              </a:rPr>
              <a:t> biến</a:t>
            </a:r>
            <a:r>
              <a:rPr lang="en-US" sz="1095" dirty="0" spc="-2" kern="0">
                <a:solidFill>
                  <a:srgbClr val="123E52"/>
                </a:solidFill>
                <a:latin typeface="Noto Sans" pitchFamily="34" charset="0"/>
                <a:ea typeface="Noto Sans" pitchFamily="34" charset="-122"/>
                <a:cs typeface="Noto Sans" pitchFamily="34" charset="-120"/>
              </a:rPr>
              <a:t> khái</a:t>
            </a:r>
            <a:r>
              <a:rPr lang="en-US" sz="1095" dirty="0" spc="0" kern="0">
                <a:solidFill>
                  <a:srgbClr val="123E52"/>
                </a:solidFill>
                <a:latin typeface="Noto Sans" pitchFamily="34" charset="0"/>
                <a:ea typeface="Noto Sans" pitchFamily="34" charset="-122"/>
                <a:cs typeface="Noto Sans" pitchFamily="34" charset="-120"/>
              </a:rPr>
              <a:t> niệm thành</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phiên</a:t>
            </a:r>
            <a:r>
              <a:rPr lang="en-US" sz="1095" dirty="0" spc="-1" kern="0">
                <a:solidFill>
                  <a:srgbClr val="123E52"/>
                </a:solidFill>
                <a:latin typeface="Noto Sans" pitchFamily="34" charset="0"/>
                <a:ea typeface="Noto Sans" pitchFamily="34" charset="-122"/>
                <a:cs typeface="Noto Sans" pitchFamily="34" charset="-120"/>
              </a:rPr>
              <a:t> bản có</a:t>
            </a:r>
            <a:r>
              <a:rPr lang="en-US" sz="1095" dirty="0" spc="0" kern="0">
                <a:solidFill>
                  <a:srgbClr val="123E52"/>
                </a:solidFill>
                <a:latin typeface="Noto Sans" pitchFamily="34" charset="0"/>
                <a:ea typeface="Noto Sans" pitchFamily="34" charset="-122"/>
                <a:cs typeface="Noto Sans" pitchFamily="34" charset="-120"/>
              </a:rPr>
              <a:t> thể quan</a:t>
            </a:r>
            <a:r>
              <a:rPr lang="en-US" sz="1095" dirty="0" spc="-1" kern="0">
                <a:solidFill>
                  <a:srgbClr val="123E52"/>
                </a:solidFill>
                <a:latin typeface="Noto Sans" pitchFamily="34" charset="0"/>
                <a:ea typeface="Noto Sans" pitchFamily="34" charset="-122"/>
                <a:cs typeface="Noto Sans" pitchFamily="34" charset="-120"/>
              </a:rPr>
              <a:t> sát</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thay đổi. Việc</a:t>
            </a:r>
            <a:r>
              <a:rPr lang="en-US" sz="1095" dirty="0" spc="0" kern="0">
                <a:solidFill>
                  <a:srgbClr val="123E52"/>
                </a:solidFill>
                <a:latin typeface="Noto Sans" pitchFamily="34" charset="0"/>
                <a:ea typeface="Noto Sans" pitchFamily="34" charset="-122"/>
                <a:cs typeface="Noto Sans" pitchFamily="34" charset="-120"/>
              </a:rPr>
              <a:t> học</a:t>
            </a:r>
            <a:r>
              <a:rPr lang="en-US" sz="1095" dirty="0" spc="-1" kern="0">
                <a:solidFill>
                  <a:srgbClr val="123E52"/>
                </a:solidFill>
                <a:latin typeface="Noto Sans" pitchFamily="34" charset="0"/>
                <a:ea typeface="Noto Sans" pitchFamily="34" charset="-122"/>
                <a:cs typeface="Noto Sans" pitchFamily="34" charset="-120"/>
              </a:rPr>
              <a:t> nằm ở</a:t>
            </a:r>
            <a:r>
              <a:rPr lang="en-US" sz="1095" dirty="0" spc="-3" kern="0">
                <a:solidFill>
                  <a:srgbClr val="123E52"/>
                </a:solidFill>
                <a:latin typeface="Noto Sans" pitchFamily="34" charset="0"/>
                <a:ea typeface="Noto Sans" pitchFamily="34" charset="-122"/>
                <a:cs typeface="Noto Sans" pitchFamily="34" charset="-120"/>
              </a:rPr>
              <a:t> tài</a:t>
            </a:r>
            <a:r>
              <a:rPr lang="en-US" sz="1095" dirty="0" spc="-1" kern="0">
                <a:solidFill>
                  <a:srgbClr val="123E52"/>
                </a:solidFill>
                <a:latin typeface="Noto Sans" pitchFamily="34" charset="0"/>
                <a:ea typeface="Noto Sans" pitchFamily="34" charset="-122"/>
                <a:cs typeface="Noto Sans" pitchFamily="34" charset="-120"/>
              </a:rPr>
              <a:t> liệu đích</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những</a:t>
            </a:r>
            <a:r>
              <a:rPr lang="en-US" sz="1095" dirty="0" spc="-1" kern="0">
                <a:solidFill>
                  <a:srgbClr val="123E52"/>
                </a:solidFill>
                <a:latin typeface="Noto Sans" pitchFamily="34" charset="0"/>
                <a:ea typeface="Noto Sans" pitchFamily="34" charset="-122"/>
                <a:cs typeface="Noto Sans" pitchFamily="34" charset="-120"/>
              </a:rPr>
              <a:t> quyết định</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0" kern="0">
                <a:solidFill>
                  <a:srgbClr val="123E52"/>
                </a:solidFill>
                <a:latin typeface="Noto Sans" pitchFamily="34" charset="0"/>
                <a:ea typeface="Noto Sans" pitchFamily="34" charset="-122"/>
                <a:cs typeface="Noto Sans" pitchFamily="34" charset="-120"/>
              </a:rPr>
              <a:t> bạn</a:t>
            </a:r>
            <a:r>
              <a:rPr lang="en-US" sz="1095" dirty="0" spc="-1" kern="0">
                <a:solidFill>
                  <a:srgbClr val="123E52"/>
                </a:solidFill>
                <a:latin typeface="Noto Sans" pitchFamily="34" charset="0"/>
                <a:ea typeface="Noto Sans" pitchFamily="34" charset="-122"/>
                <a:cs typeface="Noto Sans" pitchFamily="34" charset="-120"/>
              </a:rPr>
              <a:t> triển</a:t>
            </a:r>
            <a:r>
              <a:rPr lang="en-US" sz="1095" dirty="0" spc="0" kern="0">
                <a:solidFill>
                  <a:srgbClr val="123E52"/>
                </a:solidFill>
                <a:latin typeface="Noto Sans" pitchFamily="34" charset="0"/>
                <a:ea typeface="Noto Sans" pitchFamily="34" charset="-122"/>
                <a:cs typeface="Noto Sans" pitchFamily="34" charset="-120"/>
              </a:rPr>
              <a:t> khai.</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0" kern="0">
                <a:solidFill>
                  <a:srgbClr val="123E52"/>
                </a:solidFill>
                <a:latin typeface="Lexend SemiBold" pitchFamily="34" charset="0"/>
                <a:ea typeface="Lexend SemiBold" pitchFamily="34" charset="-122"/>
                <a:cs typeface="Lexend SemiBold" pitchFamily="34" charset="-120"/>
              </a:rPr>
              <a:t>Cấu</a:t>
            </a:r>
            <a:r>
              <a:rPr lang="en-US" sz="1275" dirty="0" spc="2" kern="0">
                <a:solidFill>
                  <a:srgbClr val="123E52"/>
                </a:solidFill>
                <a:latin typeface="Lexend SemiBold" pitchFamily="34" charset="0"/>
                <a:ea typeface="Lexend SemiBold" pitchFamily="34" charset="-122"/>
                <a:cs typeface="Lexend SemiBold" pitchFamily="34" charset="-120"/>
              </a:rPr>
              <a:t> trúc</a:t>
            </a:r>
            <a:r>
              <a:rPr lang="en-US" sz="1275" dirty="0" spc="3" kern="0">
                <a:solidFill>
                  <a:srgbClr val="123E52"/>
                </a:solidFill>
                <a:latin typeface="Lexend SemiBold" pitchFamily="34" charset="0"/>
                <a:ea typeface="Lexend SemiBold" pitchFamily="34" charset="-122"/>
                <a:cs typeface="Lexend SemiBold" pitchFamily="34" charset="-120"/>
              </a:rPr>
              <a:t> đã</a:t>
            </a:r>
            <a:r>
              <a:rPr lang="en-US" sz="1275" dirty="0" spc="0" kern="0">
                <a:solidFill>
                  <a:srgbClr val="123E52"/>
                </a:solidFill>
                <a:latin typeface="Lexend SemiBold" pitchFamily="34" charset="0"/>
                <a:ea typeface="Lexend SemiBold" pitchFamily="34" charset="-122"/>
                <a:cs typeface="Lexend SemiBold" pitchFamily="34" charset="-120"/>
              </a:rPr>
              <a:t> kiểm</a:t>
            </a:r>
            <a:r>
              <a:rPr lang="en-US" sz="1275" dirty="0" spc="-5" kern="0">
                <a:solidFill>
                  <a:srgbClr val="123E52"/>
                </a:solidFill>
                <a:latin typeface="Lexend SemiBold" pitchFamily="34" charset="0"/>
                <a:ea typeface="Lexend SemiBold" pitchFamily="34" charset="-122"/>
                <a:cs typeface="Lexend SemiBold" pitchFamily="34" charset="-120"/>
              </a:rPr>
              <a:t> tra</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1" kern="0">
                <a:solidFill>
                  <a:srgbClr val="123E52"/>
                </a:solidFill>
                <a:latin typeface="Noto Sans" pitchFamily="34" charset="0"/>
                <a:ea typeface="Noto Sans" pitchFamily="34" charset="-122"/>
                <a:cs typeface="Noto Sans" pitchFamily="34" charset="-120"/>
              </a:rPr>
              <a:t>Tại</a:t>
            </a:r>
            <a:r>
              <a:rPr lang="en-US" sz="1095" dirty="0" spc="-2" kern="0">
                <a:solidFill>
                  <a:srgbClr val="123E52"/>
                </a:solidFill>
                <a:latin typeface="Noto Sans" pitchFamily="34" charset="0"/>
                <a:ea typeface="Noto Sans" pitchFamily="34" charset="-122"/>
                <a:cs typeface="Noto Sans" pitchFamily="34" charset="-120"/>
              </a:rPr>
              <a:t> commit</a:t>
            </a:r>
            <a:r>
              <a:rPr lang="en-US" sz="1095" dirty="0" spc="0" kern="0">
                <a:solidFill>
                  <a:srgbClr val="123E52"/>
                </a:solidFill>
                <a:latin typeface="Noto Sans" pitchFamily="34" charset="0"/>
                <a:ea typeface="Noto Sans" pitchFamily="34" charset="-122"/>
                <a:cs typeface="Noto Sans" pitchFamily="34" charset="-120"/>
              </a:rPr>
              <a:t> nguồn</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0" kern="0">
                <a:solidFill>
                  <a:srgbClr val="123E52"/>
                </a:solidFill>
                <a:latin typeface="Noto Sans" pitchFamily="34" charset="0"/>
                <a:ea typeface="Noto Sans" pitchFamily="34" charset="-122"/>
                <a:cs typeface="Noto Sans" pitchFamily="34" charset="-120"/>
              </a:rPr>
              <a:t> ghim, phần</a:t>
            </a:r>
            <a:r>
              <a:rPr lang="en-US" sz="1095" dirty="0" spc="-7" kern="0">
                <a:solidFill>
                  <a:srgbClr val="123E52"/>
                </a:solidFill>
                <a:latin typeface="Noto Sans" pitchFamily="34" charset="0"/>
                <a:ea typeface="Noto Sans" pitchFamily="34" charset="-122"/>
                <a:cs typeface="Noto Sans" pitchFamily="34" charset="-120"/>
              </a:rPr>
              <a:t> Tutorials</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0" kern="0">
                <a:solidFill>
                  <a:srgbClr val="123E52"/>
                </a:solidFill>
                <a:latin typeface="Noto Sans" pitchFamily="34" charset="0"/>
                <a:ea typeface="Noto Sans" pitchFamily="34" charset="-122"/>
                <a:cs typeface="Noto Sans" pitchFamily="34" charset="-120"/>
              </a:rPr>
              <a:t> 31</a:t>
            </a:r>
            <a:r>
              <a:rPr lang="en-US" sz="1095" dirty="0" spc="1" kern="0">
                <a:solidFill>
                  <a:srgbClr val="123E52"/>
                </a:solidFill>
                <a:latin typeface="Noto Sans" pitchFamily="34" charset="0"/>
                <a:ea typeface="Noto Sans" pitchFamily="34" charset="-122"/>
                <a:cs typeface="Noto Sans" pitchFamily="34" charset="-120"/>
              </a:rPr>
              <a:t> nhóm,</a:t>
            </a:r>
            <a:r>
              <a:rPr lang="en-US" sz="1095" dirty="0" spc="-1" kern="0">
                <a:solidFill>
                  <a:srgbClr val="123E52"/>
                </a:solidFill>
                <a:latin typeface="Noto Sans" pitchFamily="34" charset="0"/>
                <a:ea typeface="Noto Sans" pitchFamily="34" charset="-122"/>
                <a:cs typeface="Noto Sans" pitchFamily="34" charset="-120"/>
              </a:rPr>
              <a:t> gồm cả Distributed</a:t>
            </a:r>
            <a:r>
              <a:rPr lang="en-US" sz="1095" dirty="0" spc="-2" kern="0">
                <a:solidFill>
                  <a:srgbClr val="123E52"/>
                </a:solidFill>
                <a:latin typeface="Noto Sans" pitchFamily="34" charset="0"/>
                <a:ea typeface="Noto Sans" pitchFamily="34" charset="-122"/>
                <a:cs typeface="Noto Sans" pitchFamily="34" charset="-120"/>
              </a:rPr>
              <a:t> Systems</a:t>
            </a:r>
            <a:r>
              <a:rPr lang="en-US" sz="1095" dirty="0" spc="-1"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Uncategorized.</a:t>
            </a:r>
            <a:r>
              <a:rPr lang="en-US" sz="1095" dirty="0" spc="-2" kern="0">
                <a:solidFill>
                  <a:srgbClr val="123E52"/>
                </a:solidFill>
                <a:latin typeface="Noto Sans" pitchFamily="34" charset="0"/>
                <a:ea typeface="Noto Sans" pitchFamily="34" charset="-122"/>
                <a:cs typeface="Noto Sans" pitchFamily="34" charset="-120"/>
              </a:rPr>
              <a:t> Bản</a:t>
            </a:r>
            <a:r>
              <a:rPr lang="en-US" sz="1095" dirty="0" spc="0" kern="0">
                <a:solidFill>
                  <a:srgbClr val="123E52"/>
                </a:solidFill>
                <a:latin typeface="Noto Sans" pitchFamily="34" charset="0"/>
                <a:ea typeface="Noto Sans" pitchFamily="34" charset="-122"/>
                <a:cs typeface="Noto Sans" pitchFamily="34" charset="-120"/>
              </a:rPr>
              <a:t> đồ</a:t>
            </a:r>
            <a:r>
              <a:rPr lang="en-US" sz="1095" dirty="0" spc="-1" kern="0">
                <a:solidFill>
                  <a:srgbClr val="123E52"/>
                </a:solidFill>
                <a:latin typeface="Noto Sans" pitchFamily="34" charset="0"/>
                <a:ea typeface="Noto Sans" pitchFamily="34" charset="-122"/>
                <a:cs typeface="Noto Sans" pitchFamily="34" charset="-120"/>
              </a:rPr>
              <a:t> hai</a:t>
            </a:r>
            <a:r>
              <a:rPr lang="en-US" sz="1095" dirty="0" spc="-4" kern="0">
                <a:solidFill>
                  <a:srgbClr val="123E52"/>
                </a:solidFill>
                <a:latin typeface="Noto Sans" pitchFamily="34" charset="0"/>
                <a:ea typeface="Noto Sans" pitchFamily="34" charset="-122"/>
                <a:cs typeface="Noto Sans" pitchFamily="34" charset="-120"/>
              </a:rPr>
              <a:t> trang</a:t>
            </a:r>
            <a:r>
              <a:rPr lang="en-US" sz="1095" dirty="0" spc="0" kern="0">
                <a:solidFill>
                  <a:srgbClr val="123E52"/>
                </a:solidFill>
                <a:latin typeface="Noto Sans" pitchFamily="34" charset="0"/>
                <a:ea typeface="Noto Sans" pitchFamily="34" charset="-122"/>
                <a:cs typeface="Noto Sans" pitchFamily="34" charset="-120"/>
              </a:rPr>
              <a:t> sau phản ánh các</a:t>
            </a:r>
            <a:r>
              <a:rPr lang="en-US" sz="1095" dirty="0" spc="-1" kern="0">
                <a:solidFill>
                  <a:srgbClr val="123E52"/>
                </a:solidFill>
                <a:latin typeface="Noto Sans" pitchFamily="34" charset="0"/>
                <a:ea typeface="Noto Sans" pitchFamily="34" charset="-122"/>
                <a:cs typeface="Noto Sans" pitchFamily="34" charset="-120"/>
              </a:rPr>
              <a:t> tiêu</a:t>
            </a:r>
            <a:r>
              <a:rPr lang="en-US" sz="1095" dirty="0" spc="1" kern="0">
                <a:solidFill>
                  <a:srgbClr val="123E52"/>
                </a:solidFill>
                <a:latin typeface="Noto Sans" pitchFamily="34" charset="0"/>
                <a:ea typeface="Noto Sans" pitchFamily="34" charset="-122"/>
                <a:cs typeface="Noto Sans" pitchFamily="34" charset="-120"/>
              </a:rPr>
              <a:t> đề</a:t>
            </a:r>
            <a:r>
              <a:rPr lang="en-US" sz="1095" dirty="0" spc="-1" kern="0">
                <a:solidFill>
                  <a:srgbClr val="123E52"/>
                </a:solidFill>
                <a:latin typeface="Noto Sans" pitchFamily="34" charset="0"/>
                <a:ea typeface="Noto Sans" pitchFamily="34" charset="-122"/>
                <a:cs typeface="Noto Sans" pitchFamily="34" charset="-120"/>
              </a:rPr>
              <a:t> thực</a:t>
            </a:r>
            <a:r>
              <a:rPr lang="en-US" sz="1095" dirty="0" spc="0" kern="0">
                <a:solidFill>
                  <a:srgbClr val="123E52"/>
                </a:solidFill>
                <a:latin typeface="Noto Sans" pitchFamily="34" charset="0"/>
                <a:ea typeface="Noto Sans" pitchFamily="34" charset="-122"/>
                <a:cs typeface="Noto Sans" pitchFamily="34" charset="-120"/>
              </a:rPr>
              <a:t> tế</a:t>
            </a:r>
            <a:r>
              <a:rPr lang="en-US" sz="1095" dirty="0" spc="-5" kern="0">
                <a:solidFill>
                  <a:srgbClr val="123E52"/>
                </a:solidFill>
                <a:latin typeface="Noto Sans" pitchFamily="34" charset="0"/>
                <a:ea typeface="Noto Sans" pitchFamily="34" charset="-122"/>
                <a:cs typeface="Noto Sans" pitchFamily="34" charset="-120"/>
              </a:rPr>
              <a:t> trong</a:t>
            </a:r>
            <a:r>
              <a:rPr lang="en-US" sz="1095" dirty="0" spc="1" kern="0">
                <a:solidFill>
                  <a:srgbClr val="123E52"/>
                </a:solidFill>
                <a:latin typeface="Noto Sans" pitchFamily="34" charset="0"/>
                <a:ea typeface="Noto Sans" pitchFamily="34" charset="-122"/>
                <a:cs typeface="Noto Sans" pitchFamily="34" charset="-120"/>
              </a:rPr>
              <a:t> phần</a:t>
            </a:r>
            <a:r>
              <a:rPr lang="en-US" sz="1095" dirty="0" spc="-9" kern="0">
                <a:solidFill>
                  <a:srgbClr val="123E52"/>
                </a:solidFill>
                <a:latin typeface="Noto Sans" pitchFamily="34" charset="0"/>
                <a:ea typeface="Noto Sans" pitchFamily="34" charset="-122"/>
                <a:cs typeface="Noto Sans" pitchFamily="34" charset="-120"/>
              </a:rPr>
              <a:t> này.</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Một</a:t>
            </a:r>
            <a:r>
              <a:rPr lang="en-US" sz="1275" dirty="0" spc="2" kern="0">
                <a:solidFill>
                  <a:srgbClr val="123E52"/>
                </a:solidFill>
                <a:latin typeface="Lexend SemiBold" pitchFamily="34" charset="0"/>
                <a:ea typeface="Lexend SemiBold" pitchFamily="34" charset="-122"/>
                <a:cs typeface="Lexend SemiBold" pitchFamily="34" charset="-120"/>
              </a:rPr>
              <a:t> mục</a:t>
            </a:r>
            <a:r>
              <a:rPr lang="en-US" sz="1275" dirty="0" spc="1" kern="0">
                <a:solidFill>
                  <a:srgbClr val="123E52"/>
                </a:solidFill>
                <a:latin typeface="Lexend SemiBold" pitchFamily="34" charset="0"/>
                <a:ea typeface="Lexend SemiBold" pitchFamily="34" charset="-122"/>
                <a:cs typeface="Lexend SemiBold" pitchFamily="34" charset="-120"/>
              </a:rPr>
              <a:t> hướng</a:t>
            </a:r>
            <a:r>
              <a:rPr lang="en-US" sz="1275" dirty="0" spc="5" kern="0">
                <a:solidFill>
                  <a:srgbClr val="123E52"/>
                </a:solidFill>
                <a:latin typeface="Lexend SemiBold" pitchFamily="34" charset="0"/>
                <a:ea typeface="Lexend SemiBold" pitchFamily="34" charset="-122"/>
                <a:cs typeface="Lexend SemiBold" pitchFamily="34" charset="-120"/>
              </a:rPr>
              <a:t> dẫn</a:t>
            </a:r>
            <a:r>
              <a:rPr lang="en-US" sz="1275" dirty="0" spc="2" kern="0">
                <a:solidFill>
                  <a:srgbClr val="123E52"/>
                </a:solidFill>
                <a:latin typeface="Lexend SemiBold" pitchFamily="34" charset="0"/>
                <a:ea typeface="Lexend SemiBold" pitchFamily="34" charset="-122"/>
                <a:cs typeface="Lexend SemiBold" pitchFamily="34" charset="-120"/>
              </a:rPr>
              <a:t> cho</a:t>
            </a:r>
            <a:r>
              <a:rPr lang="en-US" sz="1275" dirty="0" spc="1" kern="0">
                <a:solidFill>
                  <a:srgbClr val="123E52"/>
                </a:solidFill>
                <a:latin typeface="Lexend SemiBold" pitchFamily="34" charset="0"/>
                <a:ea typeface="Lexend SemiBold" pitchFamily="34" charset="-122"/>
                <a:cs typeface="Lexend SemiBold" pitchFamily="34" charset="-120"/>
              </a:rPr>
              <a:t> biết</a:t>
            </a:r>
            <a:r>
              <a:rPr lang="en-US" sz="1275" dirty="0" spc="0" kern="0">
                <a:solidFill>
                  <a:srgbClr val="123E52"/>
                </a:solidFill>
                <a:latin typeface="Lexend SemiBold" pitchFamily="34" charset="0"/>
                <a:ea typeface="Lexend SemiBold" pitchFamily="34" charset="-122"/>
                <a:cs typeface="Lexend SemiBold" pitchFamily="34" charset="-120"/>
              </a:rPr>
              <a:t> gì?</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25" kern="0">
                <a:solidFill>
                  <a:srgbClr val="123E52"/>
                </a:solidFill>
                <a:latin typeface="Noto Sans" pitchFamily="34" charset="0"/>
                <a:ea typeface="Noto Sans" pitchFamily="34" charset="-122"/>
                <a:cs typeface="Noto Sans" pitchFamily="34" charset="-120"/>
              </a:rPr>
              <a:t>Tên</a:t>
            </a:r>
            <a:r>
              <a:rPr lang="en-US" sz="1095" dirty="0" spc="-1" kern="0">
                <a:solidFill>
                  <a:srgbClr val="123E52"/>
                </a:solidFill>
                <a:latin typeface="Noto Sans" pitchFamily="34" charset="0"/>
                <a:ea typeface="Noto Sans" pitchFamily="34" charset="-122"/>
                <a:cs typeface="Noto Sans" pitchFamily="34" charset="-120"/>
              </a:rPr>
              <a:t> thường đi kèm</a:t>
            </a:r>
            <a:r>
              <a:rPr lang="en-US" sz="1095" dirty="0" spc="0" kern="0">
                <a:solidFill>
                  <a:srgbClr val="123E52"/>
                </a:solidFill>
                <a:latin typeface="Noto Sans" pitchFamily="34" charset="0"/>
                <a:ea typeface="Noto Sans" pitchFamily="34" charset="-122"/>
                <a:cs typeface="Noto Sans" pitchFamily="34" charset="-120"/>
              </a:rPr>
              <a:t> ngôn</a:t>
            </a:r>
            <a:r>
              <a:rPr lang="en-US" sz="1095" dirty="0" spc="-1" kern="0">
                <a:solidFill>
                  <a:srgbClr val="123E52"/>
                </a:solidFill>
                <a:latin typeface="Noto Sans" pitchFamily="34" charset="0"/>
                <a:ea typeface="Noto Sans" pitchFamily="34" charset="-122"/>
                <a:cs typeface="Noto Sans" pitchFamily="34" charset="-120"/>
              </a:rPr>
              <a:t> ngữ</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liên kết</a:t>
            </a:r>
            <a:r>
              <a:rPr lang="en-US" sz="1095" dirty="0" spc="-4" kern="0">
                <a:solidFill>
                  <a:srgbClr val="123E52"/>
                </a:solidFill>
                <a:latin typeface="Noto Sans" pitchFamily="34" charset="0"/>
                <a:ea typeface="Noto Sans" pitchFamily="34" charset="-122"/>
                <a:cs typeface="Noto Sans" pitchFamily="34" charset="-120"/>
              </a:rPr>
              <a:t> tới</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1" kern="0">
                <a:solidFill>
                  <a:srgbClr val="123E52"/>
                </a:solidFill>
                <a:latin typeface="Noto Sans" pitchFamily="34" charset="0"/>
                <a:ea typeface="Noto Sans" pitchFamily="34" charset="-122"/>
                <a:cs typeface="Noto Sans" pitchFamily="34" charset="-120"/>
              </a:rPr>
              <a:t> viết,</a:t>
            </a:r>
            <a:r>
              <a:rPr lang="en-US" sz="1095" dirty="0" spc="1" kern="0">
                <a:solidFill>
                  <a:srgbClr val="123E52"/>
                </a:solidFill>
                <a:latin typeface="Noto Sans" pitchFamily="34" charset="0"/>
                <a:ea typeface="Noto Sans" pitchFamily="34" charset="-122"/>
                <a:cs typeface="Noto Sans" pitchFamily="34" charset="-120"/>
              </a:rPr>
              <a:t> sách,</a:t>
            </a:r>
            <a:r>
              <a:rPr lang="en-US" sz="1095" dirty="0" spc="-2" kern="0">
                <a:solidFill>
                  <a:srgbClr val="123E52"/>
                </a:solidFill>
                <a:latin typeface="Noto Sans" pitchFamily="34" charset="0"/>
                <a:ea typeface="Noto Sans" pitchFamily="34" charset="-122"/>
                <a:cs typeface="Noto Sans" pitchFamily="34" charset="-120"/>
              </a:rPr>
              <a:t> video</a:t>
            </a:r>
            <a:r>
              <a:rPr lang="en-US" sz="1095" dirty="0" spc="1" kern="0">
                <a:solidFill>
                  <a:srgbClr val="123E52"/>
                </a:solidFill>
                <a:latin typeface="Noto Sans" pitchFamily="34" charset="0"/>
                <a:ea typeface="Noto Sans" pitchFamily="34" charset="-122"/>
                <a:cs typeface="Noto Sans" pitchFamily="34" charset="-120"/>
              </a:rPr>
              <a:t> hoặc</a:t>
            </a:r>
            <a:r>
              <a:rPr lang="en-US" sz="1095" dirty="0" spc="-2" kern="0">
                <a:solidFill>
                  <a:srgbClr val="123E52"/>
                </a:solidFill>
                <a:latin typeface="Noto Sans" pitchFamily="34" charset="0"/>
                <a:ea typeface="Noto Sans" pitchFamily="34" charset="-122"/>
                <a:cs typeface="Noto Sans" pitchFamily="34" charset="-120"/>
              </a:rPr>
              <a:t> dự</a:t>
            </a:r>
            <a:r>
              <a:rPr lang="en-US" sz="1095" dirty="0" spc="2" kern="0">
                <a:solidFill>
                  <a:srgbClr val="123E52"/>
                </a:solidFill>
                <a:latin typeface="Noto Sans" pitchFamily="34" charset="0"/>
                <a:ea typeface="Noto Sans" pitchFamily="34" charset="-122"/>
                <a:cs typeface="Noto Sans" pitchFamily="34" charset="-120"/>
              </a:rPr>
              <a:t> án.</a:t>
            </a:r>
            <a:r>
              <a:rPr lang="en-US" sz="1095" dirty="0" spc="1" kern="0">
                <a:solidFill>
                  <a:srgbClr val="123E52"/>
                </a:solidFill>
                <a:latin typeface="Noto Sans" pitchFamily="34" charset="0"/>
                <a:ea typeface="Noto Sans" pitchFamily="34" charset="-122"/>
                <a:cs typeface="Noto Sans" pitchFamily="34" charset="-120"/>
              </a:rPr>
              <a:t> Các</a:t>
            </a:r>
            <a:r>
              <a:rPr lang="en-US" sz="1095" dirty="0" spc="-3" kern="0">
                <a:solidFill>
                  <a:srgbClr val="123E52"/>
                </a:solidFill>
                <a:latin typeface="Noto Sans" pitchFamily="34" charset="0"/>
                <a:ea typeface="Noto Sans" pitchFamily="34" charset="-122"/>
                <a:cs typeface="Noto Sans" pitchFamily="34" charset="-120"/>
              </a:rPr>
              <a:t> tài</a:t>
            </a:r>
            <a:r>
              <a:rPr lang="en-US" sz="1095" dirty="0" spc="-1" kern="0">
                <a:solidFill>
                  <a:srgbClr val="123E52"/>
                </a:solidFill>
                <a:latin typeface="Noto Sans" pitchFamily="34" charset="0"/>
                <a:ea typeface="Noto Sans" pitchFamily="34" charset="-122"/>
                <a:cs typeface="Noto Sans" pitchFamily="34" charset="-120"/>
              </a:rPr>
              <a:t> liệu có</a:t>
            </a:r>
            <a:r>
              <a:rPr lang="en-US" sz="1095" dirty="0" spc="0" kern="0">
                <a:solidFill>
                  <a:srgbClr val="123E52"/>
                </a:solidFill>
                <a:latin typeface="Noto Sans" pitchFamily="34" charset="0"/>
                <a:ea typeface="Noto Sans" pitchFamily="34" charset="-122"/>
                <a:cs typeface="Noto Sans" pitchFamily="34" charset="-120"/>
              </a:rPr>
              <a:t> phạm</a:t>
            </a:r>
            <a:r>
              <a:rPr lang="en-US" sz="1095" dirty="0" spc="-2" kern="0">
                <a:solidFill>
                  <a:srgbClr val="123E52"/>
                </a:solidFill>
                <a:latin typeface="Noto Sans" pitchFamily="34" charset="0"/>
                <a:ea typeface="Noto Sans" pitchFamily="34" charset="-122"/>
                <a:cs typeface="Noto Sans" pitchFamily="34" charset="-120"/>
              </a:rPr>
              <a:t> vi,</a:t>
            </a:r>
            <a:r>
              <a:rPr lang="en-US" sz="1095" dirty="0" spc="0" kern="0">
                <a:solidFill>
                  <a:srgbClr val="123E52"/>
                </a:solidFill>
                <a:latin typeface="Noto Sans" pitchFamily="34" charset="0"/>
                <a:ea typeface="Noto Sans" pitchFamily="34" charset="-122"/>
                <a:cs typeface="Noto Sans" pitchFamily="34" charset="-120"/>
              </a:rPr>
              <a:t> yêu cầu đầu</a:t>
            </a:r>
            <a:r>
              <a:rPr lang="en-US" sz="1095" dirty="0" spc="-2" kern="0">
                <a:solidFill>
                  <a:srgbClr val="123E52"/>
                </a:solidFill>
                <a:latin typeface="Noto Sans" pitchFamily="34" charset="0"/>
                <a:ea typeface="Noto Sans" pitchFamily="34" charset="-122"/>
                <a:cs typeface="Noto Sans" pitchFamily="34" charset="-120"/>
              </a:rPr>
              <a:t> vào và</a:t>
            </a:r>
            <a:r>
              <a:rPr lang="en-US" sz="1095" dirty="0" spc="-1" kern="0">
                <a:solidFill>
                  <a:srgbClr val="123E52"/>
                </a:solidFill>
                <a:latin typeface="Noto Sans" pitchFamily="34" charset="0"/>
                <a:ea typeface="Noto Sans" pitchFamily="34" charset="-122"/>
                <a:cs typeface="Noto Sans" pitchFamily="34" charset="-120"/>
              </a:rPr>
              <a:t> độ</a:t>
            </a:r>
            <a:r>
              <a:rPr lang="en-US" sz="1095" dirty="0" spc="-2" kern="0">
                <a:solidFill>
                  <a:srgbClr val="123E52"/>
                </a:solidFill>
                <a:latin typeface="Noto Sans" pitchFamily="34" charset="0"/>
                <a:ea typeface="Noto Sans" pitchFamily="34" charset="-122"/>
                <a:cs typeface="Noto Sans" pitchFamily="34" charset="-120"/>
              </a:rPr>
              <a:t> mới</a:t>
            </a:r>
            <a:r>
              <a:rPr lang="en-US" sz="1095" dirty="0" spc="0" kern="0">
                <a:solidFill>
                  <a:srgbClr val="123E52"/>
                </a:solidFill>
                <a:latin typeface="Noto Sans" pitchFamily="34" charset="0"/>
                <a:ea typeface="Noto Sans" pitchFamily="34" charset="-122"/>
                <a:cs typeface="Noto Sans" pitchFamily="34" charset="-120"/>
              </a:rPr>
              <a:t> khác</a:t>
            </a:r>
            <a:r>
              <a:rPr lang="en-US" sz="1095" dirty="0" spc="1" kern="0">
                <a:solidFill>
                  <a:srgbClr val="123E52"/>
                </a:solidFill>
                <a:latin typeface="Noto Sans" pitchFamily="34" charset="0"/>
                <a:ea typeface="Noto Sans" pitchFamily="34" charset="-122"/>
                <a:cs typeface="Noto Sans" pitchFamily="34" charset="-120"/>
              </a:rPr>
              <a:t> nhau.</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Giới</a:t>
            </a:r>
            <a:r>
              <a:rPr lang="en-US" sz="1275" dirty="0" spc="5" kern="0">
                <a:solidFill>
                  <a:srgbClr val="123E52"/>
                </a:solidFill>
                <a:latin typeface="Lexend SemiBold" pitchFamily="34" charset="0"/>
                <a:ea typeface="Lexend SemiBold" pitchFamily="34" charset="-122"/>
                <a:cs typeface="Lexend SemiBold" pitchFamily="34" charset="-120"/>
              </a:rPr>
              <a:t> hạn</a:t>
            </a:r>
            <a:r>
              <a:rPr lang="en-US" sz="1275" dirty="0" spc="4" kern="0">
                <a:solidFill>
                  <a:srgbClr val="123E52"/>
                </a:solidFill>
                <a:latin typeface="Lexend SemiBold" pitchFamily="34" charset="0"/>
                <a:ea typeface="Lexend SemiBold" pitchFamily="34" charset="-122"/>
                <a:cs typeface="Lexend SemiBold" pitchFamily="34" charset="-120"/>
              </a:rPr>
              <a:t> của bản</a:t>
            </a:r>
            <a:r>
              <a:rPr lang="en-US" sz="1275" dirty="0" spc="-1" kern="0">
                <a:solidFill>
                  <a:srgbClr val="123E52"/>
                </a:solidFill>
                <a:latin typeface="Lexend SemiBold" pitchFamily="34" charset="0"/>
                <a:ea typeface="Lexend SemiBold" pitchFamily="34" charset="-122"/>
                <a:cs typeface="Lexend SemiBold" pitchFamily="34" charset="-120"/>
              </a:rPr>
              <a:t> tổng</a:t>
            </a:r>
            <a:r>
              <a:rPr lang="en-US" sz="1275" dirty="0" spc="4" kern="0">
                <a:solidFill>
                  <a:srgbClr val="123E52"/>
                </a:solidFill>
                <a:latin typeface="Lexend SemiBold" pitchFamily="34" charset="0"/>
                <a:ea typeface="Lexend SemiBold" pitchFamily="34" charset="-122"/>
                <a:cs typeface="Lexend SemiBold" pitchFamily="34" charset="-120"/>
              </a:rPr>
              <a:t> quan</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Report</a:t>
            </a:r>
            <a:r>
              <a:rPr lang="en-US" sz="1095" dirty="0" spc="-2" kern="0">
                <a:solidFill>
                  <a:srgbClr val="123E52"/>
                </a:solidFill>
                <a:latin typeface="Noto Sans" pitchFamily="34" charset="0"/>
                <a:ea typeface="Noto Sans" pitchFamily="34" charset="-122"/>
                <a:cs typeface="Noto Sans" pitchFamily="34" charset="-120"/>
              </a:rPr>
              <a:t> giải thích</a:t>
            </a:r>
            <a:r>
              <a:rPr lang="en-US" sz="1095" dirty="0" spc="1" kern="0">
                <a:solidFill>
                  <a:srgbClr val="123E52"/>
                </a:solidFill>
                <a:latin typeface="Noto Sans" pitchFamily="34" charset="0"/>
                <a:ea typeface="Noto Sans" pitchFamily="34" charset="-122"/>
                <a:cs typeface="Noto Sans" pitchFamily="34" charset="-120"/>
              </a:rPr>
              <a:t> cách</a:t>
            </a:r>
            <a:r>
              <a:rPr lang="en-US" sz="1095" dirty="0" spc="0" kern="0">
                <a:solidFill>
                  <a:srgbClr val="123E52"/>
                </a:solidFill>
                <a:latin typeface="Noto Sans" pitchFamily="34" charset="0"/>
                <a:ea typeface="Noto Sans" pitchFamily="34" charset="-122"/>
                <a:cs typeface="Noto Sans" pitchFamily="34" charset="-120"/>
              </a:rPr>
              <a:t> chọn</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học,</a:t>
            </a:r>
            <a:r>
              <a:rPr lang="en-US" sz="1095" dirty="0" spc="0" kern="0">
                <a:solidFill>
                  <a:srgbClr val="123E52"/>
                </a:solidFill>
                <a:latin typeface="Noto Sans" pitchFamily="34" charset="0"/>
                <a:ea typeface="Noto Sans" pitchFamily="34" charset="-122"/>
                <a:cs typeface="Noto Sans" pitchFamily="34" charset="-120"/>
              </a:rPr>
              <a:t> chưa chạy</a:t>
            </a:r>
            <a:r>
              <a:rPr lang="en-US" sz="1095" dirty="0" spc="-2" kern="0">
                <a:solidFill>
                  <a:srgbClr val="123E52"/>
                </a:solidFill>
                <a:latin typeface="Noto Sans" pitchFamily="34" charset="0"/>
                <a:ea typeface="Noto Sans" pitchFamily="34" charset="-122"/>
                <a:cs typeface="Noto Sans" pitchFamily="34" charset="-120"/>
              </a:rPr>
              <a:t> thử</a:t>
            </a:r>
            <a:r>
              <a:rPr lang="en-US" sz="1095" dirty="0" spc="-1" kern="0">
                <a:solidFill>
                  <a:srgbClr val="123E52"/>
                </a:solidFill>
                <a:latin typeface="Noto Sans" pitchFamily="34" charset="0"/>
                <a:ea typeface="Noto Sans" pitchFamily="34" charset="-122"/>
                <a:cs typeface="Noto Sans" pitchFamily="34" charset="-120"/>
              </a:rPr>
              <a:t> toàn bộ</a:t>
            </a:r>
            <a:r>
              <a:rPr lang="en-US" sz="1095" dirty="0" spc="0" kern="0">
                <a:solidFill>
                  <a:srgbClr val="123E52"/>
                </a:solidFill>
                <a:latin typeface="Noto Sans" pitchFamily="34" charset="0"/>
                <a:ea typeface="Noto Sans" pitchFamily="34" charset="-122"/>
                <a:cs typeface="Noto Sans" pitchFamily="34" charset="-120"/>
              </a:rPr>
              <a:t> hướng</a:t>
            </a:r>
            <a:r>
              <a:rPr lang="en-US" sz="1095" dirty="0" spc="1" kern="0">
                <a:solidFill>
                  <a:srgbClr val="123E52"/>
                </a:solidFill>
                <a:latin typeface="Noto Sans" pitchFamily="34" charset="0"/>
                <a:ea typeface="Noto Sans" pitchFamily="34" charset="-122"/>
                <a:cs typeface="Noto Sans" pitchFamily="34" charset="-120"/>
              </a:rPr>
              <a:t> dẫn. Các</a:t>
            </a:r>
            <a:r>
              <a:rPr lang="en-US" sz="1095" dirty="0" spc="-2" kern="0">
                <a:solidFill>
                  <a:srgbClr val="123E52"/>
                </a:solidFill>
                <a:latin typeface="Noto Sans" pitchFamily="34" charset="0"/>
                <a:ea typeface="Noto Sans" pitchFamily="34" charset="-122"/>
                <a:cs typeface="Noto Sans" pitchFamily="34" charset="-120"/>
              </a:rPr>
              <a:t> gợi</a:t>
            </a:r>
            <a:r>
              <a:rPr lang="en-US" sz="1095" dirty="0" spc="-4" kern="0">
                <a:solidFill>
                  <a:srgbClr val="123E52"/>
                </a:solidFill>
                <a:latin typeface="Noto Sans" pitchFamily="34" charset="0"/>
                <a:ea typeface="Noto Sans" pitchFamily="34" charset="-122"/>
                <a:cs typeface="Noto Sans" pitchFamily="34" charset="-120"/>
              </a:rPr>
              <a:t> ý</a:t>
            </a:r>
            <a:r>
              <a:rPr lang="en-US" sz="1095" dirty="0" spc="0" kern="0">
                <a:solidFill>
                  <a:srgbClr val="123E52"/>
                </a:solidFill>
                <a:latin typeface="Noto Sans" pitchFamily="34" charset="0"/>
                <a:ea typeface="Noto Sans" pitchFamily="34" charset="-122"/>
                <a:cs typeface="Noto Sans" pitchFamily="34" charset="-120"/>
              </a:rPr>
              <a:t> đầu</a:t>
            </a:r>
            <a:r>
              <a:rPr lang="en-US" sz="1095" dirty="0" spc="-7" kern="0">
                <a:solidFill>
                  <a:srgbClr val="123E52"/>
                </a:solidFill>
                <a:latin typeface="Noto Sans" pitchFamily="34" charset="0"/>
                <a:ea typeface="Noto Sans" pitchFamily="34" charset="-122"/>
                <a:cs typeface="Noto Sans" pitchFamily="34" charset="-120"/>
              </a:rPr>
              <a:t> ra</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3" kern="0">
                <a:solidFill>
                  <a:srgbClr val="123E52"/>
                </a:solidFill>
                <a:latin typeface="Noto Sans" pitchFamily="34" charset="0"/>
                <a:ea typeface="Noto Sans" pitchFamily="34" charset="-122"/>
                <a:cs typeface="Noto Sans" pitchFamily="34" charset="-120"/>
              </a:rPr>
              <a:t> lộ</a:t>
            </a:r>
            <a:r>
              <a:rPr lang="en-US" sz="1095" dirty="0" spc="-1" kern="0">
                <a:solidFill>
                  <a:srgbClr val="123E52"/>
                </a:solidFill>
                <a:latin typeface="Noto Sans" pitchFamily="34" charset="0"/>
                <a:ea typeface="Noto Sans" pitchFamily="34" charset="-122"/>
                <a:cs typeface="Noto Sans" pitchFamily="34" charset="-120"/>
              </a:rPr>
              <a:t> trình</a:t>
            </a:r>
            <a:r>
              <a:rPr lang="en-US" sz="1095" dirty="0" spc="-2" kern="0">
                <a:solidFill>
                  <a:srgbClr val="123E52"/>
                </a:solidFill>
                <a:latin typeface="Noto Sans" pitchFamily="34" charset="0"/>
                <a:ea typeface="Noto Sans" pitchFamily="34" charset="-122"/>
                <a:cs typeface="Noto Sans" pitchFamily="34" charset="-120"/>
              </a:rPr>
              <a:t> là</a:t>
            </a:r>
            <a:r>
              <a:rPr lang="en-US" sz="1095" dirty="0" spc="1" kern="0">
                <a:solidFill>
                  <a:srgbClr val="123E52"/>
                </a:solidFill>
                <a:latin typeface="Noto Sans" pitchFamily="34" charset="0"/>
                <a:ea typeface="Noto Sans" pitchFamily="34" charset="-122"/>
                <a:cs typeface="Noto Sans" pitchFamily="34" charset="-120"/>
              </a:rPr>
              <a:t> đề</a:t>
            </a:r>
            <a:r>
              <a:rPr lang="en-US" sz="1095" dirty="0" spc="0" kern="0">
                <a:solidFill>
                  <a:srgbClr val="123E52"/>
                </a:solidFill>
                <a:latin typeface="Noto Sans" pitchFamily="34" charset="0"/>
                <a:ea typeface="Noto Sans" pitchFamily="34" charset="-122"/>
                <a:cs typeface="Noto Sans" pitchFamily="34" charset="-120"/>
              </a:rPr>
              <a:t> xuất của</a:t>
            </a:r>
            <a:r>
              <a:rPr lang="en-US" sz="1095" dirty="0" spc="-1" kern="0">
                <a:solidFill>
                  <a:srgbClr val="123E52"/>
                </a:solidFill>
                <a:latin typeface="Noto Sans" pitchFamily="34" charset="0"/>
                <a:ea typeface="Noto Sans" pitchFamily="34" charset="-122"/>
                <a:cs typeface="Noto Sans" pitchFamily="34" charset="-120"/>
              </a:rPr>
              <a:t> người viết, không phải</a:t>
            </a:r>
            <a:r>
              <a:rPr lang="en-US" sz="1095" dirty="0" spc="0" kern="0">
                <a:solidFill>
                  <a:srgbClr val="123E52"/>
                </a:solidFill>
                <a:latin typeface="Noto Sans" pitchFamily="34" charset="0"/>
                <a:ea typeface="Noto Sans" pitchFamily="34" charset="-122"/>
                <a:cs typeface="Noto Sans" pitchFamily="34" charset="-120"/>
              </a:rPr>
              <a:t> chương</a:t>
            </a:r>
            <a:r>
              <a:rPr lang="en-US" sz="1095" dirty="0" spc="-1" kern="0">
                <a:solidFill>
                  <a:srgbClr val="123E52"/>
                </a:solidFill>
                <a:latin typeface="Noto Sans" pitchFamily="34" charset="0"/>
                <a:ea typeface="Noto Sans" pitchFamily="34" charset="-122"/>
                <a:cs typeface="Noto Sans" pitchFamily="34" charset="-120"/>
              </a:rPr>
              <a:t> trình chính</a:t>
            </a:r>
            <a:r>
              <a:rPr lang="en-US" sz="1095" dirty="0" spc="0" kern="0">
                <a:solidFill>
                  <a:srgbClr val="123E52"/>
                </a:solidFill>
                <a:latin typeface="Noto Sans" pitchFamily="34" charset="0"/>
                <a:ea typeface="Noto Sans" pitchFamily="34" charset="-122"/>
                <a:cs typeface="Noto Sans" pitchFamily="34" charset="-120"/>
              </a:rPr>
              <a:t> thức của</a:t>
            </a:r>
            <a:r>
              <a:rPr lang="en-US" sz="1095" dirty="0" spc="-2" kern="0">
                <a:solidFill>
                  <a:srgbClr val="123E52"/>
                </a:solidFill>
                <a:latin typeface="Noto Sans" pitchFamily="34" charset="0"/>
                <a:ea typeface="Noto Sans" pitchFamily="34" charset="-122"/>
                <a:cs typeface="Noto Sans" pitchFamily="34" charset="-120"/>
              </a:rPr>
              <a:t> repo.</a:t>
            </a:r>
            <a:endParaRPr lang="en-US" sz="1095" dirty="0"/>
          </a:p>
        </p:txBody>
      </p:sp>
      <p:sp>
        <p:nvSpPr>
          <p:cNvPr id="20" name="Connector line-1792810626868-307535429"/>
          <p:cNvSpPr/>
          <p:nvPr/>
        </p:nvSpPr>
        <p:spPr>
          <a:xfrm>
            <a:off x="457200" y="10144125"/>
            <a:ext cx="6648450" cy="0"/>
          </a:xfrm>
          <a:prstGeom prst="line">
            <a:avLst/>
          </a:prstGeom>
          <a:noFill/>
          <a:ln w="9525">
            <a:solidFill>
              <a:srgbClr val="D3E1E5"/>
            </a:solidFill>
            <a:prstDash val="solid"/>
            <a:headEnd type="none"/>
            <a:tailEnd type="none"/>
          </a:ln>
        </p:spPr>
      </p:sp>
      <p:sp>
        <p:nvSpPr>
          <p:cNvPr id="21" name="Text 1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2" name="Text 2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03</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3" name="Shape 21"/>
          <p:cNvSpPr/>
          <p:nvPr/>
        </p:nvSpPr>
        <p:spPr>
          <a:xfrm>
            <a:off x="5868772" y="9806509"/>
            <a:ext cx="1210056" cy="406043"/>
          </a:xfrm>
          <a:prstGeom prst="roundRect">
            <a:avLst>
              <a:gd name="adj" fmla="val 28000"/>
            </a:avLst>
          </a:prstGeom>
          <a:solidFill>
            <a:srgbClr val="FFFFFF">
              <a:alpha val="82000"/>
            </a:srgbClr>
          </a:solidFill>
          <a:ln/>
        </p:spPr>
      </p:sp>
      <p:pic>
        <p:nvPicPr>
          <p:cNvPr id="24" name="Moda image moda-export-watermark-fe668da8-42a7-4dd4-b81f-6d2209df06dc"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 BẢN ĐỒ</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4" kern="0">
                <a:solidFill>
                  <a:srgbClr val="123E52"/>
                </a:solidFill>
                <a:latin typeface="Lexend SemiBold" pitchFamily="34" charset="0"/>
                <a:ea typeface="Lexend SemiBold" pitchFamily="34" charset="-122"/>
                <a:cs typeface="Lexend SemiBold" pitchFamily="34" charset="-120"/>
              </a:rPr>
              <a:t>31</a:t>
            </a:r>
            <a:r>
              <a:rPr lang="en-US" sz="2175" dirty="0" spc="3" kern="0">
                <a:solidFill>
                  <a:srgbClr val="123E52"/>
                </a:solidFill>
                <a:latin typeface="Lexend SemiBold" pitchFamily="34" charset="0"/>
                <a:ea typeface="Lexend SemiBold" pitchFamily="34" charset="-122"/>
                <a:cs typeface="Lexend SemiBold" pitchFamily="34" charset="-120"/>
              </a:rPr>
              <a:t> nhóm</a:t>
            </a:r>
            <a:r>
              <a:rPr lang="en-US" sz="2175" dirty="0" spc="4" kern="0">
                <a:solidFill>
                  <a:srgbClr val="123E52"/>
                </a:solidFill>
                <a:latin typeface="Lexend SemiBold" pitchFamily="34" charset="0"/>
                <a:ea typeface="Lexend SemiBold" pitchFamily="34" charset="-122"/>
                <a:cs typeface="Lexend SemiBold" pitchFamily="34" charset="-120"/>
              </a:rPr>
              <a:t> công</a:t>
            </a:r>
            <a:r>
              <a:rPr lang="en-US" sz="2175" dirty="0" spc="3" kern="0">
                <a:solidFill>
                  <a:srgbClr val="123E52"/>
                </a:solidFill>
                <a:latin typeface="Lexend SemiBold" pitchFamily="34" charset="0"/>
                <a:ea typeface="Lexend SemiBold" pitchFamily="34" charset="-122"/>
                <a:cs typeface="Lexend SemiBold" pitchFamily="34" charset="-120"/>
              </a:rPr>
              <a:t> nghệ</a:t>
            </a:r>
            <a:r>
              <a:rPr lang="en-US" sz="2175" dirty="0" spc="4" kern="0">
                <a:solidFill>
                  <a:srgbClr val="123E52"/>
                </a:solidFill>
                <a:latin typeface="Lexend SemiBold" pitchFamily="34" charset="0"/>
                <a:ea typeface="Lexend SemiBold" pitchFamily="34" charset="-122"/>
                <a:cs typeface="Lexend SemiBold" pitchFamily="34" charset="-120"/>
              </a:rPr>
              <a:t> /</a:t>
            </a:r>
            <a:r>
              <a:rPr lang="en-US" sz="2175" dirty="0" spc="2" kern="0">
                <a:solidFill>
                  <a:srgbClr val="123E52"/>
                </a:solidFill>
                <a:latin typeface="Lexend SemiBold" pitchFamily="34" charset="0"/>
                <a:ea typeface="Lexend SemiBold" pitchFamily="34" charset="-122"/>
                <a:cs typeface="Lexend SemiBold" pitchFamily="34" charset="-120"/>
              </a:rPr>
              <a:t> 01</a:t>
            </a:r>
            <a:endParaRPr lang="en-US" sz="2175" dirty="0"/>
          </a:p>
        </p:txBody>
      </p:sp>
      <p:sp>
        <p:nvSpPr>
          <p:cNvPr id="5" name="Connector line-1792810630603-87259892"/>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2038350"/>
            <a:ext cx="6648450" cy="447675"/>
          </a:xfrm>
          <a:prstGeom prst="rect">
            <a:avLst/>
          </a:prstGeom>
          <a:noFill/>
          <a:ln/>
        </p:spPr>
        <p:txBody>
          <a:bodyPr wrap="square" lIns="0" tIns="4705" rIns="0" bIns="-4705" rtlCol="0" anchor="t"/>
          <a:lstStyle/>
          <a:p>
            <a:pPr algn="l" indent="0" marL="0">
              <a:lnSpc>
                <a:spcPts val="1365"/>
              </a:lnSpc>
              <a:buNone/>
            </a:pPr>
            <a:r>
              <a:rPr lang="en-US" sz="975" dirty="0" spc="-20" kern="0">
                <a:solidFill>
                  <a:srgbClr val="47636C"/>
                </a:solidFill>
                <a:latin typeface="Noto Sans" pitchFamily="34" charset="0"/>
                <a:ea typeface="Noto Sans" pitchFamily="34" charset="-122"/>
                <a:cs typeface="Noto Sans" pitchFamily="34" charset="-120"/>
              </a:rPr>
              <a:t>Tên</a:t>
            </a:r>
            <a:r>
              <a:rPr lang="en-US" sz="975" dirty="0" spc="2" kern="0">
                <a:solidFill>
                  <a:srgbClr val="47636C"/>
                </a:solidFill>
                <a:latin typeface="Noto Sans" pitchFamily="34" charset="0"/>
                <a:ea typeface="Noto Sans" pitchFamily="34" charset="-122"/>
                <a:cs typeface="Noto Sans" pitchFamily="34" charset="-120"/>
              </a:rPr>
              <a:t> nhóm</a:t>
            </a:r>
            <a:r>
              <a:rPr lang="en-US" sz="975" dirty="0" spc="1" kern="0">
                <a:solidFill>
                  <a:srgbClr val="47636C"/>
                </a:solidFill>
                <a:latin typeface="Noto Sans" pitchFamily="34" charset="0"/>
                <a:ea typeface="Noto Sans" pitchFamily="34" charset="-122"/>
                <a:cs typeface="Noto Sans" pitchFamily="34" charset="-120"/>
              </a:rPr>
              <a:t> mở</a:t>
            </a:r>
            <a:r>
              <a:rPr lang="en-US" sz="975" dirty="0" spc="2" kern="0">
                <a:solidFill>
                  <a:srgbClr val="47636C"/>
                </a:solidFill>
                <a:latin typeface="Noto Sans" pitchFamily="34" charset="0"/>
                <a:ea typeface="Noto Sans" pitchFamily="34" charset="-122"/>
                <a:cs typeface="Noto Sans" pitchFamily="34" charset="-120"/>
              </a:rPr>
              <a:t> mục</a:t>
            </a:r>
            <a:r>
              <a:rPr lang="en-US" sz="975" dirty="0" spc="1" kern="0">
                <a:solidFill>
                  <a:srgbClr val="47636C"/>
                </a:solidFill>
                <a:latin typeface="Noto Sans" pitchFamily="34" charset="0"/>
                <a:ea typeface="Noto Sans" pitchFamily="34" charset="-122"/>
                <a:cs typeface="Noto Sans" pitchFamily="34" charset="-120"/>
              </a:rPr>
              <a:t> tương</a:t>
            </a:r>
            <a:r>
              <a:rPr lang="en-US" sz="975" dirty="0" spc="0" kern="0">
                <a:solidFill>
                  <a:srgbClr val="47636C"/>
                </a:solidFill>
                <a:latin typeface="Noto Sans" pitchFamily="34" charset="0"/>
                <a:ea typeface="Noto Sans" pitchFamily="34" charset="-122"/>
                <a:cs typeface="Noto Sans" pitchFamily="34" charset="-120"/>
              </a:rPr>
              <a:t> ứng</a:t>
            </a:r>
            <a:r>
              <a:rPr lang="en-US" sz="975" dirty="0" spc="-1" kern="0">
                <a:solidFill>
                  <a:srgbClr val="47636C"/>
                </a:solidFill>
                <a:latin typeface="Noto Sans" pitchFamily="34" charset="0"/>
                <a:ea typeface="Noto Sans" pitchFamily="34" charset="-122"/>
                <a:cs typeface="Noto Sans" pitchFamily="34" charset="-120"/>
              </a:rPr>
              <a:t> trong</a:t>
            </a:r>
            <a:r>
              <a:rPr lang="en-US" sz="975" dirty="0" spc="0" kern="0">
                <a:solidFill>
                  <a:srgbClr val="47636C"/>
                </a:solidFill>
                <a:latin typeface="Noto Sans" pitchFamily="34" charset="0"/>
                <a:ea typeface="Noto Sans" pitchFamily="34" charset="-122"/>
                <a:cs typeface="Noto Sans" pitchFamily="34" charset="-120"/>
              </a:rPr>
              <a:t> README. Ví</a:t>
            </a:r>
            <a:r>
              <a:rPr lang="en-US" sz="975" dirty="0" spc="2" kern="0">
                <a:solidFill>
                  <a:srgbClr val="47636C"/>
                </a:solidFill>
                <a:latin typeface="Noto Sans" pitchFamily="34" charset="0"/>
                <a:ea typeface="Noto Sans" pitchFamily="34" charset="-122"/>
                <a:cs typeface="Noto Sans" pitchFamily="34" charset="-120"/>
              </a:rPr>
              <a:t> dụ</a:t>
            </a:r>
            <a:r>
              <a:rPr lang="en-US" sz="975" dirty="0" spc="1" kern="0">
                <a:solidFill>
                  <a:srgbClr val="47636C"/>
                </a:solidFill>
                <a:latin typeface="Noto Sans" pitchFamily="34" charset="0"/>
                <a:ea typeface="Noto Sans" pitchFamily="34" charset="-122"/>
                <a:cs typeface="Noto Sans" pitchFamily="34" charset="-120"/>
              </a:rPr>
              <a:t> mở tài</a:t>
            </a:r>
            <a:r>
              <a:rPr lang="en-US" sz="975" dirty="0" spc="2" kern="0">
                <a:solidFill>
                  <a:srgbClr val="47636C"/>
                </a:solidFill>
                <a:latin typeface="Noto Sans" pitchFamily="34" charset="0"/>
                <a:ea typeface="Noto Sans" pitchFamily="34" charset="-122"/>
                <a:cs typeface="Noto Sans" pitchFamily="34" charset="-120"/>
              </a:rPr>
              <a:t> liệu</a:t>
            </a:r>
            <a:r>
              <a:rPr lang="en-US" sz="975" dirty="0" spc="1" kern="0">
                <a:solidFill>
                  <a:srgbClr val="47636C"/>
                </a:solidFill>
                <a:latin typeface="Noto Sans" pitchFamily="34" charset="0"/>
                <a:ea typeface="Noto Sans" pitchFamily="34" charset="-122"/>
                <a:cs typeface="Noto Sans" pitchFamily="34" charset="-120"/>
              </a:rPr>
              <a:t> được</a:t>
            </a:r>
            <a:r>
              <a:rPr lang="en-US" sz="975" dirty="0" spc="2" kern="0">
                <a:solidFill>
                  <a:srgbClr val="47636C"/>
                </a:solidFill>
                <a:latin typeface="Noto Sans" pitchFamily="34" charset="0"/>
                <a:ea typeface="Noto Sans" pitchFamily="34" charset="-122"/>
                <a:cs typeface="Noto Sans" pitchFamily="34" charset="-120"/>
              </a:rPr>
              <a:t> liệt</a:t>
            </a:r>
            <a:r>
              <a:rPr lang="en-US" sz="975" dirty="0" spc="-1" kern="0">
                <a:solidFill>
                  <a:srgbClr val="47636C"/>
                </a:solidFill>
                <a:latin typeface="Noto Sans" pitchFamily="34" charset="0"/>
                <a:ea typeface="Noto Sans" pitchFamily="34" charset="-122"/>
                <a:cs typeface="Noto Sans" pitchFamily="34" charset="-120"/>
              </a:rPr>
              <a:t> kê;</a:t>
            </a:r>
            <a:r>
              <a:rPr lang="en-US" sz="975" dirty="0" spc="1" kern="0">
                <a:solidFill>
                  <a:srgbClr val="47636C"/>
                </a:solidFill>
                <a:latin typeface="Noto Sans" pitchFamily="34" charset="0"/>
                <a:ea typeface="Noto Sans" pitchFamily="34" charset="-122"/>
                <a:cs typeface="Noto Sans" pitchFamily="34" charset="-120"/>
              </a:rPr>
              <a:t> không phải</a:t>
            </a:r>
            <a:r>
              <a:rPr lang="en-US" sz="975" dirty="0" spc="-3" kern="0">
                <a:solidFill>
                  <a:srgbClr val="47636C"/>
                </a:solidFill>
                <a:latin typeface="Noto Sans" pitchFamily="34" charset="0"/>
                <a:ea typeface="Noto Sans" pitchFamily="34" charset="-122"/>
                <a:cs typeface="Noto Sans" pitchFamily="34" charset="-120"/>
              </a:rPr>
              <a:t> xếp</a:t>
            </a:r>
            <a:r>
              <a:rPr lang="en-US" sz="975" dirty="0" spc="1" kern="0">
                <a:solidFill>
                  <a:srgbClr val="47636C"/>
                </a:solidFill>
                <a:latin typeface="Noto Sans" pitchFamily="34" charset="0"/>
                <a:ea typeface="Noto Sans" pitchFamily="34" charset="-122"/>
                <a:cs typeface="Noto Sans" pitchFamily="34" charset="-120"/>
              </a:rPr>
              <a:t> hạng</a:t>
            </a:r>
            <a:r>
              <a:rPr lang="en-US" sz="975" dirty="0" spc="2" kern="0">
                <a:solidFill>
                  <a:srgbClr val="47636C"/>
                </a:solidFill>
                <a:latin typeface="Noto Sans" pitchFamily="34" charset="0"/>
                <a:ea typeface="Noto Sans" pitchFamily="34" charset="-122"/>
                <a:cs typeface="Noto Sans" pitchFamily="34" charset="-120"/>
              </a:rPr>
              <a:t> độ</a:t>
            </a:r>
            <a:r>
              <a:rPr lang="en-US" sz="975" dirty="0" spc="1" kern="0">
                <a:solidFill>
                  <a:srgbClr val="47636C"/>
                </a:solidFill>
                <a:latin typeface="Noto Sans" pitchFamily="34" charset="0"/>
                <a:ea typeface="Noto Sans" pitchFamily="34" charset="-122"/>
                <a:cs typeface="Noto Sans" pitchFamily="34" charset="-120"/>
              </a:rPr>
              <a:t> khó</a:t>
            </a:r>
            <a:r>
              <a:rPr lang="en-US" sz="975" dirty="0" spc="0" kern="0">
                <a:solidFill>
                  <a:srgbClr val="47636C"/>
                </a:solidFill>
                <a:latin typeface="Noto Sans" pitchFamily="34" charset="0"/>
                <a:ea typeface="Noto Sans" pitchFamily="34" charset="-122"/>
                <a:cs typeface="Noto Sans" pitchFamily="34" charset="-120"/>
              </a:rPr>
              <a:t> hay</a:t>
            </a:r>
            <a:r>
              <a:rPr lang="en-US" sz="975" dirty="0" spc="2" kern="0">
                <a:solidFill>
                  <a:srgbClr val="47636C"/>
                </a:solidFill>
                <a:latin typeface="Noto Sans" pitchFamily="34" charset="0"/>
                <a:ea typeface="Noto Sans" pitchFamily="34" charset="-122"/>
                <a:cs typeface="Noto Sans" pitchFamily="34" charset="-120"/>
              </a:rPr>
              <a:t> chất</a:t>
            </a:r>
            <a:r>
              <a:rPr lang="en-US" sz="975" dirty="0" spc="0" kern="0">
                <a:solidFill>
                  <a:srgbClr val="47636C"/>
                </a:solidFill>
                <a:latin typeface="Noto Sans" pitchFamily="34" charset="0"/>
                <a:ea typeface="Noto Sans" pitchFamily="34" charset="-122"/>
                <a:cs typeface="Noto Sans" pitchFamily="34" charset="-120"/>
              </a:rPr>
              <a:t> lượng.</a:t>
            </a:r>
            <a:r>
              <a:rPr lang="en-US" sz="975" dirty="0" spc="-2" kern="0">
                <a:solidFill>
                  <a:srgbClr val="47636C"/>
                </a:solidFill>
                <a:latin typeface="Noto Sans" pitchFamily="34" charset="0"/>
                <a:ea typeface="Noto Sans" pitchFamily="34" charset="-122"/>
                <a:cs typeface="Noto Sans" pitchFamily="34" charset="-120"/>
              </a:rPr>
              <a:t> [S1]</a:t>
            </a:r>
            <a:endParaRPr lang="en-US" sz="975" dirty="0"/>
          </a:p>
        </p:txBody>
      </p:sp>
      <p:sp>
        <p:nvSpPr>
          <p:cNvPr id="7" name="Text 5"/>
          <p:cNvSpPr/>
          <p:nvPr/>
        </p:nvSpPr>
        <p:spPr>
          <a:xfrm>
            <a:off x="457200" y="26670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0" kern="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Distributed</a:t>
            </a:r>
            <a:r>
              <a:rPr lang="en-US" sz="1005" b="1" u="sng" dirty="0" spc="2" kern="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Systems</a:t>
            </a:r>
            <a:endParaRPr lang="en-US" sz="1005" dirty="0"/>
          </a:p>
        </p:txBody>
      </p:sp>
      <p:sp>
        <p:nvSpPr>
          <p:cNvPr id="8" name="Text 6"/>
          <p:cNvSpPr/>
          <p:nvPr/>
        </p:nvSpPr>
        <p:spPr>
          <a:xfrm>
            <a:off x="2914650" y="2667000"/>
            <a:ext cx="4191000" cy="228600"/>
          </a:xfrm>
          <a:prstGeom prst="rect">
            <a:avLst/>
          </a:prstGeom>
          <a:noFill/>
          <a:ln/>
        </p:spPr>
        <p:txBody>
          <a:bodyPr wrap="square" lIns="0" tIns="4561" rIns="0" bIns="-4561" rtlCol="0" anchor="t"/>
          <a:lstStyle/>
          <a:p>
            <a:pPr algn="l" indent="0" marL="0">
              <a:lnSpc>
                <a:spcPts val="1323"/>
              </a:lnSpc>
              <a:buNone/>
            </a:pPr>
            <a:r>
              <a:rPr lang="en-US" sz="945" dirty="0" spc="-2" kern="0">
                <a:solidFill>
                  <a:srgbClr val="47636C"/>
                </a:solidFill>
                <a:latin typeface="Noto Sans" pitchFamily="34" charset="0"/>
                <a:ea typeface="Noto Sans" pitchFamily="34" charset="-122"/>
                <a:cs typeface="Noto Sans" pitchFamily="34" charset="-120"/>
              </a:rPr>
              <a:t>Hệ</a:t>
            </a:r>
            <a:r>
              <a:rPr lang="en-US" sz="945" dirty="0" spc="-1" kern="0">
                <a:solidFill>
                  <a:srgbClr val="47636C"/>
                </a:solidFill>
                <a:latin typeface="Noto Sans" pitchFamily="34" charset="0"/>
                <a:ea typeface="Noto Sans" pitchFamily="34" charset="-122"/>
                <a:cs typeface="Noto Sans" pitchFamily="34" charset="-120"/>
              </a:rPr>
              <a:t> thống</a:t>
            </a:r>
            <a:r>
              <a:rPr lang="en-US" sz="945" dirty="0" spc="0" kern="0">
                <a:solidFill>
                  <a:srgbClr val="47636C"/>
                </a:solidFill>
                <a:latin typeface="Noto Sans" pitchFamily="34" charset="0"/>
                <a:ea typeface="Noto Sans" pitchFamily="34" charset="-122"/>
                <a:cs typeface="Noto Sans" pitchFamily="34" charset="-120"/>
              </a:rPr>
              <a:t> phân</a:t>
            </a:r>
            <a:r>
              <a:rPr lang="en-US" sz="945" dirty="0" spc="1" kern="0">
                <a:solidFill>
                  <a:srgbClr val="47636C"/>
                </a:solidFill>
                <a:latin typeface="Noto Sans" pitchFamily="34" charset="0"/>
                <a:ea typeface="Noto Sans" pitchFamily="34" charset="-122"/>
                <a:cs typeface="Noto Sans" pitchFamily="34" charset="-120"/>
              </a:rPr>
              <a:t> tán và</a:t>
            </a:r>
            <a:r>
              <a:rPr lang="en-US" sz="945" dirty="0" spc="-2" kern="0">
                <a:solidFill>
                  <a:srgbClr val="47636C"/>
                </a:solidFill>
                <a:latin typeface="Noto Sans" pitchFamily="34" charset="0"/>
                <a:ea typeface="Noto Sans" pitchFamily="34" charset="-122"/>
                <a:cs typeface="Noto Sans" pitchFamily="34" charset="-120"/>
              </a:rPr>
              <a:t> luồng</a:t>
            </a:r>
            <a:r>
              <a:rPr lang="en-US" sz="945" dirty="0" spc="-1" kern="0">
                <a:solidFill>
                  <a:srgbClr val="47636C"/>
                </a:solidFill>
                <a:latin typeface="Noto Sans" pitchFamily="34" charset="0"/>
                <a:ea typeface="Noto Sans" pitchFamily="34" charset="-122"/>
                <a:cs typeface="Noto Sans" pitchFamily="34" charset="-120"/>
              </a:rPr>
              <a:t> sự</a:t>
            </a:r>
            <a:r>
              <a:rPr lang="en-US" sz="945" dirty="0" spc="-2" kern="0">
                <a:solidFill>
                  <a:srgbClr val="47636C"/>
                </a:solidFill>
                <a:latin typeface="Noto Sans" pitchFamily="34" charset="0"/>
                <a:ea typeface="Noto Sans" pitchFamily="34" charset="-122"/>
                <a:cs typeface="Noto Sans" pitchFamily="34" charset="-120"/>
              </a:rPr>
              <a:t> kiện.</a:t>
            </a:r>
            <a:endParaRPr lang="en-US" sz="945" dirty="0"/>
          </a:p>
        </p:txBody>
      </p:sp>
      <p:sp>
        <p:nvSpPr>
          <p:cNvPr id="9" name="Text 7"/>
          <p:cNvSpPr/>
          <p:nvPr/>
        </p:nvSpPr>
        <p:spPr>
          <a:xfrm>
            <a:off x="2914650" y="28765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Hướng dẫn mẫu (Java) ↗</a:t>
            </a:r>
            <a:endParaRPr lang="en-US" sz="923" dirty="0"/>
          </a:p>
        </p:txBody>
      </p:sp>
      <p:sp>
        <p:nvSpPr>
          <p:cNvPr id="10" name="Connector line-1792810630613-938496646"/>
          <p:cNvSpPr/>
          <p:nvPr/>
        </p:nvSpPr>
        <p:spPr>
          <a:xfrm>
            <a:off x="457200" y="3076575"/>
            <a:ext cx="6648450" cy="0"/>
          </a:xfrm>
          <a:prstGeom prst="line">
            <a:avLst/>
          </a:prstGeom>
          <a:noFill/>
          <a:ln w="9525">
            <a:solidFill>
              <a:srgbClr val="D3E1E5"/>
            </a:solidFill>
            <a:prstDash val="solid"/>
            <a:headEnd type="none"/>
            <a:tailEnd type="none"/>
          </a:ln>
        </p:spPr>
      </p:sp>
      <p:sp>
        <p:nvSpPr>
          <p:cNvPr id="11" name="Text 9"/>
          <p:cNvSpPr/>
          <p:nvPr/>
        </p:nvSpPr>
        <p:spPr>
          <a:xfrm>
            <a:off x="457200" y="31051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3D</a:t>
            </a:r>
            <a:r>
              <a:rPr lang="en-US" sz="1005" b="1" u="sng" dirty="0" spc="-3" kern="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 Renderer</a:t>
            </a:r>
            <a:endParaRPr lang="en-US" sz="1005" dirty="0"/>
          </a:p>
        </p:txBody>
      </p:sp>
      <p:sp>
        <p:nvSpPr>
          <p:cNvPr id="12" name="Text 10"/>
          <p:cNvSpPr/>
          <p:nvPr/>
        </p:nvSpPr>
        <p:spPr>
          <a:xfrm>
            <a:off x="2914650" y="3105150"/>
            <a:ext cx="4191000" cy="228600"/>
          </a:xfrm>
          <a:prstGeom prst="rect">
            <a:avLst/>
          </a:prstGeom>
          <a:noFill/>
          <a:ln/>
        </p:spPr>
        <p:txBody>
          <a:bodyPr wrap="square" lIns="0" tIns="4561" rIns="0" bIns="-4561" rtlCol="0" anchor="t"/>
          <a:lstStyle/>
          <a:p>
            <a:pPr algn="l" indent="0" marL="0">
              <a:lnSpc>
                <a:spcPts val="1323"/>
              </a:lnSpc>
              <a:buNone/>
            </a:pPr>
            <a:r>
              <a:rPr lang="en-US" sz="945" dirty="0" spc="-3" kern="0">
                <a:solidFill>
                  <a:srgbClr val="47636C"/>
                </a:solidFill>
                <a:latin typeface="Noto Sans" pitchFamily="34" charset="0"/>
                <a:ea typeface="Noto Sans" pitchFamily="34" charset="-122"/>
                <a:cs typeface="Noto Sans" pitchFamily="34" charset="-120"/>
              </a:rPr>
              <a:t>Biến</a:t>
            </a:r>
            <a:r>
              <a:rPr lang="en-US" sz="945" dirty="0" spc="-4" kern="0">
                <a:solidFill>
                  <a:srgbClr val="47636C"/>
                </a:solidFill>
                <a:latin typeface="Noto Sans" pitchFamily="34" charset="0"/>
                <a:ea typeface="Noto Sans" pitchFamily="34" charset="-122"/>
                <a:cs typeface="Noto Sans" pitchFamily="34" charset="-120"/>
              </a:rPr>
              <a:t> mô hình</a:t>
            </a:r>
            <a:r>
              <a:rPr lang="en-US" sz="945" dirty="0" spc="-1" kern="0">
                <a:solidFill>
                  <a:srgbClr val="47636C"/>
                </a:solidFill>
                <a:latin typeface="Noto Sans" pitchFamily="34" charset="0"/>
                <a:ea typeface="Noto Sans" pitchFamily="34" charset="-122"/>
                <a:cs typeface="Noto Sans" pitchFamily="34" charset="-120"/>
              </a:rPr>
              <a:t> thành</a:t>
            </a:r>
            <a:r>
              <a:rPr lang="en-US" sz="945" dirty="0" spc="-4" kern="0">
                <a:solidFill>
                  <a:srgbClr val="47636C"/>
                </a:solidFill>
                <a:latin typeface="Noto Sans" pitchFamily="34" charset="0"/>
                <a:ea typeface="Noto Sans" pitchFamily="34" charset="-122"/>
                <a:cs typeface="Noto Sans" pitchFamily="34" charset="-120"/>
              </a:rPr>
              <a:t> hình</a:t>
            </a:r>
            <a:r>
              <a:rPr lang="en-US" sz="945" dirty="0" spc="-1" kern="0">
                <a:solidFill>
                  <a:srgbClr val="47636C"/>
                </a:solidFill>
                <a:latin typeface="Noto Sans" pitchFamily="34" charset="0"/>
                <a:ea typeface="Noto Sans" pitchFamily="34" charset="-122"/>
                <a:cs typeface="Noto Sans" pitchFamily="34" charset="-120"/>
              </a:rPr>
              <a:t> ảnh.</a:t>
            </a:r>
            <a:endParaRPr lang="en-US" sz="945" dirty="0"/>
          </a:p>
        </p:txBody>
      </p:sp>
      <p:sp>
        <p:nvSpPr>
          <p:cNvPr id="13" name="Text 11"/>
          <p:cNvSpPr/>
          <p:nvPr/>
        </p:nvSpPr>
        <p:spPr>
          <a:xfrm>
            <a:off x="2914650" y="33147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14" name="Connector line-1792810630619-707179920"/>
          <p:cNvSpPr/>
          <p:nvPr/>
        </p:nvSpPr>
        <p:spPr>
          <a:xfrm>
            <a:off x="457200" y="3514725"/>
            <a:ext cx="6648450" cy="0"/>
          </a:xfrm>
          <a:prstGeom prst="line">
            <a:avLst/>
          </a:prstGeom>
          <a:noFill/>
          <a:ln w="9525">
            <a:solidFill>
              <a:srgbClr val="D3E1E5"/>
            </a:solidFill>
            <a:prstDash val="solid"/>
            <a:headEnd type="none"/>
            <a:tailEnd type="none"/>
          </a:ln>
        </p:spPr>
      </p:sp>
      <p:sp>
        <p:nvSpPr>
          <p:cNvPr id="15" name="Text 13"/>
          <p:cNvSpPr/>
          <p:nvPr/>
        </p:nvSpPr>
        <p:spPr>
          <a:xfrm>
            <a:off x="457200" y="35433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AI</a:t>
            </a:r>
            <a:r>
              <a:rPr lang="en-US" sz="1005" b="1" u="sng" dirty="0" spc="0" kern="0">
                <a:solidFill>
                  <a:srgbClr val="147D7A"/>
                </a:solidFill>
                <a:latin typeface="Noto Sans" pitchFamily="34" charset="0"/>
                <a:ea typeface="Noto Sans" pitchFamily="34" charset="-122"/>
                <a:cs typeface="Not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 Model</a:t>
            </a:r>
            <a:endParaRPr lang="en-US" sz="1005" dirty="0"/>
          </a:p>
        </p:txBody>
      </p:sp>
      <p:sp>
        <p:nvSpPr>
          <p:cNvPr id="16" name="Text 14"/>
          <p:cNvSpPr/>
          <p:nvPr/>
        </p:nvSpPr>
        <p:spPr>
          <a:xfrm>
            <a:off x="2914650" y="3543300"/>
            <a:ext cx="4191000" cy="228600"/>
          </a:xfrm>
          <a:prstGeom prst="rect">
            <a:avLst/>
          </a:prstGeom>
          <a:noFill/>
          <a:ln/>
        </p:spPr>
        <p:txBody>
          <a:bodyPr wrap="square" lIns="0" tIns="4561" rIns="0" bIns="-4561" rtlCol="0" anchor="t"/>
          <a:lstStyle/>
          <a:p>
            <a:pPr algn="l" indent="0" marL="0">
              <a:lnSpc>
                <a:spcPts val="1323"/>
              </a:lnSpc>
              <a:buNone/>
            </a:pPr>
            <a:r>
              <a:rPr lang="en-US" sz="945" dirty="0" spc="2" kern="0">
                <a:solidFill>
                  <a:srgbClr val="47636C"/>
                </a:solidFill>
                <a:latin typeface="Noto Sans" pitchFamily="34" charset="0"/>
                <a:ea typeface="Noto Sans" pitchFamily="34" charset="-122"/>
                <a:cs typeface="Noto Sans" pitchFamily="34" charset="-120"/>
              </a:rPr>
              <a:t>Các</a:t>
            </a:r>
            <a:r>
              <a:rPr lang="en-US" sz="945" dirty="0" spc="-2" kern="0">
                <a:solidFill>
                  <a:srgbClr val="47636C"/>
                </a:solidFill>
                <a:latin typeface="Noto Sans" pitchFamily="34" charset="0"/>
                <a:ea typeface="Noto Sans" pitchFamily="34" charset="-122"/>
                <a:cs typeface="Noto Sans" pitchFamily="34" charset="-120"/>
              </a:rPr>
              <a:t> hướng</a:t>
            </a:r>
            <a:r>
              <a:rPr lang="en-US" sz="945" dirty="0" spc="-1" kern="0">
                <a:solidFill>
                  <a:srgbClr val="47636C"/>
                </a:solidFill>
                <a:latin typeface="Noto Sans" pitchFamily="34" charset="0"/>
                <a:ea typeface="Noto Sans" pitchFamily="34" charset="-122"/>
                <a:cs typeface="Noto Sans" pitchFamily="34" charset="-120"/>
              </a:rPr>
              <a:t> xây</a:t>
            </a:r>
            <a:r>
              <a:rPr lang="en-US" sz="945" dirty="0" spc="-4" kern="0">
                <a:solidFill>
                  <a:srgbClr val="47636C"/>
                </a:solidFill>
                <a:latin typeface="Noto Sans" pitchFamily="34" charset="0"/>
                <a:ea typeface="Noto Sans" pitchFamily="34" charset="-122"/>
                <a:cs typeface="Noto Sans" pitchFamily="34" charset="-120"/>
              </a:rPr>
              <a:t> mô hình</a:t>
            </a:r>
            <a:r>
              <a:rPr lang="en-US" sz="945" dirty="0" spc="-1" kern="0">
                <a:solidFill>
                  <a:srgbClr val="47636C"/>
                </a:solidFill>
                <a:latin typeface="Noto Sans" pitchFamily="34" charset="0"/>
                <a:ea typeface="Noto Sans" pitchFamily="34" charset="-122"/>
                <a:cs typeface="Noto Sans" pitchFamily="34" charset="-120"/>
              </a:rPr>
              <a:t> AI.</a:t>
            </a:r>
            <a:endParaRPr lang="en-US" sz="945" dirty="0"/>
          </a:p>
        </p:txBody>
      </p:sp>
      <p:sp>
        <p:nvSpPr>
          <p:cNvPr id="17" name="Text 15"/>
          <p:cNvSpPr/>
          <p:nvPr/>
        </p:nvSpPr>
        <p:spPr>
          <a:xfrm>
            <a:off x="2914650" y="37528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Hướng dẫn mẫu (Python) ↗</a:t>
            </a:r>
            <a:endParaRPr lang="en-US" sz="923" dirty="0"/>
          </a:p>
        </p:txBody>
      </p:sp>
      <p:sp>
        <p:nvSpPr>
          <p:cNvPr id="18" name="Connector line-1792810630626-294768765"/>
          <p:cNvSpPr/>
          <p:nvPr/>
        </p:nvSpPr>
        <p:spPr>
          <a:xfrm>
            <a:off x="457200" y="3952875"/>
            <a:ext cx="6648450" cy="0"/>
          </a:xfrm>
          <a:prstGeom prst="line">
            <a:avLst/>
          </a:prstGeom>
          <a:noFill/>
          <a:ln w="9525">
            <a:solidFill>
              <a:srgbClr val="D3E1E5"/>
            </a:solidFill>
            <a:prstDash val="solid"/>
            <a:headEnd type="none"/>
            <a:tailEnd type="none"/>
          </a:ln>
        </p:spPr>
      </p:sp>
      <p:sp>
        <p:nvSpPr>
          <p:cNvPr id="19" name="Text 17"/>
          <p:cNvSpPr/>
          <p:nvPr/>
        </p:nvSpPr>
        <p:spPr>
          <a:xfrm>
            <a:off x="457200" y="39814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0" kern="0">
                <a:solidFill>
                  <a:srgbClr val="147D7A"/>
                </a:solidFill>
                <a:latin typeface="Noto Sans" pitchFamily="34" charset="0"/>
                <a:ea typeface="Noto Sans" pitchFamily="34" charset="-122"/>
                <a:cs typeface="Noto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Augmented</a:t>
            </a:r>
            <a:r>
              <a:rPr lang="en-US" sz="1005" b="1" u="sng" dirty="0" spc="-1" kern="0">
                <a:solidFill>
                  <a:srgbClr val="147D7A"/>
                </a:solidFill>
                <a:latin typeface="Noto Sans" pitchFamily="34" charset="0"/>
                <a:ea typeface="Noto Sans" pitchFamily="34" charset="-122"/>
                <a:cs typeface="Noto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 Reality</a:t>
            </a:r>
            <a:endParaRPr lang="en-US" sz="1005" dirty="0"/>
          </a:p>
        </p:txBody>
      </p:sp>
      <p:sp>
        <p:nvSpPr>
          <p:cNvPr id="20" name="Text 18"/>
          <p:cNvSpPr/>
          <p:nvPr/>
        </p:nvSpPr>
        <p:spPr>
          <a:xfrm>
            <a:off x="2914650" y="39814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Kết</a:t>
            </a:r>
            <a:r>
              <a:rPr lang="en-US" sz="945" dirty="0" spc="-2" kern="0">
                <a:solidFill>
                  <a:srgbClr val="47636C"/>
                </a:solidFill>
                <a:latin typeface="Noto Sans" pitchFamily="34" charset="0"/>
                <a:ea typeface="Noto Sans" pitchFamily="34" charset="-122"/>
                <a:cs typeface="Noto Sans" pitchFamily="34" charset="-120"/>
              </a:rPr>
              <a:t> hợp</a:t>
            </a:r>
            <a:r>
              <a:rPr lang="en-US" sz="945" dirty="0" spc="-4" kern="0">
                <a:solidFill>
                  <a:srgbClr val="47636C"/>
                </a:solidFill>
                <a:latin typeface="Noto Sans" pitchFamily="34" charset="0"/>
                <a:ea typeface="Noto Sans" pitchFamily="34" charset="-122"/>
                <a:cs typeface="Noto Sans" pitchFamily="34" charset="-120"/>
              </a:rPr>
              <a:t> nội</a:t>
            </a:r>
            <a:r>
              <a:rPr lang="en-US" sz="945" dirty="0" spc="0" kern="0">
                <a:solidFill>
                  <a:srgbClr val="47636C"/>
                </a:solidFill>
                <a:latin typeface="Noto Sans" pitchFamily="34" charset="0"/>
                <a:ea typeface="Noto Sans" pitchFamily="34" charset="-122"/>
                <a:cs typeface="Noto Sans" pitchFamily="34" charset="-120"/>
              </a:rPr>
              <a:t> dung</a:t>
            </a:r>
            <a:r>
              <a:rPr lang="en-US" sz="945" dirty="0" spc="-1" kern="0">
                <a:solidFill>
                  <a:srgbClr val="47636C"/>
                </a:solidFill>
                <a:latin typeface="Noto Sans" pitchFamily="34" charset="0"/>
                <a:ea typeface="Noto Sans" pitchFamily="34" charset="-122"/>
                <a:cs typeface="Noto Sans" pitchFamily="34" charset="-120"/>
              </a:rPr>
              <a:t> ảo</a:t>
            </a:r>
            <a:r>
              <a:rPr lang="en-US" sz="945" dirty="0" spc="-2" kern="0">
                <a:solidFill>
                  <a:srgbClr val="47636C"/>
                </a:solidFill>
                <a:latin typeface="Noto Sans" pitchFamily="34" charset="0"/>
                <a:ea typeface="Noto Sans" pitchFamily="34" charset="-122"/>
                <a:cs typeface="Noto Sans" pitchFamily="34" charset="-120"/>
              </a:rPr>
              <a:t> với</a:t>
            </a:r>
            <a:r>
              <a:rPr lang="en-US" sz="945" dirty="0" spc="-5" kern="0">
                <a:solidFill>
                  <a:srgbClr val="47636C"/>
                </a:solidFill>
                <a:latin typeface="Noto Sans" pitchFamily="34" charset="0"/>
                <a:ea typeface="Noto Sans" pitchFamily="34" charset="-122"/>
                <a:cs typeface="Noto Sans" pitchFamily="34" charset="-120"/>
              </a:rPr>
              <a:t> hình</a:t>
            </a:r>
            <a:r>
              <a:rPr lang="en-US" sz="945" dirty="0" spc="-1" kern="0">
                <a:solidFill>
                  <a:srgbClr val="47636C"/>
                </a:solidFill>
                <a:latin typeface="Noto Sans" pitchFamily="34" charset="0"/>
                <a:ea typeface="Noto Sans" pitchFamily="34" charset="-122"/>
                <a:cs typeface="Noto Sans" pitchFamily="34" charset="-120"/>
              </a:rPr>
              <a:t> ảnh</a:t>
            </a:r>
            <a:r>
              <a:rPr lang="en-US" sz="945" dirty="0" spc="0" kern="0">
                <a:solidFill>
                  <a:srgbClr val="47636C"/>
                </a:solidFill>
                <a:latin typeface="Noto Sans" pitchFamily="34" charset="0"/>
                <a:ea typeface="Noto Sans" pitchFamily="34" charset="-122"/>
                <a:cs typeface="Noto Sans" pitchFamily="34" charset="-120"/>
              </a:rPr>
              <a:t> thực.</a:t>
            </a:r>
            <a:endParaRPr lang="en-US" sz="945" dirty="0"/>
          </a:p>
        </p:txBody>
      </p:sp>
      <p:sp>
        <p:nvSpPr>
          <p:cNvPr id="21" name="Text 19"/>
          <p:cNvSpPr/>
          <p:nvPr/>
        </p:nvSpPr>
        <p:spPr>
          <a:xfrm>
            <a:off x="2914650" y="41910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22" name="Connector line-1792810630632-788825621"/>
          <p:cNvSpPr/>
          <p:nvPr/>
        </p:nvSpPr>
        <p:spPr>
          <a:xfrm>
            <a:off x="457200" y="4391025"/>
            <a:ext cx="6648450" cy="0"/>
          </a:xfrm>
          <a:prstGeom prst="line">
            <a:avLst/>
          </a:prstGeom>
          <a:noFill/>
          <a:ln w="9525">
            <a:solidFill>
              <a:srgbClr val="D3E1E5"/>
            </a:solidFill>
            <a:prstDash val="solid"/>
            <a:headEnd type="none"/>
            <a:tailEnd type="none"/>
          </a:ln>
        </p:spPr>
      </p:sp>
      <p:sp>
        <p:nvSpPr>
          <p:cNvPr id="23" name="Text 21"/>
          <p:cNvSpPr/>
          <p:nvPr/>
        </p:nvSpPr>
        <p:spPr>
          <a:xfrm>
            <a:off x="457200" y="44196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8" kern="0">
                <a:solidFill>
                  <a:srgbClr val="147D7A"/>
                </a:solidFill>
                <a:latin typeface="Noto Sans" pitchFamily="34" charset="0"/>
                <a:ea typeface="Noto Sans" pitchFamily="34" charset="-122"/>
                <a:cs typeface="Noto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BitTorrent</a:t>
            </a:r>
            <a:r>
              <a:rPr lang="en-US" sz="1005" b="1" u="sng" dirty="0" spc="0" kern="0">
                <a:solidFill>
                  <a:srgbClr val="147D7A"/>
                </a:solidFill>
                <a:latin typeface="Noto Sans" pitchFamily="34" charset="0"/>
                <a:ea typeface="Noto Sans" pitchFamily="34" charset="-122"/>
                <a:cs typeface="Noto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 Client</a:t>
            </a:r>
            <a:endParaRPr lang="en-US" sz="1005" dirty="0"/>
          </a:p>
        </p:txBody>
      </p:sp>
      <p:sp>
        <p:nvSpPr>
          <p:cNvPr id="24" name="Text 22"/>
          <p:cNvSpPr/>
          <p:nvPr/>
        </p:nvSpPr>
        <p:spPr>
          <a:xfrm>
            <a:off x="2914650" y="441960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Giao tiếp</a:t>
            </a:r>
            <a:r>
              <a:rPr lang="en-US" sz="945" dirty="0" spc="0" kern="0">
                <a:solidFill>
                  <a:srgbClr val="47636C"/>
                </a:solidFill>
                <a:latin typeface="Noto Sans" pitchFamily="34" charset="0"/>
                <a:ea typeface="Noto Sans" pitchFamily="34" charset="-122"/>
                <a:cs typeface="Noto Sans" pitchFamily="34" charset="-120"/>
              </a:rPr>
              <a:t> tải dữ</a:t>
            </a:r>
            <a:r>
              <a:rPr lang="en-US" sz="945" dirty="0" spc="-5" kern="0">
                <a:solidFill>
                  <a:srgbClr val="47636C"/>
                </a:solidFill>
                <a:latin typeface="Noto Sans" pitchFamily="34" charset="0"/>
                <a:ea typeface="Noto Sans" pitchFamily="34" charset="-122"/>
                <a:cs typeface="Noto Sans" pitchFamily="34" charset="-120"/>
              </a:rPr>
              <a:t> liệu</a:t>
            </a:r>
            <a:r>
              <a:rPr lang="en-US" sz="945" dirty="0" spc="-2" kern="0">
                <a:solidFill>
                  <a:srgbClr val="47636C"/>
                </a:solidFill>
                <a:latin typeface="Noto Sans" pitchFamily="34" charset="0"/>
                <a:ea typeface="Noto Sans" pitchFamily="34" charset="-122"/>
                <a:cs typeface="Noto Sans" pitchFamily="34" charset="-120"/>
              </a:rPr>
              <a:t> theo</a:t>
            </a:r>
            <a:r>
              <a:rPr lang="en-US" sz="945" dirty="0" spc="-1" kern="0">
                <a:solidFill>
                  <a:srgbClr val="47636C"/>
                </a:solidFill>
                <a:latin typeface="Noto Sans" pitchFamily="34" charset="0"/>
                <a:ea typeface="Noto Sans" pitchFamily="34" charset="-122"/>
                <a:cs typeface="Noto Sans" pitchFamily="34" charset="-120"/>
              </a:rPr>
              <a:t> giao</a:t>
            </a:r>
            <a:r>
              <a:rPr lang="en-US" sz="945" dirty="0" spc="0" kern="0">
                <a:solidFill>
                  <a:srgbClr val="47636C"/>
                </a:solidFill>
                <a:latin typeface="Noto Sans" pitchFamily="34" charset="0"/>
                <a:ea typeface="Noto Sans" pitchFamily="34" charset="-122"/>
                <a:cs typeface="Noto Sans" pitchFamily="34" charset="-120"/>
              </a:rPr>
              <a:t> thức</a:t>
            </a:r>
            <a:r>
              <a:rPr lang="en-US" sz="945" dirty="0" spc="-7" kern="0">
                <a:solidFill>
                  <a:srgbClr val="47636C"/>
                </a:solidFill>
                <a:latin typeface="Noto Sans" pitchFamily="34" charset="0"/>
                <a:ea typeface="Noto Sans" pitchFamily="34" charset="-122"/>
                <a:cs typeface="Noto Sans" pitchFamily="34" charset="-120"/>
              </a:rPr>
              <a:t> BitTorrent.</a:t>
            </a:r>
            <a:endParaRPr lang="en-US" sz="945" dirty="0"/>
          </a:p>
        </p:txBody>
      </p:sp>
      <p:sp>
        <p:nvSpPr>
          <p:cNvPr id="25" name="Text 23"/>
          <p:cNvSpPr/>
          <p:nvPr/>
        </p:nvSpPr>
        <p:spPr>
          <a:xfrm>
            <a:off x="2914650" y="46291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26" name="Connector line-1792810630637-44009472"/>
          <p:cNvSpPr/>
          <p:nvPr/>
        </p:nvSpPr>
        <p:spPr>
          <a:xfrm>
            <a:off x="457200" y="4829175"/>
            <a:ext cx="6648450" cy="0"/>
          </a:xfrm>
          <a:prstGeom prst="line">
            <a:avLst/>
          </a:prstGeom>
          <a:noFill/>
          <a:ln w="9525">
            <a:solidFill>
              <a:srgbClr val="D3E1E5"/>
            </a:solidFill>
            <a:prstDash val="solid"/>
            <a:headEnd type="none"/>
            <a:tailEnd type="none"/>
          </a:ln>
        </p:spPr>
      </p:sp>
      <p:sp>
        <p:nvSpPr>
          <p:cNvPr id="27" name="Text 25"/>
          <p:cNvSpPr/>
          <p:nvPr/>
        </p:nvSpPr>
        <p:spPr>
          <a:xfrm>
            <a:off x="457200" y="48577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3" kern="0">
                <a:solidFill>
                  <a:srgbClr val="147D7A"/>
                </a:solidFill>
                <a:latin typeface="Noto Sans" pitchFamily="34" charset="0"/>
                <a:ea typeface="Noto Sans" pitchFamily="34" charset="-122"/>
                <a:cs typeface="Noto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Blockchain</a:t>
            </a:r>
            <a:r>
              <a:rPr lang="en-US" sz="1005" b="1" u="sng" dirty="0" spc="1" kern="0">
                <a:solidFill>
                  <a:srgbClr val="147D7A"/>
                </a:solidFill>
                <a:latin typeface="Noto Sans" pitchFamily="34" charset="0"/>
                <a:ea typeface="Noto Sans" pitchFamily="34" charset="-122"/>
                <a:cs typeface="Noto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a:t>
            </a:r>
            <a:r>
              <a:rPr lang="en-US" sz="1005" b="1" u="sng" dirty="0" spc="-1" kern="0">
                <a:solidFill>
                  <a:srgbClr val="147D7A"/>
                </a:solidFill>
                <a:latin typeface="Noto Sans" pitchFamily="34" charset="0"/>
                <a:ea typeface="Noto Sans" pitchFamily="34" charset="-122"/>
                <a:cs typeface="Noto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Cryptocurrency</a:t>
            </a:r>
            <a:endParaRPr lang="en-US" sz="1005" dirty="0"/>
          </a:p>
        </p:txBody>
      </p:sp>
      <p:sp>
        <p:nvSpPr>
          <p:cNvPr id="28" name="Text 26"/>
          <p:cNvSpPr/>
          <p:nvPr/>
        </p:nvSpPr>
        <p:spPr>
          <a:xfrm>
            <a:off x="2914650" y="48577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Khám</a:t>
            </a:r>
            <a:r>
              <a:rPr lang="en-US" sz="945" dirty="0" spc="1" kern="0">
                <a:solidFill>
                  <a:srgbClr val="47636C"/>
                </a:solidFill>
                <a:latin typeface="Noto Sans" pitchFamily="34" charset="0"/>
                <a:ea typeface="Noto Sans" pitchFamily="34" charset="-122"/>
                <a:cs typeface="Noto Sans" pitchFamily="34" charset="-120"/>
              </a:rPr>
              <a:t> phá</a:t>
            </a:r>
            <a:r>
              <a:rPr lang="en-US" sz="945" dirty="0" spc="-2" kern="0">
                <a:solidFill>
                  <a:srgbClr val="47636C"/>
                </a:solidFill>
                <a:latin typeface="Noto Sans" pitchFamily="34" charset="0"/>
                <a:ea typeface="Noto Sans" pitchFamily="34" charset="-122"/>
                <a:cs typeface="Noto Sans" pitchFamily="34" charset="-120"/>
              </a:rPr>
              <a:t> cơ</a:t>
            </a:r>
            <a:r>
              <a:rPr lang="en-US" sz="945" dirty="0" spc="-3" kern="0">
                <a:solidFill>
                  <a:srgbClr val="47636C"/>
                </a:solidFill>
                <a:latin typeface="Noto Sans" pitchFamily="34" charset="0"/>
                <a:ea typeface="Noto Sans" pitchFamily="34" charset="-122"/>
                <a:cs typeface="Noto Sans" pitchFamily="34" charset="-120"/>
              </a:rPr>
              <a:t> chế</a:t>
            </a:r>
            <a:r>
              <a:rPr lang="en-US" sz="945" dirty="0" spc="-1" kern="0">
                <a:solidFill>
                  <a:srgbClr val="47636C"/>
                </a:solidFill>
                <a:latin typeface="Noto Sans" pitchFamily="34" charset="0"/>
                <a:ea typeface="Noto Sans" pitchFamily="34" charset="-122"/>
                <a:cs typeface="Noto Sans" pitchFamily="34" charset="-120"/>
              </a:rPr>
              <a:t> blockchain/tiền</a:t>
            </a:r>
            <a:r>
              <a:rPr lang="en-US" sz="945" dirty="0" spc="1" kern="0">
                <a:solidFill>
                  <a:srgbClr val="47636C"/>
                </a:solidFill>
                <a:latin typeface="Noto Sans" pitchFamily="34" charset="0"/>
                <a:ea typeface="Noto Sans" pitchFamily="34" charset="-122"/>
                <a:cs typeface="Noto Sans" pitchFamily="34" charset="-120"/>
              </a:rPr>
              <a:t> mã</a:t>
            </a:r>
            <a:r>
              <a:rPr lang="en-US" sz="945" dirty="0" spc="-1" kern="0">
                <a:solidFill>
                  <a:srgbClr val="47636C"/>
                </a:solidFill>
                <a:latin typeface="Noto Sans" pitchFamily="34" charset="0"/>
                <a:ea typeface="Noto Sans" pitchFamily="34" charset="-122"/>
                <a:cs typeface="Noto Sans" pitchFamily="34" charset="-120"/>
              </a:rPr>
              <a:t> hóa.</a:t>
            </a:r>
            <a:endParaRPr lang="en-US" sz="945" dirty="0"/>
          </a:p>
        </p:txBody>
      </p:sp>
      <p:sp>
        <p:nvSpPr>
          <p:cNvPr id="29" name="Text 27"/>
          <p:cNvSpPr/>
          <p:nvPr/>
        </p:nvSpPr>
        <p:spPr>
          <a:xfrm>
            <a:off x="2914650" y="50673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Hướng dẫn mẫu (ATS) ↗</a:t>
            </a:r>
            <a:endParaRPr lang="en-US" sz="923" dirty="0"/>
          </a:p>
        </p:txBody>
      </p:sp>
      <p:sp>
        <p:nvSpPr>
          <p:cNvPr id="30" name="Connector line-1792810630647-649371681"/>
          <p:cNvSpPr/>
          <p:nvPr/>
        </p:nvSpPr>
        <p:spPr>
          <a:xfrm>
            <a:off x="457200" y="5267325"/>
            <a:ext cx="6648450" cy="0"/>
          </a:xfrm>
          <a:prstGeom prst="line">
            <a:avLst/>
          </a:prstGeom>
          <a:noFill/>
          <a:ln w="9525">
            <a:solidFill>
              <a:srgbClr val="D3E1E5"/>
            </a:solidFill>
            <a:prstDash val="solid"/>
            <a:headEnd type="none"/>
            <a:tailEnd type="none"/>
          </a:ln>
        </p:spPr>
      </p:sp>
      <p:sp>
        <p:nvSpPr>
          <p:cNvPr id="31" name="Text 29"/>
          <p:cNvSpPr/>
          <p:nvPr/>
        </p:nvSpPr>
        <p:spPr>
          <a:xfrm>
            <a:off x="457200" y="52959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3" kern="0">
                <a:solidFill>
                  <a:srgbClr val="147D7A"/>
                </a:solidFill>
                <a:latin typeface="Noto Sans" pitchFamily="34" charset="0"/>
                <a:ea typeface="Noto Sans" pitchFamily="34" charset="-122"/>
                <a:cs typeface="Noto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Bot</a:t>
            </a:r>
            <a:endParaRPr lang="en-US" sz="1005" dirty="0"/>
          </a:p>
        </p:txBody>
      </p:sp>
      <p:sp>
        <p:nvSpPr>
          <p:cNvPr id="32" name="Text 30"/>
          <p:cNvSpPr/>
          <p:nvPr/>
        </p:nvSpPr>
        <p:spPr>
          <a:xfrm>
            <a:off x="2914650" y="5295900"/>
            <a:ext cx="4191000" cy="228600"/>
          </a:xfrm>
          <a:prstGeom prst="rect">
            <a:avLst/>
          </a:prstGeom>
          <a:noFill/>
          <a:ln/>
        </p:spPr>
        <p:txBody>
          <a:bodyPr wrap="square" lIns="0" tIns="4561" rIns="0" bIns="-4561" rtlCol="0" anchor="t"/>
          <a:lstStyle/>
          <a:p>
            <a:pPr algn="l" indent="0" marL="0">
              <a:lnSpc>
                <a:spcPts val="1323"/>
              </a:lnSpc>
              <a:buNone/>
            </a:pPr>
            <a:r>
              <a:rPr lang="en-US" sz="945" dirty="0" spc="-24" kern="0">
                <a:solidFill>
                  <a:srgbClr val="47636C"/>
                </a:solidFill>
                <a:latin typeface="Noto Sans" pitchFamily="34" charset="0"/>
                <a:ea typeface="Noto Sans" pitchFamily="34" charset="-122"/>
                <a:cs typeface="Noto Sans" pitchFamily="34" charset="-120"/>
              </a:rPr>
              <a:t>Tự</a:t>
            </a:r>
            <a:r>
              <a:rPr lang="en-US" sz="945" dirty="0" spc="-2" kern="0">
                <a:solidFill>
                  <a:srgbClr val="47636C"/>
                </a:solidFill>
                <a:latin typeface="Noto Sans" pitchFamily="34" charset="0"/>
                <a:ea typeface="Noto Sans" pitchFamily="34" charset="-122"/>
                <a:cs typeface="Noto Sans" pitchFamily="34" charset="-120"/>
              </a:rPr>
              <a:t> động</a:t>
            </a:r>
            <a:r>
              <a:rPr lang="en-US" sz="945" dirty="0" spc="-1" kern="0">
                <a:solidFill>
                  <a:srgbClr val="47636C"/>
                </a:solidFill>
                <a:latin typeface="Noto Sans" pitchFamily="34" charset="0"/>
                <a:ea typeface="Noto Sans" pitchFamily="34" charset="-122"/>
                <a:cs typeface="Noto Sans" pitchFamily="34" charset="-120"/>
              </a:rPr>
              <a:t> hóa tương</a:t>
            </a:r>
            <a:r>
              <a:rPr lang="en-US" sz="945" dirty="0" spc="2" kern="0">
                <a:solidFill>
                  <a:srgbClr val="47636C"/>
                </a:solidFill>
                <a:latin typeface="Noto Sans" pitchFamily="34" charset="0"/>
                <a:ea typeface="Noto Sans" pitchFamily="34" charset="-122"/>
                <a:cs typeface="Noto Sans" pitchFamily="34" charset="-120"/>
              </a:rPr>
              <a:t> tác</a:t>
            </a:r>
            <a:r>
              <a:rPr lang="en-US" sz="945" dirty="0" spc="0" kern="0">
                <a:solidFill>
                  <a:srgbClr val="47636C"/>
                </a:solidFill>
                <a:latin typeface="Noto Sans" pitchFamily="34" charset="0"/>
                <a:ea typeface="Noto Sans" pitchFamily="34" charset="-122"/>
                <a:cs typeface="Noto Sans" pitchFamily="34" charset="-120"/>
              </a:rPr>
              <a:t> hoặc</a:t>
            </a:r>
            <a:r>
              <a:rPr lang="en-US" sz="945" dirty="0" spc="2" kern="0">
                <a:solidFill>
                  <a:srgbClr val="47636C"/>
                </a:solidFill>
                <a:latin typeface="Noto Sans" pitchFamily="34" charset="0"/>
                <a:ea typeface="Noto Sans" pitchFamily="34" charset="-122"/>
                <a:cs typeface="Noto Sans" pitchFamily="34" charset="-120"/>
              </a:rPr>
              <a:t> tác</a:t>
            </a:r>
            <a:r>
              <a:rPr lang="en-US" sz="945" dirty="0" spc="0" kern="0">
                <a:solidFill>
                  <a:srgbClr val="47636C"/>
                </a:solidFill>
                <a:latin typeface="Noto Sans" pitchFamily="34" charset="0"/>
                <a:ea typeface="Noto Sans" pitchFamily="34" charset="-122"/>
                <a:cs typeface="Noto Sans" pitchFamily="34" charset="-120"/>
              </a:rPr>
              <a:t> vụ.</a:t>
            </a:r>
            <a:endParaRPr lang="en-US" sz="945" dirty="0"/>
          </a:p>
        </p:txBody>
      </p:sp>
      <p:sp>
        <p:nvSpPr>
          <p:cNvPr id="33" name="Text 31"/>
          <p:cNvSpPr/>
          <p:nvPr/>
        </p:nvSpPr>
        <p:spPr>
          <a:xfrm>
            <a:off x="2914650" y="55054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Hướng dẫn mẫu (Haskell) ↗</a:t>
            </a:r>
            <a:endParaRPr lang="en-US" sz="923" dirty="0"/>
          </a:p>
        </p:txBody>
      </p:sp>
      <p:sp>
        <p:nvSpPr>
          <p:cNvPr id="34" name="Connector line-1792810630652-469078805"/>
          <p:cNvSpPr/>
          <p:nvPr/>
        </p:nvSpPr>
        <p:spPr>
          <a:xfrm>
            <a:off x="457200" y="5705475"/>
            <a:ext cx="6648450" cy="0"/>
          </a:xfrm>
          <a:prstGeom prst="line">
            <a:avLst/>
          </a:prstGeom>
          <a:noFill/>
          <a:ln w="9525">
            <a:solidFill>
              <a:srgbClr val="D3E1E5"/>
            </a:solidFill>
            <a:prstDash val="solid"/>
            <a:headEnd type="none"/>
            <a:tailEnd type="none"/>
          </a:ln>
        </p:spPr>
      </p:sp>
      <p:sp>
        <p:nvSpPr>
          <p:cNvPr id="35" name="Text 33"/>
          <p:cNvSpPr/>
          <p:nvPr/>
        </p:nvSpPr>
        <p:spPr>
          <a:xfrm>
            <a:off x="457200" y="57340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Command-Line</a:t>
            </a:r>
            <a:r>
              <a:rPr lang="en-US" sz="1005" b="1" u="sng" dirty="0" spc="-12" kern="0">
                <a:solidFill>
                  <a:srgbClr val="147D7A"/>
                </a:solidFill>
                <a:latin typeface="Noto Sans" pitchFamily="34" charset="0"/>
                <a:ea typeface="Noto Sans" pitchFamily="34" charset="-122"/>
                <a:cs typeface="Noto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 Tool</a:t>
            </a:r>
            <a:endParaRPr lang="en-US" sz="1005" dirty="0"/>
          </a:p>
        </p:txBody>
      </p:sp>
      <p:sp>
        <p:nvSpPr>
          <p:cNvPr id="36" name="Text 34"/>
          <p:cNvSpPr/>
          <p:nvPr/>
        </p:nvSpPr>
        <p:spPr>
          <a:xfrm>
            <a:off x="2914650" y="57340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Công cụ chạy</a:t>
            </a:r>
            <a:r>
              <a:rPr lang="en-US" sz="945" dirty="0" spc="0" kern="0">
                <a:solidFill>
                  <a:srgbClr val="47636C"/>
                </a:solidFill>
                <a:latin typeface="Noto Sans" pitchFamily="34" charset="0"/>
                <a:ea typeface="Noto Sans" pitchFamily="34" charset="-122"/>
                <a:cs typeface="Noto Sans" pitchFamily="34" charset="-120"/>
              </a:rPr>
              <a:t> từ dòng</a:t>
            </a:r>
            <a:r>
              <a:rPr lang="en-US" sz="945" dirty="0" spc="-3" kern="0">
                <a:solidFill>
                  <a:srgbClr val="47636C"/>
                </a:solidFill>
                <a:latin typeface="Noto Sans" pitchFamily="34" charset="0"/>
                <a:ea typeface="Noto Sans" pitchFamily="34" charset="-122"/>
                <a:cs typeface="Noto Sans" pitchFamily="34" charset="-120"/>
              </a:rPr>
              <a:t> lệnh.</a:t>
            </a:r>
            <a:endParaRPr lang="en-US" sz="945" dirty="0"/>
          </a:p>
        </p:txBody>
      </p:sp>
      <p:sp>
        <p:nvSpPr>
          <p:cNvPr id="37" name="Text 35"/>
          <p:cNvSpPr/>
          <p:nvPr/>
        </p:nvSpPr>
        <p:spPr>
          <a:xfrm>
            <a:off x="2914650" y="59436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Hướng dẫn mẫu (Go) ↗</a:t>
            </a:r>
            <a:endParaRPr lang="en-US" sz="923" dirty="0"/>
          </a:p>
        </p:txBody>
      </p:sp>
      <p:sp>
        <p:nvSpPr>
          <p:cNvPr id="38" name="Connector line-1792810630658-718692625"/>
          <p:cNvSpPr/>
          <p:nvPr/>
        </p:nvSpPr>
        <p:spPr>
          <a:xfrm>
            <a:off x="457200" y="6143625"/>
            <a:ext cx="6648450" cy="0"/>
          </a:xfrm>
          <a:prstGeom prst="line">
            <a:avLst/>
          </a:prstGeom>
          <a:noFill/>
          <a:ln w="9525">
            <a:solidFill>
              <a:srgbClr val="D3E1E5"/>
            </a:solidFill>
            <a:prstDash val="solid"/>
            <a:headEnd type="none"/>
            <a:tailEnd type="none"/>
          </a:ln>
        </p:spPr>
      </p:sp>
      <p:sp>
        <p:nvSpPr>
          <p:cNvPr id="39" name="Text 37"/>
          <p:cNvSpPr/>
          <p:nvPr/>
        </p:nvSpPr>
        <p:spPr>
          <a:xfrm>
            <a:off x="457200" y="61722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Database</a:t>
            </a:r>
            <a:endParaRPr lang="en-US" sz="1005" dirty="0"/>
          </a:p>
        </p:txBody>
      </p:sp>
      <p:sp>
        <p:nvSpPr>
          <p:cNvPr id="40" name="Text 38"/>
          <p:cNvSpPr/>
          <p:nvPr/>
        </p:nvSpPr>
        <p:spPr>
          <a:xfrm>
            <a:off x="2914650" y="6172200"/>
            <a:ext cx="4191000" cy="228600"/>
          </a:xfrm>
          <a:prstGeom prst="rect">
            <a:avLst/>
          </a:prstGeom>
          <a:noFill/>
          <a:ln/>
        </p:spPr>
        <p:txBody>
          <a:bodyPr wrap="square" lIns="0" tIns="4561" rIns="0" bIns="-4561" rtlCol="0" anchor="t"/>
          <a:lstStyle/>
          <a:p>
            <a:pPr algn="l" indent="0" marL="0">
              <a:lnSpc>
                <a:spcPts val="1323"/>
              </a:lnSpc>
              <a:buNone/>
            </a:pPr>
            <a:r>
              <a:rPr lang="en-US" sz="945" dirty="0" spc="-35" kern="0">
                <a:solidFill>
                  <a:srgbClr val="47636C"/>
                </a:solidFill>
                <a:latin typeface="Noto Sans" pitchFamily="34" charset="0"/>
                <a:ea typeface="Noto Sans" pitchFamily="34" charset="-122"/>
                <a:cs typeface="Noto Sans" pitchFamily="34" charset="-120"/>
              </a:rPr>
              <a:t>Tổ</a:t>
            </a:r>
            <a:r>
              <a:rPr lang="en-US" sz="945" dirty="0" spc="1" kern="0">
                <a:solidFill>
                  <a:srgbClr val="47636C"/>
                </a:solidFill>
                <a:latin typeface="Noto Sans" pitchFamily="34" charset="0"/>
                <a:ea typeface="Noto Sans" pitchFamily="34" charset="-122"/>
                <a:cs typeface="Noto Sans" pitchFamily="34" charset="-120"/>
              </a:rPr>
              <a:t> chức,</a:t>
            </a:r>
            <a:r>
              <a:rPr lang="en-US" sz="945" dirty="0" spc="-4" kern="0">
                <a:solidFill>
                  <a:srgbClr val="47636C"/>
                </a:solidFill>
                <a:latin typeface="Noto Sans" pitchFamily="34" charset="0"/>
                <a:ea typeface="Noto Sans" pitchFamily="34" charset="-122"/>
                <a:cs typeface="Noto Sans" pitchFamily="34" charset="-120"/>
              </a:rPr>
              <a:t> lưu</a:t>
            </a:r>
            <a:r>
              <a:rPr lang="en-US" sz="945" dirty="0" spc="1" kern="0">
                <a:solidFill>
                  <a:srgbClr val="47636C"/>
                </a:solidFill>
                <a:latin typeface="Noto Sans" pitchFamily="34" charset="0"/>
                <a:ea typeface="Noto Sans" pitchFamily="34" charset="-122"/>
                <a:cs typeface="Noto Sans" pitchFamily="34" charset="-120"/>
              </a:rPr>
              <a:t> và</a:t>
            </a:r>
            <a:r>
              <a:rPr lang="en-US" sz="945" dirty="0" spc="-1" kern="0">
                <a:solidFill>
                  <a:srgbClr val="47636C"/>
                </a:solidFill>
                <a:latin typeface="Noto Sans" pitchFamily="34" charset="0"/>
                <a:ea typeface="Noto Sans" pitchFamily="34" charset="-122"/>
                <a:cs typeface="Noto Sans" pitchFamily="34" charset="-120"/>
              </a:rPr>
              <a:t> truy</a:t>
            </a:r>
            <a:r>
              <a:rPr lang="en-US" sz="945" dirty="0" spc="0" kern="0">
                <a:solidFill>
                  <a:srgbClr val="47636C"/>
                </a:solidFill>
                <a:latin typeface="Noto Sans" pitchFamily="34" charset="0"/>
                <a:ea typeface="Noto Sans" pitchFamily="34" charset="-122"/>
                <a:cs typeface="Noto Sans" pitchFamily="34" charset="-120"/>
              </a:rPr>
              <a:t> xuất</a:t>
            </a:r>
            <a:r>
              <a:rPr lang="en-US" sz="945" dirty="0" spc="1" kern="0">
                <a:solidFill>
                  <a:srgbClr val="47636C"/>
                </a:solidFill>
                <a:latin typeface="Noto Sans" pitchFamily="34" charset="0"/>
                <a:ea typeface="Noto Sans" pitchFamily="34" charset="-122"/>
                <a:cs typeface="Noto Sans" pitchFamily="34" charset="-120"/>
              </a:rPr>
              <a:t> dữ</a:t>
            </a:r>
            <a:r>
              <a:rPr lang="en-US" sz="945" dirty="0" spc="-4" kern="0">
                <a:solidFill>
                  <a:srgbClr val="47636C"/>
                </a:solidFill>
                <a:latin typeface="Noto Sans" pitchFamily="34" charset="0"/>
                <a:ea typeface="Noto Sans" pitchFamily="34" charset="-122"/>
                <a:cs typeface="Noto Sans" pitchFamily="34" charset="-120"/>
              </a:rPr>
              <a:t> liệu.</a:t>
            </a:r>
            <a:endParaRPr lang="en-US" sz="945" dirty="0"/>
          </a:p>
        </p:txBody>
      </p:sp>
      <p:sp>
        <p:nvSpPr>
          <p:cNvPr id="41" name="Text 39"/>
          <p:cNvSpPr/>
          <p:nvPr/>
        </p:nvSpPr>
        <p:spPr>
          <a:xfrm>
            <a:off x="2914650" y="63817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42" name="Connector line-1792810630664-226728719"/>
          <p:cNvSpPr/>
          <p:nvPr/>
        </p:nvSpPr>
        <p:spPr>
          <a:xfrm>
            <a:off x="457200" y="6581775"/>
            <a:ext cx="6648450" cy="0"/>
          </a:xfrm>
          <a:prstGeom prst="line">
            <a:avLst/>
          </a:prstGeom>
          <a:noFill/>
          <a:ln w="9525">
            <a:solidFill>
              <a:srgbClr val="D3E1E5"/>
            </a:solidFill>
            <a:prstDash val="solid"/>
            <a:headEnd type="none"/>
            <a:tailEnd type="none"/>
          </a:ln>
        </p:spPr>
      </p:sp>
      <p:sp>
        <p:nvSpPr>
          <p:cNvPr id="43" name="Text 41"/>
          <p:cNvSpPr/>
          <p:nvPr/>
        </p:nvSpPr>
        <p:spPr>
          <a:xfrm>
            <a:off x="457200" y="66103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Docker</a:t>
            </a:r>
            <a:endParaRPr lang="en-US" sz="1005" dirty="0"/>
          </a:p>
        </p:txBody>
      </p:sp>
      <p:sp>
        <p:nvSpPr>
          <p:cNvPr id="44" name="Text 42"/>
          <p:cNvSpPr/>
          <p:nvPr/>
        </p:nvSpPr>
        <p:spPr>
          <a:xfrm>
            <a:off x="2914650" y="6610350"/>
            <a:ext cx="4191000" cy="228600"/>
          </a:xfrm>
          <a:prstGeom prst="rect">
            <a:avLst/>
          </a:prstGeom>
          <a:noFill/>
          <a:ln/>
        </p:spPr>
        <p:txBody>
          <a:bodyPr wrap="square" lIns="0" tIns="4561" rIns="0" bIns="-4561" rtlCol="0" anchor="t"/>
          <a:lstStyle/>
          <a:p>
            <a:pPr algn="l" indent="0" marL="0">
              <a:lnSpc>
                <a:spcPts val="1323"/>
              </a:lnSpc>
              <a:buNone/>
            </a:pPr>
            <a:r>
              <a:rPr lang="en-US" sz="945" dirty="0" spc="-3" kern="0">
                <a:solidFill>
                  <a:srgbClr val="47636C"/>
                </a:solidFill>
                <a:latin typeface="Noto Sans" pitchFamily="34" charset="0"/>
                <a:ea typeface="Noto Sans" pitchFamily="34" charset="-122"/>
                <a:cs typeface="Noto Sans" pitchFamily="34" charset="-120"/>
              </a:rPr>
              <a:t>Tìm</a:t>
            </a:r>
            <a:r>
              <a:rPr lang="en-US" sz="945" dirty="0" spc="-5" kern="0">
                <a:solidFill>
                  <a:srgbClr val="47636C"/>
                </a:solidFill>
                <a:latin typeface="Noto Sans" pitchFamily="34" charset="0"/>
                <a:ea typeface="Noto Sans" pitchFamily="34" charset="-122"/>
                <a:cs typeface="Noto Sans" pitchFamily="34" charset="-120"/>
              </a:rPr>
              <a:t> hiểu</a:t>
            </a:r>
            <a:r>
              <a:rPr lang="en-US" sz="945" dirty="0" spc="-1" kern="0">
                <a:solidFill>
                  <a:srgbClr val="47636C"/>
                </a:solidFill>
                <a:latin typeface="Noto Sans" pitchFamily="34" charset="0"/>
                <a:ea typeface="Noto Sans" pitchFamily="34" charset="-122"/>
                <a:cs typeface="Noto Sans" pitchFamily="34" charset="-120"/>
              </a:rPr>
              <a:t> một</a:t>
            </a:r>
            <a:r>
              <a:rPr lang="en-US" sz="945" dirty="0" spc="0" kern="0">
                <a:solidFill>
                  <a:srgbClr val="47636C"/>
                </a:solidFill>
                <a:latin typeface="Noto Sans" pitchFamily="34" charset="0"/>
                <a:ea typeface="Noto Sans" pitchFamily="34" charset="-122"/>
                <a:cs typeface="Noto Sans" pitchFamily="34" charset="-120"/>
              </a:rPr>
              <a:t> phần</a:t>
            </a:r>
            <a:r>
              <a:rPr lang="en-US" sz="945" dirty="0" spc="-3" kern="0">
                <a:solidFill>
                  <a:srgbClr val="47636C"/>
                </a:solidFill>
                <a:latin typeface="Noto Sans" pitchFamily="34" charset="0"/>
                <a:ea typeface="Noto Sans" pitchFamily="34" charset="-122"/>
                <a:cs typeface="Noto Sans" pitchFamily="34" charset="-120"/>
              </a:rPr>
              <a:t> cơ</a:t>
            </a:r>
            <a:r>
              <a:rPr lang="en-US" sz="945" dirty="0" spc="-2" kern="0">
                <a:solidFill>
                  <a:srgbClr val="47636C"/>
                </a:solidFill>
                <a:latin typeface="Noto Sans" pitchFamily="34" charset="0"/>
                <a:ea typeface="Noto Sans" pitchFamily="34" charset="-122"/>
                <a:cs typeface="Noto Sans" pitchFamily="34" charset="-120"/>
              </a:rPr>
              <a:t> chế</a:t>
            </a:r>
            <a:r>
              <a:rPr lang="en-US" sz="945" dirty="0" spc="-14" kern="0">
                <a:solidFill>
                  <a:srgbClr val="47636C"/>
                </a:solidFill>
                <a:latin typeface="Noto Sans" pitchFamily="34" charset="0"/>
                <a:ea typeface="Noto Sans" pitchFamily="34" charset="-122"/>
                <a:cs typeface="Noto Sans" pitchFamily="34" charset="-120"/>
              </a:rPr>
              <a:t> container.</a:t>
            </a:r>
            <a:endParaRPr lang="en-US" sz="945" dirty="0"/>
          </a:p>
        </p:txBody>
      </p:sp>
      <p:sp>
        <p:nvSpPr>
          <p:cNvPr id="45" name="Text 43"/>
          <p:cNvSpPr/>
          <p:nvPr/>
        </p:nvSpPr>
        <p:spPr>
          <a:xfrm>
            <a:off x="2914650" y="68199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0"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46" name="Connector line-1792810630669-450350726"/>
          <p:cNvSpPr/>
          <p:nvPr/>
        </p:nvSpPr>
        <p:spPr>
          <a:xfrm>
            <a:off x="457200" y="7019925"/>
            <a:ext cx="6648450" cy="0"/>
          </a:xfrm>
          <a:prstGeom prst="line">
            <a:avLst/>
          </a:prstGeom>
          <a:noFill/>
          <a:ln w="9525">
            <a:solidFill>
              <a:srgbClr val="D3E1E5"/>
            </a:solidFill>
            <a:prstDash val="solid"/>
            <a:headEnd type="none"/>
            <a:tailEnd type="none"/>
          </a:ln>
        </p:spPr>
      </p:sp>
      <p:sp>
        <p:nvSpPr>
          <p:cNvPr id="47" name="Text 45"/>
          <p:cNvSpPr/>
          <p:nvPr/>
        </p:nvSpPr>
        <p:spPr>
          <a:xfrm>
            <a:off x="457200" y="70485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Emulator</a:t>
            </a:r>
            <a:r>
              <a:rPr lang="en-US" sz="1005" b="1" u="sng" dirty="0" spc="3" kern="0">
                <a:solidFill>
                  <a:srgbClr val="147D7A"/>
                </a:solidFill>
                <a:latin typeface="Noto Sans" pitchFamily="34" charset="0"/>
                <a:ea typeface="Noto Sans" pitchFamily="34" charset="-122"/>
                <a:cs typeface="Noto Sa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 /</a:t>
            </a:r>
            <a:r>
              <a:rPr lang="en-US" sz="1005" b="1" u="sng" dirty="0" spc="1" kern="0">
                <a:solidFill>
                  <a:srgbClr val="147D7A"/>
                </a:solidFill>
                <a:latin typeface="Noto Sans" pitchFamily="34" charset="0"/>
                <a:ea typeface="Noto Sans" pitchFamily="34" charset="-122"/>
                <a:cs typeface="Noto Sa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 Virtual Machine</a:t>
            </a:r>
            <a:endParaRPr lang="en-US" sz="1005" dirty="0"/>
          </a:p>
        </p:txBody>
      </p:sp>
      <p:sp>
        <p:nvSpPr>
          <p:cNvPr id="48" name="Text 46"/>
          <p:cNvSpPr/>
          <p:nvPr/>
        </p:nvSpPr>
        <p:spPr>
          <a:xfrm>
            <a:off x="2914650" y="7048500"/>
            <a:ext cx="4191000" cy="228600"/>
          </a:xfrm>
          <a:prstGeom prst="rect">
            <a:avLst/>
          </a:prstGeom>
          <a:noFill/>
          <a:ln/>
        </p:spPr>
        <p:txBody>
          <a:bodyPr wrap="square" lIns="0" tIns="4561" rIns="0" bIns="-4561" rtlCol="0" anchor="t"/>
          <a:lstStyle/>
          <a:p>
            <a:pPr algn="l" indent="0" marL="0">
              <a:lnSpc>
                <a:spcPts val="1323"/>
              </a:lnSpc>
              <a:buNone/>
            </a:pPr>
            <a:r>
              <a:rPr lang="en-US" sz="945" dirty="0" spc="-4" kern="0">
                <a:solidFill>
                  <a:srgbClr val="47636C"/>
                </a:solidFill>
                <a:latin typeface="Noto Sans" pitchFamily="34" charset="0"/>
                <a:ea typeface="Noto Sans" pitchFamily="34" charset="-122"/>
                <a:cs typeface="Noto Sans" pitchFamily="34" charset="-120"/>
              </a:rPr>
              <a:t>Mô</a:t>
            </a:r>
            <a:r>
              <a:rPr lang="en-US" sz="945" dirty="0" spc="0" kern="0">
                <a:solidFill>
                  <a:srgbClr val="47636C"/>
                </a:solidFill>
                <a:latin typeface="Noto Sans" pitchFamily="34" charset="0"/>
                <a:ea typeface="Noto Sans" pitchFamily="34" charset="-122"/>
                <a:cs typeface="Noto Sans" pitchFamily="34" charset="-120"/>
              </a:rPr>
              <a:t> phỏng</a:t>
            </a:r>
            <a:r>
              <a:rPr lang="en-US" sz="945" dirty="0" spc="-3" kern="0">
                <a:solidFill>
                  <a:srgbClr val="47636C"/>
                </a:solidFill>
                <a:latin typeface="Noto Sans" pitchFamily="34" charset="0"/>
                <a:ea typeface="Noto Sans" pitchFamily="34" charset="-122"/>
                <a:cs typeface="Noto Sans" pitchFamily="34" charset="-120"/>
              </a:rPr>
              <a:t> máy</a:t>
            </a:r>
            <a:r>
              <a:rPr lang="en-US" sz="945" dirty="0" spc="0" kern="0">
                <a:solidFill>
                  <a:srgbClr val="47636C"/>
                </a:solidFill>
                <a:latin typeface="Noto Sans" pitchFamily="34" charset="0"/>
                <a:ea typeface="Noto Sans" pitchFamily="34" charset="-122"/>
                <a:cs typeface="Noto Sans" pitchFamily="34" charset="-120"/>
              </a:rPr>
              <a:t> hoặc</a:t>
            </a:r>
            <a:r>
              <a:rPr lang="en-US" sz="945" dirty="0" spc="-5" kern="0">
                <a:solidFill>
                  <a:srgbClr val="47636C"/>
                </a:solidFill>
                <a:latin typeface="Noto Sans" pitchFamily="34" charset="0"/>
                <a:ea typeface="Noto Sans" pitchFamily="34" charset="-122"/>
                <a:cs typeface="Noto Sans" pitchFamily="34" charset="-120"/>
              </a:rPr>
              <a:t> môi</a:t>
            </a:r>
            <a:r>
              <a:rPr lang="en-US" sz="945" dirty="0" spc="0" kern="0">
                <a:solidFill>
                  <a:srgbClr val="47636C"/>
                </a:solidFill>
                <a:latin typeface="Noto Sans" pitchFamily="34" charset="0"/>
                <a:ea typeface="Noto Sans" pitchFamily="34" charset="-122"/>
                <a:cs typeface="Noto Sans" pitchFamily="34" charset="-120"/>
              </a:rPr>
              <a:t> trường thực</a:t>
            </a:r>
            <a:r>
              <a:rPr lang="en-US" sz="945" dirty="0" spc="-2" kern="0">
                <a:solidFill>
                  <a:srgbClr val="47636C"/>
                </a:solidFill>
                <a:latin typeface="Noto Sans" pitchFamily="34" charset="0"/>
                <a:ea typeface="Noto Sans" pitchFamily="34" charset="-122"/>
                <a:cs typeface="Noto Sans" pitchFamily="34" charset="-120"/>
              </a:rPr>
              <a:t> thi.</a:t>
            </a:r>
            <a:endParaRPr lang="en-US" sz="945" dirty="0"/>
          </a:p>
        </p:txBody>
      </p:sp>
      <p:sp>
        <p:nvSpPr>
          <p:cNvPr id="49" name="Text 47"/>
          <p:cNvSpPr/>
          <p:nvPr/>
        </p:nvSpPr>
        <p:spPr>
          <a:xfrm>
            <a:off x="2914650" y="72580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2"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50" name="Connector line-1792810630675-355767419"/>
          <p:cNvSpPr/>
          <p:nvPr/>
        </p:nvSpPr>
        <p:spPr>
          <a:xfrm>
            <a:off x="457200" y="7458075"/>
            <a:ext cx="6648450" cy="0"/>
          </a:xfrm>
          <a:prstGeom prst="line">
            <a:avLst/>
          </a:prstGeom>
          <a:noFill/>
          <a:ln w="9525">
            <a:solidFill>
              <a:srgbClr val="D3E1E5"/>
            </a:solidFill>
            <a:prstDash val="solid"/>
            <a:headEnd type="none"/>
            <a:tailEnd type="none"/>
          </a:ln>
        </p:spPr>
      </p:sp>
      <p:sp>
        <p:nvSpPr>
          <p:cNvPr id="51" name="Text 49"/>
          <p:cNvSpPr/>
          <p:nvPr/>
        </p:nvSpPr>
        <p:spPr>
          <a:xfrm>
            <a:off x="457200" y="74866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2" kern="0">
                <a:solidFill>
                  <a:srgbClr val="147D7A"/>
                </a:solidFill>
                <a:latin typeface="Noto Sans" pitchFamily="34" charset="0"/>
                <a:ea typeface="Noto Sans" pitchFamily="34" charset="-122"/>
                <a:cs typeface="Noto Sans" pitchFamily="34" charset="-120"/>
                <a:hlinkClick r:id="rId23" invalidUrl="" action="" tgtFrame="" tooltip="" history="1" highlightClick="0" endSnd="0">
                  <a:extLst>
                    <a:ext uri="{A12FA001-AC4F-418D-AE19-62706E023703}">
                      <ahyp:hlinkClr xmlns:ahyp="http://schemas.microsoft.com/office/drawing/2018/hyperlinkcolor" val="tx"/>
                    </a:ext>
                  </a:extLst>
                </a:hlinkClick>
              </a:rPr>
              <a:t>Front-end</a:t>
            </a:r>
            <a:r>
              <a:rPr lang="en-US" sz="1005" b="1" u="sng" dirty="0" spc="-3" kern="0">
                <a:solidFill>
                  <a:srgbClr val="147D7A"/>
                </a:solidFill>
                <a:latin typeface="Noto Sans" pitchFamily="34" charset="0"/>
                <a:ea typeface="Noto Sans" pitchFamily="34" charset="-122"/>
                <a:cs typeface="Noto Sans" pitchFamily="34" charset="-120"/>
                <a:hlinkClick r:id="rId23" invalidUrl="" action="" tgtFrame="" tooltip="" history="1" highlightClick="0" endSnd="0">
                  <a:extLst>
                    <a:ext uri="{A12FA001-AC4F-418D-AE19-62706E023703}">
                      <ahyp:hlinkClr xmlns:ahyp="http://schemas.microsoft.com/office/drawing/2018/hyperlinkcolor" val="tx"/>
                    </a:ext>
                  </a:extLst>
                </a:hlinkClick>
              </a:rPr>
              <a:t> Framework</a:t>
            </a:r>
            <a:r>
              <a:rPr lang="en-US" sz="1005" b="1" u="sng" dirty="0" spc="0" kern="0">
                <a:solidFill>
                  <a:srgbClr val="147D7A"/>
                </a:solidFill>
                <a:latin typeface="Noto Sans" pitchFamily="34" charset="0"/>
                <a:ea typeface="Noto Sans" pitchFamily="34" charset="-122"/>
                <a:cs typeface="Noto Sans" pitchFamily="34" charset="-120"/>
                <a:hlinkClick r:id="rId23" invalidUrl="" action="" tgtFrame="" tooltip="" history="1" highlightClick="0" endSnd="0">
                  <a:extLst>
                    <a:ext uri="{A12FA001-AC4F-418D-AE19-62706E023703}">
                      <ahyp:hlinkClr xmlns:ahyp="http://schemas.microsoft.com/office/drawing/2018/hyperlinkcolor" val="tx"/>
                    </a:ext>
                  </a:extLst>
                </a:hlinkClick>
              </a:rPr>
              <a:t> /</a:t>
            </a:r>
            <a:r>
              <a:rPr lang="en-US" sz="1005" b="1" u="sng" dirty="0" spc="-3" kern="0">
                <a:solidFill>
                  <a:srgbClr val="147D7A"/>
                </a:solidFill>
                <a:latin typeface="Noto Sans" pitchFamily="34" charset="0"/>
                <a:ea typeface="Noto Sans" pitchFamily="34" charset="-122"/>
                <a:cs typeface="Noto Sans" pitchFamily="34" charset="-120"/>
                <a:hlinkClick r:id="rId23" invalidUrl="" action="" tgtFrame="" tooltip="" history="1" highlightClick="0" endSnd="0">
                  <a:extLst>
                    <a:ext uri="{A12FA001-AC4F-418D-AE19-62706E023703}">
                      <ahyp:hlinkClr xmlns:ahyp="http://schemas.microsoft.com/office/drawing/2018/hyperlinkcolor" val="tx"/>
                    </a:ext>
                  </a:extLst>
                </a:hlinkClick>
              </a:rPr>
              <a:t> Library</a:t>
            </a:r>
            <a:endParaRPr lang="en-US" sz="1005" dirty="0"/>
          </a:p>
        </p:txBody>
      </p:sp>
      <p:sp>
        <p:nvSpPr>
          <p:cNvPr id="52" name="Text 50"/>
          <p:cNvSpPr/>
          <p:nvPr/>
        </p:nvSpPr>
        <p:spPr>
          <a:xfrm>
            <a:off x="2914650" y="74866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Khám</a:t>
            </a:r>
            <a:r>
              <a:rPr lang="en-US" sz="945" dirty="0" spc="1" kern="0">
                <a:solidFill>
                  <a:srgbClr val="47636C"/>
                </a:solidFill>
                <a:latin typeface="Noto Sans" pitchFamily="34" charset="0"/>
                <a:ea typeface="Noto Sans" pitchFamily="34" charset="-122"/>
                <a:cs typeface="Noto Sans" pitchFamily="34" charset="-120"/>
              </a:rPr>
              <a:t> phá</a:t>
            </a:r>
            <a:r>
              <a:rPr lang="en-US" sz="945" dirty="0" spc="-2" kern="0">
                <a:solidFill>
                  <a:srgbClr val="47636C"/>
                </a:solidFill>
                <a:latin typeface="Noto Sans" pitchFamily="34" charset="0"/>
                <a:ea typeface="Noto Sans" pitchFamily="34" charset="-122"/>
                <a:cs typeface="Noto Sans" pitchFamily="34" charset="-120"/>
              </a:rPr>
              <a:t> cơ</a:t>
            </a:r>
            <a:r>
              <a:rPr lang="en-US" sz="945" dirty="0" spc="-3" kern="0">
                <a:solidFill>
                  <a:srgbClr val="47636C"/>
                </a:solidFill>
                <a:latin typeface="Noto Sans" pitchFamily="34" charset="0"/>
                <a:ea typeface="Noto Sans" pitchFamily="34" charset="-122"/>
                <a:cs typeface="Noto Sans" pitchFamily="34" charset="-120"/>
              </a:rPr>
              <a:t> chế framework</a:t>
            </a:r>
            <a:r>
              <a:rPr lang="en-US" sz="945" dirty="0" spc="-1" kern="0">
                <a:solidFill>
                  <a:srgbClr val="47636C"/>
                </a:solidFill>
                <a:latin typeface="Noto Sans" pitchFamily="34" charset="0"/>
                <a:ea typeface="Noto Sans" pitchFamily="34" charset="-122"/>
                <a:cs typeface="Noto Sans" pitchFamily="34" charset="-120"/>
              </a:rPr>
              <a:t> giao diện.</a:t>
            </a:r>
            <a:endParaRPr lang="en-US" sz="945" dirty="0"/>
          </a:p>
        </p:txBody>
      </p:sp>
      <p:sp>
        <p:nvSpPr>
          <p:cNvPr id="53" name="Text 51"/>
          <p:cNvSpPr/>
          <p:nvPr/>
        </p:nvSpPr>
        <p:spPr>
          <a:xfrm>
            <a:off x="2914650" y="76962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4" invalidUrl="" action="" tgtFrame="" tooltip="" history="1" highlightClick="0" endSnd="0">
                  <a:extLst>
                    <a:ext uri="{A12FA001-AC4F-418D-AE19-62706E023703}">
                      <ahyp:hlinkClr xmlns:ahyp="http://schemas.microsoft.com/office/drawing/2018/hyperlinkcolor" val="tx"/>
                    </a:ext>
                  </a:extLst>
                </a:hlinkClick>
              </a:rPr>
              <a:t>Hướng dẫn mẫu (JavaScript) ↗</a:t>
            </a:r>
            <a:endParaRPr lang="en-US" sz="923" dirty="0"/>
          </a:p>
        </p:txBody>
      </p:sp>
      <p:sp>
        <p:nvSpPr>
          <p:cNvPr id="54" name="Connector line-1792810630683-957076008"/>
          <p:cNvSpPr/>
          <p:nvPr/>
        </p:nvSpPr>
        <p:spPr>
          <a:xfrm>
            <a:off x="457200" y="7896225"/>
            <a:ext cx="6648450" cy="0"/>
          </a:xfrm>
          <a:prstGeom prst="line">
            <a:avLst/>
          </a:prstGeom>
          <a:noFill/>
          <a:ln w="9525">
            <a:solidFill>
              <a:srgbClr val="D3E1E5"/>
            </a:solidFill>
            <a:prstDash val="solid"/>
            <a:headEnd type="none"/>
            <a:tailEnd type="none"/>
          </a:ln>
        </p:spPr>
      </p:sp>
      <p:sp>
        <p:nvSpPr>
          <p:cNvPr id="55" name="Text 53"/>
          <p:cNvSpPr/>
          <p:nvPr/>
        </p:nvSpPr>
        <p:spPr>
          <a:xfrm>
            <a:off x="457200" y="79248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2" kern="0">
                <a:solidFill>
                  <a:srgbClr val="147D7A"/>
                </a:solidFill>
                <a:latin typeface="Noto Sans" pitchFamily="34" charset="0"/>
                <a:ea typeface="Noto Sans" pitchFamily="34" charset="-122"/>
                <a:cs typeface="Noto Sans" pitchFamily="34" charset="-120"/>
                <a:hlinkClick r:id="rId25" invalidUrl="" action="" tgtFrame="" tooltip="" history="1" highlightClick="0" endSnd="0">
                  <a:extLst>
                    <a:ext uri="{A12FA001-AC4F-418D-AE19-62706E023703}">
                      <ahyp:hlinkClr xmlns:ahyp="http://schemas.microsoft.com/office/drawing/2018/hyperlinkcolor" val="tx"/>
                    </a:ext>
                  </a:extLst>
                </a:hlinkClick>
              </a:rPr>
              <a:t>Game</a:t>
            </a:r>
            <a:endParaRPr lang="en-US" sz="1005" dirty="0"/>
          </a:p>
        </p:txBody>
      </p:sp>
      <p:sp>
        <p:nvSpPr>
          <p:cNvPr id="56" name="Text 54"/>
          <p:cNvSpPr/>
          <p:nvPr/>
        </p:nvSpPr>
        <p:spPr>
          <a:xfrm>
            <a:off x="2914650" y="792480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Xây</a:t>
            </a:r>
            <a:r>
              <a:rPr lang="en-US" sz="945" dirty="0" spc="-5" kern="0">
                <a:solidFill>
                  <a:srgbClr val="47636C"/>
                </a:solidFill>
                <a:latin typeface="Noto Sans" pitchFamily="34" charset="0"/>
                <a:ea typeface="Noto Sans" pitchFamily="34" charset="-122"/>
                <a:cs typeface="Noto Sans" pitchFamily="34" charset="-120"/>
              </a:rPr>
              <a:t> trò</a:t>
            </a:r>
            <a:r>
              <a:rPr lang="en-US" sz="945" dirty="0" spc="-3" kern="0">
                <a:solidFill>
                  <a:srgbClr val="47636C"/>
                </a:solidFill>
                <a:latin typeface="Noto Sans" pitchFamily="34" charset="0"/>
                <a:ea typeface="Noto Sans" pitchFamily="34" charset="-122"/>
                <a:cs typeface="Noto Sans" pitchFamily="34" charset="-120"/>
              </a:rPr>
              <a:t> chơi</a:t>
            </a:r>
            <a:r>
              <a:rPr lang="en-US" sz="945" dirty="0" spc="2" kern="0">
                <a:solidFill>
                  <a:srgbClr val="47636C"/>
                </a:solidFill>
                <a:latin typeface="Noto Sans" pitchFamily="34" charset="0"/>
                <a:ea typeface="Noto Sans" pitchFamily="34" charset="-122"/>
                <a:cs typeface="Noto Sans" pitchFamily="34" charset="-120"/>
              </a:rPr>
              <a:t> và</a:t>
            </a:r>
            <a:r>
              <a:rPr lang="en-US" sz="945" dirty="0" spc="-1" kern="0">
                <a:solidFill>
                  <a:srgbClr val="47636C"/>
                </a:solidFill>
                <a:latin typeface="Noto Sans" pitchFamily="34" charset="0"/>
                <a:ea typeface="Noto Sans" pitchFamily="34" charset="-122"/>
                <a:cs typeface="Noto Sans" pitchFamily="34" charset="-120"/>
              </a:rPr>
              <a:t> tương</a:t>
            </a:r>
            <a:r>
              <a:rPr lang="en-US" sz="945" dirty="0" spc="3" kern="0">
                <a:solidFill>
                  <a:srgbClr val="47636C"/>
                </a:solidFill>
                <a:latin typeface="Noto Sans" pitchFamily="34" charset="0"/>
                <a:ea typeface="Noto Sans" pitchFamily="34" charset="-122"/>
                <a:cs typeface="Noto Sans" pitchFamily="34" charset="-120"/>
              </a:rPr>
              <a:t> tác.</a:t>
            </a:r>
            <a:endParaRPr lang="en-US" sz="945" dirty="0"/>
          </a:p>
        </p:txBody>
      </p:sp>
      <p:sp>
        <p:nvSpPr>
          <p:cNvPr id="57" name="Text 55"/>
          <p:cNvSpPr/>
          <p:nvPr/>
        </p:nvSpPr>
        <p:spPr>
          <a:xfrm>
            <a:off x="2914650" y="81343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6"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58" name="Connector line-1792810630688-810722245"/>
          <p:cNvSpPr/>
          <p:nvPr/>
        </p:nvSpPr>
        <p:spPr>
          <a:xfrm>
            <a:off x="457200" y="8334375"/>
            <a:ext cx="6648450" cy="0"/>
          </a:xfrm>
          <a:prstGeom prst="line">
            <a:avLst/>
          </a:prstGeom>
          <a:noFill/>
          <a:ln w="9525">
            <a:solidFill>
              <a:srgbClr val="D3E1E5"/>
            </a:solidFill>
            <a:prstDash val="solid"/>
            <a:headEnd type="none"/>
            <a:tailEnd type="none"/>
          </a:ln>
        </p:spPr>
      </p:sp>
      <p:sp>
        <p:nvSpPr>
          <p:cNvPr id="59" name="Text 57"/>
          <p:cNvSpPr/>
          <p:nvPr/>
        </p:nvSpPr>
        <p:spPr>
          <a:xfrm>
            <a:off x="457200" y="83629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27" invalidUrl="" action="" tgtFrame="" tooltip="" history="1" highlightClick="0" endSnd="0">
                  <a:extLst>
                    <a:ext uri="{A12FA001-AC4F-418D-AE19-62706E023703}">
                      <ahyp:hlinkClr xmlns:ahyp="http://schemas.microsoft.com/office/drawing/2018/hyperlinkcolor" val="tx"/>
                    </a:ext>
                  </a:extLst>
                </a:hlinkClick>
              </a:rPr>
              <a:t>Git</a:t>
            </a:r>
            <a:endParaRPr lang="en-US" sz="1005" dirty="0"/>
          </a:p>
        </p:txBody>
      </p:sp>
      <p:sp>
        <p:nvSpPr>
          <p:cNvPr id="60" name="Text 58"/>
          <p:cNvSpPr/>
          <p:nvPr/>
        </p:nvSpPr>
        <p:spPr>
          <a:xfrm>
            <a:off x="2914650" y="8362950"/>
            <a:ext cx="4191000" cy="228600"/>
          </a:xfrm>
          <a:prstGeom prst="rect">
            <a:avLst/>
          </a:prstGeom>
          <a:noFill/>
          <a:ln/>
        </p:spPr>
        <p:txBody>
          <a:bodyPr wrap="square" lIns="0" tIns="4561" rIns="0" bIns="-4561" rtlCol="0" anchor="t"/>
          <a:lstStyle/>
          <a:p>
            <a:pPr algn="l" indent="0" marL="0">
              <a:lnSpc>
                <a:spcPts val="1323"/>
              </a:lnSpc>
              <a:buNone/>
            </a:pPr>
            <a:r>
              <a:rPr lang="en-US" sz="945" dirty="0" spc="-3" kern="0">
                <a:solidFill>
                  <a:srgbClr val="47636C"/>
                </a:solidFill>
                <a:latin typeface="Noto Sans" pitchFamily="34" charset="0"/>
                <a:ea typeface="Noto Sans" pitchFamily="34" charset="-122"/>
                <a:cs typeface="Noto Sans" pitchFamily="34" charset="-120"/>
              </a:rPr>
              <a:t>Hiểu cơ</a:t>
            </a:r>
            <a:r>
              <a:rPr lang="en-US" sz="945" dirty="0" spc="-2" kern="0">
                <a:solidFill>
                  <a:srgbClr val="47636C"/>
                </a:solidFill>
                <a:latin typeface="Noto Sans" pitchFamily="34" charset="0"/>
                <a:ea typeface="Noto Sans" pitchFamily="34" charset="-122"/>
                <a:cs typeface="Noto Sans" pitchFamily="34" charset="-120"/>
              </a:rPr>
              <a:t> chế</a:t>
            </a:r>
            <a:r>
              <a:rPr lang="en-US" sz="945" dirty="0" spc="0" kern="0">
                <a:solidFill>
                  <a:srgbClr val="47636C"/>
                </a:solidFill>
                <a:latin typeface="Noto Sans" pitchFamily="34" charset="0"/>
                <a:ea typeface="Noto Sans" pitchFamily="34" charset="-122"/>
                <a:cs typeface="Noto Sans" pitchFamily="34" charset="-120"/>
              </a:rPr>
              <a:t> quản</a:t>
            </a:r>
            <a:r>
              <a:rPr lang="en-US" sz="945" dirty="0" spc="-5" kern="0">
                <a:solidFill>
                  <a:srgbClr val="47636C"/>
                </a:solidFill>
                <a:latin typeface="Noto Sans" pitchFamily="34" charset="0"/>
                <a:ea typeface="Noto Sans" pitchFamily="34" charset="-122"/>
                <a:cs typeface="Noto Sans" pitchFamily="34" charset="-120"/>
              </a:rPr>
              <a:t> lý</a:t>
            </a:r>
            <a:r>
              <a:rPr lang="en-US" sz="945" dirty="0" spc="-3" kern="0">
                <a:solidFill>
                  <a:srgbClr val="47636C"/>
                </a:solidFill>
                <a:latin typeface="Noto Sans" pitchFamily="34" charset="0"/>
                <a:ea typeface="Noto Sans" pitchFamily="34" charset="-122"/>
                <a:cs typeface="Noto Sans" pitchFamily="34" charset="-120"/>
              </a:rPr>
              <a:t> phiên</a:t>
            </a:r>
            <a:r>
              <a:rPr lang="en-US" sz="945" dirty="0" spc="2" kern="0">
                <a:solidFill>
                  <a:srgbClr val="47636C"/>
                </a:solidFill>
                <a:latin typeface="Noto Sans" pitchFamily="34" charset="0"/>
                <a:ea typeface="Noto Sans" pitchFamily="34" charset="-122"/>
                <a:cs typeface="Noto Sans" pitchFamily="34" charset="-120"/>
              </a:rPr>
              <a:t> bản.</a:t>
            </a:r>
            <a:endParaRPr lang="en-US" sz="945" dirty="0"/>
          </a:p>
        </p:txBody>
      </p:sp>
      <p:sp>
        <p:nvSpPr>
          <p:cNvPr id="61" name="Text 59"/>
          <p:cNvSpPr/>
          <p:nvPr/>
        </p:nvSpPr>
        <p:spPr>
          <a:xfrm>
            <a:off x="2914650" y="85725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8" invalidUrl="" action="" tgtFrame="" tooltip="" history="1" highlightClick="0" endSnd="0">
                  <a:extLst>
                    <a:ext uri="{A12FA001-AC4F-418D-AE19-62706E023703}">
                      <ahyp:hlinkClr xmlns:ahyp="http://schemas.microsoft.com/office/drawing/2018/hyperlinkcolor" val="tx"/>
                    </a:ext>
                  </a:extLst>
                </a:hlinkClick>
              </a:rPr>
              <a:t>Hướng dẫn mẫu (Haskell) ↗</a:t>
            </a:r>
            <a:endParaRPr lang="en-US" sz="923" dirty="0"/>
          </a:p>
        </p:txBody>
      </p:sp>
      <p:sp>
        <p:nvSpPr>
          <p:cNvPr id="62" name="Connector line-1792810630693-477376705"/>
          <p:cNvSpPr/>
          <p:nvPr/>
        </p:nvSpPr>
        <p:spPr>
          <a:xfrm>
            <a:off x="457200" y="8772525"/>
            <a:ext cx="6648450" cy="0"/>
          </a:xfrm>
          <a:prstGeom prst="line">
            <a:avLst/>
          </a:prstGeom>
          <a:noFill/>
          <a:ln w="9525">
            <a:solidFill>
              <a:srgbClr val="D3E1E5"/>
            </a:solidFill>
            <a:prstDash val="solid"/>
            <a:headEnd type="none"/>
            <a:tailEnd type="none"/>
          </a:ln>
        </p:spPr>
      </p:sp>
      <p:sp>
        <p:nvSpPr>
          <p:cNvPr id="63" name="Text 61"/>
          <p:cNvSpPr/>
          <p:nvPr/>
        </p:nvSpPr>
        <p:spPr>
          <a:xfrm>
            <a:off x="457200" y="88011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29" invalidUrl="" action="" tgtFrame="" tooltip="" history="1" highlightClick="0" endSnd="0">
                  <a:extLst>
                    <a:ext uri="{A12FA001-AC4F-418D-AE19-62706E023703}">
                      <ahyp:hlinkClr xmlns:ahyp="http://schemas.microsoft.com/office/drawing/2018/hyperlinkcolor" val="tx"/>
                    </a:ext>
                  </a:extLst>
                </a:hlinkClick>
              </a:rPr>
              <a:t>Memory</a:t>
            </a:r>
            <a:r>
              <a:rPr lang="en-US" sz="1005" b="1" u="sng" dirty="0" spc="0" kern="0">
                <a:solidFill>
                  <a:srgbClr val="147D7A"/>
                </a:solidFill>
                <a:latin typeface="Noto Sans" pitchFamily="34" charset="0"/>
                <a:ea typeface="Noto Sans" pitchFamily="34" charset="-122"/>
                <a:cs typeface="Noto Sans" pitchFamily="34" charset="-120"/>
                <a:hlinkClick r:id="rId29" invalidUrl="" action="" tgtFrame="" tooltip="" history="1" highlightClick="0" endSnd="0">
                  <a:extLst>
                    <a:ext uri="{A12FA001-AC4F-418D-AE19-62706E023703}">
                      <ahyp:hlinkClr xmlns:ahyp="http://schemas.microsoft.com/office/drawing/2018/hyperlinkcolor" val="tx"/>
                    </a:ext>
                  </a:extLst>
                </a:hlinkClick>
              </a:rPr>
              <a:t> Allocator</a:t>
            </a:r>
            <a:endParaRPr lang="en-US" sz="1005" dirty="0"/>
          </a:p>
        </p:txBody>
      </p:sp>
      <p:sp>
        <p:nvSpPr>
          <p:cNvPr id="64" name="Text 62"/>
          <p:cNvSpPr/>
          <p:nvPr/>
        </p:nvSpPr>
        <p:spPr>
          <a:xfrm>
            <a:off x="2914650" y="8801100"/>
            <a:ext cx="4191000" cy="228600"/>
          </a:xfrm>
          <a:prstGeom prst="rect">
            <a:avLst/>
          </a:prstGeom>
          <a:noFill/>
          <a:ln/>
        </p:spPr>
        <p:txBody>
          <a:bodyPr wrap="square" lIns="0" tIns="4561" rIns="0" bIns="-4561" rtlCol="0" anchor="t"/>
          <a:lstStyle/>
          <a:p>
            <a:pPr algn="l" indent="0" marL="0">
              <a:lnSpc>
                <a:spcPts val="1323"/>
              </a:lnSpc>
              <a:buNone/>
            </a:pPr>
            <a:r>
              <a:rPr lang="en-US" sz="945" dirty="0" spc="-3" kern="0">
                <a:solidFill>
                  <a:srgbClr val="47636C"/>
                </a:solidFill>
                <a:latin typeface="Noto Sans" pitchFamily="34" charset="0"/>
                <a:ea typeface="Noto Sans" pitchFamily="34" charset="-122"/>
                <a:cs typeface="Noto Sans" pitchFamily="34" charset="-120"/>
              </a:rPr>
              <a:t>Tìm</a:t>
            </a:r>
            <a:r>
              <a:rPr lang="en-US" sz="945" dirty="0" spc="-5" kern="0">
                <a:solidFill>
                  <a:srgbClr val="47636C"/>
                </a:solidFill>
                <a:latin typeface="Noto Sans" pitchFamily="34" charset="0"/>
                <a:ea typeface="Noto Sans" pitchFamily="34" charset="-122"/>
                <a:cs typeface="Noto Sans" pitchFamily="34" charset="-120"/>
              </a:rPr>
              <a:t> hiểu</a:t>
            </a:r>
            <a:r>
              <a:rPr lang="en-US" sz="945" dirty="0" spc="1" kern="0">
                <a:solidFill>
                  <a:srgbClr val="47636C"/>
                </a:solidFill>
                <a:latin typeface="Noto Sans" pitchFamily="34" charset="0"/>
                <a:ea typeface="Noto Sans" pitchFamily="34" charset="-122"/>
                <a:cs typeface="Noto Sans" pitchFamily="34" charset="-120"/>
              </a:rPr>
              <a:t> cách</a:t>
            </a:r>
            <a:r>
              <a:rPr lang="en-US" sz="945" dirty="0" spc="3" kern="0">
                <a:solidFill>
                  <a:srgbClr val="47636C"/>
                </a:solidFill>
                <a:latin typeface="Noto Sans" pitchFamily="34" charset="0"/>
                <a:ea typeface="Noto Sans" pitchFamily="34" charset="-122"/>
                <a:cs typeface="Noto Sans" pitchFamily="34" charset="-120"/>
              </a:rPr>
              <a:t> cấp</a:t>
            </a:r>
            <a:r>
              <a:rPr lang="en-US" sz="945" dirty="0" spc="2" kern="0">
                <a:solidFill>
                  <a:srgbClr val="47636C"/>
                </a:solidFill>
                <a:latin typeface="Noto Sans" pitchFamily="34" charset="0"/>
                <a:ea typeface="Noto Sans" pitchFamily="34" charset="-122"/>
                <a:cs typeface="Noto Sans" pitchFamily="34" charset="-120"/>
              </a:rPr>
              <a:t> phát</a:t>
            </a:r>
            <a:r>
              <a:rPr lang="en-US" sz="945" dirty="0" spc="-1" kern="0">
                <a:solidFill>
                  <a:srgbClr val="47636C"/>
                </a:solidFill>
                <a:latin typeface="Noto Sans" pitchFamily="34" charset="0"/>
                <a:ea typeface="Noto Sans" pitchFamily="34" charset="-122"/>
                <a:cs typeface="Noto Sans" pitchFamily="34" charset="-120"/>
              </a:rPr>
              <a:t> bộ</a:t>
            </a:r>
            <a:r>
              <a:rPr lang="en-US" sz="945" dirty="0" spc="-3" kern="0">
                <a:solidFill>
                  <a:srgbClr val="47636C"/>
                </a:solidFill>
                <a:latin typeface="Noto Sans" pitchFamily="34" charset="0"/>
                <a:ea typeface="Noto Sans" pitchFamily="34" charset="-122"/>
                <a:cs typeface="Noto Sans" pitchFamily="34" charset="-120"/>
              </a:rPr>
              <a:t> nhớ.</a:t>
            </a:r>
            <a:endParaRPr lang="en-US" sz="945" dirty="0"/>
          </a:p>
        </p:txBody>
      </p:sp>
      <p:sp>
        <p:nvSpPr>
          <p:cNvPr id="65" name="Text 63"/>
          <p:cNvSpPr/>
          <p:nvPr/>
        </p:nvSpPr>
        <p:spPr>
          <a:xfrm>
            <a:off x="2914650" y="90106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30"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66" name="Connector line-1792810630698-864222182"/>
          <p:cNvSpPr/>
          <p:nvPr/>
        </p:nvSpPr>
        <p:spPr>
          <a:xfrm>
            <a:off x="457200" y="9210675"/>
            <a:ext cx="6648450" cy="0"/>
          </a:xfrm>
          <a:prstGeom prst="line">
            <a:avLst/>
          </a:prstGeom>
          <a:noFill/>
          <a:ln w="9525">
            <a:solidFill>
              <a:srgbClr val="D3E1E5"/>
            </a:solidFill>
            <a:prstDash val="solid"/>
            <a:headEnd type="none"/>
            <a:tailEnd type="none"/>
          </a:ln>
        </p:spPr>
      </p:sp>
      <p:sp>
        <p:nvSpPr>
          <p:cNvPr id="67" name="Text 65"/>
          <p:cNvSpPr/>
          <p:nvPr/>
        </p:nvSpPr>
        <p:spPr>
          <a:xfrm>
            <a:off x="457200" y="92392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0" kern="0">
                <a:solidFill>
                  <a:srgbClr val="147D7A"/>
                </a:solidFill>
                <a:latin typeface="Noto Sans" pitchFamily="34" charset="0"/>
                <a:ea typeface="Noto Sans" pitchFamily="34" charset="-122"/>
                <a:cs typeface="Noto Sans" pitchFamily="34" charset="-120"/>
                <a:hlinkClick r:id="rId31" invalidUrl="" action="" tgtFrame="" tooltip="" history="1" highlightClick="0" endSnd="0">
                  <a:extLst>
                    <a:ext uri="{A12FA001-AC4F-418D-AE19-62706E023703}">
                      <ahyp:hlinkClr xmlns:ahyp="http://schemas.microsoft.com/office/drawing/2018/hyperlinkcolor" val="tx"/>
                    </a:ext>
                  </a:extLst>
                </a:hlinkClick>
              </a:rPr>
              <a:t>Network</a:t>
            </a:r>
            <a:r>
              <a:rPr lang="en-US" sz="1005" b="1" u="sng" dirty="0" spc="1" kern="0">
                <a:solidFill>
                  <a:srgbClr val="147D7A"/>
                </a:solidFill>
                <a:latin typeface="Noto Sans" pitchFamily="34" charset="0"/>
                <a:ea typeface="Noto Sans" pitchFamily="34" charset="-122"/>
                <a:cs typeface="Noto Sans" pitchFamily="34" charset="-120"/>
                <a:hlinkClick r:id="rId31" invalidUrl="" action="" tgtFrame="" tooltip="" history="1" highlightClick="0" endSnd="0">
                  <a:extLst>
                    <a:ext uri="{A12FA001-AC4F-418D-AE19-62706E023703}">
                      <ahyp:hlinkClr xmlns:ahyp="http://schemas.microsoft.com/office/drawing/2018/hyperlinkcolor" val="tx"/>
                    </a:ext>
                  </a:extLst>
                </a:hlinkClick>
              </a:rPr>
              <a:t> Stack</a:t>
            </a:r>
            <a:endParaRPr lang="en-US" sz="1005" dirty="0"/>
          </a:p>
        </p:txBody>
      </p:sp>
      <p:sp>
        <p:nvSpPr>
          <p:cNvPr id="68" name="Text 66"/>
          <p:cNvSpPr/>
          <p:nvPr/>
        </p:nvSpPr>
        <p:spPr>
          <a:xfrm>
            <a:off x="2914650" y="92392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Khám</a:t>
            </a:r>
            <a:r>
              <a:rPr lang="en-US" sz="945" dirty="0" spc="1" kern="0">
                <a:solidFill>
                  <a:srgbClr val="47636C"/>
                </a:solidFill>
                <a:latin typeface="Noto Sans" pitchFamily="34" charset="0"/>
                <a:ea typeface="Noto Sans" pitchFamily="34" charset="-122"/>
                <a:cs typeface="Noto Sans" pitchFamily="34" charset="-120"/>
              </a:rPr>
              <a:t> phá</a:t>
            </a:r>
            <a:r>
              <a:rPr lang="en-US" sz="945" dirty="0" spc="2" kern="0">
                <a:solidFill>
                  <a:srgbClr val="47636C"/>
                </a:solidFill>
                <a:latin typeface="Noto Sans" pitchFamily="34" charset="0"/>
                <a:ea typeface="Noto Sans" pitchFamily="34" charset="-122"/>
                <a:cs typeface="Noto Sans" pitchFamily="34" charset="-120"/>
              </a:rPr>
              <a:t> các</a:t>
            </a:r>
            <a:r>
              <a:rPr lang="en-US" sz="945" dirty="0" spc="-3" kern="0">
                <a:solidFill>
                  <a:srgbClr val="47636C"/>
                </a:solidFill>
                <a:latin typeface="Noto Sans" pitchFamily="34" charset="0"/>
                <a:ea typeface="Noto Sans" pitchFamily="34" charset="-122"/>
                <a:cs typeface="Noto Sans" pitchFamily="34" charset="-120"/>
              </a:rPr>
              <a:t> lớp</a:t>
            </a:r>
            <a:r>
              <a:rPr lang="en-US" sz="945" dirty="0" spc="0" kern="0">
                <a:solidFill>
                  <a:srgbClr val="47636C"/>
                </a:solidFill>
                <a:latin typeface="Noto Sans" pitchFamily="34" charset="0"/>
                <a:ea typeface="Noto Sans" pitchFamily="34" charset="-122"/>
                <a:cs typeface="Noto Sans" pitchFamily="34" charset="-120"/>
              </a:rPr>
              <a:t> giao</a:t>
            </a:r>
            <a:r>
              <a:rPr lang="en-US" sz="945" dirty="0" spc="-1" kern="0">
                <a:solidFill>
                  <a:srgbClr val="47636C"/>
                </a:solidFill>
                <a:latin typeface="Noto Sans" pitchFamily="34" charset="0"/>
                <a:ea typeface="Noto Sans" pitchFamily="34" charset="-122"/>
                <a:cs typeface="Noto Sans" pitchFamily="34" charset="-120"/>
              </a:rPr>
              <a:t> tiếp</a:t>
            </a:r>
            <a:r>
              <a:rPr lang="en-US" sz="945" dirty="0" spc="0" kern="0">
                <a:solidFill>
                  <a:srgbClr val="47636C"/>
                </a:solidFill>
                <a:latin typeface="Noto Sans" pitchFamily="34" charset="0"/>
                <a:ea typeface="Noto Sans" pitchFamily="34" charset="-122"/>
                <a:cs typeface="Noto Sans" pitchFamily="34" charset="-120"/>
              </a:rPr>
              <a:t> mạng.</a:t>
            </a:r>
            <a:endParaRPr lang="en-US" sz="945" dirty="0"/>
          </a:p>
        </p:txBody>
      </p:sp>
      <p:sp>
        <p:nvSpPr>
          <p:cNvPr id="69" name="Text 67"/>
          <p:cNvSpPr/>
          <p:nvPr/>
        </p:nvSpPr>
        <p:spPr>
          <a:xfrm>
            <a:off x="2914650" y="94488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32"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70" name="Connector line-1792810630703-422028168"/>
          <p:cNvSpPr/>
          <p:nvPr/>
        </p:nvSpPr>
        <p:spPr>
          <a:xfrm>
            <a:off x="457200" y="9648825"/>
            <a:ext cx="6648450" cy="0"/>
          </a:xfrm>
          <a:prstGeom prst="line">
            <a:avLst/>
          </a:prstGeom>
          <a:noFill/>
          <a:ln w="9525">
            <a:solidFill>
              <a:srgbClr val="D3E1E5"/>
            </a:solidFill>
            <a:prstDash val="solid"/>
            <a:headEnd type="none"/>
            <a:tailEnd type="none"/>
          </a:ln>
        </p:spPr>
      </p:sp>
      <p:sp>
        <p:nvSpPr>
          <p:cNvPr id="71" name="Connector line-1792810630703-392902845"/>
          <p:cNvSpPr/>
          <p:nvPr/>
        </p:nvSpPr>
        <p:spPr>
          <a:xfrm>
            <a:off x="457200" y="10144125"/>
            <a:ext cx="6648450" cy="0"/>
          </a:xfrm>
          <a:prstGeom prst="line">
            <a:avLst/>
          </a:prstGeom>
          <a:noFill/>
          <a:ln w="9525">
            <a:solidFill>
              <a:srgbClr val="D3E1E5"/>
            </a:solidFill>
            <a:prstDash val="solid"/>
            <a:headEnd type="none"/>
            <a:tailEnd type="none"/>
          </a:ln>
        </p:spPr>
      </p:sp>
      <p:sp>
        <p:nvSpPr>
          <p:cNvPr id="72" name="Text 70"/>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73" name="Text 71"/>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04</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74" name="Shape 72"/>
          <p:cNvSpPr/>
          <p:nvPr/>
        </p:nvSpPr>
        <p:spPr>
          <a:xfrm>
            <a:off x="5868772" y="9806509"/>
            <a:ext cx="1210056" cy="406043"/>
          </a:xfrm>
          <a:prstGeom prst="roundRect">
            <a:avLst>
              <a:gd name="adj" fmla="val 28000"/>
            </a:avLst>
          </a:prstGeom>
          <a:solidFill>
            <a:srgbClr val="FFFFFF">
              <a:alpha val="82000"/>
            </a:srgbClr>
          </a:solidFill>
          <a:ln/>
        </p:spPr>
      </p:sp>
      <p:pic>
        <p:nvPicPr>
          <p:cNvPr id="75" name="Moda image moda-export-watermark-4d510085-e037-4d71-9533-fea07db5be84" descr="">    </p:cNvPr>
          <p:cNvPicPr>
            <a:picLocks noChangeAspect="1"/>
          </p:cNvPicPr>
          <p:nvPr/>
        </p:nvPicPr>
        <p:blipFill>
          <a:blip r:embed="rId33"/>
          <a:srcRect l="0" r="0" t="0" b="0"/>
          <a:stretch/>
        </p:blipFill>
        <p:spPr>
          <a:xfrm>
            <a:off x="5961455" y="9899193"/>
            <a:ext cx="1024688" cy="2206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 BẢN ĐỒ</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4" kern="0">
                <a:solidFill>
                  <a:srgbClr val="123E52"/>
                </a:solidFill>
                <a:latin typeface="Lexend SemiBold" pitchFamily="34" charset="0"/>
                <a:ea typeface="Lexend SemiBold" pitchFamily="34" charset="-122"/>
                <a:cs typeface="Lexend SemiBold" pitchFamily="34" charset="-120"/>
              </a:rPr>
              <a:t>31</a:t>
            </a:r>
            <a:r>
              <a:rPr lang="en-US" sz="2175" dirty="0" spc="3" kern="0">
                <a:solidFill>
                  <a:srgbClr val="123E52"/>
                </a:solidFill>
                <a:latin typeface="Lexend SemiBold" pitchFamily="34" charset="0"/>
                <a:ea typeface="Lexend SemiBold" pitchFamily="34" charset="-122"/>
                <a:cs typeface="Lexend SemiBold" pitchFamily="34" charset="-120"/>
              </a:rPr>
              <a:t> nhóm</a:t>
            </a:r>
            <a:r>
              <a:rPr lang="en-US" sz="2175" dirty="0" spc="4" kern="0">
                <a:solidFill>
                  <a:srgbClr val="123E52"/>
                </a:solidFill>
                <a:latin typeface="Lexend SemiBold" pitchFamily="34" charset="0"/>
                <a:ea typeface="Lexend SemiBold" pitchFamily="34" charset="-122"/>
                <a:cs typeface="Lexend SemiBold" pitchFamily="34" charset="-120"/>
              </a:rPr>
              <a:t> công</a:t>
            </a:r>
            <a:r>
              <a:rPr lang="en-US" sz="2175" dirty="0" spc="3" kern="0">
                <a:solidFill>
                  <a:srgbClr val="123E52"/>
                </a:solidFill>
                <a:latin typeface="Lexend SemiBold" pitchFamily="34" charset="0"/>
                <a:ea typeface="Lexend SemiBold" pitchFamily="34" charset="-122"/>
                <a:cs typeface="Lexend SemiBold" pitchFamily="34" charset="-120"/>
              </a:rPr>
              <a:t> nghệ</a:t>
            </a:r>
            <a:r>
              <a:rPr lang="en-US" sz="2175" dirty="0" spc="4" kern="0">
                <a:solidFill>
                  <a:srgbClr val="123E52"/>
                </a:solidFill>
                <a:latin typeface="Lexend SemiBold" pitchFamily="34" charset="0"/>
                <a:ea typeface="Lexend SemiBold" pitchFamily="34" charset="-122"/>
                <a:cs typeface="Lexend SemiBold" pitchFamily="34" charset="-120"/>
              </a:rPr>
              <a:t> /</a:t>
            </a:r>
            <a:r>
              <a:rPr lang="en-US" sz="2175" dirty="0" spc="2" kern="0">
                <a:solidFill>
                  <a:srgbClr val="123E52"/>
                </a:solidFill>
                <a:latin typeface="Lexend SemiBold" pitchFamily="34" charset="0"/>
                <a:ea typeface="Lexend SemiBold" pitchFamily="34" charset="-122"/>
                <a:cs typeface="Lexend SemiBold" pitchFamily="34" charset="-120"/>
              </a:rPr>
              <a:t> 02</a:t>
            </a:r>
            <a:endParaRPr lang="en-US" sz="2175" dirty="0"/>
          </a:p>
        </p:txBody>
      </p:sp>
      <p:sp>
        <p:nvSpPr>
          <p:cNvPr id="5" name="Connector line-1792810633837-229374790"/>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2038350"/>
            <a:ext cx="6648450" cy="447675"/>
          </a:xfrm>
          <a:prstGeom prst="rect">
            <a:avLst/>
          </a:prstGeom>
          <a:noFill/>
          <a:ln/>
        </p:spPr>
        <p:txBody>
          <a:bodyPr wrap="square" lIns="0" tIns="4705" rIns="0" bIns="-4705" rtlCol="0" anchor="t"/>
          <a:lstStyle/>
          <a:p>
            <a:pPr algn="l" indent="0" marL="0">
              <a:lnSpc>
                <a:spcPts val="1365"/>
              </a:lnSpc>
              <a:buNone/>
            </a:pPr>
            <a:r>
              <a:rPr lang="en-US" sz="975" dirty="0" spc="-20" kern="0">
                <a:solidFill>
                  <a:srgbClr val="47636C"/>
                </a:solidFill>
                <a:latin typeface="Noto Sans" pitchFamily="34" charset="0"/>
                <a:ea typeface="Noto Sans" pitchFamily="34" charset="-122"/>
                <a:cs typeface="Noto Sans" pitchFamily="34" charset="-120"/>
              </a:rPr>
              <a:t>Tên</a:t>
            </a:r>
            <a:r>
              <a:rPr lang="en-US" sz="975" dirty="0" spc="2" kern="0">
                <a:solidFill>
                  <a:srgbClr val="47636C"/>
                </a:solidFill>
                <a:latin typeface="Noto Sans" pitchFamily="34" charset="0"/>
                <a:ea typeface="Noto Sans" pitchFamily="34" charset="-122"/>
                <a:cs typeface="Noto Sans" pitchFamily="34" charset="-120"/>
              </a:rPr>
              <a:t> nhóm</a:t>
            </a:r>
            <a:r>
              <a:rPr lang="en-US" sz="975" dirty="0" spc="1" kern="0">
                <a:solidFill>
                  <a:srgbClr val="47636C"/>
                </a:solidFill>
                <a:latin typeface="Noto Sans" pitchFamily="34" charset="0"/>
                <a:ea typeface="Noto Sans" pitchFamily="34" charset="-122"/>
                <a:cs typeface="Noto Sans" pitchFamily="34" charset="-120"/>
              </a:rPr>
              <a:t> mở</a:t>
            </a:r>
            <a:r>
              <a:rPr lang="en-US" sz="975" dirty="0" spc="2" kern="0">
                <a:solidFill>
                  <a:srgbClr val="47636C"/>
                </a:solidFill>
                <a:latin typeface="Noto Sans" pitchFamily="34" charset="0"/>
                <a:ea typeface="Noto Sans" pitchFamily="34" charset="-122"/>
                <a:cs typeface="Noto Sans" pitchFamily="34" charset="-120"/>
              </a:rPr>
              <a:t> mục</a:t>
            </a:r>
            <a:r>
              <a:rPr lang="en-US" sz="975" dirty="0" spc="1" kern="0">
                <a:solidFill>
                  <a:srgbClr val="47636C"/>
                </a:solidFill>
                <a:latin typeface="Noto Sans" pitchFamily="34" charset="0"/>
                <a:ea typeface="Noto Sans" pitchFamily="34" charset="-122"/>
                <a:cs typeface="Noto Sans" pitchFamily="34" charset="-120"/>
              </a:rPr>
              <a:t> tương</a:t>
            </a:r>
            <a:r>
              <a:rPr lang="en-US" sz="975" dirty="0" spc="0" kern="0">
                <a:solidFill>
                  <a:srgbClr val="47636C"/>
                </a:solidFill>
                <a:latin typeface="Noto Sans" pitchFamily="34" charset="0"/>
                <a:ea typeface="Noto Sans" pitchFamily="34" charset="-122"/>
                <a:cs typeface="Noto Sans" pitchFamily="34" charset="-120"/>
              </a:rPr>
              <a:t> ứng</a:t>
            </a:r>
            <a:r>
              <a:rPr lang="en-US" sz="975" dirty="0" spc="-1" kern="0">
                <a:solidFill>
                  <a:srgbClr val="47636C"/>
                </a:solidFill>
                <a:latin typeface="Noto Sans" pitchFamily="34" charset="0"/>
                <a:ea typeface="Noto Sans" pitchFamily="34" charset="-122"/>
                <a:cs typeface="Noto Sans" pitchFamily="34" charset="-120"/>
              </a:rPr>
              <a:t> trong</a:t>
            </a:r>
            <a:r>
              <a:rPr lang="en-US" sz="975" dirty="0" spc="0" kern="0">
                <a:solidFill>
                  <a:srgbClr val="47636C"/>
                </a:solidFill>
                <a:latin typeface="Noto Sans" pitchFamily="34" charset="0"/>
                <a:ea typeface="Noto Sans" pitchFamily="34" charset="-122"/>
                <a:cs typeface="Noto Sans" pitchFamily="34" charset="-120"/>
              </a:rPr>
              <a:t> README. Ví</a:t>
            </a:r>
            <a:r>
              <a:rPr lang="en-US" sz="975" dirty="0" spc="2" kern="0">
                <a:solidFill>
                  <a:srgbClr val="47636C"/>
                </a:solidFill>
                <a:latin typeface="Noto Sans" pitchFamily="34" charset="0"/>
                <a:ea typeface="Noto Sans" pitchFamily="34" charset="-122"/>
                <a:cs typeface="Noto Sans" pitchFamily="34" charset="-120"/>
              </a:rPr>
              <a:t> dụ</a:t>
            </a:r>
            <a:r>
              <a:rPr lang="en-US" sz="975" dirty="0" spc="1" kern="0">
                <a:solidFill>
                  <a:srgbClr val="47636C"/>
                </a:solidFill>
                <a:latin typeface="Noto Sans" pitchFamily="34" charset="0"/>
                <a:ea typeface="Noto Sans" pitchFamily="34" charset="-122"/>
                <a:cs typeface="Noto Sans" pitchFamily="34" charset="-120"/>
              </a:rPr>
              <a:t> mở tài</a:t>
            </a:r>
            <a:r>
              <a:rPr lang="en-US" sz="975" dirty="0" spc="2" kern="0">
                <a:solidFill>
                  <a:srgbClr val="47636C"/>
                </a:solidFill>
                <a:latin typeface="Noto Sans" pitchFamily="34" charset="0"/>
                <a:ea typeface="Noto Sans" pitchFamily="34" charset="-122"/>
                <a:cs typeface="Noto Sans" pitchFamily="34" charset="-120"/>
              </a:rPr>
              <a:t> liệu</a:t>
            </a:r>
            <a:r>
              <a:rPr lang="en-US" sz="975" dirty="0" spc="1" kern="0">
                <a:solidFill>
                  <a:srgbClr val="47636C"/>
                </a:solidFill>
                <a:latin typeface="Noto Sans" pitchFamily="34" charset="0"/>
                <a:ea typeface="Noto Sans" pitchFamily="34" charset="-122"/>
                <a:cs typeface="Noto Sans" pitchFamily="34" charset="-120"/>
              </a:rPr>
              <a:t> được</a:t>
            </a:r>
            <a:r>
              <a:rPr lang="en-US" sz="975" dirty="0" spc="2" kern="0">
                <a:solidFill>
                  <a:srgbClr val="47636C"/>
                </a:solidFill>
                <a:latin typeface="Noto Sans" pitchFamily="34" charset="0"/>
                <a:ea typeface="Noto Sans" pitchFamily="34" charset="-122"/>
                <a:cs typeface="Noto Sans" pitchFamily="34" charset="-120"/>
              </a:rPr>
              <a:t> liệt</a:t>
            </a:r>
            <a:r>
              <a:rPr lang="en-US" sz="975" dirty="0" spc="-1" kern="0">
                <a:solidFill>
                  <a:srgbClr val="47636C"/>
                </a:solidFill>
                <a:latin typeface="Noto Sans" pitchFamily="34" charset="0"/>
                <a:ea typeface="Noto Sans" pitchFamily="34" charset="-122"/>
                <a:cs typeface="Noto Sans" pitchFamily="34" charset="-120"/>
              </a:rPr>
              <a:t> kê;</a:t>
            </a:r>
            <a:r>
              <a:rPr lang="en-US" sz="975" dirty="0" spc="1" kern="0">
                <a:solidFill>
                  <a:srgbClr val="47636C"/>
                </a:solidFill>
                <a:latin typeface="Noto Sans" pitchFamily="34" charset="0"/>
                <a:ea typeface="Noto Sans" pitchFamily="34" charset="-122"/>
                <a:cs typeface="Noto Sans" pitchFamily="34" charset="-120"/>
              </a:rPr>
              <a:t> không phải</a:t>
            </a:r>
            <a:r>
              <a:rPr lang="en-US" sz="975" dirty="0" spc="-3" kern="0">
                <a:solidFill>
                  <a:srgbClr val="47636C"/>
                </a:solidFill>
                <a:latin typeface="Noto Sans" pitchFamily="34" charset="0"/>
                <a:ea typeface="Noto Sans" pitchFamily="34" charset="-122"/>
                <a:cs typeface="Noto Sans" pitchFamily="34" charset="-120"/>
              </a:rPr>
              <a:t> xếp</a:t>
            </a:r>
            <a:r>
              <a:rPr lang="en-US" sz="975" dirty="0" spc="1" kern="0">
                <a:solidFill>
                  <a:srgbClr val="47636C"/>
                </a:solidFill>
                <a:latin typeface="Noto Sans" pitchFamily="34" charset="0"/>
                <a:ea typeface="Noto Sans" pitchFamily="34" charset="-122"/>
                <a:cs typeface="Noto Sans" pitchFamily="34" charset="-120"/>
              </a:rPr>
              <a:t> hạng</a:t>
            </a:r>
            <a:r>
              <a:rPr lang="en-US" sz="975" dirty="0" spc="2" kern="0">
                <a:solidFill>
                  <a:srgbClr val="47636C"/>
                </a:solidFill>
                <a:latin typeface="Noto Sans" pitchFamily="34" charset="0"/>
                <a:ea typeface="Noto Sans" pitchFamily="34" charset="-122"/>
                <a:cs typeface="Noto Sans" pitchFamily="34" charset="-120"/>
              </a:rPr>
              <a:t> độ</a:t>
            </a:r>
            <a:r>
              <a:rPr lang="en-US" sz="975" dirty="0" spc="1" kern="0">
                <a:solidFill>
                  <a:srgbClr val="47636C"/>
                </a:solidFill>
                <a:latin typeface="Noto Sans" pitchFamily="34" charset="0"/>
                <a:ea typeface="Noto Sans" pitchFamily="34" charset="-122"/>
                <a:cs typeface="Noto Sans" pitchFamily="34" charset="-120"/>
              </a:rPr>
              <a:t> khó</a:t>
            </a:r>
            <a:r>
              <a:rPr lang="en-US" sz="975" dirty="0" spc="0" kern="0">
                <a:solidFill>
                  <a:srgbClr val="47636C"/>
                </a:solidFill>
                <a:latin typeface="Noto Sans" pitchFamily="34" charset="0"/>
                <a:ea typeface="Noto Sans" pitchFamily="34" charset="-122"/>
                <a:cs typeface="Noto Sans" pitchFamily="34" charset="-120"/>
              </a:rPr>
              <a:t> hay</a:t>
            </a:r>
            <a:r>
              <a:rPr lang="en-US" sz="975" dirty="0" spc="2" kern="0">
                <a:solidFill>
                  <a:srgbClr val="47636C"/>
                </a:solidFill>
                <a:latin typeface="Noto Sans" pitchFamily="34" charset="0"/>
                <a:ea typeface="Noto Sans" pitchFamily="34" charset="-122"/>
                <a:cs typeface="Noto Sans" pitchFamily="34" charset="-120"/>
              </a:rPr>
              <a:t> chất</a:t>
            </a:r>
            <a:r>
              <a:rPr lang="en-US" sz="975" dirty="0" spc="0" kern="0">
                <a:solidFill>
                  <a:srgbClr val="47636C"/>
                </a:solidFill>
                <a:latin typeface="Noto Sans" pitchFamily="34" charset="0"/>
                <a:ea typeface="Noto Sans" pitchFamily="34" charset="-122"/>
                <a:cs typeface="Noto Sans" pitchFamily="34" charset="-120"/>
              </a:rPr>
              <a:t> lượng.</a:t>
            </a:r>
            <a:r>
              <a:rPr lang="en-US" sz="975" dirty="0" spc="-2" kern="0">
                <a:solidFill>
                  <a:srgbClr val="47636C"/>
                </a:solidFill>
                <a:latin typeface="Noto Sans" pitchFamily="34" charset="0"/>
                <a:ea typeface="Noto Sans" pitchFamily="34" charset="-122"/>
                <a:cs typeface="Noto Sans" pitchFamily="34" charset="-120"/>
              </a:rPr>
              <a:t> [S1]</a:t>
            </a:r>
            <a:endParaRPr lang="en-US" sz="975" dirty="0"/>
          </a:p>
        </p:txBody>
      </p:sp>
      <p:sp>
        <p:nvSpPr>
          <p:cNvPr id="7" name="Text 5"/>
          <p:cNvSpPr/>
          <p:nvPr/>
        </p:nvSpPr>
        <p:spPr>
          <a:xfrm>
            <a:off x="457200" y="26670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2" kern="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Neural</a:t>
            </a:r>
            <a:r>
              <a:rPr lang="en-US" sz="1005" b="1" u="sng" dirty="0" spc="0" kern="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 Network</a:t>
            </a:r>
            <a:endParaRPr lang="en-US" sz="1005" dirty="0"/>
          </a:p>
        </p:txBody>
      </p:sp>
      <p:sp>
        <p:nvSpPr>
          <p:cNvPr id="8" name="Text 6"/>
          <p:cNvSpPr/>
          <p:nvPr/>
        </p:nvSpPr>
        <p:spPr>
          <a:xfrm>
            <a:off x="2914650" y="266700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Xây</a:t>
            </a:r>
            <a:r>
              <a:rPr lang="en-US" sz="945" dirty="0" spc="2" kern="0">
                <a:solidFill>
                  <a:srgbClr val="47636C"/>
                </a:solidFill>
                <a:latin typeface="Noto Sans" pitchFamily="34" charset="0"/>
                <a:ea typeface="Noto Sans" pitchFamily="34" charset="-122"/>
                <a:cs typeface="Noto Sans" pitchFamily="34" charset="-120"/>
              </a:rPr>
              <a:t> và</a:t>
            </a:r>
            <a:r>
              <a:rPr lang="en-US" sz="945" dirty="0" spc="0" kern="0">
                <a:solidFill>
                  <a:srgbClr val="47636C"/>
                </a:solidFill>
                <a:latin typeface="Noto Sans" pitchFamily="34" charset="0"/>
                <a:ea typeface="Noto Sans" pitchFamily="34" charset="-122"/>
                <a:cs typeface="Noto Sans" pitchFamily="34" charset="-120"/>
              </a:rPr>
              <a:t> quan</a:t>
            </a:r>
            <a:r>
              <a:rPr lang="en-US" sz="945" dirty="0" spc="2" kern="0">
                <a:solidFill>
                  <a:srgbClr val="47636C"/>
                </a:solidFill>
                <a:latin typeface="Noto Sans" pitchFamily="34" charset="0"/>
                <a:ea typeface="Noto Sans" pitchFamily="34" charset="-122"/>
                <a:cs typeface="Noto Sans" pitchFamily="34" charset="-120"/>
              </a:rPr>
              <a:t> sát</a:t>
            </a:r>
            <a:r>
              <a:rPr lang="en-US" sz="945" dirty="0" spc="0" kern="0">
                <a:solidFill>
                  <a:srgbClr val="47636C"/>
                </a:solidFill>
                <a:latin typeface="Noto Sans" pitchFamily="34" charset="0"/>
                <a:ea typeface="Noto Sans" pitchFamily="34" charset="-122"/>
                <a:cs typeface="Noto Sans" pitchFamily="34" charset="-120"/>
              </a:rPr>
              <a:t> mạng</a:t>
            </a:r>
            <a:r>
              <a:rPr lang="en-US" sz="945" dirty="0" spc="-4" kern="0">
                <a:solidFill>
                  <a:srgbClr val="47636C"/>
                </a:solidFill>
                <a:latin typeface="Noto Sans" pitchFamily="34" charset="0"/>
                <a:ea typeface="Noto Sans" pitchFamily="34" charset="-122"/>
                <a:cs typeface="Noto Sans" pitchFamily="34" charset="-120"/>
              </a:rPr>
              <a:t> neural.</a:t>
            </a:r>
            <a:endParaRPr lang="en-US" sz="945" dirty="0"/>
          </a:p>
        </p:txBody>
      </p:sp>
      <p:sp>
        <p:nvSpPr>
          <p:cNvPr id="9" name="Text 7"/>
          <p:cNvSpPr/>
          <p:nvPr/>
        </p:nvSpPr>
        <p:spPr>
          <a:xfrm>
            <a:off x="2914650" y="28765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10" name="Connector line-1792810633843-658067714"/>
          <p:cNvSpPr/>
          <p:nvPr/>
        </p:nvSpPr>
        <p:spPr>
          <a:xfrm>
            <a:off x="457200" y="3076575"/>
            <a:ext cx="6648450" cy="0"/>
          </a:xfrm>
          <a:prstGeom prst="line">
            <a:avLst/>
          </a:prstGeom>
          <a:noFill/>
          <a:ln w="9525">
            <a:solidFill>
              <a:srgbClr val="D3E1E5"/>
            </a:solidFill>
            <a:prstDash val="solid"/>
            <a:headEnd type="none"/>
            <a:tailEnd type="none"/>
          </a:ln>
        </p:spPr>
      </p:sp>
      <p:sp>
        <p:nvSpPr>
          <p:cNvPr id="11" name="Text 9"/>
          <p:cNvSpPr/>
          <p:nvPr/>
        </p:nvSpPr>
        <p:spPr>
          <a:xfrm>
            <a:off x="457200" y="31051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3" kern="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Operating</a:t>
            </a:r>
            <a:r>
              <a:rPr lang="en-US" sz="1005" b="1" u="sng" dirty="0" spc="1" kern="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 System</a:t>
            </a:r>
            <a:endParaRPr lang="en-US" sz="1005" dirty="0"/>
          </a:p>
        </p:txBody>
      </p:sp>
      <p:sp>
        <p:nvSpPr>
          <p:cNvPr id="12" name="Text 10"/>
          <p:cNvSpPr/>
          <p:nvPr/>
        </p:nvSpPr>
        <p:spPr>
          <a:xfrm>
            <a:off x="2914650" y="3105150"/>
            <a:ext cx="4191000" cy="228600"/>
          </a:xfrm>
          <a:prstGeom prst="rect">
            <a:avLst/>
          </a:prstGeom>
          <a:noFill/>
          <a:ln/>
        </p:spPr>
        <p:txBody>
          <a:bodyPr wrap="square" lIns="0" tIns="4561" rIns="0" bIns="-4561" rtlCol="0" anchor="t"/>
          <a:lstStyle/>
          <a:p>
            <a:pPr algn="l" indent="0" marL="0">
              <a:lnSpc>
                <a:spcPts val="1323"/>
              </a:lnSpc>
              <a:buNone/>
            </a:pPr>
            <a:r>
              <a:rPr lang="en-US" sz="945" dirty="0" spc="-3" kern="0">
                <a:solidFill>
                  <a:srgbClr val="47636C"/>
                </a:solidFill>
                <a:latin typeface="Noto Sans" pitchFamily="34" charset="0"/>
                <a:ea typeface="Noto Sans" pitchFamily="34" charset="-122"/>
                <a:cs typeface="Noto Sans" pitchFamily="34" charset="-120"/>
              </a:rPr>
              <a:t>Tìm</a:t>
            </a:r>
            <a:r>
              <a:rPr lang="en-US" sz="945" dirty="0" spc="-5" kern="0">
                <a:solidFill>
                  <a:srgbClr val="47636C"/>
                </a:solidFill>
                <a:latin typeface="Noto Sans" pitchFamily="34" charset="0"/>
                <a:ea typeface="Noto Sans" pitchFamily="34" charset="-122"/>
                <a:cs typeface="Noto Sans" pitchFamily="34" charset="-120"/>
              </a:rPr>
              <a:t> hiểu</a:t>
            </a:r>
            <a:r>
              <a:rPr lang="en-US" sz="945" dirty="0" spc="-1" kern="0">
                <a:solidFill>
                  <a:srgbClr val="47636C"/>
                </a:solidFill>
                <a:latin typeface="Noto Sans" pitchFamily="34" charset="0"/>
                <a:ea typeface="Noto Sans" pitchFamily="34" charset="-122"/>
                <a:cs typeface="Noto Sans" pitchFamily="34" charset="-120"/>
              </a:rPr>
              <a:t> thành</a:t>
            </a:r>
            <a:r>
              <a:rPr lang="en-US" sz="945" dirty="0" spc="0" kern="0">
                <a:solidFill>
                  <a:srgbClr val="47636C"/>
                </a:solidFill>
                <a:latin typeface="Noto Sans" pitchFamily="34" charset="0"/>
                <a:ea typeface="Noto Sans" pitchFamily="34" charset="-122"/>
                <a:cs typeface="Noto Sans" pitchFamily="34" charset="-120"/>
              </a:rPr>
              <a:t> phần</a:t>
            </a:r>
            <a:r>
              <a:rPr lang="en-US" sz="945" dirty="0" spc="-3" kern="0">
                <a:solidFill>
                  <a:srgbClr val="47636C"/>
                </a:solidFill>
                <a:latin typeface="Noto Sans" pitchFamily="34" charset="0"/>
                <a:ea typeface="Noto Sans" pitchFamily="34" charset="-122"/>
                <a:cs typeface="Noto Sans" pitchFamily="34" charset="-120"/>
              </a:rPr>
              <a:t> hệ</a:t>
            </a:r>
            <a:r>
              <a:rPr lang="en-US" sz="945" dirty="0" spc="-5" kern="0">
                <a:solidFill>
                  <a:srgbClr val="47636C"/>
                </a:solidFill>
                <a:latin typeface="Noto Sans" pitchFamily="34" charset="0"/>
                <a:ea typeface="Noto Sans" pitchFamily="34" charset="-122"/>
                <a:cs typeface="Noto Sans" pitchFamily="34" charset="-120"/>
              </a:rPr>
              <a:t> điều</a:t>
            </a:r>
            <a:r>
              <a:rPr lang="en-US" sz="945" dirty="0" spc="-1" kern="0">
                <a:solidFill>
                  <a:srgbClr val="47636C"/>
                </a:solidFill>
                <a:latin typeface="Noto Sans" pitchFamily="34" charset="0"/>
                <a:ea typeface="Noto Sans" pitchFamily="34" charset="-122"/>
                <a:cs typeface="Noto Sans" pitchFamily="34" charset="-120"/>
              </a:rPr>
              <a:t> hành.</a:t>
            </a:r>
            <a:endParaRPr lang="en-US" sz="945" dirty="0"/>
          </a:p>
        </p:txBody>
      </p:sp>
      <p:sp>
        <p:nvSpPr>
          <p:cNvPr id="13" name="Text 11"/>
          <p:cNvSpPr/>
          <p:nvPr/>
        </p:nvSpPr>
        <p:spPr>
          <a:xfrm>
            <a:off x="2914650" y="33147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Hướng dẫn mẫu (Assembly) ↗</a:t>
            </a:r>
            <a:endParaRPr lang="en-US" sz="923" dirty="0"/>
          </a:p>
        </p:txBody>
      </p:sp>
      <p:sp>
        <p:nvSpPr>
          <p:cNvPr id="14" name="Connector line-1792810633848-480159261"/>
          <p:cNvSpPr/>
          <p:nvPr/>
        </p:nvSpPr>
        <p:spPr>
          <a:xfrm>
            <a:off x="457200" y="3514725"/>
            <a:ext cx="6648450" cy="0"/>
          </a:xfrm>
          <a:prstGeom prst="line">
            <a:avLst/>
          </a:prstGeom>
          <a:noFill/>
          <a:ln w="9525">
            <a:solidFill>
              <a:srgbClr val="D3E1E5"/>
            </a:solidFill>
            <a:prstDash val="solid"/>
            <a:headEnd type="none"/>
            <a:tailEnd type="none"/>
          </a:ln>
        </p:spPr>
      </p:sp>
      <p:sp>
        <p:nvSpPr>
          <p:cNvPr id="15" name="Text 13"/>
          <p:cNvSpPr/>
          <p:nvPr/>
        </p:nvSpPr>
        <p:spPr>
          <a:xfrm>
            <a:off x="457200" y="35433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2" kern="0">
                <a:solidFill>
                  <a:srgbClr val="147D7A"/>
                </a:solidFill>
                <a:latin typeface="Noto Sans" pitchFamily="34" charset="0"/>
                <a:ea typeface="Noto Sans" pitchFamily="34" charset="-122"/>
                <a:cs typeface="Not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Physics</a:t>
            </a:r>
            <a:r>
              <a:rPr lang="en-US" sz="1005" b="1" u="sng" dirty="0" spc="1" kern="0">
                <a:solidFill>
                  <a:srgbClr val="147D7A"/>
                </a:solidFill>
                <a:latin typeface="Noto Sans" pitchFamily="34" charset="0"/>
                <a:ea typeface="Noto Sans" pitchFamily="34" charset="-122"/>
                <a:cs typeface="Noto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 Engine</a:t>
            </a:r>
            <a:endParaRPr lang="en-US" sz="1005" dirty="0"/>
          </a:p>
        </p:txBody>
      </p:sp>
      <p:sp>
        <p:nvSpPr>
          <p:cNvPr id="16" name="Text 14"/>
          <p:cNvSpPr/>
          <p:nvPr/>
        </p:nvSpPr>
        <p:spPr>
          <a:xfrm>
            <a:off x="2914650" y="3543300"/>
            <a:ext cx="4191000" cy="228600"/>
          </a:xfrm>
          <a:prstGeom prst="rect">
            <a:avLst/>
          </a:prstGeom>
          <a:noFill/>
          <a:ln/>
        </p:spPr>
        <p:txBody>
          <a:bodyPr wrap="square" lIns="0" tIns="4561" rIns="0" bIns="-4561" rtlCol="0" anchor="t"/>
          <a:lstStyle/>
          <a:p>
            <a:pPr algn="l" indent="0" marL="0">
              <a:lnSpc>
                <a:spcPts val="1323"/>
              </a:lnSpc>
              <a:buNone/>
            </a:pPr>
            <a:r>
              <a:rPr lang="en-US" sz="945" dirty="0" spc="-4" kern="0">
                <a:solidFill>
                  <a:srgbClr val="47636C"/>
                </a:solidFill>
                <a:latin typeface="Noto Sans" pitchFamily="34" charset="0"/>
                <a:ea typeface="Noto Sans" pitchFamily="34" charset="-122"/>
                <a:cs typeface="Noto Sans" pitchFamily="34" charset="-120"/>
              </a:rPr>
              <a:t>Mô</a:t>
            </a:r>
            <a:r>
              <a:rPr lang="en-US" sz="945" dirty="0" spc="0" kern="0">
                <a:solidFill>
                  <a:srgbClr val="47636C"/>
                </a:solidFill>
                <a:latin typeface="Noto Sans" pitchFamily="34" charset="0"/>
                <a:ea typeface="Noto Sans" pitchFamily="34" charset="-122"/>
                <a:cs typeface="Noto Sans" pitchFamily="34" charset="-120"/>
              </a:rPr>
              <a:t> phỏng</a:t>
            </a:r>
            <a:r>
              <a:rPr lang="en-US" sz="945" dirty="0" spc="-2" kern="0">
                <a:solidFill>
                  <a:srgbClr val="47636C"/>
                </a:solidFill>
                <a:latin typeface="Noto Sans" pitchFamily="34" charset="0"/>
                <a:ea typeface="Noto Sans" pitchFamily="34" charset="-122"/>
                <a:cs typeface="Noto Sans" pitchFamily="34" charset="-120"/>
              </a:rPr>
              <a:t> trạng</a:t>
            </a:r>
            <a:r>
              <a:rPr lang="en-US" sz="945" dirty="0" spc="-1" kern="0">
                <a:solidFill>
                  <a:srgbClr val="47636C"/>
                </a:solidFill>
                <a:latin typeface="Noto Sans" pitchFamily="34" charset="0"/>
                <a:ea typeface="Noto Sans" pitchFamily="34" charset="-122"/>
                <a:cs typeface="Noto Sans" pitchFamily="34" charset="-120"/>
              </a:rPr>
              <a:t> thái</a:t>
            </a:r>
            <a:r>
              <a:rPr lang="en-US" sz="945" dirty="0" spc="2" kern="0">
                <a:solidFill>
                  <a:srgbClr val="47636C"/>
                </a:solidFill>
                <a:latin typeface="Noto Sans" pitchFamily="34" charset="0"/>
                <a:ea typeface="Noto Sans" pitchFamily="34" charset="-122"/>
                <a:cs typeface="Noto Sans" pitchFamily="34" charset="-120"/>
              </a:rPr>
              <a:t> và</a:t>
            </a:r>
            <a:r>
              <a:rPr lang="en-US" sz="945" dirty="0" spc="-1" kern="0">
                <a:solidFill>
                  <a:srgbClr val="47636C"/>
                </a:solidFill>
                <a:latin typeface="Noto Sans" pitchFamily="34" charset="0"/>
                <a:ea typeface="Noto Sans" pitchFamily="34" charset="-122"/>
                <a:cs typeface="Noto Sans" pitchFamily="34" charset="-120"/>
              </a:rPr>
              <a:t> tương</a:t>
            </a:r>
            <a:r>
              <a:rPr lang="en-US" sz="945" dirty="0" spc="3" kern="0">
                <a:solidFill>
                  <a:srgbClr val="47636C"/>
                </a:solidFill>
                <a:latin typeface="Noto Sans" pitchFamily="34" charset="0"/>
                <a:ea typeface="Noto Sans" pitchFamily="34" charset="-122"/>
                <a:cs typeface="Noto Sans" pitchFamily="34" charset="-120"/>
              </a:rPr>
              <a:t> tác</a:t>
            </a:r>
            <a:r>
              <a:rPr lang="en-US" sz="945" dirty="0" spc="2" kern="0">
                <a:solidFill>
                  <a:srgbClr val="47636C"/>
                </a:solidFill>
                <a:latin typeface="Noto Sans" pitchFamily="34" charset="0"/>
                <a:ea typeface="Noto Sans" pitchFamily="34" charset="-122"/>
                <a:cs typeface="Noto Sans" pitchFamily="34" charset="-120"/>
              </a:rPr>
              <a:t> vật</a:t>
            </a:r>
            <a:r>
              <a:rPr lang="en-US" sz="945" dirty="0" spc="-13" kern="0">
                <a:solidFill>
                  <a:srgbClr val="47636C"/>
                </a:solidFill>
                <a:latin typeface="Noto Sans" pitchFamily="34" charset="0"/>
                <a:ea typeface="Noto Sans" pitchFamily="34" charset="-122"/>
                <a:cs typeface="Noto Sans" pitchFamily="34" charset="-120"/>
              </a:rPr>
              <a:t> lý.</a:t>
            </a:r>
            <a:endParaRPr lang="en-US" sz="945" dirty="0"/>
          </a:p>
        </p:txBody>
      </p:sp>
      <p:sp>
        <p:nvSpPr>
          <p:cNvPr id="17" name="Text 15"/>
          <p:cNvSpPr/>
          <p:nvPr/>
        </p:nvSpPr>
        <p:spPr>
          <a:xfrm>
            <a:off x="2914650" y="37528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6"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18" name="Connector line-1792810633853-37656066"/>
          <p:cNvSpPr/>
          <p:nvPr/>
        </p:nvSpPr>
        <p:spPr>
          <a:xfrm>
            <a:off x="457200" y="3952875"/>
            <a:ext cx="6648450" cy="0"/>
          </a:xfrm>
          <a:prstGeom prst="line">
            <a:avLst/>
          </a:prstGeom>
          <a:noFill/>
          <a:ln w="9525">
            <a:solidFill>
              <a:srgbClr val="D3E1E5"/>
            </a:solidFill>
            <a:prstDash val="solid"/>
            <a:headEnd type="none"/>
            <a:tailEnd type="none"/>
          </a:ln>
        </p:spPr>
      </p:sp>
      <p:sp>
        <p:nvSpPr>
          <p:cNvPr id="19" name="Text 17"/>
          <p:cNvSpPr/>
          <p:nvPr/>
        </p:nvSpPr>
        <p:spPr>
          <a:xfrm>
            <a:off x="457200" y="39814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kern="0">
                <a:solidFill>
                  <a:srgbClr val="147D7A"/>
                </a:solidFill>
                <a:latin typeface="Noto Sans" pitchFamily="34" charset="0"/>
                <a:ea typeface="Noto Sans" pitchFamily="34" charset="-122"/>
                <a:cs typeface="Noto Sans" pitchFamily="34" charset="-120"/>
                <a:hlinkClick r:id="rId7" invalidUrl="" action="" tgtFrame="" tooltip="" history="1" highlightClick="0" endSnd="0">
                  <a:extLst>
                    <a:ext uri="{A12FA001-AC4F-418D-AE19-62706E023703}">
                      <ahyp:hlinkClr xmlns:ahyp="http://schemas.microsoft.com/office/drawing/2018/hyperlinkcolor" val="tx"/>
                    </a:ext>
                  </a:extLst>
                </a:hlinkClick>
              </a:rPr>
              <a:t>Processor</a:t>
            </a:r>
            <a:endParaRPr lang="en-US" sz="1005" dirty="0"/>
          </a:p>
        </p:txBody>
      </p:sp>
      <p:sp>
        <p:nvSpPr>
          <p:cNvPr id="20" name="Text 18"/>
          <p:cNvSpPr/>
          <p:nvPr/>
        </p:nvSpPr>
        <p:spPr>
          <a:xfrm>
            <a:off x="2914650" y="39814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Khám</a:t>
            </a:r>
            <a:r>
              <a:rPr lang="en-US" sz="945" dirty="0" spc="1" kern="0">
                <a:solidFill>
                  <a:srgbClr val="47636C"/>
                </a:solidFill>
                <a:latin typeface="Noto Sans" pitchFamily="34" charset="0"/>
                <a:ea typeface="Noto Sans" pitchFamily="34" charset="-122"/>
                <a:cs typeface="Noto Sans" pitchFamily="34" charset="-120"/>
              </a:rPr>
              <a:t> phá</a:t>
            </a:r>
            <a:r>
              <a:rPr lang="en-US" sz="945" dirty="0" spc="-2" kern="0">
                <a:solidFill>
                  <a:srgbClr val="47636C"/>
                </a:solidFill>
                <a:latin typeface="Noto Sans" pitchFamily="34" charset="0"/>
                <a:ea typeface="Noto Sans" pitchFamily="34" charset="-122"/>
                <a:cs typeface="Noto Sans" pitchFamily="34" charset="-120"/>
              </a:rPr>
              <a:t> một</a:t>
            </a:r>
            <a:r>
              <a:rPr lang="en-US" sz="945" dirty="0" spc="-1" kern="0">
                <a:solidFill>
                  <a:srgbClr val="47636C"/>
                </a:solidFill>
                <a:latin typeface="Noto Sans" pitchFamily="34" charset="0"/>
                <a:ea typeface="Noto Sans" pitchFamily="34" charset="-122"/>
                <a:cs typeface="Noto Sans" pitchFamily="34" charset="-120"/>
              </a:rPr>
              <a:t> bộ</a:t>
            </a:r>
            <a:r>
              <a:rPr lang="en-US" sz="945" dirty="0" spc="-2" kern="0">
                <a:solidFill>
                  <a:srgbClr val="47636C"/>
                </a:solidFill>
                <a:latin typeface="Noto Sans" pitchFamily="34" charset="0"/>
                <a:ea typeface="Noto Sans" pitchFamily="34" charset="-122"/>
                <a:cs typeface="Noto Sans" pitchFamily="34" charset="-120"/>
              </a:rPr>
              <a:t> xử</a:t>
            </a:r>
            <a:r>
              <a:rPr lang="en-US" sz="945" dirty="0" spc="-12" kern="0">
                <a:solidFill>
                  <a:srgbClr val="47636C"/>
                </a:solidFill>
                <a:latin typeface="Noto Sans" pitchFamily="34" charset="0"/>
                <a:ea typeface="Noto Sans" pitchFamily="34" charset="-122"/>
                <a:cs typeface="Noto Sans" pitchFamily="34" charset="-120"/>
              </a:rPr>
              <a:t> lý.</a:t>
            </a:r>
            <a:endParaRPr lang="en-US" sz="945" dirty="0"/>
          </a:p>
        </p:txBody>
      </p:sp>
      <p:sp>
        <p:nvSpPr>
          <p:cNvPr id="21" name="Text 19"/>
          <p:cNvSpPr/>
          <p:nvPr/>
        </p:nvSpPr>
        <p:spPr>
          <a:xfrm>
            <a:off x="2914650" y="41910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8" invalidUrl="" action="" tgtFrame="" tooltip="" history="1" highlightClick="0" endSnd="0">
                  <a:extLst>
                    <a:ext uri="{A12FA001-AC4F-418D-AE19-62706E023703}">
                      <ahyp:hlinkClr xmlns:ahyp="http://schemas.microsoft.com/office/drawing/2018/hyperlinkcolor" val="tx"/>
                    </a:ext>
                  </a:extLst>
                </a:hlinkClick>
              </a:rPr>
              <a:t>Hướng dẫn mẫu (Verilog) ↗</a:t>
            </a:r>
            <a:endParaRPr lang="en-US" sz="923" dirty="0"/>
          </a:p>
        </p:txBody>
      </p:sp>
      <p:sp>
        <p:nvSpPr>
          <p:cNvPr id="22" name="Connector line-1792810633861-672165484"/>
          <p:cNvSpPr/>
          <p:nvPr/>
        </p:nvSpPr>
        <p:spPr>
          <a:xfrm>
            <a:off x="457200" y="4391025"/>
            <a:ext cx="6648450" cy="0"/>
          </a:xfrm>
          <a:prstGeom prst="line">
            <a:avLst/>
          </a:prstGeom>
          <a:noFill/>
          <a:ln w="9525">
            <a:solidFill>
              <a:srgbClr val="D3E1E5"/>
            </a:solidFill>
            <a:prstDash val="solid"/>
            <a:headEnd type="none"/>
            <a:tailEnd type="none"/>
          </a:ln>
        </p:spPr>
      </p:sp>
      <p:sp>
        <p:nvSpPr>
          <p:cNvPr id="23" name="Text 21"/>
          <p:cNvSpPr/>
          <p:nvPr/>
        </p:nvSpPr>
        <p:spPr>
          <a:xfrm>
            <a:off x="457200" y="44196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3" kern="0">
                <a:solidFill>
                  <a:srgbClr val="147D7A"/>
                </a:solidFill>
                <a:latin typeface="Noto Sans" pitchFamily="34" charset="0"/>
                <a:ea typeface="Noto Sans" pitchFamily="34" charset="-122"/>
                <a:cs typeface="Noto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Programming</a:t>
            </a:r>
            <a:r>
              <a:rPr lang="en-US" sz="1005" b="1" u="sng" dirty="0" spc="1" kern="0">
                <a:solidFill>
                  <a:srgbClr val="147D7A"/>
                </a:solidFill>
                <a:latin typeface="Noto Sans" pitchFamily="34" charset="0"/>
                <a:ea typeface="Noto Sans" pitchFamily="34" charset="-122"/>
                <a:cs typeface="Noto Sans" pitchFamily="34" charset="-120"/>
                <a:hlinkClick r:id="rId9" invalidUrl="" action="" tgtFrame="" tooltip="" history="1" highlightClick="0" endSnd="0">
                  <a:extLst>
                    <a:ext uri="{A12FA001-AC4F-418D-AE19-62706E023703}">
                      <ahyp:hlinkClr xmlns:ahyp="http://schemas.microsoft.com/office/drawing/2018/hyperlinkcolor" val="tx"/>
                    </a:ext>
                  </a:extLst>
                </a:hlinkClick>
              </a:rPr>
              <a:t> Language</a:t>
            </a:r>
            <a:endParaRPr lang="en-US" sz="1005" dirty="0"/>
          </a:p>
        </p:txBody>
      </p:sp>
      <p:sp>
        <p:nvSpPr>
          <p:cNvPr id="24" name="Text 22"/>
          <p:cNvSpPr/>
          <p:nvPr/>
        </p:nvSpPr>
        <p:spPr>
          <a:xfrm>
            <a:off x="2914650" y="441960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Đọc</a:t>
            </a:r>
            <a:r>
              <a:rPr lang="en-US" sz="945" dirty="0" spc="2" kern="0">
                <a:solidFill>
                  <a:srgbClr val="47636C"/>
                </a:solidFill>
                <a:latin typeface="Noto Sans" pitchFamily="34" charset="0"/>
                <a:ea typeface="Noto Sans" pitchFamily="34" charset="-122"/>
                <a:cs typeface="Noto Sans" pitchFamily="34" charset="-120"/>
              </a:rPr>
              <a:t> và</a:t>
            </a:r>
            <a:r>
              <a:rPr lang="en-US" sz="945" dirty="0" spc="0" kern="0">
                <a:solidFill>
                  <a:srgbClr val="47636C"/>
                </a:solidFill>
                <a:latin typeface="Noto Sans" pitchFamily="34" charset="0"/>
                <a:ea typeface="Noto Sans" pitchFamily="34" charset="-122"/>
                <a:cs typeface="Noto Sans" pitchFamily="34" charset="-120"/>
              </a:rPr>
              <a:t> thực</a:t>
            </a:r>
            <a:r>
              <a:rPr lang="en-US" sz="945" dirty="0" spc="-3" kern="0">
                <a:solidFill>
                  <a:srgbClr val="47636C"/>
                </a:solidFill>
                <a:latin typeface="Noto Sans" pitchFamily="34" charset="0"/>
                <a:ea typeface="Noto Sans" pitchFamily="34" charset="-122"/>
                <a:cs typeface="Noto Sans" pitchFamily="34" charset="-120"/>
              </a:rPr>
              <a:t> thi</a:t>
            </a:r>
            <a:r>
              <a:rPr lang="en-US" sz="945" dirty="0" spc="-2" kern="0">
                <a:solidFill>
                  <a:srgbClr val="47636C"/>
                </a:solidFill>
                <a:latin typeface="Noto Sans" pitchFamily="34" charset="0"/>
                <a:ea typeface="Noto Sans" pitchFamily="34" charset="-122"/>
                <a:cs typeface="Noto Sans" pitchFamily="34" charset="-120"/>
              </a:rPr>
              <a:t> ngôn</a:t>
            </a:r>
            <a:r>
              <a:rPr lang="en-US" sz="945" dirty="0" spc="0" kern="0">
                <a:solidFill>
                  <a:srgbClr val="47636C"/>
                </a:solidFill>
                <a:latin typeface="Noto Sans" pitchFamily="34" charset="0"/>
                <a:ea typeface="Noto Sans" pitchFamily="34" charset="-122"/>
                <a:cs typeface="Noto Sans" pitchFamily="34" charset="-120"/>
              </a:rPr>
              <a:t> ngữ lập</a:t>
            </a:r>
            <a:r>
              <a:rPr lang="en-US" sz="945" dirty="0" spc="-1" kern="0">
                <a:solidFill>
                  <a:srgbClr val="47636C"/>
                </a:solidFill>
                <a:latin typeface="Noto Sans" pitchFamily="34" charset="0"/>
                <a:ea typeface="Noto Sans" pitchFamily="34" charset="-122"/>
                <a:cs typeface="Noto Sans" pitchFamily="34" charset="-120"/>
              </a:rPr>
              <a:t> trình.</a:t>
            </a:r>
            <a:endParaRPr lang="en-US" sz="945" dirty="0"/>
          </a:p>
        </p:txBody>
      </p:sp>
      <p:sp>
        <p:nvSpPr>
          <p:cNvPr id="25" name="Text 23"/>
          <p:cNvSpPr/>
          <p:nvPr/>
        </p:nvSpPr>
        <p:spPr>
          <a:xfrm>
            <a:off x="2914650" y="46291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Hướng dẫn mẫu ((any)) ↗</a:t>
            </a:r>
            <a:endParaRPr lang="en-US" sz="923" dirty="0"/>
          </a:p>
        </p:txBody>
      </p:sp>
      <p:sp>
        <p:nvSpPr>
          <p:cNvPr id="26" name="Connector line-1792810633866-855622469"/>
          <p:cNvSpPr/>
          <p:nvPr/>
        </p:nvSpPr>
        <p:spPr>
          <a:xfrm>
            <a:off x="457200" y="4829175"/>
            <a:ext cx="6648450" cy="0"/>
          </a:xfrm>
          <a:prstGeom prst="line">
            <a:avLst/>
          </a:prstGeom>
          <a:noFill/>
          <a:ln w="9525">
            <a:solidFill>
              <a:srgbClr val="D3E1E5"/>
            </a:solidFill>
            <a:prstDash val="solid"/>
            <a:headEnd type="none"/>
            <a:tailEnd type="none"/>
          </a:ln>
        </p:spPr>
      </p:sp>
      <p:sp>
        <p:nvSpPr>
          <p:cNvPr id="27" name="Text 25"/>
          <p:cNvSpPr/>
          <p:nvPr/>
        </p:nvSpPr>
        <p:spPr>
          <a:xfrm>
            <a:off x="457200" y="48577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4" kern="0">
                <a:solidFill>
                  <a:srgbClr val="147D7A"/>
                </a:solidFill>
                <a:latin typeface="Noto Sans" pitchFamily="34" charset="0"/>
                <a:ea typeface="Noto Sans" pitchFamily="34" charset="-122"/>
                <a:cs typeface="Noto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Regex</a:t>
            </a:r>
            <a:r>
              <a:rPr lang="en-US" sz="1005" b="1" u="sng" dirty="0" spc="1" kern="0">
                <a:solidFill>
                  <a:srgbClr val="147D7A"/>
                </a:solidFill>
                <a:latin typeface="Noto Sans" pitchFamily="34" charset="0"/>
                <a:ea typeface="Noto Sans" pitchFamily="34" charset="-122"/>
                <a:cs typeface="Noto Sans" pitchFamily="34" charset="-120"/>
                <a:hlinkClick r:id="rId11" invalidUrl="" action="" tgtFrame="" tooltip="" history="1" highlightClick="0" endSnd="0">
                  <a:extLst>
                    <a:ext uri="{A12FA001-AC4F-418D-AE19-62706E023703}">
                      <ahyp:hlinkClr xmlns:ahyp="http://schemas.microsoft.com/office/drawing/2018/hyperlinkcolor" val="tx"/>
                    </a:ext>
                  </a:extLst>
                </a:hlinkClick>
              </a:rPr>
              <a:t> Engine</a:t>
            </a:r>
            <a:endParaRPr lang="en-US" sz="1005" dirty="0"/>
          </a:p>
        </p:txBody>
      </p:sp>
      <p:sp>
        <p:nvSpPr>
          <p:cNvPr id="28" name="Text 26"/>
          <p:cNvSpPr/>
          <p:nvPr/>
        </p:nvSpPr>
        <p:spPr>
          <a:xfrm>
            <a:off x="2914650" y="4857750"/>
            <a:ext cx="4191000" cy="228600"/>
          </a:xfrm>
          <a:prstGeom prst="rect">
            <a:avLst/>
          </a:prstGeom>
          <a:noFill/>
          <a:ln/>
        </p:spPr>
        <p:txBody>
          <a:bodyPr wrap="square" lIns="0" tIns="4561" rIns="0" bIns="-4561" rtlCol="0" anchor="t"/>
          <a:lstStyle/>
          <a:p>
            <a:pPr algn="l" indent="0" marL="0">
              <a:lnSpc>
                <a:spcPts val="1323"/>
              </a:lnSpc>
              <a:buNone/>
            </a:pPr>
            <a:r>
              <a:rPr lang="en-US" sz="945" dirty="0" spc="-5" kern="0">
                <a:solidFill>
                  <a:srgbClr val="47636C"/>
                </a:solidFill>
                <a:latin typeface="Noto Sans" pitchFamily="34" charset="0"/>
                <a:ea typeface="Noto Sans" pitchFamily="34" charset="-122"/>
                <a:cs typeface="Noto Sans" pitchFamily="34" charset="-120"/>
              </a:rPr>
              <a:t>So</a:t>
            </a:r>
            <a:r>
              <a:rPr lang="en-US" sz="945" dirty="0" spc="0" kern="0">
                <a:solidFill>
                  <a:srgbClr val="47636C"/>
                </a:solidFill>
                <a:latin typeface="Noto Sans" pitchFamily="34" charset="0"/>
                <a:ea typeface="Noto Sans" pitchFamily="34" charset="-122"/>
                <a:cs typeface="Noto Sans" pitchFamily="34" charset="-120"/>
              </a:rPr>
              <a:t> khớp</a:t>
            </a:r>
            <a:r>
              <a:rPr lang="en-US" sz="945" dirty="0" spc="-2" kern="0">
                <a:solidFill>
                  <a:srgbClr val="47636C"/>
                </a:solidFill>
                <a:latin typeface="Noto Sans" pitchFamily="34" charset="0"/>
                <a:ea typeface="Noto Sans" pitchFamily="34" charset="-122"/>
                <a:cs typeface="Noto Sans" pitchFamily="34" charset="-120"/>
              </a:rPr>
              <a:t> mẫu</a:t>
            </a:r>
            <a:r>
              <a:rPr lang="en-US" sz="945" dirty="0" spc="1" kern="0">
                <a:solidFill>
                  <a:srgbClr val="47636C"/>
                </a:solidFill>
                <a:latin typeface="Noto Sans" pitchFamily="34" charset="0"/>
                <a:ea typeface="Noto Sans" pitchFamily="34" charset="-122"/>
                <a:cs typeface="Noto Sans" pitchFamily="34" charset="-120"/>
              </a:rPr>
              <a:t> văn bản.</a:t>
            </a:r>
            <a:endParaRPr lang="en-US" sz="945" dirty="0"/>
          </a:p>
        </p:txBody>
      </p:sp>
      <p:sp>
        <p:nvSpPr>
          <p:cNvPr id="29" name="Text 27"/>
          <p:cNvSpPr/>
          <p:nvPr/>
        </p:nvSpPr>
        <p:spPr>
          <a:xfrm>
            <a:off x="2914650" y="50673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30" name="Connector line-1792810633871-41282239"/>
          <p:cNvSpPr/>
          <p:nvPr/>
        </p:nvSpPr>
        <p:spPr>
          <a:xfrm>
            <a:off x="457200" y="5267325"/>
            <a:ext cx="6648450" cy="0"/>
          </a:xfrm>
          <a:prstGeom prst="line">
            <a:avLst/>
          </a:prstGeom>
          <a:noFill/>
          <a:ln w="9525">
            <a:solidFill>
              <a:srgbClr val="D3E1E5"/>
            </a:solidFill>
            <a:prstDash val="solid"/>
            <a:headEnd type="none"/>
            <a:tailEnd type="none"/>
          </a:ln>
        </p:spPr>
      </p:sp>
      <p:sp>
        <p:nvSpPr>
          <p:cNvPr id="31" name="Text 29"/>
          <p:cNvSpPr/>
          <p:nvPr/>
        </p:nvSpPr>
        <p:spPr>
          <a:xfrm>
            <a:off x="457200" y="52959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Search</a:t>
            </a:r>
            <a:r>
              <a:rPr lang="en-US" sz="1005" b="1" u="sng" dirty="0" spc="1" kern="0">
                <a:solidFill>
                  <a:srgbClr val="147D7A"/>
                </a:solidFill>
                <a:latin typeface="Noto Sans" pitchFamily="34" charset="0"/>
                <a:ea typeface="Noto Sans" pitchFamily="34" charset="-122"/>
                <a:cs typeface="Noto Sans" pitchFamily="34" charset="-120"/>
                <a:hlinkClick r:id="rId13" invalidUrl="" action="" tgtFrame="" tooltip="" history="1" highlightClick="0" endSnd="0">
                  <a:extLst>
                    <a:ext uri="{A12FA001-AC4F-418D-AE19-62706E023703}">
                      <ahyp:hlinkClr xmlns:ahyp="http://schemas.microsoft.com/office/drawing/2018/hyperlinkcolor" val="tx"/>
                    </a:ext>
                  </a:extLst>
                </a:hlinkClick>
              </a:rPr>
              <a:t> Engine</a:t>
            </a:r>
            <a:endParaRPr lang="en-US" sz="1005" dirty="0"/>
          </a:p>
        </p:txBody>
      </p:sp>
      <p:sp>
        <p:nvSpPr>
          <p:cNvPr id="32" name="Text 30"/>
          <p:cNvSpPr/>
          <p:nvPr/>
        </p:nvSpPr>
        <p:spPr>
          <a:xfrm>
            <a:off x="2914650" y="5295900"/>
            <a:ext cx="4191000" cy="228600"/>
          </a:xfrm>
          <a:prstGeom prst="rect">
            <a:avLst/>
          </a:prstGeom>
          <a:noFill/>
          <a:ln/>
        </p:spPr>
        <p:txBody>
          <a:bodyPr wrap="square" lIns="0" tIns="4561" rIns="0" bIns="-4561" rtlCol="0" anchor="t"/>
          <a:lstStyle/>
          <a:p>
            <a:pPr algn="l" indent="0" marL="0">
              <a:lnSpc>
                <a:spcPts val="1323"/>
              </a:lnSpc>
              <a:buNone/>
            </a:pPr>
            <a:r>
              <a:rPr lang="en-US" sz="945" dirty="0" spc="-35" kern="0">
                <a:solidFill>
                  <a:srgbClr val="47636C"/>
                </a:solidFill>
                <a:latin typeface="Noto Sans" pitchFamily="34" charset="0"/>
                <a:ea typeface="Noto Sans" pitchFamily="34" charset="-122"/>
                <a:cs typeface="Noto Sans" pitchFamily="34" charset="-120"/>
              </a:rPr>
              <a:t>Tổ</a:t>
            </a:r>
            <a:r>
              <a:rPr lang="en-US" sz="945" dirty="0" spc="0" kern="0">
                <a:solidFill>
                  <a:srgbClr val="47636C"/>
                </a:solidFill>
                <a:latin typeface="Noto Sans" pitchFamily="34" charset="0"/>
                <a:ea typeface="Noto Sans" pitchFamily="34" charset="-122"/>
                <a:cs typeface="Noto Sans" pitchFamily="34" charset="-120"/>
              </a:rPr>
              <a:t> chức</a:t>
            </a:r>
            <a:r>
              <a:rPr lang="en-US" sz="945" dirty="0" spc="2" kern="0">
                <a:solidFill>
                  <a:srgbClr val="47636C"/>
                </a:solidFill>
                <a:latin typeface="Noto Sans" pitchFamily="34" charset="0"/>
                <a:ea typeface="Noto Sans" pitchFamily="34" charset="-122"/>
                <a:cs typeface="Noto Sans" pitchFamily="34" charset="-120"/>
              </a:rPr>
              <a:t> và</a:t>
            </a:r>
            <a:r>
              <a:rPr lang="en-US" sz="945" dirty="0" spc="-3" kern="0">
                <a:solidFill>
                  <a:srgbClr val="47636C"/>
                </a:solidFill>
                <a:latin typeface="Noto Sans" pitchFamily="34" charset="0"/>
                <a:ea typeface="Noto Sans" pitchFamily="34" charset="-122"/>
                <a:cs typeface="Noto Sans" pitchFamily="34" charset="-120"/>
              </a:rPr>
              <a:t> tìm kiếm</a:t>
            </a:r>
            <a:r>
              <a:rPr lang="en-US" sz="945" dirty="0" spc="-1" kern="0">
                <a:solidFill>
                  <a:srgbClr val="47636C"/>
                </a:solidFill>
                <a:latin typeface="Noto Sans" pitchFamily="34" charset="0"/>
                <a:ea typeface="Noto Sans" pitchFamily="34" charset="-122"/>
                <a:cs typeface="Noto Sans" pitchFamily="34" charset="-120"/>
              </a:rPr>
              <a:t> thông tin.</a:t>
            </a:r>
            <a:endParaRPr lang="en-US" sz="945" dirty="0"/>
          </a:p>
        </p:txBody>
      </p:sp>
      <p:sp>
        <p:nvSpPr>
          <p:cNvPr id="33" name="Text 31"/>
          <p:cNvSpPr/>
          <p:nvPr/>
        </p:nvSpPr>
        <p:spPr>
          <a:xfrm>
            <a:off x="2914650" y="55054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4" invalidUrl="" action="" tgtFrame="" tooltip="" history="1" highlightClick="0" endSnd="0">
                  <a:extLst>
                    <a:ext uri="{A12FA001-AC4F-418D-AE19-62706E023703}">
                      <ahyp:hlinkClr xmlns:ahyp="http://schemas.microsoft.com/office/drawing/2018/hyperlinkcolor" val="tx"/>
                    </a:ext>
                  </a:extLst>
                </a:hlinkClick>
              </a:rPr>
              <a:t>Hướng dẫn mẫu (CSS) ↗</a:t>
            </a:r>
            <a:endParaRPr lang="en-US" sz="923" dirty="0"/>
          </a:p>
        </p:txBody>
      </p:sp>
      <p:sp>
        <p:nvSpPr>
          <p:cNvPr id="34" name="Connector line-1792810633875-605122562"/>
          <p:cNvSpPr/>
          <p:nvPr/>
        </p:nvSpPr>
        <p:spPr>
          <a:xfrm>
            <a:off x="457200" y="5705475"/>
            <a:ext cx="6648450" cy="0"/>
          </a:xfrm>
          <a:prstGeom prst="line">
            <a:avLst/>
          </a:prstGeom>
          <a:noFill/>
          <a:ln w="9525">
            <a:solidFill>
              <a:srgbClr val="D3E1E5"/>
            </a:solidFill>
            <a:prstDash val="solid"/>
            <a:headEnd type="none"/>
            <a:tailEnd type="none"/>
          </a:ln>
        </p:spPr>
      </p:sp>
      <p:sp>
        <p:nvSpPr>
          <p:cNvPr id="35" name="Text 33"/>
          <p:cNvSpPr/>
          <p:nvPr/>
        </p:nvSpPr>
        <p:spPr>
          <a:xfrm>
            <a:off x="457200" y="57340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 kern="0">
                <a:solidFill>
                  <a:srgbClr val="147D7A"/>
                </a:solidFill>
                <a:latin typeface="Noto Sans" pitchFamily="34" charset="0"/>
                <a:ea typeface="Noto Sans" pitchFamily="34" charset="-122"/>
                <a:cs typeface="Noto Sans" pitchFamily="34" charset="-120"/>
                <a:hlinkClick r:id="rId15" invalidUrl="" action="" tgtFrame="" tooltip="" history="1" highlightClick="0" endSnd="0">
                  <a:extLst>
                    <a:ext uri="{A12FA001-AC4F-418D-AE19-62706E023703}">
                      <ahyp:hlinkClr xmlns:ahyp="http://schemas.microsoft.com/office/drawing/2018/hyperlinkcolor" val="tx"/>
                    </a:ext>
                  </a:extLst>
                </a:hlinkClick>
              </a:rPr>
              <a:t>Shell</a:t>
            </a:r>
            <a:endParaRPr lang="en-US" sz="1005" dirty="0"/>
          </a:p>
        </p:txBody>
      </p:sp>
      <p:sp>
        <p:nvSpPr>
          <p:cNvPr id="36" name="Text 34"/>
          <p:cNvSpPr/>
          <p:nvPr/>
        </p:nvSpPr>
        <p:spPr>
          <a:xfrm>
            <a:off x="2914650" y="57340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Nhận</a:t>
            </a:r>
            <a:r>
              <a:rPr lang="en-US" sz="945" dirty="0" spc="2" kern="0">
                <a:solidFill>
                  <a:srgbClr val="47636C"/>
                </a:solidFill>
                <a:latin typeface="Noto Sans" pitchFamily="34" charset="0"/>
                <a:ea typeface="Noto Sans" pitchFamily="34" charset="-122"/>
                <a:cs typeface="Noto Sans" pitchFamily="34" charset="-120"/>
              </a:rPr>
              <a:t> và</a:t>
            </a:r>
            <a:r>
              <a:rPr lang="en-US" sz="945" dirty="0" spc="-2" kern="0">
                <a:solidFill>
                  <a:srgbClr val="47636C"/>
                </a:solidFill>
                <a:latin typeface="Noto Sans" pitchFamily="34" charset="0"/>
                <a:ea typeface="Noto Sans" pitchFamily="34" charset="-122"/>
                <a:cs typeface="Noto Sans" pitchFamily="34" charset="-120"/>
              </a:rPr>
              <a:t> xử</a:t>
            </a:r>
            <a:r>
              <a:rPr lang="en-US" sz="945" dirty="0" spc="-5" kern="0">
                <a:solidFill>
                  <a:srgbClr val="47636C"/>
                </a:solidFill>
                <a:latin typeface="Noto Sans" pitchFamily="34" charset="0"/>
                <a:ea typeface="Noto Sans" pitchFamily="34" charset="-122"/>
                <a:cs typeface="Noto Sans" pitchFamily="34" charset="-120"/>
              </a:rPr>
              <a:t> lý</a:t>
            </a:r>
            <a:r>
              <a:rPr lang="en-US" sz="945" dirty="0" spc="0" kern="0">
                <a:solidFill>
                  <a:srgbClr val="47636C"/>
                </a:solidFill>
                <a:latin typeface="Noto Sans" pitchFamily="34" charset="0"/>
                <a:ea typeface="Noto Sans" pitchFamily="34" charset="-122"/>
                <a:cs typeface="Noto Sans" pitchFamily="34" charset="-120"/>
              </a:rPr>
              <a:t> dòng</a:t>
            </a:r>
            <a:r>
              <a:rPr lang="en-US" sz="945" dirty="0" spc="-3" kern="0">
                <a:solidFill>
                  <a:srgbClr val="47636C"/>
                </a:solidFill>
                <a:latin typeface="Noto Sans" pitchFamily="34" charset="0"/>
                <a:ea typeface="Noto Sans" pitchFamily="34" charset="-122"/>
                <a:cs typeface="Noto Sans" pitchFamily="34" charset="-120"/>
              </a:rPr>
              <a:t> lệnh.</a:t>
            </a:r>
            <a:endParaRPr lang="en-US" sz="945" dirty="0"/>
          </a:p>
        </p:txBody>
      </p:sp>
      <p:sp>
        <p:nvSpPr>
          <p:cNvPr id="37" name="Text 35"/>
          <p:cNvSpPr/>
          <p:nvPr/>
        </p:nvSpPr>
        <p:spPr>
          <a:xfrm>
            <a:off x="2914650" y="59436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6"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38" name="Connector line-1792810633880-367657572"/>
          <p:cNvSpPr/>
          <p:nvPr/>
        </p:nvSpPr>
        <p:spPr>
          <a:xfrm>
            <a:off x="457200" y="6143625"/>
            <a:ext cx="6648450" cy="0"/>
          </a:xfrm>
          <a:prstGeom prst="line">
            <a:avLst/>
          </a:prstGeom>
          <a:noFill/>
          <a:ln w="9525">
            <a:solidFill>
              <a:srgbClr val="D3E1E5"/>
            </a:solidFill>
            <a:prstDash val="solid"/>
            <a:headEnd type="none"/>
            <a:tailEnd type="none"/>
          </a:ln>
        </p:spPr>
      </p:sp>
      <p:sp>
        <p:nvSpPr>
          <p:cNvPr id="39" name="Text 37"/>
          <p:cNvSpPr/>
          <p:nvPr/>
        </p:nvSpPr>
        <p:spPr>
          <a:xfrm>
            <a:off x="457200" y="61722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8" kern="0">
                <a:solidFill>
                  <a:srgbClr val="147D7A"/>
                </a:solidFill>
                <a:latin typeface="Noto Sans" pitchFamily="34" charset="0"/>
                <a:ea typeface="Noto Sans" pitchFamily="34" charset="-122"/>
                <a:cs typeface="Noto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Template</a:t>
            </a:r>
            <a:r>
              <a:rPr lang="en-US" sz="1005" b="1" u="sng" dirty="0" spc="1" kern="0">
                <a:solidFill>
                  <a:srgbClr val="147D7A"/>
                </a:solidFill>
                <a:latin typeface="Noto Sans" pitchFamily="34" charset="0"/>
                <a:ea typeface="Noto Sans" pitchFamily="34" charset="-122"/>
                <a:cs typeface="Noto Sans" pitchFamily="34" charset="-120"/>
                <a:hlinkClick r:id="rId17" invalidUrl="" action="" tgtFrame="" tooltip="" history="1" highlightClick="0" endSnd="0">
                  <a:extLst>
                    <a:ext uri="{A12FA001-AC4F-418D-AE19-62706E023703}">
                      <ahyp:hlinkClr xmlns:ahyp="http://schemas.microsoft.com/office/drawing/2018/hyperlinkcolor" val="tx"/>
                    </a:ext>
                  </a:extLst>
                </a:hlinkClick>
              </a:rPr>
              <a:t> Engine</a:t>
            </a:r>
            <a:endParaRPr lang="en-US" sz="1005" dirty="0"/>
          </a:p>
        </p:txBody>
      </p:sp>
      <p:sp>
        <p:nvSpPr>
          <p:cNvPr id="40" name="Text 38"/>
          <p:cNvSpPr/>
          <p:nvPr/>
        </p:nvSpPr>
        <p:spPr>
          <a:xfrm>
            <a:off x="2914650" y="6172200"/>
            <a:ext cx="4191000" cy="228600"/>
          </a:xfrm>
          <a:prstGeom prst="rect">
            <a:avLst/>
          </a:prstGeom>
          <a:noFill/>
          <a:ln/>
        </p:spPr>
        <p:txBody>
          <a:bodyPr wrap="square" lIns="0" tIns="4561" rIns="0" bIns="-4561" rtlCol="0" anchor="t"/>
          <a:lstStyle/>
          <a:p>
            <a:pPr algn="l" indent="0" marL="0">
              <a:lnSpc>
                <a:spcPts val="1323"/>
              </a:lnSpc>
              <a:buNone/>
            </a:pPr>
            <a:r>
              <a:rPr lang="en-US" sz="945" dirty="0" spc="-5" kern="0">
                <a:solidFill>
                  <a:srgbClr val="47636C"/>
                </a:solidFill>
                <a:latin typeface="Noto Sans" pitchFamily="34" charset="0"/>
                <a:ea typeface="Noto Sans" pitchFamily="34" charset="-122"/>
                <a:cs typeface="Noto Sans" pitchFamily="34" charset="-120"/>
              </a:rPr>
              <a:t>Sinh</a:t>
            </a:r>
            <a:r>
              <a:rPr lang="en-US" sz="945" dirty="0" spc="-4" kern="0">
                <a:solidFill>
                  <a:srgbClr val="47636C"/>
                </a:solidFill>
                <a:latin typeface="Noto Sans" pitchFamily="34" charset="0"/>
                <a:ea typeface="Noto Sans" pitchFamily="34" charset="-122"/>
                <a:cs typeface="Noto Sans" pitchFamily="34" charset="-120"/>
              </a:rPr>
              <a:t> nội</a:t>
            </a:r>
            <a:r>
              <a:rPr lang="en-US" sz="945" dirty="0" spc="0" kern="0">
                <a:solidFill>
                  <a:srgbClr val="47636C"/>
                </a:solidFill>
                <a:latin typeface="Noto Sans" pitchFamily="34" charset="0"/>
                <a:ea typeface="Noto Sans" pitchFamily="34" charset="-122"/>
                <a:cs typeface="Noto Sans" pitchFamily="34" charset="-120"/>
              </a:rPr>
              <a:t> dung từ</a:t>
            </a:r>
            <a:r>
              <a:rPr lang="en-US" sz="945" dirty="0" spc="-1" kern="0">
                <a:solidFill>
                  <a:srgbClr val="47636C"/>
                </a:solidFill>
                <a:latin typeface="Noto Sans" pitchFamily="34" charset="0"/>
                <a:ea typeface="Noto Sans" pitchFamily="34" charset="-122"/>
                <a:cs typeface="Noto Sans" pitchFamily="34" charset="-120"/>
              </a:rPr>
              <a:t> mẫu.</a:t>
            </a:r>
            <a:endParaRPr lang="en-US" sz="945" dirty="0"/>
          </a:p>
        </p:txBody>
      </p:sp>
      <p:sp>
        <p:nvSpPr>
          <p:cNvPr id="41" name="Text 39"/>
          <p:cNvSpPr/>
          <p:nvPr/>
        </p:nvSpPr>
        <p:spPr>
          <a:xfrm>
            <a:off x="2914650" y="63817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18" invalidUrl="" action="" tgtFrame="" tooltip="" history="1" highlightClick="0" endSnd="0">
                  <a:extLst>
                    <a:ext uri="{A12FA001-AC4F-418D-AE19-62706E023703}">
                      <ahyp:hlinkClr xmlns:ahyp="http://schemas.microsoft.com/office/drawing/2018/hyperlinkcolor" val="tx"/>
                    </a:ext>
                  </a:extLst>
                </a:hlinkClick>
              </a:rPr>
              <a:t>Hướng dẫn mẫu (JavaScript) ↗</a:t>
            </a:r>
            <a:endParaRPr lang="en-US" sz="923" dirty="0"/>
          </a:p>
        </p:txBody>
      </p:sp>
      <p:sp>
        <p:nvSpPr>
          <p:cNvPr id="42" name="Connector line-1792810633884-963493092"/>
          <p:cNvSpPr/>
          <p:nvPr/>
        </p:nvSpPr>
        <p:spPr>
          <a:xfrm>
            <a:off x="457200" y="6581775"/>
            <a:ext cx="6648450" cy="0"/>
          </a:xfrm>
          <a:prstGeom prst="line">
            <a:avLst/>
          </a:prstGeom>
          <a:noFill/>
          <a:ln w="9525">
            <a:solidFill>
              <a:srgbClr val="D3E1E5"/>
            </a:solidFill>
            <a:prstDash val="solid"/>
            <a:headEnd type="none"/>
            <a:tailEnd type="none"/>
          </a:ln>
        </p:spPr>
      </p:sp>
      <p:sp>
        <p:nvSpPr>
          <p:cNvPr id="43" name="Text 41"/>
          <p:cNvSpPr/>
          <p:nvPr/>
        </p:nvSpPr>
        <p:spPr>
          <a:xfrm>
            <a:off x="457200" y="66103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20" kern="0">
                <a:solidFill>
                  <a:srgbClr val="147D7A"/>
                </a:solidFill>
                <a:latin typeface="Noto Sans" pitchFamily="34" charset="0"/>
                <a:ea typeface="Noto Sans" pitchFamily="34" charset="-122"/>
                <a:cs typeface="Noto San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Text</a:t>
            </a:r>
            <a:r>
              <a:rPr lang="en-US" sz="1005" b="1" u="sng" dirty="0" spc="0" kern="0">
                <a:solidFill>
                  <a:srgbClr val="147D7A"/>
                </a:solidFill>
                <a:latin typeface="Noto Sans" pitchFamily="34" charset="0"/>
                <a:ea typeface="Noto Sans" pitchFamily="34" charset="-122"/>
                <a:cs typeface="Noto Sans" pitchFamily="34" charset="-120"/>
                <a:hlinkClick r:id="rId19" invalidUrl="" action="" tgtFrame="" tooltip="" history="1" highlightClick="0" endSnd="0">
                  <a:extLst>
                    <a:ext uri="{A12FA001-AC4F-418D-AE19-62706E023703}">
                      <ahyp:hlinkClr xmlns:ahyp="http://schemas.microsoft.com/office/drawing/2018/hyperlinkcolor" val="tx"/>
                    </a:ext>
                  </a:extLst>
                </a:hlinkClick>
              </a:rPr>
              <a:t> Editor</a:t>
            </a:r>
            <a:endParaRPr lang="en-US" sz="1005" dirty="0"/>
          </a:p>
        </p:txBody>
      </p:sp>
      <p:sp>
        <p:nvSpPr>
          <p:cNvPr id="44" name="Text 42"/>
          <p:cNvSpPr/>
          <p:nvPr/>
        </p:nvSpPr>
        <p:spPr>
          <a:xfrm>
            <a:off x="2914650" y="66103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Xây</a:t>
            </a:r>
            <a:r>
              <a:rPr lang="en-US" sz="945" dirty="0" spc="0" kern="0">
                <a:solidFill>
                  <a:srgbClr val="47636C"/>
                </a:solidFill>
                <a:latin typeface="Noto Sans" pitchFamily="34" charset="0"/>
                <a:ea typeface="Noto Sans" pitchFamily="34" charset="-122"/>
                <a:cs typeface="Noto Sans" pitchFamily="34" charset="-120"/>
              </a:rPr>
              <a:t> công</a:t>
            </a:r>
            <a:r>
              <a:rPr lang="en-US" sz="945" dirty="0" spc="-2" kern="0">
                <a:solidFill>
                  <a:srgbClr val="47636C"/>
                </a:solidFill>
                <a:latin typeface="Noto Sans" pitchFamily="34" charset="0"/>
                <a:ea typeface="Noto Sans" pitchFamily="34" charset="-122"/>
                <a:cs typeface="Noto Sans" pitchFamily="34" charset="-120"/>
              </a:rPr>
              <a:t> cụ</a:t>
            </a:r>
            <a:r>
              <a:rPr lang="en-US" sz="945" dirty="0" spc="0" kern="0">
                <a:solidFill>
                  <a:srgbClr val="47636C"/>
                </a:solidFill>
                <a:latin typeface="Noto Sans" pitchFamily="34" charset="0"/>
                <a:ea typeface="Noto Sans" pitchFamily="34" charset="-122"/>
                <a:cs typeface="Noto Sans" pitchFamily="34" charset="-120"/>
              </a:rPr>
              <a:t> soạn</a:t>
            </a:r>
            <a:r>
              <a:rPr lang="en-US" sz="945" dirty="0" spc="-1" kern="0">
                <a:solidFill>
                  <a:srgbClr val="47636C"/>
                </a:solidFill>
                <a:latin typeface="Noto Sans" pitchFamily="34" charset="0"/>
                <a:ea typeface="Noto Sans" pitchFamily="34" charset="-122"/>
                <a:cs typeface="Noto Sans" pitchFamily="34" charset="-120"/>
              </a:rPr>
              <a:t> thảo</a:t>
            </a:r>
            <a:r>
              <a:rPr lang="en-US" sz="945" dirty="0" spc="1" kern="0">
                <a:solidFill>
                  <a:srgbClr val="47636C"/>
                </a:solidFill>
                <a:latin typeface="Noto Sans" pitchFamily="34" charset="0"/>
                <a:ea typeface="Noto Sans" pitchFamily="34" charset="-122"/>
                <a:cs typeface="Noto Sans" pitchFamily="34" charset="-120"/>
              </a:rPr>
              <a:t> văn bản.</a:t>
            </a:r>
            <a:endParaRPr lang="en-US" sz="945" dirty="0"/>
          </a:p>
        </p:txBody>
      </p:sp>
      <p:sp>
        <p:nvSpPr>
          <p:cNvPr id="45" name="Text 43"/>
          <p:cNvSpPr/>
          <p:nvPr/>
        </p:nvSpPr>
        <p:spPr>
          <a:xfrm>
            <a:off x="2914650" y="68199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0"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46" name="Connector line-1792810633888-621486288"/>
          <p:cNvSpPr/>
          <p:nvPr/>
        </p:nvSpPr>
        <p:spPr>
          <a:xfrm>
            <a:off x="457200" y="7019925"/>
            <a:ext cx="6648450" cy="0"/>
          </a:xfrm>
          <a:prstGeom prst="line">
            <a:avLst/>
          </a:prstGeom>
          <a:noFill/>
          <a:ln w="9525">
            <a:solidFill>
              <a:srgbClr val="D3E1E5"/>
            </a:solidFill>
            <a:prstDash val="solid"/>
            <a:headEnd type="none"/>
            <a:tailEnd type="none"/>
          </a:ln>
        </p:spPr>
      </p:sp>
      <p:sp>
        <p:nvSpPr>
          <p:cNvPr id="47" name="Text 45"/>
          <p:cNvSpPr/>
          <p:nvPr/>
        </p:nvSpPr>
        <p:spPr>
          <a:xfrm>
            <a:off x="457200" y="70485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2" kern="0">
                <a:solidFill>
                  <a:srgbClr val="147D7A"/>
                </a:solidFill>
                <a:latin typeface="Noto Sans" pitchFamily="34" charset="0"/>
                <a:ea typeface="Noto Sans" pitchFamily="34" charset="-122"/>
                <a:cs typeface="Noto Sa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Visual</a:t>
            </a:r>
            <a:r>
              <a:rPr lang="en-US" sz="1005" b="1" u="sng" dirty="0" spc="1" kern="0">
                <a:solidFill>
                  <a:srgbClr val="147D7A"/>
                </a:solidFill>
                <a:latin typeface="Noto Sans" pitchFamily="34" charset="0"/>
                <a:ea typeface="Noto Sans" pitchFamily="34" charset="-122"/>
                <a:cs typeface="Noto Sans" pitchFamily="34" charset="-120"/>
                <a:hlinkClick r:id="rId21" invalidUrl="" action="" tgtFrame="" tooltip="" history="1" highlightClick="0" endSnd="0">
                  <a:extLst>
                    <a:ext uri="{A12FA001-AC4F-418D-AE19-62706E023703}">
                      <ahyp:hlinkClr xmlns:ahyp="http://schemas.microsoft.com/office/drawing/2018/hyperlinkcolor" val="tx"/>
                    </a:ext>
                  </a:extLst>
                </a:hlinkClick>
              </a:rPr>
              <a:t> Recognition System</a:t>
            </a:r>
            <a:endParaRPr lang="en-US" sz="1005" dirty="0"/>
          </a:p>
        </p:txBody>
      </p:sp>
      <p:sp>
        <p:nvSpPr>
          <p:cNvPr id="48" name="Text 46"/>
          <p:cNvSpPr/>
          <p:nvPr/>
        </p:nvSpPr>
        <p:spPr>
          <a:xfrm>
            <a:off x="2914650" y="7048500"/>
            <a:ext cx="4191000" cy="228600"/>
          </a:xfrm>
          <a:prstGeom prst="rect">
            <a:avLst/>
          </a:prstGeom>
          <a:noFill/>
          <a:ln/>
        </p:spPr>
        <p:txBody>
          <a:bodyPr wrap="square" lIns="0" tIns="4561" rIns="0" bIns="-4561" rtlCol="0" anchor="t"/>
          <a:lstStyle/>
          <a:p>
            <a:pPr algn="l" indent="0" marL="0">
              <a:lnSpc>
                <a:spcPts val="1323"/>
              </a:lnSpc>
              <a:buNone/>
            </a:pPr>
            <a:r>
              <a:rPr lang="en-US" sz="945" dirty="0" spc="2" kern="0">
                <a:solidFill>
                  <a:srgbClr val="47636C"/>
                </a:solidFill>
                <a:latin typeface="Noto Sans" pitchFamily="34" charset="0"/>
                <a:ea typeface="Noto Sans" pitchFamily="34" charset="-122"/>
                <a:cs typeface="Noto Sans" pitchFamily="34" charset="-120"/>
              </a:rPr>
              <a:t>Xử</a:t>
            </a:r>
            <a:r>
              <a:rPr lang="en-US" sz="945" dirty="0" spc="-6" kern="0">
                <a:solidFill>
                  <a:srgbClr val="47636C"/>
                </a:solidFill>
                <a:latin typeface="Noto Sans" pitchFamily="34" charset="0"/>
                <a:ea typeface="Noto Sans" pitchFamily="34" charset="-122"/>
                <a:cs typeface="Noto Sans" pitchFamily="34" charset="-120"/>
              </a:rPr>
              <a:t> lý</a:t>
            </a:r>
            <a:r>
              <a:rPr lang="en-US" sz="945" dirty="0" spc="0" kern="0">
                <a:solidFill>
                  <a:srgbClr val="47636C"/>
                </a:solidFill>
                <a:latin typeface="Noto Sans" pitchFamily="34" charset="0"/>
                <a:ea typeface="Noto Sans" pitchFamily="34" charset="-122"/>
                <a:cs typeface="Noto Sans" pitchFamily="34" charset="-120"/>
              </a:rPr>
              <a:t> bài toán</a:t>
            </a:r>
            <a:r>
              <a:rPr lang="en-US" sz="945" dirty="0" spc="-2" kern="0">
                <a:solidFill>
                  <a:srgbClr val="47636C"/>
                </a:solidFill>
                <a:latin typeface="Noto Sans" pitchFamily="34" charset="0"/>
                <a:ea typeface="Noto Sans" pitchFamily="34" charset="-122"/>
                <a:cs typeface="Noto Sans" pitchFamily="34" charset="-120"/>
              </a:rPr>
              <a:t> nhận</a:t>
            </a:r>
            <a:r>
              <a:rPr lang="en-US" sz="945" dirty="0" spc="2" kern="0">
                <a:solidFill>
                  <a:srgbClr val="47636C"/>
                </a:solidFill>
                <a:latin typeface="Noto Sans" pitchFamily="34" charset="0"/>
                <a:ea typeface="Noto Sans" pitchFamily="34" charset="-122"/>
                <a:cs typeface="Noto Sans" pitchFamily="34" charset="-120"/>
              </a:rPr>
              <a:t> dạng</a:t>
            </a:r>
            <a:r>
              <a:rPr lang="en-US" sz="945" dirty="0" spc="-4" kern="0">
                <a:solidFill>
                  <a:srgbClr val="47636C"/>
                </a:solidFill>
                <a:latin typeface="Noto Sans" pitchFamily="34" charset="0"/>
                <a:ea typeface="Noto Sans" pitchFamily="34" charset="-122"/>
                <a:cs typeface="Noto Sans" pitchFamily="34" charset="-120"/>
              </a:rPr>
              <a:t> hình</a:t>
            </a:r>
            <a:r>
              <a:rPr lang="en-US" sz="945" dirty="0" spc="-1" kern="0">
                <a:solidFill>
                  <a:srgbClr val="47636C"/>
                </a:solidFill>
                <a:latin typeface="Noto Sans" pitchFamily="34" charset="0"/>
                <a:ea typeface="Noto Sans" pitchFamily="34" charset="-122"/>
                <a:cs typeface="Noto Sans" pitchFamily="34" charset="-120"/>
              </a:rPr>
              <a:t> ảnh.</a:t>
            </a:r>
            <a:endParaRPr lang="en-US" sz="945" dirty="0"/>
          </a:p>
        </p:txBody>
      </p:sp>
      <p:sp>
        <p:nvSpPr>
          <p:cNvPr id="49" name="Text 47"/>
          <p:cNvSpPr/>
          <p:nvPr/>
        </p:nvSpPr>
        <p:spPr>
          <a:xfrm>
            <a:off x="2914650" y="72580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2" invalidUrl="" action="" tgtFrame="" tooltip="" history="1" highlightClick="0" endSnd="0">
                  <a:extLst>
                    <a:ext uri="{A12FA001-AC4F-418D-AE19-62706E023703}">
                      <ahyp:hlinkClr xmlns:ahyp="http://schemas.microsoft.com/office/drawing/2018/hyperlinkcolor" val="tx"/>
                    </a:ext>
                  </a:extLst>
                </a:hlinkClick>
              </a:rPr>
              <a:t>Hướng dẫn mẫu (Python) ↗</a:t>
            </a:r>
            <a:endParaRPr lang="en-US" sz="923" dirty="0"/>
          </a:p>
        </p:txBody>
      </p:sp>
      <p:sp>
        <p:nvSpPr>
          <p:cNvPr id="50" name="Connector line-1792810633894-974865944"/>
          <p:cNvSpPr/>
          <p:nvPr/>
        </p:nvSpPr>
        <p:spPr>
          <a:xfrm>
            <a:off x="457200" y="7458075"/>
            <a:ext cx="6648450" cy="0"/>
          </a:xfrm>
          <a:prstGeom prst="line">
            <a:avLst/>
          </a:prstGeom>
          <a:noFill/>
          <a:ln w="9525">
            <a:solidFill>
              <a:srgbClr val="D3E1E5"/>
            </a:solidFill>
            <a:prstDash val="solid"/>
            <a:headEnd type="none"/>
            <a:tailEnd type="none"/>
          </a:ln>
        </p:spPr>
      </p:sp>
      <p:sp>
        <p:nvSpPr>
          <p:cNvPr id="51" name="Text 49"/>
          <p:cNvSpPr/>
          <p:nvPr/>
        </p:nvSpPr>
        <p:spPr>
          <a:xfrm>
            <a:off x="457200" y="74866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10" kern="0">
                <a:solidFill>
                  <a:srgbClr val="147D7A"/>
                </a:solidFill>
                <a:latin typeface="Noto Sans" pitchFamily="34" charset="0"/>
                <a:ea typeface="Noto Sans" pitchFamily="34" charset="-122"/>
                <a:cs typeface="Noto Sans" pitchFamily="34" charset="-120"/>
                <a:hlinkClick r:id="rId23" invalidUrl="" action="" tgtFrame="" tooltip="" history="1" highlightClick="0" endSnd="0">
                  <a:extLst>
                    <a:ext uri="{A12FA001-AC4F-418D-AE19-62706E023703}">
                      <ahyp:hlinkClr xmlns:ahyp="http://schemas.microsoft.com/office/drawing/2018/hyperlinkcolor" val="tx"/>
                    </a:ext>
                  </a:extLst>
                </a:hlinkClick>
              </a:rPr>
              <a:t>Voxel</a:t>
            </a:r>
            <a:r>
              <a:rPr lang="en-US" sz="1005" b="1" u="sng" dirty="0" spc="1" kern="0">
                <a:solidFill>
                  <a:srgbClr val="147D7A"/>
                </a:solidFill>
                <a:latin typeface="Noto Sans" pitchFamily="34" charset="0"/>
                <a:ea typeface="Noto Sans" pitchFamily="34" charset="-122"/>
                <a:cs typeface="Noto Sans" pitchFamily="34" charset="-120"/>
                <a:hlinkClick r:id="rId23" invalidUrl="" action="" tgtFrame="" tooltip="" history="1" highlightClick="0" endSnd="0">
                  <a:extLst>
                    <a:ext uri="{A12FA001-AC4F-418D-AE19-62706E023703}">
                      <ahyp:hlinkClr xmlns:ahyp="http://schemas.microsoft.com/office/drawing/2018/hyperlinkcolor" val="tx"/>
                    </a:ext>
                  </a:extLst>
                </a:hlinkClick>
              </a:rPr>
              <a:t> Engine</a:t>
            </a:r>
            <a:endParaRPr lang="en-US" sz="1005" dirty="0"/>
          </a:p>
        </p:txBody>
      </p:sp>
      <p:sp>
        <p:nvSpPr>
          <p:cNvPr id="52" name="Text 50"/>
          <p:cNvSpPr/>
          <p:nvPr/>
        </p:nvSpPr>
        <p:spPr>
          <a:xfrm>
            <a:off x="2914650" y="74866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Xây</a:t>
            </a:r>
            <a:r>
              <a:rPr lang="en-US" sz="945" dirty="0" spc="-4" kern="0">
                <a:solidFill>
                  <a:srgbClr val="47636C"/>
                </a:solidFill>
                <a:latin typeface="Noto Sans" pitchFamily="34" charset="0"/>
                <a:ea typeface="Noto Sans" pitchFamily="34" charset="-122"/>
                <a:cs typeface="Noto Sans" pitchFamily="34" charset="-120"/>
              </a:rPr>
              <a:t> môi</a:t>
            </a:r>
            <a:r>
              <a:rPr lang="en-US" sz="945" dirty="0" spc="0" kern="0">
                <a:solidFill>
                  <a:srgbClr val="47636C"/>
                </a:solidFill>
                <a:latin typeface="Noto Sans" pitchFamily="34" charset="0"/>
                <a:ea typeface="Noto Sans" pitchFamily="34" charset="-122"/>
                <a:cs typeface="Noto Sans" pitchFamily="34" charset="-120"/>
              </a:rPr>
              <a:t> trường dựng</a:t>
            </a:r>
            <a:r>
              <a:rPr lang="en-US" sz="945" dirty="0" spc="-4" kern="0">
                <a:solidFill>
                  <a:srgbClr val="47636C"/>
                </a:solidFill>
                <a:latin typeface="Noto Sans" pitchFamily="34" charset="0"/>
                <a:ea typeface="Noto Sans" pitchFamily="34" charset="-122"/>
                <a:cs typeface="Noto Sans" pitchFamily="34" charset="-120"/>
              </a:rPr>
              <a:t> hình</a:t>
            </a:r>
            <a:r>
              <a:rPr lang="en-US" sz="945" dirty="0" spc="-2" kern="0">
                <a:solidFill>
                  <a:srgbClr val="47636C"/>
                </a:solidFill>
                <a:latin typeface="Noto Sans" pitchFamily="34" charset="0"/>
                <a:ea typeface="Noto Sans" pitchFamily="34" charset="-122"/>
                <a:cs typeface="Noto Sans" pitchFamily="34" charset="-120"/>
              </a:rPr>
              <a:t> theo</a:t>
            </a:r>
            <a:r>
              <a:rPr lang="en-US" sz="945" dirty="0" spc="-7" kern="0">
                <a:solidFill>
                  <a:srgbClr val="47636C"/>
                </a:solidFill>
                <a:latin typeface="Noto Sans" pitchFamily="34" charset="0"/>
                <a:ea typeface="Noto Sans" pitchFamily="34" charset="-122"/>
                <a:cs typeface="Noto Sans" pitchFamily="34" charset="-120"/>
              </a:rPr>
              <a:t> voxel.</a:t>
            </a:r>
            <a:endParaRPr lang="en-US" sz="945" dirty="0"/>
          </a:p>
        </p:txBody>
      </p:sp>
      <p:sp>
        <p:nvSpPr>
          <p:cNvPr id="53" name="Text 51"/>
          <p:cNvSpPr/>
          <p:nvPr/>
        </p:nvSpPr>
        <p:spPr>
          <a:xfrm>
            <a:off x="2914650" y="76962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4"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54" name="Connector line-1792810633898-612684847"/>
          <p:cNvSpPr/>
          <p:nvPr/>
        </p:nvSpPr>
        <p:spPr>
          <a:xfrm>
            <a:off x="457200" y="7896225"/>
            <a:ext cx="6648450" cy="0"/>
          </a:xfrm>
          <a:prstGeom prst="line">
            <a:avLst/>
          </a:prstGeom>
          <a:noFill/>
          <a:ln w="9525">
            <a:solidFill>
              <a:srgbClr val="D3E1E5"/>
            </a:solidFill>
            <a:prstDash val="solid"/>
            <a:headEnd type="none"/>
            <a:tailEnd type="none"/>
          </a:ln>
        </p:spPr>
      </p:sp>
      <p:sp>
        <p:nvSpPr>
          <p:cNvPr id="55" name="Text 53"/>
          <p:cNvSpPr/>
          <p:nvPr/>
        </p:nvSpPr>
        <p:spPr>
          <a:xfrm>
            <a:off x="457200" y="79248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9" kern="0">
                <a:solidFill>
                  <a:srgbClr val="147D7A"/>
                </a:solidFill>
                <a:latin typeface="Noto Sans" pitchFamily="34" charset="0"/>
                <a:ea typeface="Noto Sans" pitchFamily="34" charset="-122"/>
                <a:cs typeface="Noto Sans" pitchFamily="34" charset="-120"/>
                <a:hlinkClick r:id="rId25" invalidUrl="" action="" tgtFrame="" tooltip="" history="1" highlightClick="0" endSnd="0">
                  <a:extLst>
                    <a:ext uri="{A12FA001-AC4F-418D-AE19-62706E023703}">
                      <ahyp:hlinkClr xmlns:ahyp="http://schemas.microsoft.com/office/drawing/2018/hyperlinkcolor" val="tx"/>
                    </a:ext>
                  </a:extLst>
                </a:hlinkClick>
              </a:rPr>
              <a:t>Web</a:t>
            </a:r>
            <a:r>
              <a:rPr lang="en-US" sz="1005" b="1" u="sng" dirty="0" spc="-4" kern="0">
                <a:solidFill>
                  <a:srgbClr val="147D7A"/>
                </a:solidFill>
                <a:latin typeface="Noto Sans" pitchFamily="34" charset="0"/>
                <a:ea typeface="Noto Sans" pitchFamily="34" charset="-122"/>
                <a:cs typeface="Noto Sans" pitchFamily="34" charset="-120"/>
                <a:hlinkClick r:id="rId25" invalidUrl="" action="" tgtFrame="" tooltip="" history="1" highlightClick="0" endSnd="0">
                  <a:extLst>
                    <a:ext uri="{A12FA001-AC4F-418D-AE19-62706E023703}">
                      <ahyp:hlinkClr xmlns:ahyp="http://schemas.microsoft.com/office/drawing/2018/hyperlinkcolor" val="tx"/>
                    </a:ext>
                  </a:extLst>
                </a:hlinkClick>
              </a:rPr>
              <a:t> Browser</a:t>
            </a:r>
            <a:endParaRPr lang="en-US" sz="1005" dirty="0"/>
          </a:p>
        </p:txBody>
      </p:sp>
      <p:sp>
        <p:nvSpPr>
          <p:cNvPr id="56" name="Text 54"/>
          <p:cNvSpPr/>
          <p:nvPr/>
        </p:nvSpPr>
        <p:spPr>
          <a:xfrm>
            <a:off x="2914650" y="792480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Khám</a:t>
            </a:r>
            <a:r>
              <a:rPr lang="en-US" sz="945" dirty="0" spc="1" kern="0">
                <a:solidFill>
                  <a:srgbClr val="47636C"/>
                </a:solidFill>
                <a:latin typeface="Noto Sans" pitchFamily="34" charset="0"/>
                <a:ea typeface="Noto Sans" pitchFamily="34" charset="-122"/>
                <a:cs typeface="Noto Sans" pitchFamily="34" charset="-120"/>
              </a:rPr>
              <a:t> phá</a:t>
            </a:r>
            <a:r>
              <a:rPr lang="en-US" sz="945" dirty="0" spc="-1" kern="0">
                <a:solidFill>
                  <a:srgbClr val="47636C"/>
                </a:solidFill>
                <a:latin typeface="Noto Sans" pitchFamily="34" charset="0"/>
                <a:ea typeface="Noto Sans" pitchFamily="34" charset="-122"/>
                <a:cs typeface="Noto Sans" pitchFamily="34" charset="-120"/>
              </a:rPr>
              <a:t> thành</a:t>
            </a:r>
            <a:r>
              <a:rPr lang="en-US" sz="945" dirty="0" spc="0" kern="0">
                <a:solidFill>
                  <a:srgbClr val="47636C"/>
                </a:solidFill>
                <a:latin typeface="Noto Sans" pitchFamily="34" charset="0"/>
                <a:ea typeface="Noto Sans" pitchFamily="34" charset="-122"/>
                <a:cs typeface="Noto Sans" pitchFamily="34" charset="-120"/>
              </a:rPr>
              <a:t> phần</a:t>
            </a:r>
            <a:r>
              <a:rPr lang="en-US" sz="945" dirty="0" spc="-2" kern="0">
                <a:solidFill>
                  <a:srgbClr val="47636C"/>
                </a:solidFill>
                <a:latin typeface="Noto Sans" pitchFamily="34" charset="0"/>
                <a:ea typeface="Noto Sans" pitchFamily="34" charset="-122"/>
                <a:cs typeface="Noto Sans" pitchFamily="34" charset="-120"/>
              </a:rPr>
              <a:t> trình</a:t>
            </a:r>
            <a:r>
              <a:rPr lang="en-US" sz="945" dirty="0" spc="-1" kern="0">
                <a:solidFill>
                  <a:srgbClr val="47636C"/>
                </a:solidFill>
                <a:latin typeface="Noto Sans" pitchFamily="34" charset="0"/>
                <a:ea typeface="Noto Sans" pitchFamily="34" charset="-122"/>
                <a:cs typeface="Noto Sans" pitchFamily="34" charset="-120"/>
              </a:rPr>
              <a:t> duyệt.</a:t>
            </a:r>
            <a:endParaRPr lang="en-US" sz="945" dirty="0"/>
          </a:p>
        </p:txBody>
      </p:sp>
      <p:sp>
        <p:nvSpPr>
          <p:cNvPr id="57" name="Text 55"/>
          <p:cNvSpPr/>
          <p:nvPr/>
        </p:nvSpPr>
        <p:spPr>
          <a:xfrm>
            <a:off x="2914650" y="81343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6" invalidUrl="" action="" tgtFrame="" tooltip="" history="1" highlightClick="0" endSnd="0">
                  <a:extLst>
                    <a:ext uri="{A12FA001-AC4F-418D-AE19-62706E023703}">
                      <ahyp:hlinkClr xmlns:ahyp="http://schemas.microsoft.com/office/drawing/2018/hyperlinkcolor" val="tx"/>
                    </a:ext>
                  </a:extLst>
                </a:hlinkClick>
              </a:rPr>
              <a:t>Hướng dẫn mẫu (Rust) ↗</a:t>
            </a:r>
            <a:endParaRPr lang="en-US" sz="923" dirty="0"/>
          </a:p>
        </p:txBody>
      </p:sp>
      <p:sp>
        <p:nvSpPr>
          <p:cNvPr id="58" name="Connector line-1792810633902-177607789"/>
          <p:cNvSpPr/>
          <p:nvPr/>
        </p:nvSpPr>
        <p:spPr>
          <a:xfrm>
            <a:off x="457200" y="8334375"/>
            <a:ext cx="6648450" cy="0"/>
          </a:xfrm>
          <a:prstGeom prst="line">
            <a:avLst/>
          </a:prstGeom>
          <a:noFill/>
          <a:ln w="9525">
            <a:solidFill>
              <a:srgbClr val="D3E1E5"/>
            </a:solidFill>
            <a:prstDash val="solid"/>
            <a:headEnd type="none"/>
            <a:tailEnd type="none"/>
          </a:ln>
        </p:spPr>
      </p:sp>
      <p:sp>
        <p:nvSpPr>
          <p:cNvPr id="59" name="Text 57"/>
          <p:cNvSpPr/>
          <p:nvPr/>
        </p:nvSpPr>
        <p:spPr>
          <a:xfrm>
            <a:off x="457200" y="8362950"/>
            <a:ext cx="2305050" cy="400050"/>
          </a:xfrm>
          <a:prstGeom prst="rect">
            <a:avLst/>
          </a:prstGeom>
          <a:noFill/>
          <a:ln/>
        </p:spPr>
        <p:txBody>
          <a:bodyPr wrap="square" lIns="0" tIns="4850" rIns="0" bIns="-4850" rtlCol="0" anchor="t"/>
          <a:lstStyle/>
          <a:p>
            <a:pPr algn="l" indent="0" marL="0">
              <a:lnSpc>
                <a:spcPts val="1407"/>
              </a:lnSpc>
              <a:buNone/>
            </a:pPr>
            <a:r>
              <a:rPr lang="en-US" sz="1005" b="1" u="sng" dirty="0" spc="-9" kern="0">
                <a:solidFill>
                  <a:srgbClr val="147D7A"/>
                </a:solidFill>
                <a:latin typeface="Noto Sans" pitchFamily="34" charset="0"/>
                <a:ea typeface="Noto Sans" pitchFamily="34" charset="-122"/>
                <a:cs typeface="Noto Sans" pitchFamily="34" charset="-120"/>
                <a:hlinkClick r:id="rId27" invalidUrl="" action="" tgtFrame="" tooltip="" history="1" highlightClick="0" endSnd="0">
                  <a:extLst>
                    <a:ext uri="{A12FA001-AC4F-418D-AE19-62706E023703}">
                      <ahyp:hlinkClr xmlns:ahyp="http://schemas.microsoft.com/office/drawing/2018/hyperlinkcolor" val="tx"/>
                    </a:ext>
                  </a:extLst>
                </a:hlinkClick>
              </a:rPr>
              <a:t>Web</a:t>
            </a:r>
            <a:r>
              <a:rPr lang="en-US" sz="1005" b="1" u="sng" dirty="0" spc="0" kern="0">
                <a:solidFill>
                  <a:srgbClr val="147D7A"/>
                </a:solidFill>
                <a:latin typeface="Noto Sans" pitchFamily="34" charset="0"/>
                <a:ea typeface="Noto Sans" pitchFamily="34" charset="-122"/>
                <a:cs typeface="Noto Sans" pitchFamily="34" charset="-120"/>
                <a:hlinkClick r:id="rId27" invalidUrl="" action="" tgtFrame="" tooltip="" history="1" highlightClick="0" endSnd="0">
                  <a:extLst>
                    <a:ext uri="{A12FA001-AC4F-418D-AE19-62706E023703}">
                      <ahyp:hlinkClr xmlns:ahyp="http://schemas.microsoft.com/office/drawing/2018/hyperlinkcolor" val="tx"/>
                    </a:ext>
                  </a:extLst>
                </a:hlinkClick>
              </a:rPr>
              <a:t> Server</a:t>
            </a:r>
            <a:endParaRPr lang="en-US" sz="1005" dirty="0"/>
          </a:p>
        </p:txBody>
      </p:sp>
      <p:sp>
        <p:nvSpPr>
          <p:cNvPr id="60" name="Text 58"/>
          <p:cNvSpPr/>
          <p:nvPr/>
        </p:nvSpPr>
        <p:spPr>
          <a:xfrm>
            <a:off x="2914650" y="8362950"/>
            <a:ext cx="4191000" cy="228600"/>
          </a:xfrm>
          <a:prstGeom prst="rect">
            <a:avLst/>
          </a:prstGeom>
          <a:noFill/>
          <a:ln/>
        </p:spPr>
        <p:txBody>
          <a:bodyPr wrap="square" lIns="0" tIns="4561" rIns="0" bIns="-4561" rtlCol="0" anchor="t"/>
          <a:lstStyle/>
          <a:p>
            <a:pPr algn="l" indent="0" marL="0">
              <a:lnSpc>
                <a:spcPts val="1323"/>
              </a:lnSpc>
              <a:buNone/>
            </a:pPr>
            <a:r>
              <a:rPr lang="en-US" sz="945" dirty="0" spc="1" kern="0">
                <a:solidFill>
                  <a:srgbClr val="47636C"/>
                </a:solidFill>
                <a:latin typeface="Noto Sans" pitchFamily="34" charset="0"/>
                <a:ea typeface="Noto Sans" pitchFamily="34" charset="-122"/>
                <a:cs typeface="Noto Sans" pitchFamily="34" charset="-120"/>
              </a:rPr>
              <a:t>Nhận</a:t>
            </a:r>
            <a:r>
              <a:rPr lang="en-US" sz="945" dirty="0" spc="-4" kern="0">
                <a:solidFill>
                  <a:srgbClr val="47636C"/>
                </a:solidFill>
                <a:latin typeface="Noto Sans" pitchFamily="34" charset="0"/>
                <a:ea typeface="Noto Sans" pitchFamily="34" charset="-122"/>
                <a:cs typeface="Noto Sans" pitchFamily="34" charset="-120"/>
              </a:rPr>
              <a:t> yêu</a:t>
            </a:r>
            <a:r>
              <a:rPr lang="en-US" sz="945" dirty="0" spc="0" kern="0">
                <a:solidFill>
                  <a:srgbClr val="47636C"/>
                </a:solidFill>
                <a:latin typeface="Noto Sans" pitchFamily="34" charset="0"/>
                <a:ea typeface="Noto Sans" pitchFamily="34" charset="-122"/>
                <a:cs typeface="Noto Sans" pitchFamily="34" charset="-120"/>
              </a:rPr>
              <a:t> cầu</a:t>
            </a:r>
            <a:r>
              <a:rPr lang="en-US" sz="945" dirty="0" spc="2" kern="0">
                <a:solidFill>
                  <a:srgbClr val="47636C"/>
                </a:solidFill>
                <a:latin typeface="Noto Sans" pitchFamily="34" charset="0"/>
                <a:ea typeface="Noto Sans" pitchFamily="34" charset="-122"/>
                <a:cs typeface="Noto Sans" pitchFamily="34" charset="-120"/>
              </a:rPr>
              <a:t> và</a:t>
            </a:r>
            <a:r>
              <a:rPr lang="en-US" sz="945" dirty="0" spc="-1" kern="0">
                <a:solidFill>
                  <a:srgbClr val="47636C"/>
                </a:solidFill>
                <a:latin typeface="Noto Sans" pitchFamily="34" charset="0"/>
                <a:ea typeface="Noto Sans" pitchFamily="34" charset="-122"/>
                <a:cs typeface="Noto Sans" pitchFamily="34" charset="-120"/>
              </a:rPr>
              <a:t> phục</a:t>
            </a:r>
            <a:r>
              <a:rPr lang="en-US" sz="945" dirty="0" spc="0" kern="0">
                <a:solidFill>
                  <a:srgbClr val="47636C"/>
                </a:solidFill>
                <a:latin typeface="Noto Sans" pitchFamily="34" charset="0"/>
                <a:ea typeface="Noto Sans" pitchFamily="34" charset="-122"/>
                <a:cs typeface="Noto Sans" pitchFamily="34" charset="-120"/>
              </a:rPr>
              <a:t> vụ</a:t>
            </a:r>
            <a:r>
              <a:rPr lang="en-US" sz="945" dirty="0" spc="-4" kern="0">
                <a:solidFill>
                  <a:srgbClr val="47636C"/>
                </a:solidFill>
                <a:latin typeface="Noto Sans" pitchFamily="34" charset="0"/>
                <a:ea typeface="Noto Sans" pitchFamily="34" charset="-122"/>
                <a:cs typeface="Noto Sans" pitchFamily="34" charset="-120"/>
              </a:rPr>
              <a:t> nội</a:t>
            </a:r>
            <a:r>
              <a:rPr lang="en-US" sz="945" dirty="0" spc="0" kern="0">
                <a:solidFill>
                  <a:srgbClr val="47636C"/>
                </a:solidFill>
                <a:latin typeface="Noto Sans" pitchFamily="34" charset="0"/>
                <a:ea typeface="Noto Sans" pitchFamily="34" charset="-122"/>
                <a:cs typeface="Noto Sans" pitchFamily="34" charset="-120"/>
              </a:rPr>
              <a:t> dung</a:t>
            </a:r>
            <a:r>
              <a:rPr lang="en-US" sz="945" dirty="0" spc="1" kern="0">
                <a:solidFill>
                  <a:srgbClr val="47636C"/>
                </a:solidFill>
                <a:latin typeface="Noto Sans" pitchFamily="34" charset="0"/>
                <a:ea typeface="Noto Sans" pitchFamily="34" charset="-122"/>
                <a:cs typeface="Noto Sans" pitchFamily="34" charset="-120"/>
              </a:rPr>
              <a:t> web.</a:t>
            </a:r>
            <a:endParaRPr lang="en-US" sz="945" dirty="0"/>
          </a:p>
        </p:txBody>
      </p:sp>
      <p:sp>
        <p:nvSpPr>
          <p:cNvPr id="61" name="Text 59"/>
          <p:cNvSpPr/>
          <p:nvPr/>
        </p:nvSpPr>
        <p:spPr>
          <a:xfrm>
            <a:off x="2914650" y="857250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28" invalidUrl="" action="" tgtFrame="" tooltip="" history="1" highlightClick="0" endSnd="0">
                  <a:extLst>
                    <a:ext uri="{A12FA001-AC4F-418D-AE19-62706E023703}">
                      <ahyp:hlinkClr xmlns:ahyp="http://schemas.microsoft.com/office/drawing/2018/hyperlinkcolor" val="tx"/>
                    </a:ext>
                  </a:extLst>
                </a:hlinkClick>
              </a:rPr>
              <a:t>Hướng dẫn mẫu (C#) ↗</a:t>
            </a:r>
            <a:endParaRPr lang="en-US" sz="923" dirty="0"/>
          </a:p>
        </p:txBody>
      </p:sp>
      <p:sp>
        <p:nvSpPr>
          <p:cNvPr id="62" name="Connector line-1792810633906-165629097"/>
          <p:cNvSpPr/>
          <p:nvPr/>
        </p:nvSpPr>
        <p:spPr>
          <a:xfrm>
            <a:off x="457200" y="8772525"/>
            <a:ext cx="6648450" cy="0"/>
          </a:xfrm>
          <a:prstGeom prst="line">
            <a:avLst/>
          </a:prstGeom>
          <a:noFill/>
          <a:ln w="9525">
            <a:solidFill>
              <a:srgbClr val="D3E1E5"/>
            </a:solidFill>
            <a:prstDash val="solid"/>
            <a:headEnd type="none"/>
            <a:tailEnd type="none"/>
          </a:ln>
        </p:spPr>
      </p:sp>
      <p:sp>
        <p:nvSpPr>
          <p:cNvPr id="63" name="Text 61"/>
          <p:cNvSpPr/>
          <p:nvPr/>
        </p:nvSpPr>
        <p:spPr>
          <a:xfrm>
            <a:off x="457200" y="8801100"/>
            <a:ext cx="2305050" cy="400050"/>
          </a:xfrm>
          <a:prstGeom prst="rect">
            <a:avLst/>
          </a:prstGeom>
          <a:noFill/>
          <a:ln/>
        </p:spPr>
        <p:txBody>
          <a:bodyPr wrap="square" lIns="0" tIns="4850" rIns="0" bIns="-4850" rtlCol="0" anchor="t"/>
          <a:lstStyle/>
          <a:p>
            <a:pPr algn="l" indent="0" marL="0">
              <a:lnSpc>
                <a:spcPts val="1407"/>
              </a:lnSpc>
              <a:buNone/>
            </a:pPr>
            <a:r>
              <a:rPr lang="en-US" sz="1005" b="1" u="sng" dirty="0" kern="0">
                <a:solidFill>
                  <a:srgbClr val="147D7A"/>
                </a:solidFill>
                <a:latin typeface="Noto Sans" pitchFamily="34" charset="0"/>
                <a:ea typeface="Noto Sans" pitchFamily="34" charset="-122"/>
                <a:cs typeface="Noto Sans" pitchFamily="34" charset="-120"/>
                <a:hlinkClick r:id="rId29" invalidUrl="" action="" tgtFrame="" tooltip="" history="1" highlightClick="0" endSnd="0">
                  <a:extLst>
                    <a:ext uri="{A12FA001-AC4F-418D-AE19-62706E023703}">
                      <ahyp:hlinkClr xmlns:ahyp="http://schemas.microsoft.com/office/drawing/2018/hyperlinkcolor" val="tx"/>
                    </a:ext>
                  </a:extLst>
                </a:hlinkClick>
              </a:rPr>
              <a:t>Uncategorized</a:t>
            </a:r>
            <a:endParaRPr lang="en-US" sz="1005" dirty="0"/>
          </a:p>
        </p:txBody>
      </p:sp>
      <p:sp>
        <p:nvSpPr>
          <p:cNvPr id="64" name="Text 62"/>
          <p:cNvSpPr/>
          <p:nvPr/>
        </p:nvSpPr>
        <p:spPr>
          <a:xfrm>
            <a:off x="2914650" y="8801100"/>
            <a:ext cx="4191000" cy="228600"/>
          </a:xfrm>
          <a:prstGeom prst="rect">
            <a:avLst/>
          </a:prstGeom>
          <a:noFill/>
          <a:ln/>
        </p:spPr>
        <p:txBody>
          <a:bodyPr wrap="square" lIns="0" tIns="4561" rIns="0" bIns="-4561" rtlCol="0" anchor="t"/>
          <a:lstStyle/>
          <a:p>
            <a:pPr algn="l" indent="0" marL="0">
              <a:lnSpc>
                <a:spcPts val="1323"/>
              </a:lnSpc>
              <a:buNone/>
            </a:pPr>
            <a:r>
              <a:rPr lang="en-US" sz="945" dirty="0" spc="2" kern="0">
                <a:solidFill>
                  <a:srgbClr val="47636C"/>
                </a:solidFill>
                <a:latin typeface="Noto Sans" pitchFamily="34" charset="0"/>
                <a:ea typeface="Noto Sans" pitchFamily="34" charset="-122"/>
                <a:cs typeface="Noto Sans" pitchFamily="34" charset="-120"/>
              </a:rPr>
              <a:t>Các</a:t>
            </a:r>
            <a:r>
              <a:rPr lang="en-US" sz="945" dirty="0" spc="0" kern="0">
                <a:solidFill>
                  <a:srgbClr val="47636C"/>
                </a:solidFill>
                <a:latin typeface="Noto Sans" pitchFamily="34" charset="0"/>
                <a:ea typeface="Noto Sans" pitchFamily="34" charset="-122"/>
                <a:cs typeface="Noto Sans" pitchFamily="34" charset="-120"/>
              </a:rPr>
              <a:t> dự án</a:t>
            </a:r>
            <a:r>
              <a:rPr lang="en-US" sz="945" dirty="0" spc="1" kern="0">
                <a:solidFill>
                  <a:srgbClr val="47636C"/>
                </a:solidFill>
                <a:latin typeface="Noto Sans" pitchFamily="34" charset="0"/>
                <a:ea typeface="Noto Sans" pitchFamily="34" charset="-122"/>
                <a:cs typeface="Noto Sans" pitchFamily="34" charset="-120"/>
              </a:rPr>
              <a:t> khác,</a:t>
            </a:r>
            <a:r>
              <a:rPr lang="en-US" sz="945" dirty="0" spc="-2" kern="0">
                <a:solidFill>
                  <a:srgbClr val="47636C"/>
                </a:solidFill>
                <a:latin typeface="Noto Sans" pitchFamily="34" charset="0"/>
                <a:ea typeface="Noto Sans" pitchFamily="34" charset="-122"/>
                <a:cs typeface="Noto Sans" pitchFamily="34" charset="-120"/>
              </a:rPr>
              <a:t> đọc theo mục</a:t>
            </a:r>
            <a:r>
              <a:rPr lang="en-US" sz="945" dirty="0" spc="-3" kern="0">
                <a:solidFill>
                  <a:srgbClr val="47636C"/>
                </a:solidFill>
                <a:latin typeface="Noto Sans" pitchFamily="34" charset="0"/>
                <a:ea typeface="Noto Sans" pitchFamily="34" charset="-122"/>
                <a:cs typeface="Noto Sans" pitchFamily="34" charset="-120"/>
              </a:rPr>
              <a:t> tiêu</a:t>
            </a:r>
            <a:r>
              <a:rPr lang="en-US" sz="945" dirty="0" spc="-1" kern="0">
                <a:solidFill>
                  <a:srgbClr val="47636C"/>
                </a:solidFill>
                <a:latin typeface="Noto Sans" pitchFamily="34" charset="0"/>
                <a:ea typeface="Noto Sans" pitchFamily="34" charset="-122"/>
                <a:cs typeface="Noto Sans" pitchFamily="34" charset="-120"/>
              </a:rPr>
              <a:t> riêng.</a:t>
            </a:r>
            <a:endParaRPr lang="en-US" sz="945" dirty="0"/>
          </a:p>
        </p:txBody>
      </p:sp>
      <p:sp>
        <p:nvSpPr>
          <p:cNvPr id="65" name="Text 63"/>
          <p:cNvSpPr/>
          <p:nvPr/>
        </p:nvSpPr>
        <p:spPr>
          <a:xfrm>
            <a:off x="2914650" y="9010650"/>
            <a:ext cx="4191000" cy="209550"/>
          </a:xfrm>
          <a:prstGeom prst="rect">
            <a:avLst/>
          </a:prstGeom>
          <a:noFill/>
          <a:ln/>
        </p:spPr>
        <p:txBody>
          <a:bodyPr wrap="square" lIns="0" tIns="4461" rIns="0" bIns="-4461" rtlCol="0" anchor="t"/>
          <a:lstStyle/>
          <a:p>
            <a:pPr algn="l" indent="0" marL="0">
              <a:lnSpc>
                <a:spcPts val="1292"/>
              </a:lnSpc>
              <a:buNone/>
            </a:pPr>
            <a:r>
              <a:rPr lang="en-US" sz="923" u="sng" dirty="0">
                <a:solidFill>
                  <a:srgbClr val="147D7A"/>
                </a:solidFill>
                <a:latin typeface="Noto Sans" pitchFamily="34" charset="0"/>
                <a:ea typeface="Noto Sans" pitchFamily="34" charset="-122"/>
                <a:cs typeface="Noto Sans" pitchFamily="34" charset="-120"/>
                <a:hlinkClick r:id="rId30" invalidUrl="" action="" tgtFrame="" tooltip="" history="1" highlightClick="0" endSnd="0">
                  <a:extLst>
                    <a:ext uri="{A12FA001-AC4F-418D-AE19-62706E023703}">
                      <ahyp:hlinkClr xmlns:ahyp="http://schemas.microsoft.com/office/drawing/2018/hyperlinkcolor" val="tx"/>
                    </a:ext>
                  </a:extLst>
                </a:hlinkClick>
              </a:rPr>
              <a:t>Hướng dẫn mẫu ((any)) ↗</a:t>
            </a:r>
            <a:endParaRPr lang="en-US" sz="923" dirty="0"/>
          </a:p>
        </p:txBody>
      </p:sp>
      <p:sp>
        <p:nvSpPr>
          <p:cNvPr id="66" name="Connector line-1792810633911-49395872"/>
          <p:cNvSpPr/>
          <p:nvPr/>
        </p:nvSpPr>
        <p:spPr>
          <a:xfrm>
            <a:off x="457200" y="9210675"/>
            <a:ext cx="6648450" cy="0"/>
          </a:xfrm>
          <a:prstGeom prst="line">
            <a:avLst/>
          </a:prstGeom>
          <a:noFill/>
          <a:ln w="9525">
            <a:solidFill>
              <a:srgbClr val="D3E1E5"/>
            </a:solidFill>
            <a:prstDash val="solid"/>
            <a:headEnd type="none"/>
            <a:tailEnd type="none"/>
          </a:ln>
        </p:spPr>
      </p:sp>
      <p:sp>
        <p:nvSpPr>
          <p:cNvPr id="67" name="Connector line-1792810633911-575749964"/>
          <p:cNvSpPr/>
          <p:nvPr/>
        </p:nvSpPr>
        <p:spPr>
          <a:xfrm>
            <a:off x="457200" y="10144125"/>
            <a:ext cx="6648450" cy="0"/>
          </a:xfrm>
          <a:prstGeom prst="line">
            <a:avLst/>
          </a:prstGeom>
          <a:noFill/>
          <a:ln w="9525">
            <a:solidFill>
              <a:srgbClr val="D3E1E5"/>
            </a:solidFill>
            <a:prstDash val="solid"/>
            <a:headEnd type="none"/>
            <a:tailEnd type="none"/>
          </a:ln>
        </p:spPr>
      </p:sp>
      <p:sp>
        <p:nvSpPr>
          <p:cNvPr id="68" name="Text 66"/>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69" name="Text 67"/>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05</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70" name="Shape 68"/>
          <p:cNvSpPr/>
          <p:nvPr/>
        </p:nvSpPr>
        <p:spPr>
          <a:xfrm>
            <a:off x="5868772" y="9806509"/>
            <a:ext cx="1210056" cy="406043"/>
          </a:xfrm>
          <a:prstGeom prst="roundRect">
            <a:avLst>
              <a:gd name="adj" fmla="val 28000"/>
            </a:avLst>
          </a:prstGeom>
          <a:solidFill>
            <a:srgbClr val="FFFFFF">
              <a:alpha val="82000"/>
            </a:srgbClr>
          </a:solidFill>
          <a:ln/>
        </p:spPr>
      </p:sp>
      <p:pic>
        <p:nvPicPr>
          <p:cNvPr id="71" name="Moda image moda-export-watermark-b31fc4dc-7775-4212-8d39-2202a086e63a" descr="">    </p:cNvPr>
          <p:cNvPicPr>
            <a:picLocks noChangeAspect="1"/>
          </p:cNvPicPr>
          <p:nvPr/>
        </p:nvPicPr>
        <p:blipFill>
          <a:blip r:embed="rId31"/>
          <a:srcRect l="0" r="0" t="0" b="0"/>
          <a:stretch/>
        </p:blipFill>
        <p:spPr>
          <a:xfrm>
            <a:off x="5961455" y="9899193"/>
            <a:ext cx="1024688" cy="22067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2" kern="0">
                <a:solidFill>
                  <a:srgbClr val="123E52"/>
                </a:solidFill>
                <a:latin typeface="Lexend SemiBold" pitchFamily="34" charset="0"/>
                <a:ea typeface="Lexend SemiBold" pitchFamily="34" charset="-122"/>
                <a:cs typeface="Lexend SemiBold" pitchFamily="34" charset="-120"/>
              </a:rPr>
              <a:t>Chọn bài</a:t>
            </a:r>
            <a:r>
              <a:rPr lang="en-US" sz="2175" dirty="0" spc="-5" kern="0">
                <a:solidFill>
                  <a:srgbClr val="123E52"/>
                </a:solidFill>
                <a:latin typeface="Lexend SemiBold" pitchFamily="34" charset="0"/>
                <a:ea typeface="Lexend SemiBold" pitchFamily="34" charset="-122"/>
                <a:cs typeface="Lexend SemiBold" pitchFamily="34" charset="-120"/>
              </a:rPr>
              <a:t> đầu</a:t>
            </a:r>
            <a:r>
              <a:rPr lang="en-US" sz="2175" dirty="0" spc="1" kern="0">
                <a:solidFill>
                  <a:srgbClr val="123E52"/>
                </a:solidFill>
                <a:latin typeface="Lexend SemiBold" pitchFamily="34" charset="0"/>
                <a:ea typeface="Lexend SemiBold" pitchFamily="34" charset="-122"/>
                <a:cs typeface="Lexend SemiBold" pitchFamily="34" charset="-120"/>
              </a:rPr>
              <a:t> tiên theo</a:t>
            </a:r>
            <a:r>
              <a:rPr lang="en-US" sz="2175" dirty="0" spc="-4" kern="0">
                <a:solidFill>
                  <a:srgbClr val="123E52"/>
                </a:solidFill>
                <a:latin typeface="Lexend SemiBold" pitchFamily="34" charset="0"/>
                <a:ea typeface="Lexend SemiBold" pitchFamily="34" charset="-122"/>
                <a:cs typeface="Lexend SemiBold" pitchFamily="34" charset="-120"/>
              </a:rPr>
              <a:t> câu</a:t>
            </a:r>
            <a:r>
              <a:rPr lang="en-US" sz="2175" dirty="0" spc="3" kern="0">
                <a:solidFill>
                  <a:srgbClr val="123E52"/>
                </a:solidFill>
                <a:latin typeface="Lexend SemiBold" pitchFamily="34" charset="0"/>
                <a:ea typeface="Lexend SemiBold" pitchFamily="34" charset="-122"/>
                <a:cs typeface="Lexend SemiBold" pitchFamily="34" charset="-120"/>
              </a:rPr>
              <a:t> hỏi</a:t>
            </a:r>
            <a:endParaRPr lang="en-US" sz="2175" dirty="0"/>
          </a:p>
        </p:txBody>
      </p:sp>
      <p:sp>
        <p:nvSpPr>
          <p:cNvPr id="5" name="Connector line-1792810637048-438391197"/>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3" kern="0">
                <a:solidFill>
                  <a:srgbClr val="123E52"/>
                </a:solidFill>
                <a:latin typeface="Noto Sans" pitchFamily="34" charset="0"/>
                <a:ea typeface="Noto Sans" pitchFamily="34" charset="-122"/>
                <a:cs typeface="Noto Sans" pitchFamily="34" charset="-120"/>
              </a:rPr>
              <a:t>Đừng</a:t>
            </a:r>
            <a:r>
              <a:rPr lang="en-US" sz="1313" dirty="0" spc="-1" kern="0">
                <a:solidFill>
                  <a:srgbClr val="123E52"/>
                </a:solidFill>
                <a:latin typeface="Noto Sans" pitchFamily="34" charset="0"/>
                <a:ea typeface="Noto Sans" pitchFamily="34" charset="-122"/>
                <a:cs typeface="Noto Sans" pitchFamily="34" charset="-120"/>
              </a:rPr>
              <a:t> bắt</a:t>
            </a:r>
            <a:r>
              <a:rPr lang="en-US" sz="1313" dirty="0" spc="0" kern="0">
                <a:solidFill>
                  <a:srgbClr val="123E52"/>
                </a:solidFill>
                <a:latin typeface="Noto Sans" pitchFamily="34" charset="0"/>
                <a:ea typeface="Noto Sans" pitchFamily="34" charset="-122"/>
                <a:cs typeface="Noto Sans" pitchFamily="34" charset="-120"/>
              </a:rPr>
              <a:t> đầu</a:t>
            </a:r>
            <a:r>
              <a:rPr lang="en-US" sz="1313" dirty="0" spc="-2" kern="0">
                <a:solidFill>
                  <a:srgbClr val="123E52"/>
                </a:solidFill>
                <a:latin typeface="Noto Sans" pitchFamily="34" charset="0"/>
                <a:ea typeface="Noto Sans" pitchFamily="34" charset="-122"/>
                <a:cs typeface="Noto Sans" pitchFamily="34" charset="-120"/>
              </a:rPr>
              <a:t> bằng</a:t>
            </a:r>
            <a:r>
              <a:rPr lang="en-US" sz="1313" dirty="0" spc="0" kern="0">
                <a:solidFill>
                  <a:srgbClr val="123E52"/>
                </a:solidFill>
                <a:latin typeface="Noto Sans" pitchFamily="34" charset="0"/>
                <a:ea typeface="Noto Sans" pitchFamily="34" charset="-122"/>
                <a:cs typeface="Noto Sans" pitchFamily="34" charset="-120"/>
              </a:rPr>
              <a:t> công nghệ</a:t>
            </a:r>
            <a:r>
              <a:rPr lang="en-US" sz="1313" dirty="0" spc="1" kern="0">
                <a:solidFill>
                  <a:srgbClr val="123E52"/>
                </a:solidFill>
                <a:latin typeface="Noto Sans" pitchFamily="34" charset="0"/>
                <a:ea typeface="Noto Sans" pitchFamily="34" charset="-122"/>
                <a:cs typeface="Noto Sans" pitchFamily="34" charset="-120"/>
              </a:rPr>
              <a:t> có tên</a:t>
            </a:r>
            <a:r>
              <a:rPr lang="en-US" sz="1313" dirty="0" spc="0" kern="0">
                <a:solidFill>
                  <a:srgbClr val="123E52"/>
                </a:solidFill>
                <a:latin typeface="Noto Sans" pitchFamily="34" charset="0"/>
                <a:ea typeface="Noto Sans" pitchFamily="34" charset="-122"/>
                <a:cs typeface="Noto Sans" pitchFamily="34" charset="-120"/>
              </a:rPr>
              <a:t> lớn nhất.</a:t>
            </a:r>
            <a:r>
              <a:rPr lang="en-US" sz="1313" dirty="0" spc="-1" kern="0">
                <a:solidFill>
                  <a:srgbClr val="123E52"/>
                </a:solidFill>
                <a:latin typeface="Noto Sans" pitchFamily="34" charset="0"/>
                <a:ea typeface="Noto Sans" pitchFamily="34" charset="-122"/>
                <a:cs typeface="Noto Sans" pitchFamily="34" charset="-120"/>
              </a:rPr>
              <a:t> Hãy</a:t>
            </a:r>
            <a:r>
              <a:rPr lang="en-US" sz="1313" dirty="0" spc="1" kern="0">
                <a:solidFill>
                  <a:srgbClr val="123E52"/>
                </a:solidFill>
                <a:latin typeface="Noto Sans" pitchFamily="34" charset="0"/>
                <a:ea typeface="Noto Sans" pitchFamily="34" charset="-122"/>
                <a:cs typeface="Noto Sans" pitchFamily="34" charset="-120"/>
              </a:rPr>
              <a:t> chọn</a:t>
            </a:r>
            <a:r>
              <a:rPr lang="en-US" sz="1313" dirty="0" spc="0" kern="0">
                <a:solidFill>
                  <a:srgbClr val="123E52"/>
                </a:solidFill>
                <a:latin typeface="Noto Sans" pitchFamily="34" charset="0"/>
                <a:ea typeface="Noto Sans" pitchFamily="34" charset="-122"/>
                <a:cs typeface="Noto Sans" pitchFamily="34" charset="-120"/>
              </a:rPr>
              <a:t> một</a:t>
            </a:r>
            <a:r>
              <a:rPr lang="en-US" sz="1313" dirty="0" spc="1" kern="0">
                <a:solidFill>
                  <a:srgbClr val="123E52"/>
                </a:solidFill>
                <a:latin typeface="Noto Sans" pitchFamily="34" charset="0"/>
                <a:ea typeface="Noto Sans" pitchFamily="34" charset="-122"/>
                <a:cs typeface="Noto Sans" pitchFamily="34" charset="-120"/>
              </a:rPr>
              <a:t> câu</a:t>
            </a:r>
            <a:r>
              <a:rPr lang="en-US" sz="1313" dirty="0" spc="0" kern="0">
                <a:solidFill>
                  <a:srgbClr val="123E52"/>
                </a:solidFill>
                <a:latin typeface="Noto Sans" pitchFamily="34" charset="0"/>
                <a:ea typeface="Noto Sans" pitchFamily="34" charset="-122"/>
                <a:cs typeface="Noto Sans" pitchFamily="34" charset="-120"/>
              </a:rPr>
              <a:t> hỏi</a:t>
            </a:r>
            <a:r>
              <a:rPr lang="en-US" sz="1313" dirty="0" spc="-1" kern="0">
                <a:solidFill>
                  <a:srgbClr val="123E52"/>
                </a:solidFill>
                <a:latin typeface="Noto Sans" pitchFamily="34" charset="0"/>
                <a:ea typeface="Noto Sans" pitchFamily="34" charset="-122"/>
                <a:cs typeface="Noto Sans" pitchFamily="34" charset="-120"/>
              </a:rPr>
              <a:t> bạn đang</a:t>
            </a:r>
            <a:r>
              <a:rPr lang="en-US" sz="1313" dirty="0" spc="0" kern="0">
                <a:solidFill>
                  <a:srgbClr val="123E52"/>
                </a:solidFill>
                <a:latin typeface="Noto Sans" pitchFamily="34" charset="0"/>
                <a:ea typeface="Noto Sans" pitchFamily="34" charset="-122"/>
                <a:cs typeface="Noto Sans" pitchFamily="34" charset="-120"/>
              </a:rPr>
              <a:t> thật</a:t>
            </a:r>
            <a:r>
              <a:rPr lang="en-US" sz="1313" dirty="0" spc="2" kern="0">
                <a:solidFill>
                  <a:srgbClr val="123E52"/>
                </a:solidFill>
                <a:latin typeface="Noto Sans" pitchFamily="34" charset="0"/>
                <a:ea typeface="Noto Sans" pitchFamily="34" charset="-122"/>
                <a:cs typeface="Noto Sans" pitchFamily="34" charset="-120"/>
              </a:rPr>
              <a:t> sự</a:t>
            </a:r>
            <a:r>
              <a:rPr lang="en-US" sz="1313" dirty="0" spc="0" kern="0">
                <a:solidFill>
                  <a:srgbClr val="123E52"/>
                </a:solidFill>
                <a:latin typeface="Noto Sans" pitchFamily="34" charset="0"/>
                <a:ea typeface="Noto Sans" pitchFamily="34" charset="-122"/>
                <a:cs typeface="Noto Sans" pitchFamily="34" charset="-120"/>
              </a:rPr>
              <a:t> muốn</a:t>
            </a:r>
            <a:r>
              <a:rPr lang="en-US" sz="1313" dirty="0" spc="1" kern="0">
                <a:solidFill>
                  <a:srgbClr val="123E52"/>
                </a:solidFill>
                <a:latin typeface="Noto Sans" pitchFamily="34" charset="0"/>
                <a:ea typeface="Noto Sans" pitchFamily="34" charset="-122"/>
                <a:cs typeface="Noto Sans" pitchFamily="34" charset="-120"/>
              </a:rPr>
              <a:t> hiểu,</a:t>
            </a:r>
            <a:r>
              <a:rPr lang="en-US" sz="1313" dirty="0" spc="-5" kern="0">
                <a:solidFill>
                  <a:srgbClr val="123E52"/>
                </a:solidFill>
                <a:latin typeface="Noto Sans" pitchFamily="34" charset="0"/>
                <a:ea typeface="Noto Sans" pitchFamily="34" charset="-122"/>
                <a:cs typeface="Noto Sans" pitchFamily="34" charset="-120"/>
              </a:rPr>
              <a:t> rồi</a:t>
            </a:r>
            <a:r>
              <a:rPr lang="en-US" sz="1313" dirty="0" spc="-1" kern="0">
                <a:solidFill>
                  <a:srgbClr val="123E52"/>
                </a:solidFill>
                <a:latin typeface="Noto Sans" pitchFamily="34" charset="0"/>
                <a:ea typeface="Noto Sans" pitchFamily="34" charset="-122"/>
                <a:cs typeface="Noto Sans" pitchFamily="34" charset="-120"/>
              </a:rPr>
              <a:t> giới</a:t>
            </a:r>
            <a:r>
              <a:rPr lang="en-US" sz="1313" dirty="0" spc="0" kern="0">
                <a:solidFill>
                  <a:srgbClr val="123E52"/>
                </a:solidFill>
                <a:latin typeface="Noto Sans" pitchFamily="34" charset="0"/>
                <a:ea typeface="Noto Sans" pitchFamily="34" charset="-122"/>
                <a:cs typeface="Noto Sans" pitchFamily="34" charset="-120"/>
              </a:rPr>
              <a:t> hạn thành một</a:t>
            </a:r>
            <a:r>
              <a:rPr lang="en-US" sz="1313" dirty="0" spc="2" kern="0">
                <a:solidFill>
                  <a:srgbClr val="123E52"/>
                </a:solidFill>
                <a:latin typeface="Noto Sans" pitchFamily="34" charset="0"/>
                <a:ea typeface="Noto Sans" pitchFamily="34" charset="-122"/>
                <a:cs typeface="Noto Sans" pitchFamily="34" charset="-120"/>
              </a:rPr>
              <a:t> sản</a:t>
            </a:r>
            <a:r>
              <a:rPr lang="en-US" sz="1313" dirty="0" spc="0" kern="0">
                <a:solidFill>
                  <a:srgbClr val="123E52"/>
                </a:solidFill>
                <a:latin typeface="Noto Sans" pitchFamily="34" charset="0"/>
                <a:ea typeface="Noto Sans" pitchFamily="34" charset="-122"/>
                <a:cs typeface="Noto Sans" pitchFamily="34" charset="-120"/>
              </a:rPr>
              <a:t> phẩm</a:t>
            </a:r>
            <a:r>
              <a:rPr lang="en-US" sz="1313" dirty="0" spc="-1" kern="0">
                <a:solidFill>
                  <a:srgbClr val="123E52"/>
                </a:solidFill>
                <a:latin typeface="Noto Sans" pitchFamily="34" charset="0"/>
                <a:ea typeface="Noto Sans" pitchFamily="34" charset="-122"/>
                <a:cs typeface="Noto Sans" pitchFamily="34" charset="-120"/>
              </a:rPr>
              <a:t> nhỏ.</a:t>
            </a:r>
            <a:r>
              <a:rPr lang="en-US" sz="1313" dirty="0" spc="0" kern="0">
                <a:solidFill>
                  <a:srgbClr val="123E52"/>
                </a:solidFill>
                <a:latin typeface="Noto Sans" pitchFamily="34" charset="0"/>
                <a:ea typeface="Noto Sans" pitchFamily="34" charset="-122"/>
                <a:cs typeface="Noto Sans" pitchFamily="34" charset="-120"/>
              </a:rPr>
              <a:t> Bảng</a:t>
            </a:r>
            <a:r>
              <a:rPr lang="en-US" sz="1313" dirty="0" spc="1" kern="0">
                <a:solidFill>
                  <a:srgbClr val="123E52"/>
                </a:solidFill>
                <a:latin typeface="Noto Sans" pitchFamily="34" charset="0"/>
                <a:ea typeface="Noto Sans" pitchFamily="34" charset="-122"/>
                <a:cs typeface="Noto Sans" pitchFamily="34" charset="-120"/>
              </a:rPr>
              <a:t> lựa</a:t>
            </a:r>
            <a:r>
              <a:rPr lang="en-US" sz="1313" dirty="0" spc="0" kern="0">
                <a:solidFill>
                  <a:srgbClr val="123E52"/>
                </a:solidFill>
                <a:latin typeface="Noto Sans" pitchFamily="34" charset="0"/>
                <a:ea typeface="Noto Sans" pitchFamily="34" charset="-122"/>
                <a:cs typeface="Noto Sans" pitchFamily="34" charset="-120"/>
              </a:rPr>
              <a:t> chọn</a:t>
            </a:r>
            <a:r>
              <a:rPr lang="en-US" sz="1313" dirty="0" spc="-1" kern="0">
                <a:solidFill>
                  <a:srgbClr val="123E52"/>
                </a:solidFill>
                <a:latin typeface="Noto Sans" pitchFamily="34" charset="0"/>
                <a:ea typeface="Noto Sans" pitchFamily="34" charset="-122"/>
                <a:cs typeface="Noto Sans" pitchFamily="34" charset="-120"/>
              </a:rPr>
              <a:t> dưới đây</a:t>
            </a:r>
            <a:r>
              <a:rPr lang="en-US" sz="1313" dirty="0" spc="1" kern="0">
                <a:solidFill>
                  <a:srgbClr val="123E52"/>
                </a:solidFill>
                <a:latin typeface="Noto Sans" pitchFamily="34" charset="0"/>
                <a:ea typeface="Noto Sans" pitchFamily="34" charset="-122"/>
                <a:cs typeface="Noto Sans" pitchFamily="34" charset="-120"/>
              </a:rPr>
              <a:t> là</a:t>
            </a:r>
            <a:r>
              <a:rPr lang="en-US" sz="1313" dirty="0" spc="-1" kern="0">
                <a:solidFill>
                  <a:srgbClr val="123E52"/>
                </a:solidFill>
                <a:latin typeface="Noto Sans" pitchFamily="34" charset="0"/>
                <a:ea typeface="Noto Sans" pitchFamily="34" charset="-122"/>
                <a:cs typeface="Noto Sans" pitchFamily="34" charset="-120"/>
              </a:rPr>
              <a:t> gợi ý</a:t>
            </a:r>
            <a:r>
              <a:rPr lang="en-US" sz="1313" dirty="0" spc="2" kern="0">
                <a:solidFill>
                  <a:srgbClr val="123E52"/>
                </a:solidFill>
                <a:latin typeface="Noto Sans" pitchFamily="34" charset="0"/>
                <a:ea typeface="Noto Sans" pitchFamily="34" charset="-122"/>
                <a:cs typeface="Noto Sans" pitchFamily="34" charset="-120"/>
              </a:rPr>
              <a:t> của</a:t>
            </a:r>
            <a:r>
              <a:rPr lang="en-US" sz="1313" dirty="0" spc="-1" kern="0">
                <a:solidFill>
                  <a:srgbClr val="123E52"/>
                </a:solidFill>
                <a:latin typeface="Noto Sans" pitchFamily="34" charset="0"/>
                <a:ea typeface="Noto Sans" pitchFamily="34" charset="-122"/>
                <a:cs typeface="Noto Sans" pitchFamily="34" charset="-120"/>
              </a:rPr>
              <a:t> người</a:t>
            </a:r>
            <a:r>
              <a:rPr lang="en-US" sz="1313" dirty="0" spc="2" kern="0">
                <a:solidFill>
                  <a:srgbClr val="123E52"/>
                </a:solidFill>
                <a:latin typeface="Noto Sans" pitchFamily="34" charset="0"/>
                <a:ea typeface="Noto Sans" pitchFamily="34" charset="-122"/>
                <a:cs typeface="Noto Sans" pitchFamily="34" charset="-120"/>
              </a:rPr>
              <a:t> viết,</a:t>
            </a:r>
            <a:r>
              <a:rPr lang="en-US" sz="1313" dirty="0" spc="-1" kern="0">
                <a:solidFill>
                  <a:srgbClr val="123E52"/>
                </a:solidFill>
                <a:latin typeface="Noto Sans" pitchFamily="34" charset="0"/>
                <a:ea typeface="Noto Sans" pitchFamily="34" charset="-122"/>
                <a:cs typeface="Noto Sans" pitchFamily="34" charset="-120"/>
              </a:rPr>
              <a:t> dựa</a:t>
            </a:r>
            <a:r>
              <a:rPr lang="en-US" sz="1313" dirty="0" spc="-3" kern="0">
                <a:solidFill>
                  <a:srgbClr val="123E52"/>
                </a:solidFill>
                <a:latin typeface="Noto Sans" pitchFamily="34" charset="0"/>
                <a:ea typeface="Noto Sans" pitchFamily="34" charset="-122"/>
                <a:cs typeface="Noto Sans" pitchFamily="34" charset="-120"/>
              </a:rPr>
              <a:t> trên</a:t>
            </a:r>
            <a:r>
              <a:rPr lang="en-US" sz="1313" dirty="0" spc="3" kern="0">
                <a:solidFill>
                  <a:srgbClr val="123E52"/>
                </a:solidFill>
                <a:latin typeface="Noto Sans" pitchFamily="34" charset="0"/>
                <a:ea typeface="Noto Sans" pitchFamily="34" charset="-122"/>
                <a:cs typeface="Noto Sans" pitchFamily="34" charset="-120"/>
              </a:rPr>
              <a:t> các</a:t>
            </a:r>
            <a:r>
              <a:rPr lang="en-US" sz="1313" dirty="0" spc="0" kern="0">
                <a:solidFill>
                  <a:srgbClr val="123E52"/>
                </a:solidFill>
                <a:latin typeface="Noto Sans" pitchFamily="34" charset="0"/>
                <a:ea typeface="Noto Sans" pitchFamily="34" charset="-122"/>
                <a:cs typeface="Noto Sans" pitchFamily="34" charset="-120"/>
              </a:rPr>
              <a:t> nhóm có</a:t>
            </a:r>
            <a:r>
              <a:rPr lang="en-US" sz="1313" dirty="0" spc="-5" kern="0">
                <a:solidFill>
                  <a:srgbClr val="123E52"/>
                </a:solidFill>
                <a:latin typeface="Noto Sans" pitchFamily="34" charset="0"/>
                <a:ea typeface="Noto Sans" pitchFamily="34" charset="-122"/>
                <a:cs typeface="Noto Sans" pitchFamily="34" charset="-120"/>
              </a:rPr>
              <a:t> trong</a:t>
            </a:r>
            <a:r>
              <a:rPr lang="en-US" sz="1313" dirty="0" spc="3" kern="0">
                <a:solidFill>
                  <a:srgbClr val="123E52"/>
                </a:solidFill>
                <a:latin typeface="Noto Sans" pitchFamily="34" charset="0"/>
                <a:ea typeface="Noto Sans" pitchFamily="34" charset="-122"/>
                <a:cs typeface="Noto Sans" pitchFamily="34" charset="-120"/>
              </a:rPr>
              <a:t> README.</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42" kern="0">
                <a:solidFill>
                  <a:srgbClr val="123E52"/>
                </a:solidFill>
                <a:latin typeface="Lexend SemiBold" pitchFamily="34" charset="0"/>
                <a:ea typeface="Lexend SemiBold" pitchFamily="34" charset="-122"/>
                <a:cs typeface="Lexend SemiBold" pitchFamily="34" charset="-120"/>
              </a:rPr>
              <a:t>Tôi</a:t>
            </a:r>
            <a:r>
              <a:rPr lang="en-US" sz="1275" dirty="0" spc="1" kern="0">
                <a:solidFill>
                  <a:srgbClr val="123E52"/>
                </a:solidFill>
                <a:latin typeface="Lexend SemiBold" pitchFamily="34" charset="0"/>
                <a:ea typeface="Lexend SemiBold" pitchFamily="34" charset="-122"/>
                <a:cs typeface="Lexend SemiBold" pitchFamily="34" charset="-120"/>
              </a:rPr>
              <a:t> muốn</a:t>
            </a:r>
            <a:r>
              <a:rPr lang="en-US" sz="1275" dirty="0" spc="0" kern="0">
                <a:solidFill>
                  <a:srgbClr val="123E52"/>
                </a:solidFill>
                <a:latin typeface="Lexend SemiBold" pitchFamily="34" charset="0"/>
                <a:ea typeface="Lexend SemiBold" pitchFamily="34" charset="-122"/>
                <a:cs typeface="Lexend SemiBold" pitchFamily="34" charset="-120"/>
              </a:rPr>
              <a:t> thấy</a:t>
            </a:r>
            <a:r>
              <a:rPr lang="en-US" sz="1275" dirty="0" spc="-7" kern="0">
                <a:solidFill>
                  <a:srgbClr val="123E52"/>
                </a:solidFill>
                <a:latin typeface="Lexend SemiBold" pitchFamily="34" charset="0"/>
                <a:ea typeface="Lexend SemiBold" pitchFamily="34" charset="-122"/>
                <a:cs typeface="Lexend SemiBold" pitchFamily="34" charset="-120"/>
              </a:rPr>
              <a:t> kết</a:t>
            </a:r>
            <a:r>
              <a:rPr lang="en-US" sz="1275" dirty="0" spc="4" kern="0">
                <a:solidFill>
                  <a:srgbClr val="123E52"/>
                </a:solidFill>
                <a:latin typeface="Lexend SemiBold" pitchFamily="34" charset="0"/>
                <a:ea typeface="Lexend SemiBold" pitchFamily="34" charset="-122"/>
                <a:cs typeface="Lexend SemiBold" pitchFamily="34" charset="-120"/>
              </a:rPr>
              <a:t> quả</a:t>
            </a:r>
            <a:r>
              <a:rPr lang="en-US" sz="1275" dirty="0" spc="-1" kern="0">
                <a:solidFill>
                  <a:srgbClr val="123E52"/>
                </a:solidFill>
                <a:latin typeface="Lexend SemiBold" pitchFamily="34" charset="0"/>
                <a:ea typeface="Lexend SemiBold" pitchFamily="34" charset="-122"/>
                <a:cs typeface="Lexend SemiBold" pitchFamily="34" charset="-120"/>
              </a:rPr>
              <a:t> sớm</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Cân</a:t>
            </a:r>
            <a:r>
              <a:rPr lang="en-US" sz="1095" dirty="0" spc="0" kern="0">
                <a:solidFill>
                  <a:srgbClr val="123E52"/>
                </a:solidFill>
                <a:latin typeface="Noto Sans" pitchFamily="34" charset="0"/>
                <a:ea typeface="Noto Sans" pitchFamily="34" charset="-122"/>
                <a:cs typeface="Noto Sans" pitchFamily="34" charset="-120"/>
              </a:rPr>
              <a:t> nhắc</a:t>
            </a:r>
            <a:r>
              <a:rPr lang="en-US" sz="1095" dirty="0" spc="1" kern="0">
                <a:solidFill>
                  <a:srgbClr val="123E52"/>
                </a:solidFill>
                <a:latin typeface="Noto Sans" pitchFamily="34" charset="0"/>
                <a:ea typeface="Noto Sans" pitchFamily="34" charset="-122"/>
                <a:cs typeface="Noto Sans" pitchFamily="34" charset="-120"/>
              </a:rPr>
              <a:t> Command-Line</a:t>
            </a:r>
            <a:r>
              <a:rPr lang="en-US" sz="1095" dirty="0" spc="-15" kern="0">
                <a:solidFill>
                  <a:srgbClr val="123E52"/>
                </a:solidFill>
                <a:latin typeface="Noto Sans" pitchFamily="34" charset="0"/>
                <a:ea typeface="Noto Sans" pitchFamily="34" charset="-122"/>
                <a:cs typeface="Noto Sans" pitchFamily="34" charset="-120"/>
              </a:rPr>
              <a:t> Tool,</a:t>
            </a:r>
            <a:r>
              <a:rPr lang="en-US" sz="1095" dirty="0" spc="-9" kern="0">
                <a:solidFill>
                  <a:srgbClr val="123E52"/>
                </a:solidFill>
                <a:latin typeface="Noto Sans" pitchFamily="34" charset="0"/>
                <a:ea typeface="Noto Sans" pitchFamily="34" charset="-122"/>
                <a:cs typeface="Noto Sans" pitchFamily="34" charset="-120"/>
              </a:rPr>
              <a:t> Template</a:t>
            </a:r>
            <a:r>
              <a:rPr lang="en-US" sz="1095" dirty="0" spc="-1" kern="0">
                <a:solidFill>
                  <a:srgbClr val="123E52"/>
                </a:solidFill>
                <a:latin typeface="Noto Sans" pitchFamily="34" charset="0"/>
                <a:ea typeface="Noto Sans" pitchFamily="34" charset="-122"/>
                <a:cs typeface="Noto Sans" pitchFamily="34" charset="-120"/>
              </a:rPr>
              <a:t> Engine</a:t>
            </a:r>
            <a:r>
              <a:rPr lang="en-US" sz="1095" dirty="0" spc="0" kern="0">
                <a:solidFill>
                  <a:srgbClr val="123E52"/>
                </a:solidFill>
                <a:latin typeface="Noto Sans" pitchFamily="34" charset="0"/>
                <a:ea typeface="Noto Sans" pitchFamily="34" charset="-122"/>
                <a:cs typeface="Noto Sans" pitchFamily="34" charset="-120"/>
              </a:rPr>
              <a:t> hoặc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3" kern="0">
                <a:solidFill>
                  <a:srgbClr val="123E52"/>
                </a:solidFill>
                <a:latin typeface="Noto Sans" pitchFamily="34" charset="0"/>
                <a:ea typeface="Noto Sans" pitchFamily="34" charset="-122"/>
                <a:cs typeface="Noto Sans" pitchFamily="34" charset="-120"/>
              </a:rPr>
              <a:t> Web</a:t>
            </a:r>
            <a:r>
              <a:rPr lang="en-US" sz="1095" dirty="0" spc="1" kern="0">
                <a:solidFill>
                  <a:srgbClr val="123E52"/>
                </a:solidFill>
                <a:latin typeface="Noto Sans" pitchFamily="34" charset="0"/>
                <a:ea typeface="Noto Sans" pitchFamily="34" charset="-122"/>
                <a:cs typeface="Noto Sans" pitchFamily="34" charset="-120"/>
              </a:rPr>
              <a:t> Server</a:t>
            </a:r>
            <a:r>
              <a:rPr lang="en-US" sz="1095" dirty="0" spc="0"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bằng</a:t>
            </a:r>
            <a:r>
              <a:rPr lang="en-US" sz="1095" dirty="0" spc="0" kern="0">
                <a:solidFill>
                  <a:srgbClr val="123E52"/>
                </a:solidFill>
                <a:latin typeface="Noto Sans" pitchFamily="34" charset="0"/>
                <a:ea typeface="Noto Sans" pitchFamily="34" charset="-122"/>
                <a:cs typeface="Noto Sans" pitchFamily="34" charset="-120"/>
              </a:rPr>
              <a:t> ngôn ngữ</a:t>
            </a:r>
            <a:r>
              <a:rPr lang="en-US" sz="1095" dirty="0" spc="-1" kern="0">
                <a:solidFill>
                  <a:srgbClr val="123E52"/>
                </a:solidFill>
                <a:latin typeface="Noto Sans" pitchFamily="34" charset="0"/>
                <a:ea typeface="Noto Sans" pitchFamily="34" charset="-122"/>
                <a:cs typeface="Noto Sans" pitchFamily="34" charset="-120"/>
              </a:rPr>
              <a:t> đã</a:t>
            </a:r>
            <a:r>
              <a:rPr lang="en-US" sz="1095" dirty="0" spc="2" kern="0">
                <a:solidFill>
                  <a:srgbClr val="123E52"/>
                </a:solidFill>
                <a:latin typeface="Noto Sans" pitchFamily="34" charset="0"/>
                <a:ea typeface="Noto Sans" pitchFamily="34" charset="-122"/>
                <a:cs typeface="Noto Sans" pitchFamily="34" charset="-120"/>
              </a:rPr>
              <a:t> quen.</a:t>
            </a:r>
            <a:r>
              <a:rPr lang="en-US" sz="1095" dirty="0" spc="-1" kern="0">
                <a:solidFill>
                  <a:srgbClr val="123E52"/>
                </a:solidFill>
                <a:latin typeface="Noto Sans" pitchFamily="34" charset="0"/>
                <a:ea typeface="Noto Sans" pitchFamily="34" charset="-122"/>
                <a:cs typeface="Noto Sans" pitchFamily="34" charset="-120"/>
              </a:rPr>
              <a:t> Đọc</a:t>
            </a:r>
            <a:r>
              <a:rPr lang="en-US" sz="1095" dirty="0" spc="0" kern="0">
                <a:solidFill>
                  <a:srgbClr val="123E52"/>
                </a:solidFill>
                <a:latin typeface="Noto Sans" pitchFamily="34" charset="0"/>
                <a:ea typeface="Noto Sans" pitchFamily="34" charset="-122"/>
                <a:cs typeface="Noto Sans" pitchFamily="34" charset="-120"/>
              </a:rPr>
              <a:t> yêu cầu</a:t>
            </a:r>
            <a:r>
              <a:rPr lang="en-US" sz="1095" dirty="0" spc="1" kern="0">
                <a:solidFill>
                  <a:srgbClr val="123E52"/>
                </a:solidFill>
                <a:latin typeface="Noto Sans" pitchFamily="34" charset="0"/>
                <a:ea typeface="Noto Sans" pitchFamily="34" charset="-122"/>
                <a:cs typeface="Noto Sans" pitchFamily="34" charset="-120"/>
              </a:rPr>
              <a:t> của</a:t>
            </a:r>
            <a:r>
              <a:rPr lang="en-US" sz="1095" dirty="0" spc="-1" kern="0">
                <a:solidFill>
                  <a:srgbClr val="123E52"/>
                </a:solidFill>
                <a:latin typeface="Noto Sans" pitchFamily="34" charset="0"/>
                <a:ea typeface="Noto Sans" pitchFamily="34" charset="-122"/>
                <a:cs typeface="Noto Sans" pitchFamily="34" charset="-120"/>
              </a:rPr>
              <a:t> chính</a:t>
            </a:r>
            <a:r>
              <a:rPr lang="en-US" sz="1095" dirty="0" spc="-2" kern="0">
                <a:solidFill>
                  <a:srgbClr val="123E52"/>
                </a:solidFill>
                <a:latin typeface="Noto Sans" pitchFamily="34" charset="0"/>
                <a:ea typeface="Noto Sans" pitchFamily="34" charset="-122"/>
                <a:cs typeface="Noto Sans" pitchFamily="34" charset="-120"/>
              </a:rPr>
              <a:t> tutorial</a:t>
            </a:r>
            <a:r>
              <a:rPr lang="en-US" sz="1095" dirty="0" spc="0" kern="0">
                <a:solidFill>
                  <a:srgbClr val="123E52"/>
                </a:solidFill>
                <a:latin typeface="Noto Sans" pitchFamily="34" charset="0"/>
                <a:ea typeface="Noto Sans" pitchFamily="34" charset="-122"/>
                <a:cs typeface="Noto Sans" pitchFamily="34" charset="-120"/>
              </a:rPr>
              <a:t> trước</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1" kern="0">
                <a:solidFill>
                  <a:srgbClr val="123E52"/>
                </a:solidFill>
                <a:latin typeface="Noto Sans" pitchFamily="34" charset="0"/>
                <a:ea typeface="Noto Sans" pitchFamily="34" charset="-122"/>
                <a:cs typeface="Noto Sans" pitchFamily="34" charset="-120"/>
              </a:rPr>
              <a:t> chọn.</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42" kern="0">
                <a:solidFill>
                  <a:srgbClr val="123E52"/>
                </a:solidFill>
                <a:latin typeface="Lexend SemiBold" pitchFamily="34" charset="0"/>
                <a:ea typeface="Lexend SemiBold" pitchFamily="34" charset="-122"/>
                <a:cs typeface="Lexend SemiBold" pitchFamily="34" charset="-120"/>
              </a:rPr>
              <a:t>Tôi</a:t>
            </a:r>
            <a:r>
              <a:rPr lang="en-US" sz="1275" dirty="0" spc="1" kern="0">
                <a:solidFill>
                  <a:srgbClr val="123E52"/>
                </a:solidFill>
                <a:latin typeface="Lexend SemiBold" pitchFamily="34" charset="0"/>
                <a:ea typeface="Lexend SemiBold" pitchFamily="34" charset="-122"/>
                <a:cs typeface="Lexend SemiBold" pitchFamily="34" charset="-120"/>
              </a:rPr>
              <a:t> thường</a:t>
            </a:r>
            <a:r>
              <a:rPr lang="en-US" sz="1275" dirty="0" spc="6" kern="0">
                <a:solidFill>
                  <a:srgbClr val="123E52"/>
                </a:solidFill>
                <a:latin typeface="Lexend SemiBold" pitchFamily="34" charset="0"/>
                <a:ea typeface="Lexend SemiBold" pitchFamily="34" charset="-122"/>
                <a:cs typeface="Lexend SemiBold" pitchFamily="34" charset="-120"/>
              </a:rPr>
              <a:t> dùng</a:t>
            </a:r>
            <a:r>
              <a:rPr lang="en-US" sz="1275" dirty="0" spc="1" kern="0">
                <a:solidFill>
                  <a:srgbClr val="123E52"/>
                </a:solidFill>
                <a:latin typeface="Lexend SemiBold" pitchFamily="34" charset="0"/>
                <a:ea typeface="Lexend SemiBold" pitchFamily="34" charset="-122"/>
                <a:cs typeface="Lexend SemiBold" pitchFamily="34" charset="-120"/>
              </a:rPr>
              <a:t> công</a:t>
            </a:r>
            <a:r>
              <a:rPr lang="en-US" sz="1275" dirty="0" spc="4" kern="0">
                <a:solidFill>
                  <a:srgbClr val="123E52"/>
                </a:solidFill>
                <a:latin typeface="Lexend SemiBold" pitchFamily="34" charset="0"/>
                <a:ea typeface="Lexend SemiBold" pitchFamily="34" charset="-122"/>
                <a:cs typeface="Lexend SemiBold" pitchFamily="34" charset="-120"/>
              </a:rPr>
              <a:t> cụ</a:t>
            </a:r>
            <a:r>
              <a:rPr lang="en-US" sz="1275" dirty="0" spc="3" kern="0">
                <a:solidFill>
                  <a:srgbClr val="123E52"/>
                </a:solidFill>
                <a:latin typeface="Lexend SemiBold" pitchFamily="34" charset="0"/>
                <a:ea typeface="Lexend SemiBold" pitchFamily="34" charset="-122"/>
                <a:cs typeface="Lexend SemiBold" pitchFamily="34" charset="-120"/>
              </a:rPr>
              <a:t> nhưng</a:t>
            </a:r>
            <a:r>
              <a:rPr lang="en-US" sz="1275" dirty="0" spc="4" kern="0">
                <a:solidFill>
                  <a:srgbClr val="123E52"/>
                </a:solidFill>
                <a:latin typeface="Lexend SemiBold" pitchFamily="34" charset="0"/>
                <a:ea typeface="Lexend SemiBold" pitchFamily="34" charset="-122"/>
                <a:cs typeface="Lexend SemiBold" pitchFamily="34" charset="-120"/>
              </a:rPr>
              <a:t> chưa</a:t>
            </a:r>
            <a:r>
              <a:rPr lang="en-US" sz="1275" dirty="0" spc="3" kern="0">
                <a:solidFill>
                  <a:srgbClr val="123E52"/>
                </a:solidFill>
                <a:latin typeface="Lexend SemiBold" pitchFamily="34" charset="0"/>
                <a:ea typeface="Lexend SemiBold" pitchFamily="34" charset="-122"/>
                <a:cs typeface="Lexend SemiBold" pitchFamily="34" charset="-120"/>
              </a:rPr>
              <a:t> hiểu</a:t>
            </a:r>
            <a:r>
              <a:rPr lang="en-US" sz="1275" dirty="0" spc="1" kern="0">
                <a:solidFill>
                  <a:srgbClr val="123E52"/>
                </a:solidFill>
                <a:latin typeface="Lexend SemiBold" pitchFamily="34" charset="0"/>
                <a:ea typeface="Lexend SemiBold" pitchFamily="34" charset="-122"/>
                <a:cs typeface="Lexend SemiBold" pitchFamily="34" charset="-120"/>
              </a:rPr>
              <a:t> nó</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2" kern="0">
                <a:solidFill>
                  <a:srgbClr val="123E52"/>
                </a:solidFill>
                <a:latin typeface="Noto Sans" pitchFamily="34" charset="0"/>
                <a:ea typeface="Noto Sans" pitchFamily="34" charset="-122"/>
                <a:cs typeface="Noto Sans" pitchFamily="34" charset="-120"/>
              </a:rPr>
              <a:t>Chọn</a:t>
            </a:r>
            <a:r>
              <a:rPr lang="en-US" sz="1095" dirty="0" spc="1" kern="0">
                <a:solidFill>
                  <a:srgbClr val="123E52"/>
                </a:solidFill>
                <a:latin typeface="Noto Sans" pitchFamily="34" charset="0"/>
                <a:ea typeface="Noto Sans" pitchFamily="34" charset="-122"/>
                <a:cs typeface="Noto Sans" pitchFamily="34" charset="-120"/>
              </a:rPr>
              <a:t> Database,</a:t>
            </a:r>
            <a:r>
              <a:rPr lang="en-US" sz="1095" dirty="0" spc="-3" kern="0">
                <a:solidFill>
                  <a:srgbClr val="123E52"/>
                </a:solidFill>
                <a:latin typeface="Noto Sans" pitchFamily="34" charset="0"/>
                <a:ea typeface="Noto Sans" pitchFamily="34" charset="-122"/>
                <a:cs typeface="Noto Sans" pitchFamily="34" charset="-120"/>
              </a:rPr>
              <a:t> Git,</a:t>
            </a:r>
            <a:r>
              <a:rPr lang="en-US" sz="1095" dirty="0" spc="-1" kern="0">
                <a:solidFill>
                  <a:srgbClr val="123E52"/>
                </a:solidFill>
                <a:latin typeface="Noto Sans" pitchFamily="34" charset="0"/>
                <a:ea typeface="Noto Sans" pitchFamily="34" charset="-122"/>
                <a:cs typeface="Noto Sans" pitchFamily="34" charset="-120"/>
              </a:rPr>
              <a:t> Shell</a:t>
            </a:r>
            <a:r>
              <a:rPr lang="en-US" sz="1095" dirty="0" spc="1" kern="0">
                <a:solidFill>
                  <a:srgbClr val="123E52"/>
                </a:solidFill>
                <a:latin typeface="Noto Sans" pitchFamily="34" charset="0"/>
                <a:ea typeface="Noto Sans" pitchFamily="34" charset="-122"/>
                <a:cs typeface="Noto Sans" pitchFamily="34" charset="-120"/>
              </a:rPr>
              <a:t> hoặc</a:t>
            </a:r>
            <a:r>
              <a:rPr lang="en-US" sz="1095" dirty="0" spc="-1" kern="0">
                <a:solidFill>
                  <a:srgbClr val="123E52"/>
                </a:solidFill>
                <a:latin typeface="Noto Sans" pitchFamily="34" charset="0"/>
                <a:ea typeface="Noto Sans" pitchFamily="34" charset="-122"/>
                <a:cs typeface="Noto Sans" pitchFamily="34" charset="-120"/>
              </a:rPr>
              <a:t> Front-end</a:t>
            </a:r>
            <a:r>
              <a:rPr lang="en-US" sz="1095" dirty="0" spc="-4" kern="0">
                <a:solidFill>
                  <a:srgbClr val="123E52"/>
                </a:solidFill>
                <a:latin typeface="Noto Sans" pitchFamily="34" charset="0"/>
                <a:ea typeface="Noto Sans" pitchFamily="34" charset="-122"/>
                <a:cs typeface="Noto Sans" pitchFamily="34" charset="-120"/>
              </a:rPr>
              <a:t> Framework</a:t>
            </a:r>
            <a:r>
              <a:rPr lang="en-US" sz="1095" dirty="0" spc="-3" kern="0">
                <a:solidFill>
                  <a:srgbClr val="123E52"/>
                </a:solidFill>
                <a:latin typeface="Noto Sans" pitchFamily="34" charset="0"/>
                <a:ea typeface="Noto Sans" pitchFamily="34" charset="-122"/>
                <a:cs typeface="Noto Sans" pitchFamily="34" charset="-120"/>
              </a:rPr>
              <a:t> /</a:t>
            </a:r>
            <a:r>
              <a:rPr lang="en-US" sz="1095" dirty="0" spc="-4" kern="0">
                <a:solidFill>
                  <a:srgbClr val="123E52"/>
                </a:solidFill>
                <a:latin typeface="Noto Sans" pitchFamily="34" charset="0"/>
                <a:ea typeface="Noto Sans" pitchFamily="34" charset="-122"/>
                <a:cs typeface="Noto Sans" pitchFamily="34" charset="-120"/>
              </a:rPr>
              <a:t> Library</a:t>
            </a:r>
            <a:r>
              <a:rPr lang="en-US" sz="1095" dirty="0" spc="-1" kern="0">
                <a:solidFill>
                  <a:srgbClr val="123E52"/>
                </a:solidFill>
                <a:latin typeface="Noto Sans" pitchFamily="34" charset="0"/>
                <a:ea typeface="Noto Sans" pitchFamily="34" charset="-122"/>
                <a:cs typeface="Noto Sans" pitchFamily="34" charset="-120"/>
              </a:rPr>
              <a:t> tương</a:t>
            </a:r>
            <a:r>
              <a:rPr lang="en-US" sz="1095" dirty="0" spc="0" kern="0">
                <a:solidFill>
                  <a:srgbClr val="123E52"/>
                </a:solidFill>
                <a:latin typeface="Noto Sans" pitchFamily="34" charset="0"/>
                <a:ea typeface="Noto Sans" pitchFamily="34" charset="-122"/>
                <a:cs typeface="Noto Sans" pitchFamily="34" charset="-120"/>
              </a:rPr>
              <a:t> ứng</a:t>
            </a:r>
            <a:r>
              <a:rPr lang="en-US" sz="1095" dirty="0" spc="-4" kern="0">
                <a:solidFill>
                  <a:srgbClr val="123E52"/>
                </a:solidFill>
                <a:latin typeface="Noto Sans" pitchFamily="34" charset="0"/>
                <a:ea typeface="Noto Sans" pitchFamily="34" charset="-122"/>
                <a:cs typeface="Noto Sans" pitchFamily="34" charset="-120"/>
              </a:rPr>
              <a:t> với</a:t>
            </a:r>
            <a:r>
              <a:rPr lang="en-US" sz="1095" dirty="0" spc="-1" kern="0">
                <a:solidFill>
                  <a:srgbClr val="123E52"/>
                </a:solidFill>
                <a:latin typeface="Noto Sans" pitchFamily="34" charset="0"/>
                <a:ea typeface="Noto Sans" pitchFamily="34" charset="-122"/>
                <a:cs typeface="Noto Sans" pitchFamily="34" charset="-120"/>
              </a:rPr>
              <a:t> thứ bạn</a:t>
            </a:r>
            <a:r>
              <a:rPr lang="en-US" sz="1095" dirty="0" spc="0" kern="0">
                <a:solidFill>
                  <a:srgbClr val="123E52"/>
                </a:solidFill>
                <a:latin typeface="Noto Sans" pitchFamily="34" charset="0"/>
                <a:ea typeface="Noto Sans" pitchFamily="34" charset="-122"/>
                <a:cs typeface="Noto Sans" pitchFamily="34" charset="-120"/>
              </a:rPr>
              <a:t> đã</a:t>
            </a:r>
            <a:r>
              <a:rPr lang="en-US" sz="1095" dirty="0" spc="1" kern="0">
                <a:solidFill>
                  <a:srgbClr val="123E52"/>
                </a:solidFill>
                <a:latin typeface="Noto Sans" pitchFamily="34" charset="0"/>
                <a:ea typeface="Noto Sans" pitchFamily="34" charset="-122"/>
                <a:cs typeface="Noto Sans" pitchFamily="34" charset="-120"/>
              </a:rPr>
              <a:t> dùng.</a:t>
            </a:r>
            <a:r>
              <a:rPr lang="en-US" sz="1095" dirty="0" spc="-1" kern="0">
                <a:solidFill>
                  <a:srgbClr val="123E52"/>
                </a:solidFill>
                <a:latin typeface="Noto Sans" pitchFamily="34" charset="0"/>
                <a:ea typeface="Noto Sans" pitchFamily="34" charset="-122"/>
                <a:cs typeface="Noto Sans" pitchFamily="34" charset="-120"/>
              </a:rPr>
              <a:t> Kinh</a:t>
            </a:r>
            <a:r>
              <a:rPr lang="en-US" sz="1095" dirty="0" spc="0" kern="0">
                <a:solidFill>
                  <a:srgbClr val="123E52"/>
                </a:solidFill>
                <a:latin typeface="Noto Sans" pitchFamily="34" charset="0"/>
                <a:ea typeface="Noto Sans" pitchFamily="34" charset="-122"/>
                <a:cs typeface="Noto Sans" pitchFamily="34" charset="-120"/>
              </a:rPr>
              <a:t> nghiệm</a:t>
            </a:r>
            <a:r>
              <a:rPr lang="en-US" sz="1095" dirty="0" spc="-1" kern="0">
                <a:solidFill>
                  <a:srgbClr val="123E52"/>
                </a:solidFill>
                <a:latin typeface="Noto Sans" pitchFamily="34" charset="0"/>
                <a:ea typeface="Noto Sans" pitchFamily="34" charset="-122"/>
                <a:cs typeface="Noto Sans" pitchFamily="34" charset="-120"/>
              </a:rPr>
              <a:t> sử</a:t>
            </a:r>
            <a:r>
              <a:rPr lang="en-US" sz="1095" dirty="0" spc="0" kern="0">
                <a:solidFill>
                  <a:srgbClr val="123E52"/>
                </a:solidFill>
                <a:latin typeface="Noto Sans" pitchFamily="34" charset="0"/>
                <a:ea typeface="Noto Sans" pitchFamily="34" charset="-122"/>
                <a:cs typeface="Noto Sans" pitchFamily="34" charset="-120"/>
              </a:rPr>
              <a:t> dụng</a:t>
            </a:r>
            <a:r>
              <a:rPr lang="en-US" sz="1095" dirty="0" spc="-2" kern="0">
                <a:solidFill>
                  <a:srgbClr val="123E52"/>
                </a:solidFill>
                <a:latin typeface="Noto Sans" pitchFamily="34" charset="0"/>
                <a:ea typeface="Noto Sans" pitchFamily="34" charset="-122"/>
                <a:cs typeface="Noto Sans" pitchFamily="34" charset="-120"/>
              </a:rPr>
              <a:t> giúp</a:t>
            </a:r>
            <a:r>
              <a:rPr lang="en-US" sz="1095" dirty="0" spc="-1" kern="0">
                <a:solidFill>
                  <a:srgbClr val="123E52"/>
                </a:solidFill>
                <a:latin typeface="Noto Sans" pitchFamily="34" charset="0"/>
                <a:ea typeface="Noto Sans" pitchFamily="34" charset="-122"/>
                <a:cs typeface="Noto Sans" pitchFamily="34" charset="-120"/>
              </a:rPr>
              <a:t> bạn đặt</a:t>
            </a:r>
            <a:r>
              <a:rPr lang="en-US" sz="1095" dirty="0" spc="0" kern="0">
                <a:solidFill>
                  <a:srgbClr val="123E52"/>
                </a:solidFill>
                <a:latin typeface="Noto Sans" pitchFamily="34" charset="0"/>
                <a:ea typeface="Noto Sans" pitchFamily="34" charset="-122"/>
                <a:cs typeface="Noto Sans" pitchFamily="34" charset="-120"/>
              </a:rPr>
              <a:t> câu</a:t>
            </a:r>
            <a:r>
              <a:rPr lang="en-US" sz="1095" dirty="0" spc="-1" kern="0">
                <a:solidFill>
                  <a:srgbClr val="123E52"/>
                </a:solidFill>
                <a:latin typeface="Noto Sans" pitchFamily="34" charset="0"/>
                <a:ea typeface="Noto Sans" pitchFamily="34" charset="-122"/>
                <a:cs typeface="Noto Sans" pitchFamily="34" charset="-120"/>
              </a:rPr>
              <a:t> hỏi</a:t>
            </a:r>
            <a:r>
              <a:rPr lang="en-US" sz="1095" dirty="0" spc="0" kern="0">
                <a:solidFill>
                  <a:srgbClr val="123E52"/>
                </a:solidFill>
                <a:latin typeface="Noto Sans" pitchFamily="34" charset="0"/>
                <a:ea typeface="Noto Sans" pitchFamily="34" charset="-122"/>
                <a:cs typeface="Noto Sans" pitchFamily="34" charset="-120"/>
              </a:rPr>
              <a:t> cụ thể</a:t>
            </a:r>
            <a:r>
              <a:rPr lang="en-US" sz="1095" dirty="0" spc="1" kern="0">
                <a:solidFill>
                  <a:srgbClr val="123E52"/>
                </a:solidFill>
                <a:latin typeface="Noto Sans" pitchFamily="34" charset="0"/>
                <a:ea typeface="Noto Sans" pitchFamily="34" charset="-122"/>
                <a:cs typeface="Noto Sans" pitchFamily="34" charset="-120"/>
              </a:rPr>
              <a:t> hơn.</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42" kern="0">
                <a:solidFill>
                  <a:srgbClr val="123E52"/>
                </a:solidFill>
                <a:latin typeface="Lexend SemiBold" pitchFamily="34" charset="0"/>
                <a:ea typeface="Lexend SemiBold" pitchFamily="34" charset="-122"/>
                <a:cs typeface="Lexend SemiBold" pitchFamily="34" charset="-120"/>
              </a:rPr>
              <a:t>Tôi</a:t>
            </a:r>
            <a:r>
              <a:rPr lang="en-US" sz="1275" dirty="0" spc="3" kern="0">
                <a:solidFill>
                  <a:srgbClr val="123E52"/>
                </a:solidFill>
                <a:latin typeface="Lexend SemiBold" pitchFamily="34" charset="0"/>
                <a:ea typeface="Lexend SemiBold" pitchFamily="34" charset="-122"/>
                <a:cs typeface="Lexend SemiBold" pitchFamily="34" charset="-120"/>
              </a:rPr>
              <a:t> thích nền</a:t>
            </a:r>
            <a:r>
              <a:rPr lang="en-US" sz="1275" dirty="0" spc="1" kern="0">
                <a:solidFill>
                  <a:srgbClr val="123E52"/>
                </a:solidFill>
                <a:latin typeface="Lexend SemiBold" pitchFamily="34" charset="0"/>
                <a:ea typeface="Lexend SemiBold" pitchFamily="34" charset="-122"/>
                <a:cs typeface="Lexend SemiBold" pitchFamily="34" charset="-120"/>
              </a:rPr>
              <a:t> tảng</a:t>
            </a:r>
            <a:r>
              <a:rPr lang="en-US" sz="1275" dirty="0" spc="3" kern="0">
                <a:solidFill>
                  <a:srgbClr val="123E52"/>
                </a:solidFill>
                <a:latin typeface="Lexend SemiBold" pitchFamily="34" charset="0"/>
                <a:ea typeface="Lexend SemiBold" pitchFamily="34" charset="-122"/>
                <a:cs typeface="Lexend SemiBold" pitchFamily="34" charset="-120"/>
              </a:rPr>
              <a:t> hệ</a:t>
            </a:r>
            <a:r>
              <a:rPr lang="en-US" sz="1275" dirty="0" spc="1" kern="0">
                <a:solidFill>
                  <a:srgbClr val="123E52"/>
                </a:solidFill>
                <a:latin typeface="Lexend SemiBold" pitchFamily="34" charset="0"/>
                <a:ea typeface="Lexend SemiBold" pitchFamily="34" charset="-122"/>
                <a:cs typeface="Lexend SemiBold" pitchFamily="34" charset="-120"/>
              </a:rPr>
              <a:t> thống</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Khám</a:t>
            </a:r>
            <a:r>
              <a:rPr lang="en-US" sz="1095" dirty="0" spc="0" kern="0">
                <a:solidFill>
                  <a:srgbClr val="123E52"/>
                </a:solidFill>
                <a:latin typeface="Noto Sans" pitchFamily="34" charset="0"/>
                <a:ea typeface="Noto Sans" pitchFamily="34" charset="-122"/>
                <a:cs typeface="Noto Sans" pitchFamily="34" charset="-120"/>
              </a:rPr>
              <a:t> phá</a:t>
            </a:r>
            <a:r>
              <a:rPr lang="en-US" sz="1095" dirty="0" spc="-21" kern="0">
                <a:solidFill>
                  <a:srgbClr val="123E52"/>
                </a:solidFill>
                <a:latin typeface="Noto Sans" pitchFamily="34" charset="0"/>
                <a:ea typeface="Noto Sans" pitchFamily="34" charset="-122"/>
                <a:cs typeface="Noto Sans" pitchFamily="34" charset="-120"/>
              </a:rPr>
              <a:t> Docker,</a:t>
            </a:r>
            <a:r>
              <a:rPr lang="en-US" sz="1095" dirty="0" spc="-1" kern="0">
                <a:solidFill>
                  <a:srgbClr val="123E52"/>
                </a:solidFill>
                <a:latin typeface="Noto Sans" pitchFamily="34" charset="0"/>
                <a:ea typeface="Noto Sans" pitchFamily="34" charset="-122"/>
                <a:cs typeface="Noto Sans" pitchFamily="34" charset="-120"/>
              </a:rPr>
              <a:t> Network</a:t>
            </a:r>
            <a:r>
              <a:rPr lang="en-US" sz="1095" dirty="0" spc="0" kern="0">
                <a:solidFill>
                  <a:srgbClr val="123E52"/>
                </a:solidFill>
                <a:latin typeface="Noto Sans" pitchFamily="34" charset="0"/>
                <a:ea typeface="Noto Sans" pitchFamily="34" charset="-122"/>
                <a:cs typeface="Noto Sans" pitchFamily="34" charset="-120"/>
              </a:rPr>
              <a:t> Stack,</a:t>
            </a:r>
            <a:r>
              <a:rPr lang="en-US" sz="1095" dirty="0" spc="-2" kern="0">
                <a:solidFill>
                  <a:srgbClr val="123E52"/>
                </a:solidFill>
                <a:latin typeface="Noto Sans" pitchFamily="34" charset="0"/>
                <a:ea typeface="Noto Sans" pitchFamily="34" charset="-122"/>
                <a:cs typeface="Noto Sans" pitchFamily="34" charset="-120"/>
              </a:rPr>
              <a:t> Operating</a:t>
            </a:r>
            <a:r>
              <a:rPr lang="en-US" sz="1095" dirty="0" spc="-1" kern="0">
                <a:solidFill>
                  <a:srgbClr val="123E52"/>
                </a:solidFill>
                <a:latin typeface="Noto Sans" pitchFamily="34" charset="0"/>
                <a:ea typeface="Noto Sans" pitchFamily="34" charset="-122"/>
                <a:cs typeface="Noto Sans" pitchFamily="34" charset="-120"/>
              </a:rPr>
              <a:t> System,</a:t>
            </a:r>
            <a:r>
              <a:rPr lang="en-US" sz="1095" dirty="0" spc="1" kern="0">
                <a:solidFill>
                  <a:srgbClr val="123E52"/>
                </a:solidFill>
                <a:latin typeface="Noto Sans" pitchFamily="34" charset="0"/>
                <a:ea typeface="Noto Sans" pitchFamily="34" charset="-122"/>
                <a:cs typeface="Noto Sans" pitchFamily="34" charset="-120"/>
              </a:rPr>
              <a:t> Memory</a:t>
            </a:r>
            <a:r>
              <a:rPr lang="en-US" sz="1095" dirty="0" spc="-1" kern="0">
                <a:solidFill>
                  <a:srgbClr val="123E52"/>
                </a:solidFill>
                <a:latin typeface="Noto Sans" pitchFamily="34" charset="0"/>
                <a:ea typeface="Noto Sans" pitchFamily="34" charset="-122"/>
                <a:cs typeface="Noto Sans" pitchFamily="34" charset="-120"/>
              </a:rPr>
              <a:t> Allocator</a:t>
            </a:r>
            <a:r>
              <a:rPr lang="en-US" sz="1095" dirty="0" spc="0" kern="0">
                <a:solidFill>
                  <a:srgbClr val="123E52"/>
                </a:solidFill>
                <a:latin typeface="Noto Sans" pitchFamily="34" charset="0"/>
                <a:ea typeface="Noto Sans" pitchFamily="34" charset="-122"/>
                <a:cs typeface="Noto Sans" pitchFamily="34" charset="-120"/>
              </a:rPr>
              <a:t> hoặc</a:t>
            </a:r>
            <a:r>
              <a:rPr lang="en-US" sz="1095" dirty="0" spc="-18" kern="0">
                <a:solidFill>
                  <a:srgbClr val="123E52"/>
                </a:solidFill>
                <a:latin typeface="Noto Sans" pitchFamily="34" charset="0"/>
                <a:ea typeface="Noto Sans" pitchFamily="34" charset="-122"/>
                <a:cs typeface="Noto Sans" pitchFamily="34" charset="-120"/>
              </a:rPr>
              <a:t> Emulator.</a:t>
            </a:r>
            <a:r>
              <a:rPr lang="en-US" sz="1095" dirty="0" spc="1" kern="0">
                <a:solidFill>
                  <a:srgbClr val="123E52"/>
                </a:solidFill>
                <a:latin typeface="Noto Sans" pitchFamily="34" charset="0"/>
                <a:ea typeface="Noto Sans" pitchFamily="34" charset="-122"/>
                <a:cs typeface="Noto Sans" pitchFamily="34" charset="-120"/>
              </a:rPr>
              <a:t> Xác</a:t>
            </a:r>
            <a:r>
              <a:rPr lang="en-US" sz="1095" dirty="0" spc="-1" kern="0">
                <a:solidFill>
                  <a:srgbClr val="123E52"/>
                </a:solidFill>
                <a:latin typeface="Noto Sans" pitchFamily="34" charset="0"/>
                <a:ea typeface="Noto Sans" pitchFamily="34" charset="-122"/>
                <a:cs typeface="Noto Sans" pitchFamily="34" charset="-120"/>
              </a:rPr>
              <a:t> minh kiến thức</a:t>
            </a:r>
            <a:r>
              <a:rPr lang="en-US" sz="1095" dirty="0" spc="1" kern="0">
                <a:solidFill>
                  <a:srgbClr val="123E52"/>
                </a:solidFill>
                <a:latin typeface="Noto Sans" pitchFamily="34" charset="0"/>
                <a:ea typeface="Noto Sans" pitchFamily="34" charset="-122"/>
                <a:cs typeface="Noto Sans" pitchFamily="34" charset="-120"/>
              </a:rPr>
              <a:t> hệ</a:t>
            </a:r>
            <a:r>
              <a:rPr lang="en-US" sz="1095" dirty="0" spc="0" kern="0">
                <a:solidFill>
                  <a:srgbClr val="123E52"/>
                </a:solidFill>
                <a:latin typeface="Noto Sans" pitchFamily="34" charset="0"/>
                <a:ea typeface="Noto Sans" pitchFamily="34" charset="-122"/>
                <a:cs typeface="Noto Sans" pitchFamily="34" charset="-120"/>
              </a:rPr>
              <a:t> điều</a:t>
            </a:r>
            <a:r>
              <a:rPr lang="en-US" sz="1095" dirty="0" spc="2" kern="0">
                <a:solidFill>
                  <a:srgbClr val="123E52"/>
                </a:solidFill>
                <a:latin typeface="Noto Sans" pitchFamily="34" charset="0"/>
                <a:ea typeface="Noto Sans" pitchFamily="34" charset="-122"/>
                <a:cs typeface="Noto Sans" pitchFamily="34" charset="-120"/>
              </a:rPr>
              <a:t> hành,</a:t>
            </a:r>
            <a:r>
              <a:rPr lang="en-US" sz="1095" dirty="0" spc="-1" kern="0">
                <a:solidFill>
                  <a:srgbClr val="123E52"/>
                </a:solidFill>
                <a:latin typeface="Noto Sans" pitchFamily="34" charset="0"/>
                <a:ea typeface="Noto Sans" pitchFamily="34" charset="-122"/>
                <a:cs typeface="Noto Sans" pitchFamily="34" charset="-120"/>
              </a:rPr>
              <a:t> công</a:t>
            </a:r>
            <a:r>
              <a:rPr lang="en-US" sz="1095" dirty="0" spc="0" kern="0">
                <a:solidFill>
                  <a:srgbClr val="123E52"/>
                </a:solidFill>
                <a:latin typeface="Noto Sans" pitchFamily="34" charset="0"/>
                <a:ea typeface="Noto Sans" pitchFamily="34" charset="-122"/>
                <a:cs typeface="Noto Sans" pitchFamily="34" charset="-120"/>
              </a:rPr>
              <a:t> cụ</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nền</a:t>
            </a:r>
            <a:r>
              <a:rPr lang="en-US" sz="1095" dirty="0" spc="-1" kern="0">
                <a:solidFill>
                  <a:srgbClr val="123E52"/>
                </a:solidFill>
                <a:latin typeface="Noto Sans" pitchFamily="34" charset="0"/>
                <a:ea typeface="Noto Sans" pitchFamily="34" charset="-122"/>
                <a:cs typeface="Noto Sans" pitchFamily="34" charset="-120"/>
              </a:rPr>
              <a:t> tảng mà</a:t>
            </a:r>
            <a:r>
              <a:rPr lang="en-US" sz="1095" dirty="0" spc="-2" kern="0">
                <a:solidFill>
                  <a:srgbClr val="123E52"/>
                </a:solidFill>
                <a:latin typeface="Noto Sans" pitchFamily="34" charset="0"/>
                <a:ea typeface="Noto Sans" pitchFamily="34" charset="-122"/>
                <a:cs typeface="Noto Sans" pitchFamily="34" charset="-120"/>
              </a:rPr>
              <a:t> tài liệu</a:t>
            </a:r>
            <a:r>
              <a:rPr lang="en-US" sz="1095" dirty="0" spc="1" kern="0">
                <a:solidFill>
                  <a:srgbClr val="123E52"/>
                </a:solidFill>
                <a:latin typeface="Noto Sans" pitchFamily="34" charset="0"/>
                <a:ea typeface="Noto Sans" pitchFamily="34" charset="-122"/>
                <a:cs typeface="Noto Sans" pitchFamily="34" charset="-120"/>
              </a:rPr>
              <a:t> yêu cầu.</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42" kern="0">
                <a:solidFill>
                  <a:srgbClr val="123E52"/>
                </a:solidFill>
                <a:latin typeface="Lexend SemiBold" pitchFamily="34" charset="0"/>
                <a:ea typeface="Lexend SemiBold" pitchFamily="34" charset="-122"/>
                <a:cs typeface="Lexend SemiBold" pitchFamily="34" charset="-120"/>
              </a:rPr>
              <a:t>Tôi</a:t>
            </a:r>
            <a:r>
              <a:rPr lang="en-US" sz="1275" dirty="0" spc="1" kern="0">
                <a:solidFill>
                  <a:srgbClr val="123E52"/>
                </a:solidFill>
                <a:latin typeface="Lexend SemiBold" pitchFamily="34" charset="0"/>
                <a:ea typeface="Lexend SemiBold" pitchFamily="34" charset="-122"/>
                <a:cs typeface="Lexend SemiBold" pitchFamily="34" charset="-120"/>
              </a:rPr>
              <a:t> muốn</a:t>
            </a:r>
            <a:r>
              <a:rPr lang="en-US" sz="1275" dirty="0" spc="2" kern="0">
                <a:solidFill>
                  <a:srgbClr val="123E52"/>
                </a:solidFill>
                <a:latin typeface="Lexend SemiBold" pitchFamily="34" charset="0"/>
                <a:ea typeface="Lexend SemiBold" pitchFamily="34" charset="-122"/>
                <a:cs typeface="Lexend SemiBold" pitchFamily="34" charset="-120"/>
              </a:rPr>
              <a:t> học</a:t>
            </a:r>
            <a:r>
              <a:rPr lang="en-US" sz="1275" dirty="0" spc="1" kern="0">
                <a:solidFill>
                  <a:srgbClr val="123E52"/>
                </a:solidFill>
                <a:latin typeface="Lexend SemiBold" pitchFamily="34" charset="0"/>
                <a:ea typeface="Lexend SemiBold" pitchFamily="34" charset="-122"/>
                <a:cs typeface="Lexend SemiBold" pitchFamily="34" charset="-120"/>
              </a:rPr>
              <a:t> AI</a:t>
            </a:r>
            <a:r>
              <a:rPr lang="en-US" sz="1275" dirty="0" spc="3" kern="0">
                <a:solidFill>
                  <a:srgbClr val="123E52"/>
                </a:solidFill>
                <a:latin typeface="Lexend SemiBold" pitchFamily="34" charset="0"/>
                <a:ea typeface="Lexend SemiBold" pitchFamily="34" charset="-122"/>
                <a:cs typeface="Lexend SemiBold" pitchFamily="34" charset="-120"/>
              </a:rPr>
              <a:t> hoặc</a:t>
            </a:r>
            <a:r>
              <a:rPr lang="en-US" sz="1275" dirty="0" spc="-1" kern="0">
                <a:solidFill>
                  <a:srgbClr val="123E52"/>
                </a:solidFill>
                <a:latin typeface="Lexend SemiBold" pitchFamily="34" charset="0"/>
                <a:ea typeface="Lexend SemiBold" pitchFamily="34" charset="-122"/>
                <a:cs typeface="Lexend SemiBold" pitchFamily="34" charset="-120"/>
              </a:rPr>
              <a:t> đồ</a:t>
            </a:r>
            <a:r>
              <a:rPr lang="en-US" sz="1275" dirty="0" spc="2" kern="0">
                <a:solidFill>
                  <a:srgbClr val="123E52"/>
                </a:solidFill>
                <a:latin typeface="Lexend SemiBold" pitchFamily="34" charset="0"/>
                <a:ea typeface="Lexend SemiBold" pitchFamily="34" charset="-122"/>
                <a:cs typeface="Lexend SemiBold" pitchFamily="34" charset="-120"/>
              </a:rPr>
              <a:t> họa</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2" kern="0">
                <a:solidFill>
                  <a:srgbClr val="123E52"/>
                </a:solidFill>
                <a:latin typeface="Noto Sans" pitchFamily="34" charset="0"/>
                <a:ea typeface="Noto Sans" pitchFamily="34" charset="-122"/>
                <a:cs typeface="Noto Sans" pitchFamily="34" charset="-120"/>
              </a:rPr>
              <a:t>Chọn</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0" kern="0">
                <a:solidFill>
                  <a:srgbClr val="123E52"/>
                </a:solidFill>
                <a:latin typeface="Noto Sans" pitchFamily="34" charset="0"/>
                <a:ea typeface="Noto Sans" pitchFamily="34" charset="-122"/>
                <a:cs typeface="Noto Sans" pitchFamily="34" charset="-120"/>
              </a:rPr>
              <a:t> phạm</a:t>
            </a:r>
            <a:r>
              <a:rPr lang="en-US" sz="1095" dirty="0" spc="-5" kern="0">
                <a:solidFill>
                  <a:srgbClr val="123E52"/>
                </a:solidFill>
                <a:latin typeface="Noto Sans" pitchFamily="34" charset="0"/>
                <a:ea typeface="Noto Sans" pitchFamily="34" charset="-122"/>
                <a:cs typeface="Noto Sans" pitchFamily="34" charset="-120"/>
              </a:rPr>
              <a:t> vi</a:t>
            </a:r>
            <a:r>
              <a:rPr lang="en-US" sz="1095" dirty="0" spc="0" kern="0">
                <a:solidFill>
                  <a:srgbClr val="123E52"/>
                </a:solidFill>
                <a:latin typeface="Noto Sans" pitchFamily="34" charset="0"/>
                <a:ea typeface="Noto Sans" pitchFamily="34" charset="-122"/>
                <a:cs typeface="Noto Sans" pitchFamily="34" charset="-120"/>
              </a:rPr>
              <a:t> nhỏ</a:t>
            </a:r>
            <a:r>
              <a:rPr lang="en-US" sz="1095" dirty="0" spc="-4" kern="0">
                <a:solidFill>
                  <a:srgbClr val="123E52"/>
                </a:solidFill>
                <a:latin typeface="Noto Sans" pitchFamily="34" charset="0"/>
                <a:ea typeface="Noto Sans" pitchFamily="34" charset="-122"/>
                <a:cs typeface="Noto Sans" pitchFamily="34" charset="-120"/>
              </a:rPr>
              <a:t> trong Neural</a:t>
            </a:r>
            <a:r>
              <a:rPr lang="en-US" sz="1095" dirty="0" spc="0" kern="0">
                <a:solidFill>
                  <a:srgbClr val="123E52"/>
                </a:solidFill>
                <a:latin typeface="Noto Sans" pitchFamily="34" charset="0"/>
                <a:ea typeface="Noto Sans" pitchFamily="34" charset="-122"/>
                <a:cs typeface="Noto Sans" pitchFamily="34" charset="-120"/>
              </a:rPr>
              <a:t> Network,</a:t>
            </a:r>
            <a:r>
              <a:rPr lang="en-US" sz="1095" dirty="0" spc="-3" kern="0">
                <a:solidFill>
                  <a:srgbClr val="123E52"/>
                </a:solidFill>
                <a:latin typeface="Noto Sans" pitchFamily="34" charset="0"/>
                <a:ea typeface="Noto Sans" pitchFamily="34" charset="-122"/>
                <a:cs typeface="Noto Sans" pitchFamily="34" charset="-120"/>
              </a:rPr>
              <a:t> AI</a:t>
            </a:r>
            <a:r>
              <a:rPr lang="en-US" sz="1095" dirty="0" spc="0" kern="0">
                <a:solidFill>
                  <a:srgbClr val="123E52"/>
                </a:solidFill>
                <a:latin typeface="Noto Sans" pitchFamily="34" charset="0"/>
                <a:ea typeface="Noto Sans" pitchFamily="34" charset="-122"/>
                <a:cs typeface="Noto Sans" pitchFamily="34" charset="-120"/>
              </a:rPr>
              <a:t> Model hoặc 3D</a:t>
            </a:r>
            <a:r>
              <a:rPr lang="en-US" sz="1095" dirty="0" spc="-17" kern="0">
                <a:solidFill>
                  <a:srgbClr val="123E52"/>
                </a:solidFill>
                <a:latin typeface="Noto Sans" pitchFamily="34" charset="0"/>
                <a:ea typeface="Noto Sans" pitchFamily="34" charset="-122"/>
                <a:cs typeface="Noto Sans" pitchFamily="34" charset="-120"/>
              </a:rPr>
              <a:t> Renderer.</a:t>
            </a:r>
            <a:r>
              <a:rPr lang="en-US" sz="1095" dirty="0" spc="0" kern="0">
                <a:solidFill>
                  <a:srgbClr val="123E52"/>
                </a:solidFill>
                <a:latin typeface="Noto Sans" pitchFamily="34" charset="0"/>
                <a:ea typeface="Noto Sans" pitchFamily="34" charset="-122"/>
                <a:cs typeface="Noto Sans" pitchFamily="34" charset="-120"/>
              </a:rPr>
              <a:t> Kiểm</a:t>
            </a:r>
            <a:r>
              <a:rPr lang="en-US" sz="1095" dirty="0" spc="-6" kern="0">
                <a:solidFill>
                  <a:srgbClr val="123E52"/>
                </a:solidFill>
                <a:latin typeface="Noto Sans" pitchFamily="34" charset="0"/>
                <a:ea typeface="Noto Sans" pitchFamily="34" charset="-122"/>
                <a:cs typeface="Noto Sans" pitchFamily="34" charset="-120"/>
              </a:rPr>
              <a:t> tra</a:t>
            </a:r>
            <a:r>
              <a:rPr lang="en-US" sz="1095" dirty="0" spc="0" kern="0">
                <a:solidFill>
                  <a:srgbClr val="123E52"/>
                </a:solidFill>
                <a:latin typeface="Noto Sans" pitchFamily="34" charset="0"/>
                <a:ea typeface="Noto Sans" pitchFamily="34" charset="-122"/>
                <a:cs typeface="Noto Sans" pitchFamily="34" charset="-120"/>
              </a:rPr>
              <a:t> yêu cầu toán, dữ liệu,</a:t>
            </a:r>
            <a:r>
              <a:rPr lang="en-US" sz="1095" dirty="0" spc="-2" kern="0">
                <a:solidFill>
                  <a:srgbClr val="123E52"/>
                </a:solidFill>
                <a:latin typeface="Noto Sans" pitchFamily="34" charset="0"/>
                <a:ea typeface="Noto Sans" pitchFamily="34" charset="-122"/>
                <a:cs typeface="Noto Sans" pitchFamily="34" charset="-120"/>
              </a:rPr>
              <a:t> thư</a:t>
            </a:r>
            <a:r>
              <a:rPr lang="en-US" sz="1095" dirty="0" spc="-1" kern="0">
                <a:solidFill>
                  <a:srgbClr val="123E52"/>
                </a:solidFill>
                <a:latin typeface="Noto Sans" pitchFamily="34" charset="0"/>
                <a:ea typeface="Noto Sans" pitchFamily="34" charset="-122"/>
                <a:cs typeface="Noto Sans" pitchFamily="34" charset="-120"/>
              </a:rPr>
              <a:t> viện</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2" kern="0">
                <a:solidFill>
                  <a:srgbClr val="123E52"/>
                </a:solidFill>
                <a:latin typeface="Noto Sans" pitchFamily="34" charset="0"/>
                <a:ea typeface="Noto Sans" pitchFamily="34" charset="-122"/>
                <a:cs typeface="Noto Sans" pitchFamily="34" charset="-120"/>
              </a:rPr>
              <a:t> tài</a:t>
            </a:r>
            <a:r>
              <a:rPr lang="en-US" sz="1095" dirty="0" spc="0" kern="0">
                <a:solidFill>
                  <a:srgbClr val="123E52"/>
                </a:solidFill>
                <a:latin typeface="Noto Sans" pitchFamily="34" charset="0"/>
                <a:ea typeface="Noto Sans" pitchFamily="34" charset="-122"/>
                <a:cs typeface="Noto Sans" pitchFamily="34" charset="-120"/>
              </a:rPr>
              <a:t> nguyên</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1" kern="0">
                <a:solidFill>
                  <a:srgbClr val="123E52"/>
                </a:solidFill>
                <a:latin typeface="Noto Sans" pitchFamily="34" charset="0"/>
                <a:ea typeface="Noto Sans" pitchFamily="34" charset="-122"/>
                <a:cs typeface="Noto Sans" pitchFamily="34" charset="-120"/>
              </a:rPr>
              <a:t> toán ở</a:t>
            </a:r>
            <a:r>
              <a:rPr lang="en-US" sz="1095" dirty="0" spc="-2" kern="0">
                <a:solidFill>
                  <a:srgbClr val="123E52"/>
                </a:solidFill>
                <a:latin typeface="Noto Sans" pitchFamily="34" charset="0"/>
                <a:ea typeface="Noto Sans" pitchFamily="34" charset="-122"/>
                <a:cs typeface="Noto Sans" pitchFamily="34" charset="-120"/>
              </a:rPr>
              <a:t> tài liệu</a:t>
            </a:r>
            <a:r>
              <a:rPr lang="en-US" sz="1095" dirty="0" spc="1" kern="0">
                <a:solidFill>
                  <a:srgbClr val="123E52"/>
                </a:solidFill>
                <a:latin typeface="Noto Sans" pitchFamily="34" charset="0"/>
                <a:ea typeface="Noto Sans" pitchFamily="34" charset="-122"/>
                <a:cs typeface="Noto Sans" pitchFamily="34" charset="-120"/>
              </a:rPr>
              <a:t> đích.</a:t>
            </a:r>
            <a:endParaRPr lang="en-US" sz="1095" dirty="0"/>
          </a:p>
        </p:txBody>
      </p:sp>
      <p:sp>
        <p:nvSpPr>
          <p:cNvPr id="20" name="Connector line-1792810637070-536669068"/>
          <p:cNvSpPr/>
          <p:nvPr/>
        </p:nvSpPr>
        <p:spPr>
          <a:xfrm>
            <a:off x="457200" y="10144125"/>
            <a:ext cx="6648450" cy="0"/>
          </a:xfrm>
          <a:prstGeom prst="line">
            <a:avLst/>
          </a:prstGeom>
          <a:noFill/>
          <a:ln w="9525">
            <a:solidFill>
              <a:srgbClr val="D3E1E5"/>
            </a:solidFill>
            <a:prstDash val="solid"/>
            <a:headEnd type="none"/>
            <a:tailEnd type="none"/>
          </a:ln>
        </p:spPr>
      </p:sp>
      <p:sp>
        <p:nvSpPr>
          <p:cNvPr id="21" name="Text 1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2" name="Text 2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06</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3" name="Shape 21"/>
          <p:cNvSpPr/>
          <p:nvPr/>
        </p:nvSpPr>
        <p:spPr>
          <a:xfrm>
            <a:off x="5868772" y="9806509"/>
            <a:ext cx="1210056" cy="406043"/>
          </a:xfrm>
          <a:prstGeom prst="roundRect">
            <a:avLst>
              <a:gd name="adj" fmla="val 28000"/>
            </a:avLst>
          </a:prstGeom>
          <a:solidFill>
            <a:srgbClr val="FFFFFF">
              <a:alpha val="82000"/>
            </a:srgbClr>
          </a:solidFill>
          <a:ln/>
        </p:spPr>
      </p:sp>
      <p:pic>
        <p:nvPicPr>
          <p:cNvPr id="24" name="Moda image moda-export-watermark-9ddf8161-ba81-4344-a205-152223cdd712"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2" kern="0">
                <a:solidFill>
                  <a:srgbClr val="123E52"/>
                </a:solidFill>
                <a:latin typeface="Lexend SemiBold" pitchFamily="34" charset="0"/>
                <a:ea typeface="Lexend SemiBold" pitchFamily="34" charset="-122"/>
                <a:cs typeface="Lexend SemiBold" pitchFamily="34" charset="-120"/>
              </a:rPr>
              <a:t>Một</a:t>
            </a:r>
            <a:r>
              <a:rPr lang="en-US" sz="2175" dirty="0" spc="-5" kern="0">
                <a:solidFill>
                  <a:srgbClr val="123E52"/>
                </a:solidFill>
                <a:latin typeface="Lexend SemiBold" pitchFamily="34" charset="0"/>
                <a:ea typeface="Lexend SemiBold" pitchFamily="34" charset="-122"/>
                <a:cs typeface="Lexend SemiBold" pitchFamily="34" charset="-120"/>
              </a:rPr>
              <a:t> vòng</a:t>
            </a:r>
            <a:r>
              <a:rPr lang="en-US" sz="2175" dirty="0" spc="4" kern="0">
                <a:solidFill>
                  <a:srgbClr val="123E52"/>
                </a:solidFill>
                <a:latin typeface="Lexend SemiBold" pitchFamily="34" charset="0"/>
                <a:ea typeface="Lexend SemiBold" pitchFamily="34" charset="-122"/>
                <a:cs typeface="Lexend SemiBold" pitchFamily="34" charset="-120"/>
              </a:rPr>
              <a:t> học</a:t>
            </a:r>
            <a:r>
              <a:rPr lang="en-US" sz="2175" dirty="0" spc="-2" kern="0">
                <a:solidFill>
                  <a:srgbClr val="123E52"/>
                </a:solidFill>
                <a:latin typeface="Lexend SemiBold" pitchFamily="34" charset="0"/>
                <a:ea typeface="Lexend SemiBold" pitchFamily="34" charset="-122"/>
                <a:cs typeface="Lexend SemiBold" pitchFamily="34" charset="-120"/>
              </a:rPr>
              <a:t> tạo</a:t>
            </a:r>
            <a:r>
              <a:rPr lang="en-US" sz="2175" dirty="0" spc="-12" kern="0">
                <a:solidFill>
                  <a:srgbClr val="123E52"/>
                </a:solidFill>
                <a:latin typeface="Lexend SemiBold" pitchFamily="34" charset="0"/>
                <a:ea typeface="Lexend SemiBold" pitchFamily="34" charset="-122"/>
                <a:cs typeface="Lexend SemiBold" pitchFamily="34" charset="-120"/>
              </a:rPr>
              <a:t> ra</a:t>
            </a:r>
            <a:r>
              <a:rPr lang="en-US" sz="2175" dirty="0" spc="1" kern="0">
                <a:solidFill>
                  <a:srgbClr val="123E52"/>
                </a:solidFill>
                <a:latin typeface="Lexend SemiBold" pitchFamily="34" charset="0"/>
                <a:ea typeface="Lexend SemiBold" pitchFamily="34" charset="-122"/>
                <a:cs typeface="Lexend SemiBold" pitchFamily="34" charset="-120"/>
              </a:rPr>
              <a:t> hiểu biết</a:t>
            </a:r>
            <a:endParaRPr lang="en-US" sz="2175" dirty="0"/>
          </a:p>
        </p:txBody>
      </p:sp>
      <p:sp>
        <p:nvSpPr>
          <p:cNvPr id="5" name="Connector line-1792810640417-552697070"/>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a:solidFill>
                  <a:srgbClr val="123E52"/>
                </a:solidFill>
                <a:latin typeface="Noto Sans" pitchFamily="34" charset="0"/>
                <a:ea typeface="Noto Sans" pitchFamily="34" charset="-122"/>
                <a:cs typeface="Noto Sans" pitchFamily="34" charset="-120"/>
              </a:rPr>
              <a:t>Vòng học đề xuất: đặt câu hỏi → chọn nguồn → xây phiên bản nhỏ → thay đổi → giải thích lại. Đích đến là vừa chạy được vừa nói rõ vì sao chương trình hoạt động, không chỉ gõ lại mã mẫu.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01</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2" kern="0">
                <a:solidFill>
                  <a:srgbClr val="123E52"/>
                </a:solidFill>
                <a:latin typeface="Lexend SemiBold" pitchFamily="34" charset="0"/>
                <a:ea typeface="Lexend SemiBold" pitchFamily="34" charset="-122"/>
                <a:cs typeface="Lexend SemiBold" pitchFamily="34" charset="-120"/>
              </a:rPr>
              <a:t> Chốt điều</a:t>
            </a:r>
            <a:r>
              <a:rPr lang="en-US" sz="1275" dirty="0" spc="1" kern="0">
                <a:solidFill>
                  <a:srgbClr val="123E52"/>
                </a:solidFill>
                <a:latin typeface="Lexend SemiBold" pitchFamily="34" charset="0"/>
                <a:ea typeface="Lexend SemiBold" pitchFamily="34" charset="-122"/>
                <a:cs typeface="Lexend SemiBold" pitchFamily="34" charset="-120"/>
              </a:rPr>
              <a:t> muốn</a:t>
            </a:r>
            <a:r>
              <a:rPr lang="en-US" sz="1275" dirty="0" spc="2" kern="0">
                <a:solidFill>
                  <a:srgbClr val="123E52"/>
                </a:solidFill>
                <a:latin typeface="Lexend SemiBold" pitchFamily="34" charset="0"/>
                <a:ea typeface="Lexend SemiBold" pitchFamily="34" charset="-122"/>
                <a:cs typeface="Lexend SemiBold" pitchFamily="34" charset="-120"/>
              </a:rPr>
              <a:t> hiểu</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5" kern="0">
                <a:solidFill>
                  <a:srgbClr val="123E52"/>
                </a:solidFill>
                <a:latin typeface="Noto Sans" pitchFamily="34" charset="0"/>
                <a:ea typeface="Noto Sans" pitchFamily="34" charset="-122"/>
                <a:cs typeface="Noto Sans" pitchFamily="34" charset="-120"/>
              </a:rPr>
              <a:t>Ví</a:t>
            </a:r>
            <a:r>
              <a:rPr lang="en-US" sz="1095" dirty="0" spc="-1" kern="0">
                <a:solidFill>
                  <a:srgbClr val="123E52"/>
                </a:solidFill>
                <a:latin typeface="Noto Sans" pitchFamily="34" charset="0"/>
                <a:ea typeface="Noto Sans" pitchFamily="34" charset="-122"/>
                <a:cs typeface="Noto Sans" pitchFamily="34" charset="-120"/>
              </a:rPr>
              <a:t> dụ</a:t>
            </a:r>
            <a:r>
              <a:rPr lang="en-US" sz="1095" dirty="0" spc="0" kern="0">
                <a:solidFill>
                  <a:srgbClr val="123E52"/>
                </a:solidFill>
                <a:latin typeface="Noto Sans" pitchFamily="34" charset="0"/>
                <a:ea typeface="Noto Sans" pitchFamily="34" charset="-122"/>
                <a:cs typeface="Noto Sans" pitchFamily="34" charset="-120"/>
              </a:rPr>
              <a:t> của</a:t>
            </a:r>
            <a:r>
              <a:rPr lang="en-US" sz="1095" dirty="0" spc="-1" kern="0">
                <a:solidFill>
                  <a:srgbClr val="123E52"/>
                </a:solidFill>
                <a:latin typeface="Noto Sans" pitchFamily="34" charset="0"/>
                <a:ea typeface="Noto Sans" pitchFamily="34" charset="-122"/>
                <a:cs typeface="Noto Sans" pitchFamily="34" charset="-120"/>
              </a:rPr>
              <a:t> người viết:</a:t>
            </a:r>
            <a:r>
              <a:rPr lang="en-US" sz="1095" dirty="0" spc="0" kern="0">
                <a:solidFill>
                  <a:srgbClr val="123E52"/>
                </a:solidFill>
                <a:latin typeface="Noto Sans" pitchFamily="34" charset="0"/>
                <a:ea typeface="Noto Sans" pitchFamily="34" charset="-122"/>
                <a:cs typeface="Noto Sans" pitchFamily="34" charset="-120"/>
              </a:rPr>
              <a:t> “Một web</a:t>
            </a:r>
            <a:r>
              <a:rPr lang="en-US" sz="1095" dirty="0" spc="1" kern="0">
                <a:solidFill>
                  <a:srgbClr val="123E52"/>
                </a:solidFill>
                <a:latin typeface="Noto Sans" pitchFamily="34" charset="0"/>
                <a:ea typeface="Noto Sans" pitchFamily="34" charset="-122"/>
                <a:cs typeface="Noto Sans" pitchFamily="34" charset="-120"/>
              </a:rPr>
              <a:t> server</a:t>
            </a:r>
            <a:r>
              <a:rPr lang="en-US" sz="1095" dirty="0" spc="-1" kern="0">
                <a:solidFill>
                  <a:srgbClr val="123E52"/>
                </a:solidFill>
                <a:latin typeface="Noto Sans" pitchFamily="34" charset="0"/>
                <a:ea typeface="Noto Sans" pitchFamily="34" charset="-122"/>
                <a:cs typeface="Noto Sans" pitchFamily="34" charset="-120"/>
              </a:rPr>
              <a:t> đọc</a:t>
            </a:r>
            <a:r>
              <a:rPr lang="en-US" sz="1095" dirty="0" spc="0" kern="0">
                <a:solidFill>
                  <a:srgbClr val="123E52"/>
                </a:solidFill>
                <a:latin typeface="Noto Sans" pitchFamily="34" charset="0"/>
                <a:ea typeface="Noto Sans" pitchFamily="34" charset="-122"/>
                <a:cs typeface="Noto Sans" pitchFamily="34" charset="-120"/>
              </a:rPr>
              <a:t> yêu</a:t>
            </a:r>
            <a:r>
              <a:rPr lang="en-US" sz="1095" dirty="0" spc="1" kern="0">
                <a:solidFill>
                  <a:srgbClr val="123E52"/>
                </a:solidFill>
                <a:latin typeface="Noto Sans" pitchFamily="34" charset="0"/>
                <a:ea typeface="Noto Sans" pitchFamily="34" charset="-122"/>
                <a:cs typeface="Noto Sans" pitchFamily="34" charset="-120"/>
              </a:rPr>
              <a:t> cầu</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2" kern="0">
                <a:solidFill>
                  <a:srgbClr val="123E52"/>
                </a:solidFill>
                <a:latin typeface="Noto Sans" pitchFamily="34" charset="0"/>
                <a:ea typeface="Noto Sans" pitchFamily="34" charset="-122"/>
                <a:cs typeface="Noto Sans" pitchFamily="34" charset="-120"/>
              </a:rPr>
              <a:t> gửi</a:t>
            </a:r>
            <a:r>
              <a:rPr lang="en-US" sz="1095" dirty="0" spc="0" kern="0">
                <a:solidFill>
                  <a:srgbClr val="123E52"/>
                </a:solidFill>
                <a:latin typeface="Noto Sans" pitchFamily="34" charset="0"/>
                <a:ea typeface="Noto Sans" pitchFamily="34" charset="-122"/>
                <a:cs typeface="Noto Sans" pitchFamily="34" charset="-120"/>
              </a:rPr>
              <a:t> phản</a:t>
            </a:r>
            <a:r>
              <a:rPr lang="en-US" sz="1095" dirty="0" spc="-2" kern="0">
                <a:solidFill>
                  <a:srgbClr val="123E52"/>
                </a:solidFill>
                <a:latin typeface="Noto Sans" pitchFamily="34" charset="0"/>
                <a:ea typeface="Noto Sans" pitchFamily="34" charset="-122"/>
                <a:cs typeface="Noto Sans" pitchFamily="34" charset="-120"/>
              </a:rPr>
              <a:t> hồi</a:t>
            </a:r>
            <a:r>
              <a:rPr lang="en-US" sz="1095" dirty="0" spc="0" kern="0">
                <a:solidFill>
                  <a:srgbClr val="123E52"/>
                </a:solidFill>
                <a:latin typeface="Noto Sans" pitchFamily="34" charset="0"/>
                <a:ea typeface="Noto Sans" pitchFamily="34" charset="-122"/>
                <a:cs typeface="Noto Sans" pitchFamily="34" charset="-120"/>
              </a:rPr>
              <a:t> bằng cách</a:t>
            </a:r>
            <a:r>
              <a:rPr lang="en-US" sz="1095" dirty="0" spc="2" kern="0">
                <a:solidFill>
                  <a:srgbClr val="123E52"/>
                </a:solidFill>
                <a:latin typeface="Noto Sans" pitchFamily="34" charset="0"/>
                <a:ea typeface="Noto Sans" pitchFamily="34" charset="-122"/>
                <a:cs typeface="Noto Sans" pitchFamily="34" charset="-120"/>
              </a:rPr>
              <a:t> nào?”.</a:t>
            </a:r>
            <a:r>
              <a:rPr lang="en-US" sz="1095" dirty="0" spc="1" kern="0">
                <a:solidFill>
                  <a:srgbClr val="123E52"/>
                </a:solidFill>
                <a:latin typeface="Noto Sans" pitchFamily="34" charset="0"/>
                <a:ea typeface="Noto Sans" pitchFamily="34" charset="-122"/>
                <a:cs typeface="Noto Sans" pitchFamily="34" charset="-120"/>
              </a:rPr>
              <a:t> Chọn</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câu</a:t>
            </a:r>
            <a:r>
              <a:rPr lang="en-US" sz="1095" dirty="0" spc="-1" kern="0">
                <a:solidFill>
                  <a:srgbClr val="123E52"/>
                </a:solidFill>
                <a:latin typeface="Noto Sans" pitchFamily="34" charset="0"/>
                <a:ea typeface="Noto Sans" pitchFamily="34" charset="-122"/>
                <a:cs typeface="Noto Sans" pitchFamily="34" charset="-120"/>
              </a:rPr>
              <a:t> hỏi</a:t>
            </a:r>
            <a:r>
              <a:rPr lang="en-US" sz="1095" dirty="0" spc="-2" kern="0">
                <a:solidFill>
                  <a:srgbClr val="123E52"/>
                </a:solidFill>
                <a:latin typeface="Noto Sans" pitchFamily="34" charset="0"/>
                <a:ea typeface="Noto Sans" pitchFamily="34" charset="-122"/>
                <a:cs typeface="Noto Sans" pitchFamily="34" charset="-120"/>
              </a:rPr>
              <a:t> thay</a:t>
            </a:r>
            <a:r>
              <a:rPr lang="en-US" sz="1095" dirty="0" spc="-5" kern="0">
                <a:solidFill>
                  <a:srgbClr val="123E52"/>
                </a:solidFill>
                <a:latin typeface="Noto Sans" pitchFamily="34" charset="0"/>
                <a:ea typeface="Noto Sans" pitchFamily="34" charset="-122"/>
                <a:cs typeface="Noto Sans" pitchFamily="34" charset="-120"/>
              </a:rPr>
              <a:t> vì</a:t>
            </a:r>
            <a:r>
              <a:rPr lang="en-US" sz="1095" dirty="0" spc="0" kern="0">
                <a:solidFill>
                  <a:srgbClr val="123E52"/>
                </a:solidFill>
                <a:latin typeface="Noto Sans" pitchFamily="34" charset="0"/>
                <a:ea typeface="Noto Sans" pitchFamily="34" charset="-122"/>
                <a:cs typeface="Noto Sans" pitchFamily="34" charset="-120"/>
              </a:rPr>
              <a:t> học</a:t>
            </a:r>
            <a:r>
              <a:rPr lang="en-US" sz="1095" dirty="0" spc="-2" kern="0">
                <a:solidFill>
                  <a:srgbClr val="123E52"/>
                </a:solidFill>
                <a:latin typeface="Noto Sans" pitchFamily="34" charset="0"/>
                <a:ea typeface="Noto Sans" pitchFamily="34" charset="-122"/>
                <a:cs typeface="Noto Sans" pitchFamily="34" charset="-120"/>
              </a:rPr>
              <a:t> mọi</a:t>
            </a:r>
            <a:r>
              <a:rPr lang="en-US" sz="1095" dirty="0" spc="0" kern="0">
                <a:solidFill>
                  <a:srgbClr val="123E52"/>
                </a:solidFill>
                <a:latin typeface="Noto Sans" pitchFamily="34" charset="0"/>
                <a:ea typeface="Noto Sans" pitchFamily="34" charset="-122"/>
                <a:cs typeface="Noto Sans" pitchFamily="34" charset="-120"/>
              </a:rPr>
              <a:t> phần cùng lúc.</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3" kern="0">
                <a:solidFill>
                  <a:srgbClr val="123E52"/>
                </a:solidFill>
                <a:latin typeface="Lexend SemiBold" pitchFamily="34" charset="0"/>
                <a:ea typeface="Lexend SemiBold" pitchFamily="34" charset="-122"/>
                <a:cs typeface="Lexend SemiBold" pitchFamily="34" charset="-120"/>
              </a:rPr>
              <a:t>02</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1" kern="0">
                <a:solidFill>
                  <a:srgbClr val="123E52"/>
                </a:solidFill>
                <a:latin typeface="Lexend SemiBold" pitchFamily="34" charset="0"/>
                <a:ea typeface="Lexend SemiBold" pitchFamily="34" charset="-122"/>
                <a:cs typeface="Lexend SemiBold" pitchFamily="34" charset="-120"/>
              </a:rPr>
              <a:t> Kiểm</a:t>
            </a:r>
            <a:r>
              <a:rPr lang="en-US" sz="1275" dirty="0" spc="-6" kern="0">
                <a:solidFill>
                  <a:srgbClr val="123E52"/>
                </a:solidFill>
                <a:latin typeface="Lexend SemiBold" pitchFamily="34" charset="0"/>
                <a:ea typeface="Lexend SemiBold" pitchFamily="34" charset="-122"/>
                <a:cs typeface="Lexend SemiBold" pitchFamily="34" charset="-120"/>
              </a:rPr>
              <a:t> tra</a:t>
            </a:r>
            <a:r>
              <a:rPr lang="en-US" sz="1275" dirty="0" spc="1" kern="0">
                <a:solidFill>
                  <a:srgbClr val="123E52"/>
                </a:solidFill>
                <a:latin typeface="Lexend SemiBold" pitchFamily="34" charset="0"/>
                <a:ea typeface="Lexend SemiBold" pitchFamily="34" charset="-122"/>
                <a:cs typeface="Lexend SemiBold" pitchFamily="34" charset="-120"/>
              </a:rPr>
              <a:t> tutorial</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Đọc mục tiêu, ngôn ngữ, công</a:t>
            </a:r>
            <a:r>
              <a:rPr lang="en-US" sz="1095" dirty="0" spc="1" kern="0">
                <a:solidFill>
                  <a:srgbClr val="123E52"/>
                </a:solidFill>
                <a:latin typeface="Noto Sans" pitchFamily="34" charset="0"/>
                <a:ea typeface="Noto Sans" pitchFamily="34" charset="-122"/>
                <a:cs typeface="Noto Sans" pitchFamily="34" charset="-120"/>
              </a:rPr>
              <a:t> cụ,</a:t>
            </a:r>
            <a:r>
              <a:rPr lang="en-US" sz="1095" dirty="0" spc="0" kern="0">
                <a:solidFill>
                  <a:srgbClr val="123E52"/>
                </a:solidFill>
                <a:latin typeface="Noto Sans" pitchFamily="34" charset="0"/>
                <a:ea typeface="Noto Sans" pitchFamily="34" charset="-122"/>
                <a:cs typeface="Noto Sans" pitchFamily="34" charset="-120"/>
              </a:rPr>
              <a:t> phiên bản</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điểm kết</a:t>
            </a:r>
            <a:r>
              <a:rPr lang="en-US" sz="1095" dirty="0" spc="1" kern="0">
                <a:solidFill>
                  <a:srgbClr val="123E52"/>
                </a:solidFill>
                <a:latin typeface="Noto Sans" pitchFamily="34" charset="0"/>
                <a:ea typeface="Noto Sans" pitchFamily="34" charset="-122"/>
                <a:cs typeface="Noto Sans" pitchFamily="34" charset="-120"/>
              </a:rPr>
              <a:t> thúc.</a:t>
            </a:r>
            <a:r>
              <a:rPr lang="en-US" sz="1095" dirty="0" spc="-3" kern="0">
                <a:solidFill>
                  <a:srgbClr val="123E52"/>
                </a:solidFill>
                <a:latin typeface="Noto Sans" pitchFamily="34" charset="0"/>
                <a:ea typeface="Noto Sans" pitchFamily="34" charset="-122"/>
                <a:cs typeface="Noto Sans" pitchFamily="34" charset="-120"/>
              </a:rPr>
              <a:t> Ghi</a:t>
            </a:r>
            <a:r>
              <a:rPr lang="en-US" sz="1095" dirty="0" spc="0" kern="0">
                <a:solidFill>
                  <a:srgbClr val="123E52"/>
                </a:solidFill>
                <a:latin typeface="Noto Sans" pitchFamily="34" charset="0"/>
                <a:ea typeface="Noto Sans" pitchFamily="34" charset="-122"/>
                <a:cs typeface="Noto Sans" pitchFamily="34" charset="-120"/>
              </a:rPr>
              <a:t> điều bạn đã</a:t>
            </a:r>
            <a:r>
              <a:rPr lang="en-US" sz="1095" dirty="0" spc="-2" kern="0">
                <a:solidFill>
                  <a:srgbClr val="123E52"/>
                </a:solidFill>
                <a:latin typeface="Noto Sans" pitchFamily="34" charset="0"/>
                <a:ea typeface="Noto Sans" pitchFamily="34" charset="-122"/>
                <a:cs typeface="Noto Sans" pitchFamily="34" charset="-120"/>
              </a:rPr>
              <a:t> biết và</a:t>
            </a:r>
            <a:r>
              <a:rPr lang="en-US" sz="1095" dirty="0" spc="0" kern="0">
                <a:solidFill>
                  <a:srgbClr val="123E52"/>
                </a:solidFill>
                <a:latin typeface="Noto Sans" pitchFamily="34" charset="0"/>
                <a:ea typeface="Noto Sans" pitchFamily="34" charset="-122"/>
                <a:cs typeface="Noto Sans" pitchFamily="34" charset="-120"/>
              </a:rPr>
              <a:t> chỗ cần</a:t>
            </a:r>
            <a:r>
              <a:rPr lang="en-US" sz="1095" dirty="0" spc="-2" kern="0">
                <a:solidFill>
                  <a:srgbClr val="123E52"/>
                </a:solidFill>
                <a:latin typeface="Noto Sans" pitchFamily="34" charset="0"/>
                <a:ea typeface="Noto Sans" pitchFamily="34" charset="-122"/>
                <a:cs typeface="Noto Sans" pitchFamily="34" charset="-120"/>
              </a:rPr>
              <a:t> bổ</a:t>
            </a:r>
            <a:r>
              <a:rPr lang="en-US" sz="1095" dirty="0" spc="0" kern="0">
                <a:solidFill>
                  <a:srgbClr val="123E52"/>
                </a:solidFill>
                <a:latin typeface="Noto Sans" pitchFamily="34" charset="0"/>
                <a:ea typeface="Noto Sans" pitchFamily="34" charset="-122"/>
                <a:cs typeface="Noto Sans" pitchFamily="34" charset="-120"/>
              </a:rPr>
              <a:t> sung trước.</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03</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9" kern="0">
                <a:solidFill>
                  <a:srgbClr val="123E52"/>
                </a:solidFill>
                <a:latin typeface="Lexend SemiBold" pitchFamily="34" charset="0"/>
                <a:ea typeface="Lexend SemiBold" pitchFamily="34" charset="-122"/>
                <a:cs typeface="Lexend SemiBold" pitchFamily="34" charset="-120"/>
              </a:rPr>
              <a:t> Xây</a:t>
            </a:r>
            <a:r>
              <a:rPr lang="en-US" sz="1275" dirty="0" spc="-5" kern="0">
                <a:solidFill>
                  <a:srgbClr val="123E52"/>
                </a:solidFill>
                <a:latin typeface="Lexend SemiBold" pitchFamily="34" charset="0"/>
                <a:ea typeface="Lexend SemiBold" pitchFamily="34" charset="-122"/>
                <a:cs typeface="Lexend SemiBold" pitchFamily="34" charset="-120"/>
              </a:rPr>
              <a:t> và</a:t>
            </a:r>
            <a:r>
              <a:rPr lang="en-US" sz="1275" dirty="0" spc="0" kern="0">
                <a:solidFill>
                  <a:srgbClr val="123E52"/>
                </a:solidFill>
                <a:latin typeface="Lexend SemiBold" pitchFamily="34" charset="0"/>
                <a:ea typeface="Lexend SemiBold" pitchFamily="34" charset="-122"/>
                <a:cs typeface="Lexend SemiBold" pitchFamily="34" charset="-120"/>
              </a:rPr>
              <a:t> kiểm</a:t>
            </a:r>
            <a:r>
              <a:rPr lang="en-US" sz="1275" dirty="0" spc="-5" kern="0">
                <a:solidFill>
                  <a:srgbClr val="123E52"/>
                </a:solidFill>
                <a:latin typeface="Lexend SemiBold" pitchFamily="34" charset="0"/>
                <a:ea typeface="Lexend SemiBold" pitchFamily="34" charset="-122"/>
                <a:cs typeface="Lexend SemiBold" pitchFamily="34" charset="-120"/>
              </a:rPr>
              <a:t> tra</a:t>
            </a:r>
            <a:r>
              <a:rPr lang="en-US" sz="1275" dirty="0" spc="2" kern="0">
                <a:solidFill>
                  <a:srgbClr val="123E52"/>
                </a:solidFill>
                <a:latin typeface="Lexend SemiBold" pitchFamily="34" charset="0"/>
                <a:ea typeface="Lexend SemiBold" pitchFamily="34" charset="-122"/>
                <a:cs typeface="Lexend SemiBold" pitchFamily="34" charset="-120"/>
              </a:rPr>
              <a:t> từng</a:t>
            </a:r>
            <a:r>
              <a:rPr lang="en-US" sz="1275" dirty="0" spc="5" kern="0">
                <a:solidFill>
                  <a:srgbClr val="123E52"/>
                </a:solidFill>
                <a:latin typeface="Lexend SemiBold" pitchFamily="34" charset="0"/>
                <a:ea typeface="Lexend SemiBold" pitchFamily="34" charset="-122"/>
                <a:cs typeface="Lexend SemiBold" pitchFamily="34" charset="-120"/>
              </a:rPr>
              <a:t> phần</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Làm</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mốc</a:t>
            </a:r>
            <a:r>
              <a:rPr lang="en-US" sz="1095" dirty="0" spc="0"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0" kern="0">
                <a:solidFill>
                  <a:srgbClr val="123E52"/>
                </a:solidFill>
                <a:latin typeface="Noto Sans" pitchFamily="34" charset="0"/>
                <a:ea typeface="Noto Sans" pitchFamily="34" charset="-122"/>
                <a:cs typeface="Noto Sans" pitchFamily="34" charset="-120"/>
              </a:rPr>
              <a:t> đầu</a:t>
            </a:r>
            <a:r>
              <a:rPr lang="en-US" sz="1095" dirty="0" spc="-1" kern="0">
                <a:solidFill>
                  <a:srgbClr val="123E52"/>
                </a:solidFill>
                <a:latin typeface="Noto Sans" pitchFamily="34" charset="0"/>
                <a:ea typeface="Noto Sans" pitchFamily="34" charset="-122"/>
                <a:cs typeface="Noto Sans" pitchFamily="34" charset="-120"/>
              </a:rPr>
              <a:t> vào</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đầu</a:t>
            </a:r>
            <a:r>
              <a:rPr lang="en-US" sz="1095" dirty="0" spc="-6" kern="0">
                <a:solidFill>
                  <a:srgbClr val="123E52"/>
                </a:solidFill>
                <a:latin typeface="Noto Sans" pitchFamily="34" charset="0"/>
                <a:ea typeface="Noto Sans" pitchFamily="34" charset="-122"/>
                <a:cs typeface="Noto Sans" pitchFamily="34" charset="-120"/>
              </a:rPr>
              <a:t> ra</a:t>
            </a:r>
            <a:r>
              <a:rPr lang="en-US" sz="1095" dirty="0" spc="-4" kern="0">
                <a:solidFill>
                  <a:srgbClr val="123E52"/>
                </a:solidFill>
                <a:latin typeface="Noto Sans" pitchFamily="34" charset="0"/>
                <a:ea typeface="Noto Sans" pitchFamily="34" charset="-122"/>
                <a:cs typeface="Noto Sans" pitchFamily="34" charset="-120"/>
              </a:rPr>
              <a:t> rõ.</a:t>
            </a:r>
            <a:r>
              <a:rPr lang="en-US" sz="1095" dirty="0" spc="-1" kern="0">
                <a:solidFill>
                  <a:srgbClr val="123E52"/>
                </a:solidFill>
                <a:latin typeface="Noto Sans" pitchFamily="34" charset="0"/>
                <a:ea typeface="Noto Sans" pitchFamily="34" charset="-122"/>
                <a:cs typeface="Noto Sans" pitchFamily="34" charset="-120"/>
              </a:rPr>
              <a:t> Lưu kết</a:t>
            </a:r>
            <a:r>
              <a:rPr lang="en-US" sz="1095" dirty="0" spc="0" kern="0">
                <a:solidFill>
                  <a:srgbClr val="123E52"/>
                </a:solidFill>
                <a:latin typeface="Noto Sans" pitchFamily="34" charset="0"/>
                <a:ea typeface="Noto Sans" pitchFamily="34" charset="-122"/>
                <a:cs typeface="Noto Sans" pitchFamily="34" charset="-120"/>
              </a:rPr>
              <a:t> quả đúng cùng</a:t>
            </a:r>
            <a:r>
              <a:rPr lang="en-US" sz="1095" dirty="0" spc="-3"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trường</a:t>
            </a:r>
            <a:r>
              <a:rPr lang="en-US" sz="1095" dirty="0" spc="0" kern="0">
                <a:solidFill>
                  <a:srgbClr val="123E52"/>
                </a:solidFill>
                <a:latin typeface="Noto Sans" pitchFamily="34" charset="0"/>
                <a:ea typeface="Noto Sans" pitchFamily="34" charset="-122"/>
                <a:cs typeface="Noto Sans" pitchFamily="34" charset="-120"/>
              </a:rPr>
              <a:t> hợp</a:t>
            </a:r>
            <a:r>
              <a:rPr lang="en-US" sz="1095" dirty="0" spc="-3" kern="0">
                <a:solidFill>
                  <a:srgbClr val="123E52"/>
                </a:solidFill>
                <a:latin typeface="Noto Sans" pitchFamily="34" charset="0"/>
                <a:ea typeface="Noto Sans" pitchFamily="34" charset="-122"/>
                <a:cs typeface="Noto Sans" pitchFamily="34" charset="-120"/>
              </a:rPr>
              <a:t> lỗi</a:t>
            </a:r>
            <a:r>
              <a:rPr lang="en-US" sz="1095" dirty="0" spc="1" kern="0">
                <a:solidFill>
                  <a:srgbClr val="123E52"/>
                </a:solidFill>
                <a:latin typeface="Noto Sans" pitchFamily="34" charset="0"/>
                <a:ea typeface="Noto Sans" pitchFamily="34" charset="-122"/>
                <a:cs typeface="Noto Sans" pitchFamily="34" charset="-120"/>
              </a:rPr>
              <a:t> để</a:t>
            </a:r>
            <a:r>
              <a:rPr lang="en-US" sz="1095" dirty="0" spc="0" kern="0">
                <a:solidFill>
                  <a:srgbClr val="123E52"/>
                </a:solidFill>
                <a:latin typeface="Noto Sans" pitchFamily="34" charset="0"/>
                <a:ea typeface="Noto Sans" pitchFamily="34" charset="-122"/>
                <a:cs typeface="Noto Sans" pitchFamily="34" charset="-120"/>
              </a:rPr>
              <a:t> hiểu</a:t>
            </a:r>
            <a:r>
              <a:rPr lang="en-US" sz="1095" dirty="0" spc="-3" kern="0">
                <a:solidFill>
                  <a:srgbClr val="123E52"/>
                </a:solidFill>
                <a:latin typeface="Noto Sans" pitchFamily="34" charset="0"/>
                <a:ea typeface="Noto Sans" pitchFamily="34" charset="-122"/>
                <a:cs typeface="Noto Sans" pitchFamily="34" charset="-120"/>
              </a:rPr>
              <a:t> giới</a:t>
            </a:r>
            <a:r>
              <a:rPr lang="en-US" sz="1095" dirty="0" spc="2" kern="0">
                <a:solidFill>
                  <a:srgbClr val="123E52"/>
                </a:solidFill>
                <a:latin typeface="Noto Sans" pitchFamily="34" charset="0"/>
                <a:ea typeface="Noto Sans" pitchFamily="34" charset="-122"/>
                <a:cs typeface="Noto Sans" pitchFamily="34" charset="-120"/>
              </a:rPr>
              <a:t> hạn.</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04</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39" kern="0">
                <a:solidFill>
                  <a:srgbClr val="123E52"/>
                </a:solidFill>
                <a:latin typeface="Lexend SemiBold" pitchFamily="34" charset="0"/>
                <a:ea typeface="Lexend SemiBold" pitchFamily="34" charset="-122"/>
                <a:cs typeface="Lexend SemiBold" pitchFamily="34" charset="-120"/>
              </a:rPr>
              <a:t> Tự</a:t>
            </a:r>
            <a:r>
              <a:rPr lang="en-US" sz="1275" dirty="0" spc="3" kern="0">
                <a:solidFill>
                  <a:srgbClr val="123E52"/>
                </a:solidFill>
                <a:latin typeface="Lexend SemiBold" pitchFamily="34" charset="0"/>
                <a:ea typeface="Lexend SemiBold" pitchFamily="34" charset="-122"/>
                <a:cs typeface="Lexend SemiBold" pitchFamily="34" charset="-120"/>
              </a:rPr>
              <a:t> sửa</a:t>
            </a:r>
            <a:r>
              <a:rPr lang="en-US" sz="1275" dirty="0" spc="-8" kern="0">
                <a:solidFill>
                  <a:srgbClr val="123E52"/>
                </a:solidFill>
                <a:latin typeface="Lexend SemiBold" pitchFamily="34" charset="0"/>
                <a:ea typeface="Lexend SemiBold" pitchFamily="34" charset="-122"/>
                <a:cs typeface="Lexend SemiBold" pitchFamily="34" charset="-120"/>
              </a:rPr>
              <a:t> rồi</a:t>
            </a:r>
            <a:r>
              <a:rPr lang="en-US" sz="1275" dirty="0" spc="-9" kern="0">
                <a:solidFill>
                  <a:srgbClr val="123E52"/>
                </a:solidFill>
                <a:latin typeface="Lexend SemiBold" pitchFamily="34" charset="0"/>
                <a:ea typeface="Lexend SemiBold" pitchFamily="34" charset="-122"/>
                <a:cs typeface="Lexend SemiBold" pitchFamily="34" charset="-120"/>
              </a:rPr>
              <a:t> kể</a:t>
            </a:r>
            <a:r>
              <a:rPr lang="en-US" sz="1275" dirty="0" spc="1" kern="0">
                <a:solidFill>
                  <a:srgbClr val="123E52"/>
                </a:solidFill>
                <a:latin typeface="Lexend SemiBold" pitchFamily="34" charset="0"/>
                <a:ea typeface="Lexend SemiBold" pitchFamily="34" charset="-122"/>
                <a:cs typeface="Lexend SemiBold" pitchFamily="34" charset="-120"/>
              </a:rPr>
              <a:t> lại</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a:solidFill>
                  <a:srgbClr val="123E52"/>
                </a:solidFill>
                <a:latin typeface="Noto Sans" pitchFamily="34" charset="0"/>
                <a:ea typeface="Noto Sans" pitchFamily="34" charset="-122"/>
                <a:cs typeface="Noto Sans" pitchFamily="34" charset="-120"/>
              </a:rPr>
              <a:t>Thay một hành vi nhỏ và dự đoán kết quả trước khi chạy. Sau đó vẽ đầu vào → xử lý → đầu ra và ghi phần chưa hỗ trợ.</a:t>
            </a:r>
            <a:endParaRPr lang="en-US" sz="1095" dirty="0"/>
          </a:p>
        </p:txBody>
      </p:sp>
      <p:sp>
        <p:nvSpPr>
          <p:cNvPr id="20" name="Connector line-1792810640439-835037532"/>
          <p:cNvSpPr/>
          <p:nvPr/>
        </p:nvSpPr>
        <p:spPr>
          <a:xfrm>
            <a:off x="457200" y="10144125"/>
            <a:ext cx="6648450" cy="0"/>
          </a:xfrm>
          <a:prstGeom prst="line">
            <a:avLst/>
          </a:prstGeom>
          <a:noFill/>
          <a:ln w="9525">
            <a:solidFill>
              <a:srgbClr val="D3E1E5"/>
            </a:solidFill>
            <a:prstDash val="solid"/>
            <a:headEnd type="none"/>
            <a:tailEnd type="none"/>
          </a:ln>
        </p:spPr>
      </p:sp>
      <p:sp>
        <p:nvSpPr>
          <p:cNvPr id="21" name="Text 1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2" name="Text 2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07</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3" name="Shape 21"/>
          <p:cNvSpPr/>
          <p:nvPr/>
        </p:nvSpPr>
        <p:spPr>
          <a:xfrm>
            <a:off x="5868772" y="9806509"/>
            <a:ext cx="1210056" cy="406043"/>
          </a:xfrm>
          <a:prstGeom prst="roundRect">
            <a:avLst>
              <a:gd name="adj" fmla="val 28000"/>
            </a:avLst>
          </a:prstGeom>
          <a:solidFill>
            <a:srgbClr val="FFFFFF">
              <a:alpha val="82000"/>
            </a:srgbClr>
          </a:solidFill>
          <a:ln/>
        </p:spPr>
      </p:sp>
      <p:pic>
        <p:nvPicPr>
          <p:cNvPr id="24" name="Moda image moda-export-watermark-e3352102-f036-4552-97f1-308ae1f1e12d"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3" kern="0">
                <a:solidFill>
                  <a:srgbClr val="123E52"/>
                </a:solidFill>
                <a:latin typeface="Lexend SemiBold" pitchFamily="34" charset="0"/>
                <a:ea typeface="Lexend SemiBold" pitchFamily="34" charset="-122"/>
                <a:cs typeface="Lexend SemiBold" pitchFamily="34" charset="-120"/>
              </a:rPr>
              <a:t>Dữ</a:t>
            </a:r>
            <a:r>
              <a:rPr lang="en-US" sz="2175" dirty="0" spc="1" kern="0">
                <a:solidFill>
                  <a:srgbClr val="123E52"/>
                </a:solidFill>
                <a:latin typeface="Lexend SemiBold" pitchFamily="34" charset="0"/>
                <a:ea typeface="Lexend SemiBold" pitchFamily="34" charset="-122"/>
                <a:cs typeface="Lexend SemiBold" pitchFamily="34" charset="-120"/>
              </a:rPr>
              <a:t> liệu &amp; quản</a:t>
            </a:r>
            <a:r>
              <a:rPr lang="en-US" sz="2175" dirty="0" spc="-11" kern="0">
                <a:solidFill>
                  <a:srgbClr val="123E52"/>
                </a:solidFill>
                <a:latin typeface="Lexend SemiBold" pitchFamily="34" charset="0"/>
                <a:ea typeface="Lexend SemiBold" pitchFamily="34" charset="-122"/>
                <a:cs typeface="Lexend SemiBold" pitchFamily="34" charset="-120"/>
              </a:rPr>
              <a:t> lý</a:t>
            </a:r>
            <a:r>
              <a:rPr lang="en-US" sz="2175" dirty="0" spc="3" kern="0">
                <a:solidFill>
                  <a:srgbClr val="123E52"/>
                </a:solidFill>
                <a:latin typeface="Lexend SemiBold" pitchFamily="34" charset="0"/>
                <a:ea typeface="Lexend SemiBold" pitchFamily="34" charset="-122"/>
                <a:cs typeface="Lexend SemiBold" pitchFamily="34" charset="-120"/>
              </a:rPr>
              <a:t> phiên</a:t>
            </a:r>
            <a:r>
              <a:rPr lang="en-US" sz="2175" dirty="0" spc="2" kern="0">
                <a:solidFill>
                  <a:srgbClr val="123E52"/>
                </a:solidFill>
                <a:latin typeface="Lexend SemiBold" pitchFamily="34" charset="0"/>
                <a:ea typeface="Lexend SemiBold" pitchFamily="34" charset="-122"/>
                <a:cs typeface="Lexend SemiBold" pitchFamily="34" charset="-120"/>
              </a:rPr>
              <a:t> bản</a:t>
            </a:r>
            <a:endParaRPr lang="en-US" sz="2175" dirty="0"/>
          </a:p>
        </p:txBody>
      </p:sp>
      <p:sp>
        <p:nvSpPr>
          <p:cNvPr id="5" name="Connector line-1792810643223-628046439"/>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1" kern="0">
                <a:solidFill>
                  <a:srgbClr val="123E52"/>
                </a:solidFill>
                <a:latin typeface="Noto Sans" pitchFamily="34" charset="0"/>
                <a:ea typeface="Noto Sans" pitchFamily="34" charset="-122"/>
                <a:cs typeface="Noto Sans" pitchFamily="34" charset="-120"/>
              </a:rPr>
              <a:t>Hai</a:t>
            </a:r>
            <a:r>
              <a:rPr lang="en-US" sz="1313" dirty="0" spc="0" kern="0">
                <a:solidFill>
                  <a:srgbClr val="123E52"/>
                </a:solidFill>
                <a:latin typeface="Noto Sans" pitchFamily="34" charset="0"/>
                <a:ea typeface="Noto Sans" pitchFamily="34" charset="-122"/>
                <a:cs typeface="Noto Sans" pitchFamily="34" charset="-120"/>
              </a:rPr>
              <a:t> nhóm Database</a:t>
            </a:r>
            <a:r>
              <a:rPr lang="en-US" sz="1313" dirty="0" spc="2" kern="0">
                <a:solidFill>
                  <a:srgbClr val="123E52"/>
                </a:solidFill>
                <a:latin typeface="Noto Sans" pitchFamily="34" charset="0"/>
                <a:ea typeface="Noto Sans" pitchFamily="34" charset="-122"/>
                <a:cs typeface="Noto Sans" pitchFamily="34" charset="-120"/>
              </a:rPr>
              <a:t> và Git</a:t>
            </a:r>
            <a:r>
              <a:rPr lang="en-US" sz="1313" dirty="0" spc="0" kern="0">
                <a:solidFill>
                  <a:srgbClr val="123E52"/>
                </a:solidFill>
                <a:latin typeface="Noto Sans" pitchFamily="34" charset="0"/>
                <a:ea typeface="Noto Sans" pitchFamily="34" charset="-122"/>
                <a:cs typeface="Noto Sans" pitchFamily="34" charset="-120"/>
              </a:rPr>
              <a:t> phù</a:t>
            </a:r>
            <a:r>
              <a:rPr lang="en-US" sz="1313" dirty="0" spc="-2" kern="0">
                <a:solidFill>
                  <a:srgbClr val="123E52"/>
                </a:solidFill>
                <a:latin typeface="Noto Sans" pitchFamily="34" charset="0"/>
                <a:ea typeface="Noto Sans" pitchFamily="34" charset="-122"/>
                <a:cs typeface="Noto Sans" pitchFamily="34" charset="-120"/>
              </a:rPr>
              <a:t> hợp</a:t>
            </a:r>
            <a:r>
              <a:rPr lang="en-US" sz="1313" dirty="0" spc="1" kern="0">
                <a:solidFill>
                  <a:srgbClr val="123E52"/>
                </a:solidFill>
                <a:latin typeface="Noto Sans" pitchFamily="34" charset="0"/>
                <a:ea typeface="Noto Sans" pitchFamily="34" charset="-122"/>
                <a:cs typeface="Noto Sans" pitchFamily="34" charset="-120"/>
              </a:rPr>
              <a:t> khi</a:t>
            </a:r>
            <a:r>
              <a:rPr lang="en-US" sz="1313" dirty="0" spc="0" kern="0">
                <a:solidFill>
                  <a:srgbClr val="123E52"/>
                </a:solidFill>
                <a:latin typeface="Noto Sans" pitchFamily="34" charset="0"/>
                <a:ea typeface="Noto Sans" pitchFamily="34" charset="-122"/>
                <a:cs typeface="Noto Sans" pitchFamily="34" charset="-120"/>
              </a:rPr>
              <a:t> bạn</a:t>
            </a:r>
            <a:r>
              <a:rPr lang="en-US" sz="1313" dirty="0" spc="-1" kern="0">
                <a:solidFill>
                  <a:srgbClr val="123E52"/>
                </a:solidFill>
                <a:latin typeface="Noto Sans" pitchFamily="34" charset="0"/>
                <a:ea typeface="Noto Sans" pitchFamily="34" charset="-122"/>
                <a:cs typeface="Noto Sans" pitchFamily="34" charset="-120"/>
              </a:rPr>
              <a:t> muốn</a:t>
            </a:r>
            <a:r>
              <a:rPr lang="en-US" sz="1313" dirty="0" spc="2" kern="0">
                <a:solidFill>
                  <a:srgbClr val="123E52"/>
                </a:solidFill>
                <a:latin typeface="Noto Sans" pitchFamily="34" charset="0"/>
                <a:ea typeface="Noto Sans" pitchFamily="34" charset="-122"/>
                <a:cs typeface="Noto Sans" pitchFamily="34" charset="-120"/>
              </a:rPr>
              <a:t> hiểu cách</a:t>
            </a:r>
            <a:r>
              <a:rPr lang="en-US" sz="1313" dirty="0" spc="-1" kern="0">
                <a:solidFill>
                  <a:srgbClr val="123E52"/>
                </a:solidFill>
                <a:latin typeface="Noto Sans" pitchFamily="34" charset="0"/>
                <a:ea typeface="Noto Sans" pitchFamily="34" charset="-122"/>
                <a:cs typeface="Noto Sans" pitchFamily="34" charset="-120"/>
              </a:rPr>
              <a:t> phần</a:t>
            </a:r>
            <a:r>
              <a:rPr lang="en-US" sz="1313" dirty="0" spc="3" kern="0">
                <a:solidFill>
                  <a:srgbClr val="123E52"/>
                </a:solidFill>
                <a:latin typeface="Noto Sans" pitchFamily="34" charset="0"/>
                <a:ea typeface="Noto Sans" pitchFamily="34" charset="-122"/>
                <a:cs typeface="Noto Sans" pitchFamily="34" charset="-120"/>
              </a:rPr>
              <a:t> mềm</a:t>
            </a:r>
            <a:r>
              <a:rPr lang="en-US" sz="1313" dirty="0" spc="1" kern="0">
                <a:solidFill>
                  <a:srgbClr val="123E52"/>
                </a:solidFill>
                <a:latin typeface="Noto Sans" pitchFamily="34" charset="0"/>
                <a:ea typeface="Noto Sans" pitchFamily="34" charset="-122"/>
                <a:cs typeface="Noto Sans" pitchFamily="34" charset="-120"/>
              </a:rPr>
              <a:t> lưu</a:t>
            </a:r>
            <a:r>
              <a:rPr lang="en-US" sz="1313" dirty="0" spc="-2" kern="0">
                <a:solidFill>
                  <a:srgbClr val="123E52"/>
                </a:solidFill>
                <a:latin typeface="Noto Sans" pitchFamily="34" charset="0"/>
                <a:ea typeface="Noto Sans" pitchFamily="34" charset="-122"/>
                <a:cs typeface="Noto Sans" pitchFamily="34" charset="-120"/>
              </a:rPr>
              <a:t> thông</a:t>
            </a:r>
            <a:r>
              <a:rPr lang="en-US" sz="1313" dirty="0" spc="1" kern="0">
                <a:solidFill>
                  <a:srgbClr val="123E52"/>
                </a:solidFill>
                <a:latin typeface="Noto Sans" pitchFamily="34" charset="0"/>
                <a:ea typeface="Noto Sans" pitchFamily="34" charset="-122"/>
                <a:cs typeface="Noto Sans" pitchFamily="34" charset="-120"/>
              </a:rPr>
              <a:t> tin</a:t>
            </a:r>
            <a:r>
              <a:rPr lang="en-US" sz="1313" dirty="0" spc="0" kern="0">
                <a:solidFill>
                  <a:srgbClr val="123E52"/>
                </a:solidFill>
                <a:latin typeface="Noto Sans" pitchFamily="34" charset="0"/>
                <a:ea typeface="Noto Sans" pitchFamily="34" charset="-122"/>
                <a:cs typeface="Noto Sans" pitchFamily="34" charset="-120"/>
              </a:rPr>
              <a:t> hoặc</a:t>
            </a:r>
            <a:r>
              <a:rPr lang="en-US" sz="1313" dirty="0" spc="1" kern="0">
                <a:solidFill>
                  <a:srgbClr val="123E52"/>
                </a:solidFill>
                <a:latin typeface="Noto Sans" pitchFamily="34" charset="0"/>
                <a:ea typeface="Noto Sans" pitchFamily="34" charset="-122"/>
                <a:cs typeface="Noto Sans" pitchFamily="34" charset="-120"/>
              </a:rPr>
              <a:t> biểu</a:t>
            </a:r>
            <a:r>
              <a:rPr lang="en-US" sz="1313" dirty="0" spc="0" kern="0">
                <a:solidFill>
                  <a:srgbClr val="123E52"/>
                </a:solidFill>
                <a:latin typeface="Noto Sans" pitchFamily="34" charset="0"/>
                <a:ea typeface="Noto Sans" pitchFamily="34" charset="-122"/>
                <a:cs typeface="Noto Sans" pitchFamily="34" charset="-120"/>
              </a:rPr>
              <a:t> diễn</a:t>
            </a:r>
            <a:r>
              <a:rPr lang="en-US" sz="1313" dirty="0" spc="2" kern="0">
                <a:solidFill>
                  <a:srgbClr val="123E52"/>
                </a:solidFill>
                <a:latin typeface="Noto Sans" pitchFamily="34" charset="0"/>
                <a:ea typeface="Noto Sans" pitchFamily="34" charset="-122"/>
                <a:cs typeface="Noto Sans" pitchFamily="34" charset="-120"/>
              </a:rPr>
              <a:t> lịch sử</a:t>
            </a:r>
            <a:r>
              <a:rPr lang="en-US" sz="1313" dirty="0" spc="-1" kern="0">
                <a:solidFill>
                  <a:srgbClr val="123E52"/>
                </a:solidFill>
                <a:latin typeface="Noto Sans" pitchFamily="34" charset="0"/>
                <a:ea typeface="Noto Sans" pitchFamily="34" charset="-122"/>
                <a:cs typeface="Noto Sans" pitchFamily="34" charset="-120"/>
              </a:rPr>
              <a:t> thay</a:t>
            </a:r>
            <a:r>
              <a:rPr lang="en-US" sz="1313" dirty="0" spc="0" kern="0">
                <a:solidFill>
                  <a:srgbClr val="123E52"/>
                </a:solidFill>
                <a:latin typeface="Noto Sans" pitchFamily="34" charset="0"/>
                <a:ea typeface="Noto Sans" pitchFamily="34" charset="-122"/>
                <a:cs typeface="Noto Sans" pitchFamily="34" charset="-120"/>
              </a:rPr>
              <a:t> đổi.</a:t>
            </a:r>
            <a:r>
              <a:rPr lang="en-US" sz="1313" dirty="0" spc="3" kern="0">
                <a:solidFill>
                  <a:srgbClr val="123E52"/>
                </a:solidFill>
                <a:latin typeface="Noto Sans" pitchFamily="34" charset="0"/>
                <a:ea typeface="Noto Sans" pitchFamily="34" charset="-122"/>
                <a:cs typeface="Noto Sans" pitchFamily="34" charset="-120"/>
              </a:rPr>
              <a:t> README</a:t>
            </a:r>
            <a:r>
              <a:rPr lang="en-US" sz="1313" dirty="0" spc="1" kern="0">
                <a:solidFill>
                  <a:srgbClr val="123E52"/>
                </a:solidFill>
                <a:latin typeface="Noto Sans" pitchFamily="34" charset="0"/>
                <a:ea typeface="Noto Sans" pitchFamily="34" charset="-122"/>
                <a:cs typeface="Noto Sans" pitchFamily="34" charset="-120"/>
              </a:rPr>
              <a:t> có nhiều</a:t>
            </a:r>
            <a:r>
              <a:rPr lang="en-US" sz="1313" dirty="0" spc="2" kern="0">
                <a:solidFill>
                  <a:srgbClr val="123E52"/>
                </a:solidFill>
                <a:latin typeface="Noto Sans" pitchFamily="34" charset="0"/>
                <a:ea typeface="Noto Sans" pitchFamily="34" charset="-122"/>
                <a:cs typeface="Noto Sans" pitchFamily="34" charset="-120"/>
              </a:rPr>
              <a:t> cách</a:t>
            </a:r>
            <a:r>
              <a:rPr lang="en-US" sz="1313" dirty="0" spc="1" kern="0">
                <a:solidFill>
                  <a:srgbClr val="123E52"/>
                </a:solidFill>
                <a:latin typeface="Noto Sans" pitchFamily="34" charset="0"/>
                <a:ea typeface="Noto Sans" pitchFamily="34" charset="-122"/>
                <a:cs typeface="Noto Sans" pitchFamily="34" charset="-120"/>
              </a:rPr>
              <a:t> tiếp cận</a:t>
            </a:r>
            <a:r>
              <a:rPr lang="en-US" sz="1313" dirty="0" spc="3" kern="0">
                <a:solidFill>
                  <a:srgbClr val="123E52"/>
                </a:solidFill>
                <a:latin typeface="Noto Sans" pitchFamily="34" charset="0"/>
                <a:ea typeface="Noto Sans" pitchFamily="34" charset="-122"/>
                <a:cs typeface="Noto Sans" pitchFamily="34" charset="-120"/>
              </a:rPr>
              <a:t> và</a:t>
            </a:r>
            <a:r>
              <a:rPr lang="en-US" sz="1313" dirty="0" spc="-2" kern="0">
                <a:solidFill>
                  <a:srgbClr val="123E52"/>
                </a:solidFill>
                <a:latin typeface="Noto Sans" pitchFamily="34" charset="0"/>
                <a:ea typeface="Noto Sans" pitchFamily="34" charset="-122"/>
                <a:cs typeface="Noto Sans" pitchFamily="34" charset="-120"/>
              </a:rPr>
              <a:t> ngôn</a:t>
            </a:r>
            <a:r>
              <a:rPr lang="en-US" sz="1313" dirty="0" spc="-1" kern="0">
                <a:solidFill>
                  <a:srgbClr val="123E52"/>
                </a:solidFill>
                <a:latin typeface="Noto Sans" pitchFamily="34" charset="0"/>
                <a:ea typeface="Noto Sans" pitchFamily="34" charset="-122"/>
                <a:cs typeface="Noto Sans" pitchFamily="34" charset="-120"/>
              </a:rPr>
              <a:t> ngữ;</a:t>
            </a:r>
            <a:r>
              <a:rPr lang="en-US" sz="1313" dirty="0" spc="0" kern="0">
                <a:solidFill>
                  <a:srgbClr val="123E52"/>
                </a:solidFill>
                <a:latin typeface="Noto Sans" pitchFamily="34" charset="0"/>
                <a:ea typeface="Noto Sans" pitchFamily="34" charset="-122"/>
                <a:cs typeface="Noto Sans" pitchFamily="34" charset="-120"/>
              </a:rPr>
              <a:t> hãy chọn phạm</a:t>
            </a:r>
            <a:r>
              <a:rPr lang="en-US" sz="1313" dirty="0" spc="3" kern="0">
                <a:solidFill>
                  <a:srgbClr val="123E52"/>
                </a:solidFill>
                <a:latin typeface="Noto Sans" pitchFamily="34" charset="0"/>
                <a:ea typeface="Noto Sans" pitchFamily="34" charset="-122"/>
                <a:cs typeface="Noto Sans" pitchFamily="34" charset="-120"/>
              </a:rPr>
              <a:t> vi</a:t>
            </a:r>
            <a:r>
              <a:rPr lang="en-US" sz="1313" dirty="0" spc="0" kern="0">
                <a:solidFill>
                  <a:srgbClr val="123E52"/>
                </a:solidFill>
                <a:latin typeface="Noto Sans" pitchFamily="34" charset="0"/>
                <a:ea typeface="Noto Sans" pitchFamily="34" charset="-122"/>
                <a:cs typeface="Noto Sans" pitchFamily="34" charset="-120"/>
              </a:rPr>
              <a:t> theo</a:t>
            </a:r>
            <a:r>
              <a:rPr lang="en-US" sz="1313" dirty="0" spc="1" kern="0">
                <a:solidFill>
                  <a:srgbClr val="123E52"/>
                </a:solidFill>
                <a:latin typeface="Noto Sans" pitchFamily="34" charset="0"/>
                <a:ea typeface="Noto Sans" pitchFamily="34" charset="-122"/>
                <a:cs typeface="Noto Sans" pitchFamily="34" charset="-120"/>
              </a:rPr>
              <a:t> điều</a:t>
            </a:r>
            <a:r>
              <a:rPr lang="en-US" sz="1313" dirty="0" spc="-1" kern="0">
                <a:solidFill>
                  <a:srgbClr val="123E52"/>
                </a:solidFill>
                <a:latin typeface="Noto Sans" pitchFamily="34" charset="0"/>
                <a:ea typeface="Noto Sans" pitchFamily="34" charset="-122"/>
                <a:cs typeface="Noto Sans" pitchFamily="34" charset="-120"/>
              </a:rPr>
              <a:t> bạn</a:t>
            </a:r>
            <a:r>
              <a:rPr lang="en-US" sz="1313" dirty="0" spc="0" kern="0">
                <a:solidFill>
                  <a:srgbClr val="123E52"/>
                </a:solidFill>
                <a:latin typeface="Noto Sans" pitchFamily="34" charset="0"/>
                <a:ea typeface="Noto Sans" pitchFamily="34" charset="-122"/>
                <a:cs typeface="Noto Sans" pitchFamily="34" charset="-120"/>
              </a:rPr>
              <a:t> muốn giải</a:t>
            </a:r>
            <a:r>
              <a:rPr lang="en-US" sz="1313" dirty="0" spc="1" kern="0">
                <a:solidFill>
                  <a:srgbClr val="123E52"/>
                </a:solidFill>
                <a:latin typeface="Noto Sans" pitchFamily="34" charset="0"/>
                <a:ea typeface="Noto Sans" pitchFamily="34" charset="-122"/>
                <a:cs typeface="Noto Sans" pitchFamily="34" charset="-120"/>
              </a:rPr>
              <a:t> thích được.</a:t>
            </a:r>
            <a:r>
              <a:rPr lang="en-US" sz="1313" dirty="0" spc="-3"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Database: câu</a:t>
            </a:r>
            <a:r>
              <a:rPr lang="en-US" sz="1275" dirty="0" spc="2" kern="0">
                <a:solidFill>
                  <a:srgbClr val="123E52"/>
                </a:solidFill>
                <a:latin typeface="Lexend SemiBold" pitchFamily="34" charset="0"/>
                <a:ea typeface="Lexend SemiBold" pitchFamily="34" charset="-122"/>
                <a:cs typeface="Lexend SemiBold" pitchFamily="34" charset="-120"/>
              </a:rPr>
              <a:t> hỏi</a:t>
            </a:r>
            <a:r>
              <a:rPr lang="en-US" sz="1275" dirty="0" spc="3" kern="0">
                <a:solidFill>
                  <a:srgbClr val="123E52"/>
                </a:solidFill>
                <a:latin typeface="Lexend SemiBold" pitchFamily="34" charset="0"/>
                <a:ea typeface="Lexend SemiBold" pitchFamily="34" charset="-122"/>
                <a:cs typeface="Lexend SemiBold" pitchFamily="34" charset="-120"/>
              </a:rPr>
              <a:t> nên</a:t>
            </a:r>
            <a:r>
              <a:rPr lang="en-US" sz="1275" dirty="0" spc="2" kern="0">
                <a:solidFill>
                  <a:srgbClr val="123E52"/>
                </a:solidFill>
                <a:latin typeface="Lexend SemiBold" pitchFamily="34" charset="0"/>
                <a:ea typeface="Lexend SemiBold" pitchFamily="34" charset="-122"/>
                <a:cs typeface="Lexend SemiBold" pitchFamily="34" charset="-120"/>
              </a:rPr>
              <a:t> mang</a:t>
            </a:r>
            <a:r>
              <a:rPr lang="en-US" sz="1275" dirty="0" spc="0" kern="0">
                <a:solidFill>
                  <a:srgbClr val="123E52"/>
                </a:solidFill>
                <a:latin typeface="Lexend SemiBold" pitchFamily="34" charset="0"/>
                <a:ea typeface="Lexend SemiBold" pitchFamily="34" charset="-122"/>
                <a:cs typeface="Lexend SemiBold" pitchFamily="34" charset="-120"/>
              </a:rPr>
              <a:t> theo</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Dữ</a:t>
            </a:r>
            <a:r>
              <a:rPr lang="en-US" sz="1095" dirty="0" spc="-1" kern="0">
                <a:solidFill>
                  <a:srgbClr val="123E52"/>
                </a:solidFill>
                <a:latin typeface="Noto Sans" pitchFamily="34" charset="0"/>
                <a:ea typeface="Noto Sans" pitchFamily="34" charset="-122"/>
                <a:cs typeface="Noto Sans" pitchFamily="34" charset="-120"/>
              </a:rPr>
              <a:t> liệu được</a:t>
            </a:r>
            <a:r>
              <a:rPr lang="en-US" sz="1095" dirty="0" spc="-2" kern="0">
                <a:solidFill>
                  <a:srgbClr val="123E52"/>
                </a:solidFill>
                <a:latin typeface="Noto Sans" pitchFamily="34" charset="0"/>
                <a:ea typeface="Noto Sans" pitchFamily="34" charset="-122"/>
                <a:cs typeface="Noto Sans" pitchFamily="34" charset="-120"/>
              </a:rPr>
              <a:t> tổ</a:t>
            </a:r>
            <a:r>
              <a:rPr lang="en-US" sz="1095" dirty="0" spc="0" kern="0">
                <a:solidFill>
                  <a:srgbClr val="123E52"/>
                </a:solidFill>
                <a:latin typeface="Noto Sans" pitchFamily="34" charset="0"/>
                <a:ea typeface="Noto Sans" pitchFamily="34" charset="-122"/>
                <a:cs typeface="Noto Sans" pitchFamily="34" charset="-120"/>
              </a:rPr>
              <a:t> chức</a:t>
            </a:r>
            <a:r>
              <a:rPr lang="en-US" sz="1095" dirty="0" spc="-1" kern="0">
                <a:solidFill>
                  <a:srgbClr val="123E52"/>
                </a:solidFill>
                <a:latin typeface="Noto Sans" pitchFamily="34" charset="0"/>
                <a:ea typeface="Noto Sans" pitchFamily="34" charset="-122"/>
                <a:cs typeface="Noto Sans" pitchFamily="34" charset="-120"/>
              </a:rPr>
              <a:t> ở</a:t>
            </a:r>
            <a:r>
              <a:rPr lang="en-US" sz="1095" dirty="0" spc="0" kern="0">
                <a:solidFill>
                  <a:srgbClr val="123E52"/>
                </a:solidFill>
                <a:latin typeface="Noto Sans" pitchFamily="34" charset="0"/>
                <a:ea typeface="Noto Sans" pitchFamily="34" charset="-122"/>
                <a:cs typeface="Noto Sans" pitchFamily="34" charset="-120"/>
              </a:rPr>
              <a:t> đâu?</a:t>
            </a:r>
            <a:r>
              <a:rPr lang="en-US" sz="1095" dirty="0" spc="1" kern="0">
                <a:solidFill>
                  <a:srgbClr val="123E52"/>
                </a:solidFill>
                <a:latin typeface="Noto Sans" pitchFamily="34" charset="0"/>
                <a:ea typeface="Noto Sans" pitchFamily="34" charset="-122"/>
                <a:cs typeface="Noto Sans" pitchFamily="34" charset="-120"/>
              </a:rPr>
              <a:t> Chương</a:t>
            </a:r>
            <a:r>
              <a:rPr lang="en-US" sz="1095" dirty="0" spc="-1" kern="0">
                <a:solidFill>
                  <a:srgbClr val="123E52"/>
                </a:solidFill>
                <a:latin typeface="Noto Sans" pitchFamily="34" charset="0"/>
                <a:ea typeface="Noto Sans" pitchFamily="34" charset="-122"/>
                <a:cs typeface="Noto Sans" pitchFamily="34" charset="-120"/>
              </a:rPr>
              <a:t> trình</a:t>
            </a:r>
            <a:r>
              <a:rPr lang="en-US" sz="1095" dirty="0" spc="-4" kern="0">
                <a:solidFill>
                  <a:srgbClr val="123E52"/>
                </a:solidFill>
                <a:latin typeface="Noto Sans" pitchFamily="34" charset="0"/>
                <a:ea typeface="Noto Sans" pitchFamily="34" charset="-122"/>
                <a:cs typeface="Noto Sans" pitchFamily="34" charset="-120"/>
              </a:rPr>
              <a:t> tìm</a:t>
            </a:r>
            <a:r>
              <a:rPr lang="en-US" sz="1095" dirty="0" spc="-3" kern="0">
                <a:solidFill>
                  <a:srgbClr val="123E52"/>
                </a:solidFill>
                <a:latin typeface="Noto Sans" pitchFamily="34" charset="0"/>
                <a:ea typeface="Noto Sans" pitchFamily="34" charset="-122"/>
                <a:cs typeface="Noto Sans" pitchFamily="34" charset="-120"/>
              </a:rPr>
              <a:t> lại</a:t>
            </a:r>
            <a:r>
              <a:rPr lang="en-US" sz="1095" dirty="0" spc="0" kern="0">
                <a:solidFill>
                  <a:srgbClr val="123E52"/>
                </a:solidFill>
                <a:latin typeface="Noto Sans" pitchFamily="34" charset="0"/>
                <a:ea typeface="Noto Sans" pitchFamily="34" charset="-122"/>
                <a:cs typeface="Noto Sans" pitchFamily="34" charset="-120"/>
              </a:rPr>
              <a:t> bản</a:t>
            </a:r>
            <a:r>
              <a:rPr lang="en-US" sz="1095" dirty="0" spc="-2" kern="0">
                <a:solidFill>
                  <a:srgbClr val="123E52"/>
                </a:solidFill>
                <a:latin typeface="Noto Sans" pitchFamily="34" charset="0"/>
                <a:ea typeface="Noto Sans" pitchFamily="34" charset="-122"/>
                <a:cs typeface="Noto Sans" pitchFamily="34" charset="-120"/>
              </a:rPr>
              <a:t> ghi</a:t>
            </a:r>
            <a:r>
              <a:rPr lang="en-US" sz="1095" dirty="0" spc="0" kern="0">
                <a:solidFill>
                  <a:srgbClr val="123E52"/>
                </a:solidFill>
                <a:latin typeface="Noto Sans" pitchFamily="34" charset="0"/>
                <a:ea typeface="Noto Sans" pitchFamily="34" charset="-122"/>
                <a:cs typeface="Noto Sans" pitchFamily="34" charset="-120"/>
              </a:rPr>
              <a:t> như thế nào? Khi</a:t>
            </a:r>
            <a:r>
              <a:rPr lang="en-US" sz="1095" dirty="0" spc="-3" kern="0">
                <a:solidFill>
                  <a:srgbClr val="123E52"/>
                </a:solidFill>
                <a:latin typeface="Noto Sans" pitchFamily="34" charset="0"/>
                <a:ea typeface="Noto Sans" pitchFamily="34" charset="-122"/>
                <a:cs typeface="Noto Sans" pitchFamily="34" charset="-120"/>
              </a:rPr>
              <a:t> tắt</a:t>
            </a:r>
            <a:r>
              <a:rPr lang="en-US" sz="1095" dirty="0" spc="-2" kern="0">
                <a:solidFill>
                  <a:srgbClr val="123E52"/>
                </a:solidFill>
                <a:latin typeface="Noto Sans" pitchFamily="34" charset="0"/>
                <a:ea typeface="Noto Sans" pitchFamily="34" charset="-122"/>
                <a:cs typeface="Noto Sans" pitchFamily="34" charset="-120"/>
              </a:rPr>
              <a:t> và mở</a:t>
            </a:r>
            <a:r>
              <a:rPr lang="en-US" sz="1095" dirty="0" spc="-1" kern="0">
                <a:solidFill>
                  <a:srgbClr val="123E52"/>
                </a:solidFill>
                <a:latin typeface="Noto Sans" pitchFamily="34" charset="0"/>
                <a:ea typeface="Noto Sans" pitchFamily="34" charset="-122"/>
                <a:cs typeface="Noto Sans" pitchFamily="34" charset="-120"/>
              </a:rPr>
              <a:t> lại,</a:t>
            </a:r>
            <a:r>
              <a:rPr lang="en-US" sz="1095" dirty="0" spc="0" kern="0">
                <a:solidFill>
                  <a:srgbClr val="123E52"/>
                </a:solidFill>
                <a:latin typeface="Noto Sans" pitchFamily="34" charset="0"/>
                <a:ea typeface="Noto Sans" pitchFamily="34" charset="-122"/>
                <a:cs typeface="Noto Sans" pitchFamily="34" charset="-120"/>
              </a:rPr>
              <a:t> những</a:t>
            </a:r>
            <a:r>
              <a:rPr lang="en-US" sz="1095" dirty="0" spc="-3" kern="0">
                <a:solidFill>
                  <a:srgbClr val="123E52"/>
                </a:solidFill>
                <a:latin typeface="Noto Sans" pitchFamily="34" charset="0"/>
                <a:ea typeface="Noto Sans" pitchFamily="34" charset="-122"/>
                <a:cs typeface="Noto Sans" pitchFamily="34" charset="-120"/>
              </a:rPr>
              <a:t> gì</a:t>
            </a:r>
            <a:r>
              <a:rPr lang="en-US" sz="1095" dirty="0" spc="0" kern="0">
                <a:solidFill>
                  <a:srgbClr val="123E52"/>
                </a:solidFill>
                <a:latin typeface="Noto Sans" pitchFamily="34" charset="0"/>
                <a:ea typeface="Noto Sans" pitchFamily="34" charset="-122"/>
                <a:cs typeface="Noto Sans" pitchFamily="34" charset="-120"/>
              </a:rPr>
              <a:t> còn</a:t>
            </a:r>
            <a:r>
              <a:rPr lang="en-US" sz="1095" dirty="0" spc="-1" kern="0">
                <a:solidFill>
                  <a:srgbClr val="123E52"/>
                </a:solidFill>
                <a:latin typeface="Noto Sans" pitchFamily="34" charset="0"/>
                <a:ea typeface="Noto Sans" pitchFamily="34" charset="-122"/>
                <a:cs typeface="Noto Sans" pitchFamily="34" charset="-120"/>
              </a:rPr>
              <a:t> tồn</a:t>
            </a:r>
            <a:r>
              <a:rPr lang="en-US" sz="1095" dirty="0" spc="-2" kern="0">
                <a:solidFill>
                  <a:srgbClr val="123E52"/>
                </a:solidFill>
                <a:latin typeface="Noto Sans" pitchFamily="34" charset="0"/>
                <a:ea typeface="Noto Sans" pitchFamily="34" charset="-122"/>
                <a:cs typeface="Noto Sans" pitchFamily="34" charset="-120"/>
              </a:rPr>
              <a:t> tại? Đây là</a:t>
            </a:r>
            <a:r>
              <a:rPr lang="en-US" sz="1095" dirty="0" spc="0" kern="0">
                <a:solidFill>
                  <a:srgbClr val="123E52"/>
                </a:solidFill>
                <a:latin typeface="Noto Sans" pitchFamily="34" charset="0"/>
                <a:ea typeface="Noto Sans" pitchFamily="34" charset="-122"/>
                <a:cs typeface="Noto Sans" pitchFamily="34" charset="-120"/>
              </a:rPr>
              <a:t> câu</a:t>
            </a:r>
            <a:r>
              <a:rPr lang="en-US" sz="1095" dirty="0" spc="-1" kern="0">
                <a:solidFill>
                  <a:srgbClr val="123E52"/>
                </a:solidFill>
                <a:latin typeface="Noto Sans" pitchFamily="34" charset="0"/>
                <a:ea typeface="Noto Sans" pitchFamily="34" charset="-122"/>
                <a:cs typeface="Noto Sans" pitchFamily="34" charset="-120"/>
              </a:rPr>
              <a:t> hỏi</a:t>
            </a:r>
            <a:r>
              <a:rPr lang="en-US" sz="1095" dirty="0" spc="0" kern="0">
                <a:solidFill>
                  <a:srgbClr val="123E52"/>
                </a:solidFill>
                <a:latin typeface="Noto Sans" pitchFamily="34" charset="0"/>
                <a:ea typeface="Noto Sans" pitchFamily="34" charset="-122"/>
                <a:cs typeface="Noto Sans" pitchFamily="34" charset="-120"/>
              </a:rPr>
              <a:t> học tập,</a:t>
            </a:r>
            <a:r>
              <a:rPr lang="en-US" sz="1095" dirty="0" spc="-1" kern="0">
                <a:solidFill>
                  <a:srgbClr val="123E52"/>
                </a:solidFill>
                <a:latin typeface="Noto Sans" pitchFamily="34" charset="0"/>
                <a:ea typeface="Noto Sans" pitchFamily="34" charset="-122"/>
                <a:cs typeface="Noto Sans" pitchFamily="34" charset="-120"/>
              </a:rPr>
              <a:t> không phải</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0" kern="0">
                <a:solidFill>
                  <a:srgbClr val="123E52"/>
                </a:solidFill>
                <a:latin typeface="Noto Sans" pitchFamily="34" charset="0"/>
                <a:ea typeface="Noto Sans" pitchFamily="34" charset="-122"/>
                <a:cs typeface="Noto Sans" pitchFamily="34" charset="-120"/>
              </a:rPr>
              <a:t> năng được</a:t>
            </a:r>
            <a:r>
              <a:rPr lang="en-US" sz="1095" dirty="0" spc="-2" kern="0">
                <a:solidFill>
                  <a:srgbClr val="123E52"/>
                </a:solidFill>
                <a:latin typeface="Noto Sans" pitchFamily="34" charset="0"/>
                <a:ea typeface="Noto Sans" pitchFamily="34" charset="-122"/>
                <a:cs typeface="Noto Sans" pitchFamily="34" charset="-120"/>
              </a:rPr>
              <a:t> mọi tutorial</a:t>
            </a:r>
            <a:r>
              <a:rPr lang="en-US" sz="1095" dirty="0" spc="0" kern="0">
                <a:solidFill>
                  <a:srgbClr val="123E52"/>
                </a:solidFill>
                <a:latin typeface="Noto Sans" pitchFamily="34" charset="0"/>
                <a:ea typeface="Noto Sans" pitchFamily="34" charset="-122"/>
                <a:cs typeface="Noto Sans" pitchFamily="34" charset="-120"/>
              </a:rPr>
              <a:t> cam kết.</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3" kern="0">
                <a:solidFill>
                  <a:srgbClr val="123E52"/>
                </a:solidFill>
                <a:latin typeface="Lexend SemiBold" pitchFamily="34" charset="0"/>
                <a:ea typeface="Lexend SemiBold" pitchFamily="34" charset="-122"/>
                <a:cs typeface="Lexend SemiBold" pitchFamily="34" charset="-120"/>
              </a:rPr>
              <a:t>Git:</a:t>
            </a:r>
            <a:r>
              <a:rPr lang="en-US" sz="1275" dirty="0" spc="0" kern="0">
                <a:solidFill>
                  <a:srgbClr val="123E52"/>
                </a:solidFill>
                <a:latin typeface="Lexend SemiBold" pitchFamily="34" charset="0"/>
                <a:ea typeface="Lexend SemiBold" pitchFamily="34" charset="-122"/>
                <a:cs typeface="Lexend SemiBold" pitchFamily="34" charset="-120"/>
              </a:rPr>
              <a:t> câu</a:t>
            </a:r>
            <a:r>
              <a:rPr lang="en-US" sz="1275" dirty="0" spc="2" kern="0">
                <a:solidFill>
                  <a:srgbClr val="123E52"/>
                </a:solidFill>
                <a:latin typeface="Lexend SemiBold" pitchFamily="34" charset="0"/>
                <a:ea typeface="Lexend SemiBold" pitchFamily="34" charset="-122"/>
                <a:cs typeface="Lexend SemiBold" pitchFamily="34" charset="-120"/>
              </a:rPr>
              <a:t> hỏi</a:t>
            </a:r>
            <a:r>
              <a:rPr lang="en-US" sz="1275" dirty="0" spc="3" kern="0">
                <a:solidFill>
                  <a:srgbClr val="123E52"/>
                </a:solidFill>
                <a:latin typeface="Lexend SemiBold" pitchFamily="34" charset="0"/>
                <a:ea typeface="Lexend SemiBold" pitchFamily="34" charset="-122"/>
                <a:cs typeface="Lexend SemiBold" pitchFamily="34" charset="-120"/>
              </a:rPr>
              <a:t> nên</a:t>
            </a:r>
            <a:r>
              <a:rPr lang="en-US" sz="1275" dirty="0" spc="2" kern="0">
                <a:solidFill>
                  <a:srgbClr val="123E52"/>
                </a:solidFill>
                <a:latin typeface="Lexend SemiBold" pitchFamily="34" charset="0"/>
                <a:ea typeface="Lexend SemiBold" pitchFamily="34" charset="-122"/>
                <a:cs typeface="Lexend SemiBold" pitchFamily="34" charset="-120"/>
              </a:rPr>
              <a:t> mang</a:t>
            </a:r>
            <a:r>
              <a:rPr lang="en-US" sz="1275" dirty="0" spc="0" kern="0">
                <a:solidFill>
                  <a:srgbClr val="123E52"/>
                </a:solidFill>
                <a:latin typeface="Lexend SemiBold" pitchFamily="34" charset="0"/>
                <a:ea typeface="Lexend SemiBold" pitchFamily="34" charset="-122"/>
                <a:cs typeface="Lexend SemiBold" pitchFamily="34" charset="-120"/>
              </a:rPr>
              <a:t> theo</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Một phiên bản được</a:t>
            </a:r>
            <a:r>
              <a:rPr lang="en-US" sz="1095" dirty="0" spc="-1" kern="0">
                <a:solidFill>
                  <a:srgbClr val="123E52"/>
                </a:solidFill>
                <a:latin typeface="Noto Sans" pitchFamily="34" charset="0"/>
                <a:ea typeface="Noto Sans" pitchFamily="34" charset="-122"/>
                <a:cs typeface="Noto Sans" pitchFamily="34" charset="-120"/>
              </a:rPr>
              <a:t> biểu</a:t>
            </a:r>
            <a:r>
              <a:rPr lang="en-US" sz="1095" dirty="0" spc="0" kern="0">
                <a:solidFill>
                  <a:srgbClr val="123E52"/>
                </a:solidFill>
                <a:latin typeface="Noto Sans" pitchFamily="34" charset="0"/>
                <a:ea typeface="Noto Sans" pitchFamily="34" charset="-122"/>
                <a:cs typeface="Noto Sans" pitchFamily="34" charset="-120"/>
              </a:rPr>
              <a:t> diễn</a:t>
            </a:r>
            <a:r>
              <a:rPr lang="en-US" sz="1095" dirty="0" spc="-8" kern="0">
                <a:solidFill>
                  <a:srgbClr val="123E52"/>
                </a:solidFill>
                <a:latin typeface="Noto Sans" pitchFamily="34" charset="0"/>
                <a:ea typeface="Noto Sans" pitchFamily="34" charset="-122"/>
                <a:cs typeface="Noto Sans" pitchFamily="34" charset="-120"/>
              </a:rPr>
              <a:t> ra</a:t>
            </a:r>
            <a:r>
              <a:rPr lang="en-US" sz="1095" dirty="0" spc="0" kern="0">
                <a:solidFill>
                  <a:srgbClr val="123E52"/>
                </a:solidFill>
                <a:latin typeface="Noto Sans" pitchFamily="34" charset="0"/>
                <a:ea typeface="Noto Sans" pitchFamily="34" charset="-122"/>
                <a:cs typeface="Noto Sans" pitchFamily="34" charset="-120"/>
              </a:rPr>
              <a:t> sao?</a:t>
            </a:r>
            <a:r>
              <a:rPr lang="en-US" sz="1095" dirty="0" spc="1" kern="0">
                <a:solidFill>
                  <a:srgbClr val="123E52"/>
                </a:solidFill>
                <a:latin typeface="Noto Sans" pitchFamily="34" charset="0"/>
                <a:ea typeface="Noto Sans" pitchFamily="34" charset="-122"/>
                <a:cs typeface="Noto Sans" pitchFamily="34" charset="-120"/>
              </a:rPr>
              <a:t> Các</a:t>
            </a:r>
            <a:r>
              <a:rPr lang="en-US" sz="1095" dirty="0" spc="-1" kern="0">
                <a:solidFill>
                  <a:srgbClr val="123E52"/>
                </a:solidFill>
                <a:latin typeface="Noto Sans" pitchFamily="34" charset="0"/>
                <a:ea typeface="Noto Sans" pitchFamily="34" charset="-122"/>
                <a:cs typeface="Noto Sans" pitchFamily="34" charset="-120"/>
              </a:rPr>
              <a:t> lần</a:t>
            </a:r>
            <a:r>
              <a:rPr lang="en-US" sz="1095" dirty="0" spc="-2" kern="0">
                <a:solidFill>
                  <a:srgbClr val="123E52"/>
                </a:solidFill>
                <a:latin typeface="Noto Sans" pitchFamily="34" charset="0"/>
                <a:ea typeface="Noto Sans" pitchFamily="34" charset="-122"/>
                <a:cs typeface="Noto Sans" pitchFamily="34" charset="-120"/>
              </a:rPr>
              <a:t> thay</a:t>
            </a:r>
            <a:r>
              <a:rPr lang="en-US" sz="1095" dirty="0" spc="-1" kern="0">
                <a:solidFill>
                  <a:srgbClr val="123E52"/>
                </a:solidFill>
                <a:latin typeface="Noto Sans" pitchFamily="34" charset="0"/>
                <a:ea typeface="Noto Sans" pitchFamily="34" charset="-122"/>
                <a:cs typeface="Noto Sans" pitchFamily="34" charset="-120"/>
              </a:rPr>
              <a:t> đổi</a:t>
            </a:r>
            <a:r>
              <a:rPr lang="en-US" sz="1095" dirty="0" spc="-2" kern="0">
                <a:solidFill>
                  <a:srgbClr val="123E52"/>
                </a:solidFill>
                <a:latin typeface="Noto Sans" pitchFamily="34" charset="0"/>
                <a:ea typeface="Noto Sans" pitchFamily="34" charset="-122"/>
                <a:cs typeface="Noto Sans" pitchFamily="34" charset="-120"/>
              </a:rPr>
              <a:t> liên</a:t>
            </a:r>
            <a:r>
              <a:rPr lang="en-US" sz="1095" dirty="0" spc="2" kern="0">
                <a:solidFill>
                  <a:srgbClr val="123E52"/>
                </a:solidFill>
                <a:latin typeface="Noto Sans" pitchFamily="34" charset="0"/>
                <a:ea typeface="Noto Sans" pitchFamily="34" charset="-122"/>
                <a:cs typeface="Noto Sans" pitchFamily="34" charset="-120"/>
              </a:rPr>
              <a:t> hệ</a:t>
            </a:r>
            <a:r>
              <a:rPr lang="en-US" sz="1095" dirty="0" spc="0" kern="0">
                <a:solidFill>
                  <a:srgbClr val="123E52"/>
                </a:solidFill>
                <a:latin typeface="Noto Sans" pitchFamily="34" charset="0"/>
                <a:ea typeface="Noto Sans" pitchFamily="34" charset="-122"/>
                <a:cs typeface="Noto Sans" pitchFamily="34" charset="-120"/>
              </a:rPr>
              <a:t> thế nào?</a:t>
            </a:r>
            <a:r>
              <a:rPr lang="en-US" sz="1095" dirty="0" spc="1" kern="0">
                <a:solidFill>
                  <a:srgbClr val="123E52"/>
                </a:solidFill>
                <a:latin typeface="Noto Sans" pitchFamily="34" charset="0"/>
                <a:ea typeface="Noto Sans" pitchFamily="34" charset="-122"/>
                <a:cs typeface="Noto Sans" pitchFamily="34" charset="-120"/>
              </a:rPr>
              <a:t> Chọn</a:t>
            </a:r>
            <a:r>
              <a:rPr lang="en-US" sz="1095" dirty="0" spc="-3" kern="0">
                <a:solidFill>
                  <a:srgbClr val="123E52"/>
                </a:solidFill>
                <a:latin typeface="Noto Sans" pitchFamily="34" charset="0"/>
                <a:ea typeface="Noto Sans" pitchFamily="34" charset="-122"/>
                <a:cs typeface="Noto Sans" pitchFamily="34" charset="-120"/>
              </a:rPr>
              <a:t> tài</a:t>
            </a:r>
            <a:r>
              <a:rPr lang="en-US" sz="1095" dirty="0" spc="-1" kern="0">
                <a:solidFill>
                  <a:srgbClr val="123E52"/>
                </a:solidFill>
                <a:latin typeface="Noto Sans" pitchFamily="34" charset="0"/>
                <a:ea typeface="Noto Sans" pitchFamily="34" charset="-122"/>
                <a:cs typeface="Noto Sans" pitchFamily="34" charset="-120"/>
              </a:rPr>
              <a:t> liệu</a:t>
            </a:r>
            <a:r>
              <a:rPr lang="en-US" sz="1095" dirty="0" spc="0" kern="0">
                <a:solidFill>
                  <a:srgbClr val="123E52"/>
                </a:solidFill>
                <a:latin typeface="Noto Sans" pitchFamily="34" charset="0"/>
                <a:ea typeface="Noto Sans" pitchFamily="34" charset="-122"/>
                <a:cs typeface="Noto Sans" pitchFamily="34" charset="-120"/>
              </a:rPr>
              <a:t> theo</a:t>
            </a:r>
            <a:r>
              <a:rPr lang="en-US" sz="1095" dirty="0" spc="-1" kern="0">
                <a:solidFill>
                  <a:srgbClr val="123E52"/>
                </a:solidFill>
                <a:latin typeface="Noto Sans" pitchFamily="34" charset="0"/>
                <a:ea typeface="Noto Sans" pitchFamily="34" charset="-122"/>
                <a:cs typeface="Noto Sans" pitchFamily="34" charset="-120"/>
              </a:rPr>
              <a:t> thao tác mà</a:t>
            </a:r>
            <a:r>
              <a:rPr lang="en-US" sz="1095" dirty="0" spc="0" kern="0">
                <a:solidFill>
                  <a:srgbClr val="123E52"/>
                </a:solidFill>
                <a:latin typeface="Noto Sans" pitchFamily="34" charset="0"/>
                <a:ea typeface="Noto Sans" pitchFamily="34" charset="-122"/>
                <a:cs typeface="Noto Sans" pitchFamily="34" charset="-120"/>
              </a:rPr>
              <a:t> nó</a:t>
            </a:r>
            <a:r>
              <a:rPr lang="en-US" sz="1095" dirty="0" spc="-2" kern="0">
                <a:solidFill>
                  <a:srgbClr val="123E52"/>
                </a:solidFill>
                <a:latin typeface="Noto Sans" pitchFamily="34" charset="0"/>
                <a:ea typeface="Noto Sans" pitchFamily="34" charset="-122"/>
                <a:cs typeface="Noto Sans" pitchFamily="34" charset="-120"/>
              </a:rPr>
              <a:t> thật</a:t>
            </a:r>
            <a:r>
              <a:rPr lang="en-US" sz="1095" dirty="0" spc="-1" kern="0">
                <a:solidFill>
                  <a:srgbClr val="123E52"/>
                </a:solidFill>
                <a:latin typeface="Noto Sans" pitchFamily="34" charset="0"/>
                <a:ea typeface="Noto Sans" pitchFamily="34" charset="-122"/>
                <a:cs typeface="Noto Sans" pitchFamily="34" charset="-120"/>
              </a:rPr>
              <a:t> sự</a:t>
            </a:r>
            <a:r>
              <a:rPr lang="en-US" sz="1095" dirty="0" spc="0" kern="0">
                <a:solidFill>
                  <a:srgbClr val="123E52"/>
                </a:solidFill>
                <a:latin typeface="Noto Sans" pitchFamily="34" charset="0"/>
                <a:ea typeface="Noto Sans" pitchFamily="34" charset="-122"/>
                <a:cs typeface="Noto Sans" pitchFamily="34" charset="-120"/>
              </a:rPr>
              <a:t> triển</a:t>
            </a:r>
            <a:r>
              <a:rPr lang="en-US" sz="1095" dirty="0" spc="-1" kern="0">
                <a:solidFill>
                  <a:srgbClr val="123E52"/>
                </a:solidFill>
                <a:latin typeface="Noto Sans" pitchFamily="34" charset="0"/>
                <a:ea typeface="Noto Sans" pitchFamily="34" charset="-122"/>
                <a:cs typeface="Noto Sans" pitchFamily="34" charset="-120"/>
              </a:rPr>
              <a:t> khai, thay</a:t>
            </a:r>
            <a:r>
              <a:rPr lang="en-US" sz="1095" dirty="0" spc="-5" kern="0">
                <a:solidFill>
                  <a:srgbClr val="123E52"/>
                </a:solidFill>
                <a:latin typeface="Noto Sans" pitchFamily="34" charset="0"/>
                <a:ea typeface="Noto Sans" pitchFamily="34" charset="-122"/>
                <a:cs typeface="Noto Sans" pitchFamily="34" charset="-120"/>
              </a:rPr>
              <a:t> vì</a:t>
            </a:r>
            <a:r>
              <a:rPr lang="en-US" sz="1095" dirty="0" spc="-2" kern="0">
                <a:solidFill>
                  <a:srgbClr val="123E52"/>
                </a:solidFill>
                <a:latin typeface="Noto Sans" pitchFamily="34" charset="0"/>
                <a:ea typeface="Noto Sans" pitchFamily="34" charset="-122"/>
                <a:cs typeface="Noto Sans" pitchFamily="34" charset="-120"/>
              </a:rPr>
              <a:t> coi</a:t>
            </a:r>
            <a:r>
              <a:rPr lang="en-US" sz="1095" dirty="0" spc="0" kern="0">
                <a:solidFill>
                  <a:srgbClr val="123E52"/>
                </a:solidFill>
                <a:latin typeface="Noto Sans" pitchFamily="34" charset="0"/>
                <a:ea typeface="Noto Sans" pitchFamily="34" charset="-122"/>
                <a:cs typeface="Noto Sans" pitchFamily="34" charset="-120"/>
              </a:rPr>
              <a:t> bản nhỏ</a:t>
            </a:r>
            <a:r>
              <a:rPr lang="en-US" sz="1095" dirty="0" spc="-2" kern="0">
                <a:solidFill>
                  <a:srgbClr val="123E52"/>
                </a:solidFill>
                <a:latin typeface="Noto Sans" pitchFamily="34" charset="0"/>
                <a:ea typeface="Noto Sans" pitchFamily="34" charset="-122"/>
                <a:cs typeface="Noto Sans" pitchFamily="34" charset="-120"/>
              </a:rPr>
              <a:t> là</a:t>
            </a:r>
            <a:r>
              <a:rPr lang="en-US" sz="1095" dirty="0" spc="-4" kern="0">
                <a:solidFill>
                  <a:srgbClr val="123E52"/>
                </a:solidFill>
                <a:latin typeface="Noto Sans" pitchFamily="34" charset="0"/>
                <a:ea typeface="Noto Sans" pitchFamily="34" charset="-122"/>
                <a:cs typeface="Noto Sans" pitchFamily="34" charset="-120"/>
              </a:rPr>
              <a:t> Git</a:t>
            </a:r>
            <a:r>
              <a:rPr lang="en-US" sz="1095" dirty="0" spc="-1" kern="0">
                <a:solidFill>
                  <a:srgbClr val="123E52"/>
                </a:solidFill>
                <a:latin typeface="Noto Sans" pitchFamily="34" charset="0"/>
                <a:ea typeface="Noto Sans" pitchFamily="34" charset="-122"/>
                <a:cs typeface="Noto Sans" pitchFamily="34" charset="-120"/>
              </a:rPr>
              <a:t> đầy</a:t>
            </a:r>
            <a:r>
              <a:rPr lang="en-US" sz="1095" dirty="0" spc="2" kern="0">
                <a:solidFill>
                  <a:srgbClr val="123E52"/>
                </a:solidFill>
                <a:latin typeface="Noto Sans" pitchFamily="34" charset="0"/>
                <a:ea typeface="Noto Sans" pitchFamily="34" charset="-122"/>
                <a:cs typeface="Noto Sans" pitchFamily="34" charset="-120"/>
              </a:rPr>
              <a:t> đủ.</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Đầu</a:t>
            </a:r>
            <a:r>
              <a:rPr lang="en-US" sz="1275" dirty="0" spc="-8" kern="0">
                <a:solidFill>
                  <a:srgbClr val="123E52"/>
                </a:solidFill>
                <a:latin typeface="Lexend SemiBold" pitchFamily="34" charset="0"/>
                <a:ea typeface="Lexend SemiBold" pitchFamily="34" charset="-122"/>
                <a:cs typeface="Lexend SemiBold" pitchFamily="34" charset="-120"/>
              </a:rPr>
              <a:t> ra</a:t>
            </a:r>
            <a:r>
              <a:rPr lang="en-US" sz="1275" dirty="0" spc="-1" kern="0">
                <a:solidFill>
                  <a:srgbClr val="123E52"/>
                </a:solidFill>
                <a:latin typeface="Lexend SemiBold" pitchFamily="34" charset="0"/>
                <a:ea typeface="Lexend SemiBold" pitchFamily="34" charset="-122"/>
                <a:cs typeface="Lexend SemiBold" pitchFamily="34" charset="-120"/>
              </a:rPr>
              <a:t> gợi</a:t>
            </a:r>
            <a:r>
              <a:rPr lang="en-US" sz="1275" dirty="0" spc="2" kern="0">
                <a:solidFill>
                  <a:srgbClr val="123E52"/>
                </a:solidFill>
                <a:latin typeface="Lexend SemiBold" pitchFamily="34" charset="0"/>
                <a:ea typeface="Lexend SemiBold" pitchFamily="34" charset="-122"/>
                <a:cs typeface="Lexend SemiBold" pitchFamily="34" charset="-120"/>
              </a:rPr>
              <a:t> ý</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29" kern="0">
                <a:solidFill>
                  <a:srgbClr val="123E52"/>
                </a:solidFill>
                <a:latin typeface="Noto Sans" pitchFamily="34" charset="0"/>
                <a:ea typeface="Noto Sans" pitchFamily="34" charset="-122"/>
                <a:cs typeface="Noto Sans" pitchFamily="34" charset="-120"/>
              </a:rPr>
              <a:t>Tự</a:t>
            </a:r>
            <a:r>
              <a:rPr lang="en-US" sz="1095" dirty="0" spc="-1" kern="0">
                <a:solidFill>
                  <a:srgbClr val="123E52"/>
                </a:solidFill>
                <a:latin typeface="Noto Sans" pitchFamily="34" charset="0"/>
                <a:ea typeface="Noto Sans" pitchFamily="34" charset="-122"/>
                <a:cs typeface="Noto Sans" pitchFamily="34" charset="-120"/>
              </a:rPr>
              <a:t> vẽ</a:t>
            </a:r>
            <a:r>
              <a:rPr lang="en-US" sz="1095" dirty="0" spc="-2" kern="0">
                <a:solidFill>
                  <a:srgbClr val="123E52"/>
                </a:solidFill>
                <a:latin typeface="Noto Sans" pitchFamily="34" charset="0"/>
                <a:ea typeface="Noto Sans" pitchFamily="34" charset="-122"/>
                <a:cs typeface="Noto Sans" pitchFamily="34" charset="-120"/>
              </a:rPr>
              <a:t> mô</a:t>
            </a:r>
            <a:r>
              <a:rPr lang="en-US" sz="1095" dirty="0" spc="0" kern="0">
                <a:solidFill>
                  <a:srgbClr val="123E52"/>
                </a:solidFill>
                <a:latin typeface="Noto Sans" pitchFamily="34" charset="0"/>
                <a:ea typeface="Noto Sans" pitchFamily="34" charset="-122"/>
                <a:cs typeface="Noto Sans" pitchFamily="34" charset="-120"/>
              </a:rPr>
              <a:t> hình</a:t>
            </a:r>
            <a:r>
              <a:rPr lang="en-US" sz="1095" dirty="0" spc="-2" kern="0">
                <a:solidFill>
                  <a:srgbClr val="123E52"/>
                </a:solidFill>
                <a:latin typeface="Noto Sans" pitchFamily="34" charset="0"/>
                <a:ea typeface="Noto Sans" pitchFamily="34" charset="-122"/>
                <a:cs typeface="Noto Sans" pitchFamily="34" charset="-120"/>
              </a:rPr>
              <a:t> lưu</a:t>
            </a:r>
            <a:r>
              <a:rPr lang="en-US" sz="1095" dirty="0" spc="-1" kern="0">
                <a:solidFill>
                  <a:srgbClr val="123E52"/>
                </a:solidFill>
                <a:latin typeface="Noto Sans" pitchFamily="34" charset="0"/>
                <a:ea typeface="Noto Sans" pitchFamily="34" charset="-122"/>
                <a:cs typeface="Noto Sans" pitchFamily="34" charset="-120"/>
              </a:rPr>
              <a:t> trữ</a:t>
            </a:r>
            <a:r>
              <a:rPr lang="en-US" sz="1095" dirty="0" spc="0" kern="0">
                <a:solidFill>
                  <a:srgbClr val="123E52"/>
                </a:solidFill>
                <a:latin typeface="Noto Sans" pitchFamily="34" charset="0"/>
                <a:ea typeface="Noto Sans" pitchFamily="34" charset="-122"/>
                <a:cs typeface="Noto Sans" pitchFamily="34" charset="-120"/>
              </a:rPr>
              <a:t> của phần</a:t>
            </a:r>
            <a:r>
              <a:rPr lang="en-US" sz="1095" dirty="0" spc="1" kern="0">
                <a:solidFill>
                  <a:srgbClr val="123E52"/>
                </a:solidFill>
                <a:latin typeface="Noto Sans" pitchFamily="34" charset="0"/>
                <a:ea typeface="Noto Sans" pitchFamily="34" charset="-122"/>
                <a:cs typeface="Noto Sans" pitchFamily="34" charset="-120"/>
              </a:rPr>
              <a:t> đã</a:t>
            </a:r>
            <a:r>
              <a:rPr lang="en-US" sz="1095" dirty="0" spc="0" kern="0">
                <a:solidFill>
                  <a:srgbClr val="123E52"/>
                </a:solidFill>
                <a:latin typeface="Noto Sans" pitchFamily="34" charset="0"/>
                <a:ea typeface="Noto Sans" pitchFamily="34" charset="-122"/>
                <a:cs typeface="Noto Sans" pitchFamily="34" charset="-120"/>
              </a:rPr>
              <a:t> làm;</a:t>
            </a:r>
            <a:r>
              <a:rPr lang="en-US" sz="1095" dirty="0" spc="-2" kern="0">
                <a:solidFill>
                  <a:srgbClr val="123E52"/>
                </a:solidFill>
                <a:latin typeface="Noto Sans" pitchFamily="34" charset="0"/>
                <a:ea typeface="Noto Sans" pitchFamily="34" charset="-122"/>
                <a:cs typeface="Noto Sans" pitchFamily="34" charset="-120"/>
              </a:rPr>
              <a:t> tạo một dữ</a:t>
            </a:r>
            <a:r>
              <a:rPr lang="en-US" sz="1095" dirty="0" spc="-1" kern="0">
                <a:solidFill>
                  <a:srgbClr val="123E52"/>
                </a:solidFill>
                <a:latin typeface="Noto Sans" pitchFamily="34" charset="0"/>
                <a:ea typeface="Noto Sans" pitchFamily="34" charset="-122"/>
                <a:cs typeface="Noto Sans" pitchFamily="34" charset="-120"/>
              </a:rPr>
              <a:t> liệu</a:t>
            </a:r>
            <a:r>
              <a:rPr lang="en-US" sz="1095" dirty="0" spc="0" kern="0">
                <a:solidFill>
                  <a:srgbClr val="123E52"/>
                </a:solidFill>
                <a:latin typeface="Noto Sans" pitchFamily="34" charset="0"/>
                <a:ea typeface="Noto Sans" pitchFamily="34" charset="-122"/>
                <a:cs typeface="Noto Sans" pitchFamily="34" charset="-120"/>
              </a:rPr>
              <a:t> hoặc</a:t>
            </a:r>
            <a:r>
              <a:rPr lang="en-US" sz="1095" dirty="0" spc="-1" kern="0">
                <a:solidFill>
                  <a:srgbClr val="123E52"/>
                </a:solidFill>
                <a:latin typeface="Noto Sans" pitchFamily="34" charset="0"/>
                <a:ea typeface="Noto Sans" pitchFamily="34" charset="-122"/>
                <a:cs typeface="Noto Sans" pitchFamily="34" charset="-120"/>
              </a:rPr>
              <a:t> thay</a:t>
            </a:r>
            <a:r>
              <a:rPr lang="en-US" sz="1095" dirty="0" spc="-2" kern="0">
                <a:solidFill>
                  <a:srgbClr val="123E52"/>
                </a:solidFill>
                <a:latin typeface="Noto Sans" pitchFamily="34" charset="0"/>
                <a:ea typeface="Noto Sans" pitchFamily="34" charset="-122"/>
                <a:cs typeface="Noto Sans" pitchFamily="34" charset="-120"/>
              </a:rPr>
              <a:t> đổi mới</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dự</a:t>
            </a:r>
            <a:r>
              <a:rPr lang="en-US" sz="1095" dirty="0" spc="0" kern="0">
                <a:solidFill>
                  <a:srgbClr val="123E52"/>
                </a:solidFill>
                <a:latin typeface="Noto Sans" pitchFamily="34" charset="0"/>
                <a:ea typeface="Noto Sans" pitchFamily="34" charset="-122"/>
                <a:cs typeface="Noto Sans" pitchFamily="34" charset="-120"/>
              </a:rPr>
              <a:t> đoán</a:t>
            </a:r>
            <a:r>
              <a:rPr lang="en-US" sz="1095" dirty="0" spc="-1" kern="0">
                <a:solidFill>
                  <a:srgbClr val="123E52"/>
                </a:solidFill>
                <a:latin typeface="Noto Sans" pitchFamily="34" charset="0"/>
                <a:ea typeface="Noto Sans" pitchFamily="34" charset="-122"/>
                <a:cs typeface="Noto Sans" pitchFamily="34" charset="-120"/>
              </a:rPr>
              <a:t> kết</a:t>
            </a:r>
            <a:r>
              <a:rPr lang="en-US" sz="1095" dirty="0" spc="1" kern="0">
                <a:solidFill>
                  <a:srgbClr val="123E52"/>
                </a:solidFill>
                <a:latin typeface="Noto Sans" pitchFamily="34" charset="0"/>
                <a:ea typeface="Noto Sans" pitchFamily="34" charset="-122"/>
                <a:cs typeface="Noto Sans" pitchFamily="34" charset="-120"/>
              </a:rPr>
              <a:t> quả.</a:t>
            </a:r>
            <a:r>
              <a:rPr lang="en-US" sz="1095" dirty="0" spc="-2" kern="0">
                <a:solidFill>
                  <a:srgbClr val="123E52"/>
                </a:solidFill>
                <a:latin typeface="Noto Sans" pitchFamily="34" charset="0"/>
                <a:ea typeface="Noto Sans" pitchFamily="34" charset="-122"/>
                <a:cs typeface="Noto Sans" pitchFamily="34" charset="-120"/>
              </a:rPr>
              <a:t> Ghi</a:t>
            </a:r>
            <a:r>
              <a:rPr lang="en-US" sz="1095" dirty="0" spc="-8" kern="0">
                <a:solidFill>
                  <a:srgbClr val="123E52"/>
                </a:solidFill>
                <a:latin typeface="Noto Sans" pitchFamily="34" charset="0"/>
                <a:ea typeface="Noto Sans" pitchFamily="34" charset="-122"/>
                <a:cs typeface="Noto Sans" pitchFamily="34" charset="-120"/>
              </a:rPr>
              <a:t> rõ</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0" kern="0">
                <a:solidFill>
                  <a:srgbClr val="123E52"/>
                </a:solidFill>
                <a:latin typeface="Noto Sans" pitchFamily="34" charset="0"/>
                <a:ea typeface="Noto Sans" pitchFamily="34" charset="-122"/>
                <a:cs typeface="Noto Sans" pitchFamily="34" charset="-120"/>
              </a:rPr>
              <a:t> năng đang thiếu.</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5" kern="0">
                <a:solidFill>
                  <a:srgbClr val="123E52"/>
                </a:solidFill>
                <a:latin typeface="Lexend SemiBold" pitchFamily="34" charset="0"/>
                <a:ea typeface="Lexend SemiBold" pitchFamily="34" charset="-122"/>
                <a:cs typeface="Lexend SemiBold" pitchFamily="34" charset="-120"/>
              </a:rPr>
              <a:t>Chuẩn</a:t>
            </a:r>
            <a:r>
              <a:rPr lang="en-US" sz="1275" dirty="0" spc="2" kern="0">
                <a:solidFill>
                  <a:srgbClr val="123E52"/>
                </a:solidFill>
                <a:latin typeface="Lexend SemiBold" pitchFamily="34" charset="0"/>
                <a:ea typeface="Lexend SemiBold" pitchFamily="34" charset="-122"/>
                <a:cs typeface="Lexend SemiBold" pitchFamily="34" charset="-120"/>
              </a:rPr>
              <a:t> bị</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Ngôn ngữ</a:t>
            </a:r>
            <a:r>
              <a:rPr lang="en-US" sz="1095" dirty="0" spc="-2" kern="0">
                <a:solidFill>
                  <a:srgbClr val="123E52"/>
                </a:solidFill>
                <a:latin typeface="Noto Sans" pitchFamily="34" charset="0"/>
                <a:ea typeface="Noto Sans" pitchFamily="34" charset="-122"/>
                <a:cs typeface="Noto Sans" pitchFamily="34" charset="-120"/>
              </a:rPr>
              <a:t> lập</a:t>
            </a:r>
            <a:r>
              <a:rPr lang="en-US" sz="1095" dirty="0" spc="-1" kern="0">
                <a:solidFill>
                  <a:srgbClr val="123E52"/>
                </a:solidFill>
                <a:latin typeface="Noto Sans" pitchFamily="34" charset="0"/>
                <a:ea typeface="Noto Sans" pitchFamily="34" charset="-122"/>
                <a:cs typeface="Noto Sans" pitchFamily="34" charset="-120"/>
              </a:rPr>
              <a:t> trình</a:t>
            </a:r>
            <a:r>
              <a:rPr lang="en-US" sz="1095" dirty="0" spc="1" kern="0">
                <a:solidFill>
                  <a:srgbClr val="123E52"/>
                </a:solidFill>
                <a:latin typeface="Noto Sans" pitchFamily="34" charset="0"/>
                <a:ea typeface="Noto Sans" pitchFamily="34" charset="-122"/>
                <a:cs typeface="Noto Sans" pitchFamily="34" charset="-120"/>
              </a:rPr>
              <a:t> quen</a:t>
            </a:r>
            <a:r>
              <a:rPr lang="en-US" sz="1095" dirty="0" spc="0" kern="0">
                <a:solidFill>
                  <a:srgbClr val="123E52"/>
                </a:solidFill>
                <a:latin typeface="Noto Sans" pitchFamily="34" charset="0"/>
                <a:ea typeface="Noto Sans" pitchFamily="34" charset="-122"/>
                <a:cs typeface="Noto Sans" pitchFamily="34" charset="-120"/>
              </a:rPr>
              <a:t> thuộc, khả năng</a:t>
            </a:r>
            <a:r>
              <a:rPr lang="en-US" sz="1095" dirty="0" spc="-1" kern="0">
                <a:solidFill>
                  <a:srgbClr val="123E52"/>
                </a:solidFill>
                <a:latin typeface="Noto Sans" pitchFamily="34" charset="0"/>
                <a:ea typeface="Noto Sans" pitchFamily="34" charset="-122"/>
                <a:cs typeface="Noto Sans" pitchFamily="34" charset="-120"/>
              </a:rPr>
              <a:t> đọc/ghi</a:t>
            </a:r>
            <a:r>
              <a:rPr lang="en-US" sz="1095" dirty="0" spc="-2" kern="0">
                <a:solidFill>
                  <a:srgbClr val="123E52"/>
                </a:solidFill>
                <a:latin typeface="Noto Sans" pitchFamily="34" charset="0"/>
                <a:ea typeface="Noto Sans" pitchFamily="34" charset="-122"/>
                <a:cs typeface="Noto Sans" pitchFamily="34" charset="-120"/>
              </a:rPr>
              <a:t> tệp</a:t>
            </a:r>
            <a:r>
              <a:rPr lang="en-US" sz="1095" dirty="0" spc="0" kern="0">
                <a:solidFill>
                  <a:srgbClr val="123E52"/>
                </a:solidFill>
                <a:latin typeface="Noto Sans" pitchFamily="34" charset="0"/>
                <a:ea typeface="Noto Sans" pitchFamily="34" charset="-122"/>
                <a:cs typeface="Noto Sans" pitchFamily="34" charset="-120"/>
              </a:rPr>
              <a:t> theo yêu cầu</a:t>
            </a:r>
            <a:r>
              <a:rPr lang="en-US" sz="1095" dirty="0" spc="-2" kern="0">
                <a:solidFill>
                  <a:srgbClr val="123E52"/>
                </a:solidFill>
                <a:latin typeface="Noto Sans" pitchFamily="34" charset="0"/>
                <a:ea typeface="Noto Sans" pitchFamily="34" charset="-122"/>
                <a:cs typeface="Noto Sans" pitchFamily="34" charset="-120"/>
              </a:rPr>
              <a:t> bài và</a:t>
            </a:r>
            <a:r>
              <a:rPr lang="en-US" sz="1095" dirty="0" spc="1" kern="0">
                <a:solidFill>
                  <a:srgbClr val="123E52"/>
                </a:solidFill>
                <a:latin typeface="Noto Sans" pitchFamily="34" charset="0"/>
                <a:ea typeface="Noto Sans" pitchFamily="34" charset="-122"/>
                <a:cs typeface="Noto Sans" pitchFamily="34" charset="-120"/>
              </a:rPr>
              <a:t> cách</a:t>
            </a:r>
            <a:r>
              <a:rPr lang="en-US" sz="1095" dirty="0" spc="0" kern="0">
                <a:solidFill>
                  <a:srgbClr val="123E52"/>
                </a:solidFill>
                <a:latin typeface="Noto Sans" pitchFamily="34" charset="0"/>
                <a:ea typeface="Noto Sans" pitchFamily="34" charset="-122"/>
                <a:cs typeface="Noto Sans" pitchFamily="34" charset="-120"/>
              </a:rPr>
              <a:t> quan</a:t>
            </a:r>
            <a:r>
              <a:rPr lang="en-US" sz="1095" dirty="0" spc="-2" kern="0">
                <a:solidFill>
                  <a:srgbClr val="123E52"/>
                </a:solidFill>
                <a:latin typeface="Noto Sans" pitchFamily="34" charset="0"/>
                <a:ea typeface="Noto Sans" pitchFamily="34" charset="-122"/>
                <a:cs typeface="Noto Sans" pitchFamily="34" charset="-120"/>
              </a:rPr>
              <a:t> sát</a:t>
            </a:r>
            <a:r>
              <a:rPr lang="en-US" sz="1095" dirty="0" spc="-1" kern="0">
                <a:solidFill>
                  <a:srgbClr val="123E52"/>
                </a:solidFill>
                <a:latin typeface="Noto Sans" pitchFamily="34" charset="0"/>
                <a:ea typeface="Noto Sans" pitchFamily="34" charset="-122"/>
                <a:cs typeface="Noto Sans" pitchFamily="34" charset="-120"/>
              </a:rPr>
              <a:t> lỗi.</a:t>
            </a:r>
            <a:r>
              <a:rPr lang="en-US" sz="1095" dirty="0" spc="-2" kern="0">
                <a:solidFill>
                  <a:srgbClr val="123E52"/>
                </a:solidFill>
                <a:latin typeface="Noto Sans" pitchFamily="34" charset="0"/>
                <a:ea typeface="Noto Sans" pitchFamily="34" charset="-122"/>
                <a:cs typeface="Noto Sans" pitchFamily="34" charset="-120"/>
              </a:rPr>
              <a:t> Nhu</a:t>
            </a:r>
            <a:r>
              <a:rPr lang="en-US" sz="1095" dirty="0" spc="1" kern="0">
                <a:solidFill>
                  <a:srgbClr val="123E52"/>
                </a:solidFill>
                <a:latin typeface="Noto Sans" pitchFamily="34" charset="0"/>
                <a:ea typeface="Noto Sans" pitchFamily="34" charset="-122"/>
                <a:cs typeface="Noto Sans" pitchFamily="34" charset="-120"/>
              </a:rPr>
              <a:t> cầu</a:t>
            </a:r>
            <a:r>
              <a:rPr lang="en-US" sz="1095" dirty="0" spc="0" kern="0">
                <a:solidFill>
                  <a:srgbClr val="123E52"/>
                </a:solidFill>
                <a:latin typeface="Noto Sans" pitchFamily="34" charset="0"/>
                <a:ea typeface="Noto Sans" pitchFamily="34" charset="-122"/>
                <a:cs typeface="Noto Sans" pitchFamily="34" charset="-120"/>
              </a:rPr>
              <a:t> cụ</a:t>
            </a:r>
            <a:r>
              <a:rPr lang="en-US" sz="1095" dirty="0" spc="-1" kern="0">
                <a:solidFill>
                  <a:srgbClr val="123E52"/>
                </a:solidFill>
                <a:latin typeface="Noto Sans" pitchFamily="34" charset="0"/>
                <a:ea typeface="Noto Sans" pitchFamily="34" charset="-122"/>
                <a:cs typeface="Noto Sans" pitchFamily="34" charset="-120"/>
              </a:rPr>
              <a:t> thể</a:t>
            </a:r>
            <a:r>
              <a:rPr lang="en-US" sz="1095" dirty="0" spc="0" kern="0">
                <a:solidFill>
                  <a:srgbClr val="123E52"/>
                </a:solidFill>
                <a:latin typeface="Noto Sans" pitchFamily="34" charset="0"/>
                <a:ea typeface="Noto Sans" pitchFamily="34" charset="-122"/>
                <a:cs typeface="Noto Sans" pitchFamily="34" charset="-120"/>
              </a:rPr>
              <a:t> phụ thuộc</a:t>
            </a:r>
            <a:r>
              <a:rPr lang="en-US" sz="1095" dirty="0" spc="-2" kern="0">
                <a:solidFill>
                  <a:srgbClr val="123E52"/>
                </a:solidFill>
                <a:latin typeface="Noto Sans" pitchFamily="34" charset="0"/>
                <a:ea typeface="Noto Sans" pitchFamily="34" charset="-122"/>
                <a:cs typeface="Noto Sans" pitchFamily="34" charset="-120"/>
              </a:rPr>
              <a:t> tutorial</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chọn.</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 Let's Build a Simple Database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Python: ugit: Learn Git Internals by Building Git Yourself ↗</a:t>
            </a:r>
            <a:endParaRPr lang="en-US" sz="938" dirty="0"/>
          </a:p>
        </p:txBody>
      </p:sp>
      <p:sp>
        <p:nvSpPr>
          <p:cNvPr id="22" name="Connector line-1792810643247-559285342"/>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08</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01299fec-bbc3-4166-a9d3-afeb2af83807"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4" kern="0">
                <a:solidFill>
                  <a:srgbClr val="123E52"/>
                </a:solidFill>
                <a:latin typeface="Lexend SemiBold" pitchFamily="34" charset="0"/>
                <a:ea typeface="Lexend SemiBold" pitchFamily="34" charset="-122"/>
                <a:cs typeface="Lexend SemiBold" pitchFamily="34" charset="-120"/>
              </a:rPr>
              <a:t>Web:</a:t>
            </a:r>
            <a:r>
              <a:rPr lang="en-US" sz="2175" dirty="0" spc="12" kern="0">
                <a:solidFill>
                  <a:srgbClr val="123E52"/>
                </a:solidFill>
                <a:latin typeface="Lexend SemiBold" pitchFamily="34" charset="0"/>
                <a:ea typeface="Lexend SemiBold" pitchFamily="34" charset="-122"/>
                <a:cs typeface="Lexend SemiBold" pitchFamily="34" charset="-120"/>
              </a:rPr>
              <a:t> server</a:t>
            </a:r>
            <a:r>
              <a:rPr lang="en-US" sz="2175" dirty="0" spc="1" kern="0">
                <a:solidFill>
                  <a:srgbClr val="123E52"/>
                </a:solidFill>
                <a:latin typeface="Lexend SemiBold" pitchFamily="34" charset="0"/>
                <a:ea typeface="Lexend SemiBold" pitchFamily="34" charset="-122"/>
                <a:cs typeface="Lexend SemiBold" pitchFamily="34" charset="-120"/>
              </a:rPr>
              <a:t> &amp;</a:t>
            </a:r>
            <a:r>
              <a:rPr lang="en-US" sz="2175" dirty="0" spc="-11" kern="0">
                <a:solidFill>
                  <a:srgbClr val="123E52"/>
                </a:solidFill>
                <a:latin typeface="Lexend SemiBold" pitchFamily="34" charset="0"/>
                <a:ea typeface="Lexend SemiBold" pitchFamily="34" charset="-122"/>
                <a:cs typeface="Lexend SemiBold" pitchFamily="34" charset="-120"/>
              </a:rPr>
              <a:t> browser</a:t>
            </a:r>
            <a:endParaRPr lang="en-US" sz="2175" dirty="0"/>
          </a:p>
        </p:txBody>
      </p:sp>
      <p:sp>
        <p:nvSpPr>
          <p:cNvPr id="5" name="Connector line-1792810727859-240661611"/>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11" kern="0">
                <a:solidFill>
                  <a:srgbClr val="123E52"/>
                </a:solidFill>
                <a:latin typeface="Noto Sans" pitchFamily="34" charset="0"/>
                <a:ea typeface="Noto Sans" pitchFamily="34" charset="-122"/>
                <a:cs typeface="Noto Sans" pitchFamily="34" charset="-120"/>
              </a:rPr>
              <a:t>Web</a:t>
            </a:r>
            <a:r>
              <a:rPr lang="en-US" sz="1313" dirty="0" spc="3" kern="0">
                <a:solidFill>
                  <a:srgbClr val="123E52"/>
                </a:solidFill>
                <a:latin typeface="Noto Sans" pitchFamily="34" charset="0"/>
                <a:ea typeface="Noto Sans" pitchFamily="34" charset="-122"/>
                <a:cs typeface="Noto Sans" pitchFamily="34" charset="-120"/>
              </a:rPr>
              <a:t> Server</a:t>
            </a:r>
            <a:r>
              <a:rPr lang="en-US" sz="1313" dirty="0" spc="2" kern="0">
                <a:solidFill>
                  <a:srgbClr val="123E52"/>
                </a:solidFill>
                <a:latin typeface="Noto Sans" pitchFamily="34" charset="0"/>
                <a:ea typeface="Noto Sans" pitchFamily="34" charset="-122"/>
                <a:cs typeface="Noto Sans" pitchFamily="34" charset="-120"/>
              </a:rPr>
              <a:t> và</a:t>
            </a:r>
            <a:r>
              <a:rPr lang="en-US" sz="1313" dirty="0" spc="-7" kern="0">
                <a:solidFill>
                  <a:srgbClr val="123E52"/>
                </a:solidFill>
                <a:latin typeface="Noto Sans" pitchFamily="34" charset="0"/>
                <a:ea typeface="Noto Sans" pitchFamily="34" charset="-122"/>
                <a:cs typeface="Noto Sans" pitchFamily="34" charset="-120"/>
              </a:rPr>
              <a:t> Web</a:t>
            </a:r>
            <a:r>
              <a:rPr lang="en-US" sz="1313" dirty="0" spc="-5" kern="0">
                <a:solidFill>
                  <a:srgbClr val="123E52"/>
                </a:solidFill>
                <a:latin typeface="Noto Sans" pitchFamily="34" charset="0"/>
                <a:ea typeface="Noto Sans" pitchFamily="34" charset="-122"/>
                <a:cs typeface="Noto Sans" pitchFamily="34" charset="-120"/>
              </a:rPr>
              <a:t> Browser</a:t>
            </a:r>
            <a:r>
              <a:rPr lang="en-US" sz="1313" dirty="0" spc="2" kern="0">
                <a:solidFill>
                  <a:srgbClr val="123E52"/>
                </a:solidFill>
                <a:latin typeface="Noto Sans" pitchFamily="34" charset="0"/>
                <a:ea typeface="Noto Sans" pitchFamily="34" charset="-122"/>
                <a:cs typeface="Noto Sans" pitchFamily="34" charset="-120"/>
              </a:rPr>
              <a:t> là</a:t>
            </a:r>
            <a:r>
              <a:rPr lang="en-US" sz="1313" dirty="0" spc="1" kern="0">
                <a:solidFill>
                  <a:srgbClr val="123E52"/>
                </a:solidFill>
                <a:latin typeface="Noto Sans" pitchFamily="34" charset="0"/>
                <a:ea typeface="Noto Sans" pitchFamily="34" charset="-122"/>
                <a:cs typeface="Noto Sans" pitchFamily="34" charset="-120"/>
              </a:rPr>
              <a:t> hai</a:t>
            </a:r>
            <a:r>
              <a:rPr lang="en-US" sz="1313" dirty="0" spc="-1" kern="0">
                <a:solidFill>
                  <a:srgbClr val="123E52"/>
                </a:solidFill>
                <a:latin typeface="Noto Sans" pitchFamily="34" charset="0"/>
                <a:ea typeface="Noto Sans" pitchFamily="34" charset="-122"/>
                <a:cs typeface="Noto Sans" pitchFamily="34" charset="-120"/>
              </a:rPr>
              <a:t> góc</a:t>
            </a:r>
            <a:r>
              <a:rPr lang="en-US" sz="1313" dirty="0" spc="1" kern="0">
                <a:solidFill>
                  <a:srgbClr val="123E52"/>
                </a:solidFill>
                <a:latin typeface="Noto Sans" pitchFamily="34" charset="0"/>
                <a:ea typeface="Noto Sans" pitchFamily="34" charset="-122"/>
                <a:cs typeface="Noto Sans" pitchFamily="34" charset="-120"/>
              </a:rPr>
              <a:t> nhìn khác</a:t>
            </a:r>
            <a:r>
              <a:rPr lang="en-US" sz="1313" dirty="0" spc="0" kern="0">
                <a:solidFill>
                  <a:srgbClr val="123E52"/>
                </a:solidFill>
                <a:latin typeface="Noto Sans" pitchFamily="34" charset="0"/>
                <a:ea typeface="Noto Sans" pitchFamily="34" charset="-122"/>
                <a:cs typeface="Noto Sans" pitchFamily="34" charset="-120"/>
              </a:rPr>
              <a:t> nhau:</a:t>
            </a:r>
            <a:r>
              <a:rPr lang="en-US" sz="1313" dirty="0" spc="1" kern="0">
                <a:solidFill>
                  <a:srgbClr val="123E52"/>
                </a:solidFill>
                <a:latin typeface="Noto Sans" pitchFamily="34" charset="0"/>
                <a:ea typeface="Noto Sans" pitchFamily="34" charset="-122"/>
                <a:cs typeface="Noto Sans" pitchFamily="34" charset="-120"/>
              </a:rPr>
              <a:t> một</a:t>
            </a:r>
            <a:r>
              <a:rPr lang="en-US" sz="1313" dirty="0" spc="0" kern="0">
                <a:solidFill>
                  <a:srgbClr val="123E52"/>
                </a:solidFill>
                <a:latin typeface="Noto Sans" pitchFamily="34" charset="0"/>
                <a:ea typeface="Noto Sans" pitchFamily="34" charset="-122"/>
                <a:cs typeface="Noto Sans" pitchFamily="34" charset="-120"/>
              </a:rPr>
              <a:t> bên phục</a:t>
            </a:r>
            <a:r>
              <a:rPr lang="en-US" sz="1313" dirty="0" spc="3" kern="0">
                <a:solidFill>
                  <a:srgbClr val="123E52"/>
                </a:solidFill>
                <a:latin typeface="Noto Sans" pitchFamily="34" charset="0"/>
                <a:ea typeface="Noto Sans" pitchFamily="34" charset="-122"/>
                <a:cs typeface="Noto Sans" pitchFamily="34" charset="-120"/>
              </a:rPr>
              <a:t> vụ</a:t>
            </a:r>
            <a:r>
              <a:rPr lang="en-US" sz="1313" dirty="0" spc="0" kern="0">
                <a:solidFill>
                  <a:srgbClr val="123E52"/>
                </a:solidFill>
                <a:latin typeface="Noto Sans" pitchFamily="34" charset="0"/>
                <a:ea typeface="Noto Sans" pitchFamily="34" charset="-122"/>
                <a:cs typeface="Noto Sans" pitchFamily="34" charset="-120"/>
              </a:rPr>
              <a:t> nội</a:t>
            </a:r>
            <a:r>
              <a:rPr lang="en-US" sz="1313" dirty="0" spc="-1" kern="0">
                <a:solidFill>
                  <a:srgbClr val="123E52"/>
                </a:solidFill>
                <a:latin typeface="Noto Sans" pitchFamily="34" charset="0"/>
                <a:ea typeface="Noto Sans" pitchFamily="34" charset="-122"/>
                <a:cs typeface="Noto Sans" pitchFamily="34" charset="-120"/>
              </a:rPr>
              <a:t> dung, một</a:t>
            </a:r>
            <a:r>
              <a:rPr lang="en-US" sz="1313" dirty="0" spc="1" kern="0">
                <a:solidFill>
                  <a:srgbClr val="123E52"/>
                </a:solidFill>
                <a:latin typeface="Noto Sans" pitchFamily="34" charset="0"/>
                <a:ea typeface="Noto Sans" pitchFamily="34" charset="-122"/>
                <a:cs typeface="Noto Sans" pitchFamily="34" charset="-120"/>
              </a:rPr>
              <a:t> bên</a:t>
            </a:r>
            <a:r>
              <a:rPr lang="en-US" sz="1313" dirty="0" spc="0" kern="0">
                <a:solidFill>
                  <a:srgbClr val="123E52"/>
                </a:solidFill>
                <a:latin typeface="Noto Sans" pitchFamily="34" charset="0"/>
                <a:ea typeface="Noto Sans" pitchFamily="34" charset="-122"/>
                <a:cs typeface="Noto Sans" pitchFamily="34" charset="-120"/>
              </a:rPr>
              <a:t> tiếp nhận</a:t>
            </a:r>
            <a:r>
              <a:rPr lang="en-US" sz="1313" dirty="0" spc="3" kern="0">
                <a:solidFill>
                  <a:srgbClr val="123E52"/>
                </a:solidFill>
                <a:latin typeface="Noto Sans" pitchFamily="34" charset="0"/>
                <a:ea typeface="Noto Sans" pitchFamily="34" charset="-122"/>
                <a:cs typeface="Noto Sans" pitchFamily="34" charset="-120"/>
              </a:rPr>
              <a:t> và</a:t>
            </a:r>
            <a:r>
              <a:rPr lang="en-US" sz="1313" dirty="0" spc="1" kern="0">
                <a:solidFill>
                  <a:srgbClr val="123E52"/>
                </a:solidFill>
                <a:latin typeface="Noto Sans" pitchFamily="34" charset="0"/>
                <a:ea typeface="Noto Sans" pitchFamily="34" charset="-122"/>
                <a:cs typeface="Noto Sans" pitchFamily="34" charset="-120"/>
              </a:rPr>
              <a:t> trình</a:t>
            </a:r>
            <a:r>
              <a:rPr lang="en-US" sz="1313" dirty="0" spc="-2" kern="0">
                <a:solidFill>
                  <a:srgbClr val="123E52"/>
                </a:solidFill>
                <a:latin typeface="Noto Sans" pitchFamily="34" charset="0"/>
                <a:ea typeface="Noto Sans" pitchFamily="34" charset="-122"/>
                <a:cs typeface="Noto Sans" pitchFamily="34" charset="-120"/>
              </a:rPr>
              <a:t> bày</a:t>
            </a:r>
            <a:r>
              <a:rPr lang="en-US" sz="1313" dirty="0" spc="0" kern="0">
                <a:solidFill>
                  <a:srgbClr val="123E52"/>
                </a:solidFill>
                <a:latin typeface="Noto Sans" pitchFamily="34" charset="0"/>
                <a:ea typeface="Noto Sans" pitchFamily="34" charset="-122"/>
                <a:cs typeface="Noto Sans" pitchFamily="34" charset="-120"/>
              </a:rPr>
              <a:t> nội</a:t>
            </a:r>
            <a:r>
              <a:rPr lang="en-US" sz="1313" dirty="0" spc="-1" kern="0">
                <a:solidFill>
                  <a:srgbClr val="123E52"/>
                </a:solidFill>
                <a:latin typeface="Noto Sans" pitchFamily="34" charset="0"/>
                <a:ea typeface="Noto Sans" pitchFamily="34" charset="-122"/>
                <a:cs typeface="Noto Sans" pitchFamily="34" charset="-120"/>
              </a:rPr>
              <a:t> dung.</a:t>
            </a:r>
            <a:r>
              <a:rPr lang="en-US" sz="1313" dirty="0" spc="-2" kern="0">
                <a:solidFill>
                  <a:srgbClr val="123E52"/>
                </a:solidFill>
                <a:latin typeface="Noto Sans" pitchFamily="34" charset="0"/>
                <a:ea typeface="Noto Sans" pitchFamily="34" charset="-122"/>
                <a:cs typeface="Noto Sans" pitchFamily="34" charset="-120"/>
              </a:rPr>
              <a:t> Dùng</a:t>
            </a:r>
            <a:r>
              <a:rPr lang="en-US" sz="1313" dirty="0" spc="0" kern="0">
                <a:solidFill>
                  <a:srgbClr val="123E52"/>
                </a:solidFill>
                <a:latin typeface="Noto Sans" pitchFamily="34" charset="0"/>
                <a:ea typeface="Noto Sans" pitchFamily="34" charset="-122"/>
                <a:cs typeface="Noto Sans" pitchFamily="34" charset="-120"/>
              </a:rPr>
              <a:t> chúng</a:t>
            </a:r>
            <a:r>
              <a:rPr lang="en-US" sz="1313" dirty="0" spc="2" kern="0">
                <a:solidFill>
                  <a:srgbClr val="123E52"/>
                </a:solidFill>
                <a:latin typeface="Noto Sans" pitchFamily="34" charset="0"/>
                <a:ea typeface="Noto Sans" pitchFamily="34" charset="-122"/>
                <a:cs typeface="Noto Sans" pitchFamily="34" charset="-120"/>
              </a:rPr>
              <a:t> để</a:t>
            </a:r>
            <a:r>
              <a:rPr lang="en-US" sz="1313" dirty="0" spc="0" kern="0">
                <a:solidFill>
                  <a:srgbClr val="123E52"/>
                </a:solidFill>
                <a:latin typeface="Noto Sans" pitchFamily="34" charset="0"/>
                <a:ea typeface="Noto Sans" pitchFamily="34" charset="-122"/>
                <a:cs typeface="Noto Sans" pitchFamily="34" charset="-120"/>
              </a:rPr>
              <a:t> đặt</a:t>
            </a:r>
            <a:r>
              <a:rPr lang="en-US" sz="1313" dirty="0" spc="2" kern="0">
                <a:solidFill>
                  <a:srgbClr val="123E52"/>
                </a:solidFill>
                <a:latin typeface="Noto Sans" pitchFamily="34" charset="0"/>
                <a:ea typeface="Noto Sans" pitchFamily="34" charset="-122"/>
                <a:cs typeface="Noto Sans" pitchFamily="34" charset="-120"/>
              </a:rPr>
              <a:t> câu</a:t>
            </a:r>
            <a:r>
              <a:rPr lang="en-US" sz="1313" dirty="0" spc="-1" kern="0">
                <a:solidFill>
                  <a:srgbClr val="123E52"/>
                </a:solidFill>
                <a:latin typeface="Noto Sans" pitchFamily="34" charset="0"/>
                <a:ea typeface="Noto Sans" pitchFamily="34" charset="-122"/>
                <a:cs typeface="Noto Sans" pitchFamily="34" charset="-120"/>
              </a:rPr>
              <a:t> hỏi</a:t>
            </a:r>
            <a:r>
              <a:rPr lang="en-US" sz="1313" dirty="0" spc="4" kern="0">
                <a:solidFill>
                  <a:srgbClr val="123E52"/>
                </a:solidFill>
                <a:latin typeface="Noto Sans" pitchFamily="34" charset="0"/>
                <a:ea typeface="Noto Sans" pitchFamily="34" charset="-122"/>
                <a:cs typeface="Noto Sans" pitchFamily="34" charset="-120"/>
              </a:rPr>
              <a:t> về</a:t>
            </a:r>
            <a:r>
              <a:rPr lang="en-US" sz="1313" dirty="0" spc="-2" kern="0">
                <a:solidFill>
                  <a:srgbClr val="123E52"/>
                </a:solidFill>
                <a:latin typeface="Noto Sans" pitchFamily="34" charset="0"/>
                <a:ea typeface="Noto Sans" pitchFamily="34" charset="-122"/>
                <a:cs typeface="Noto Sans" pitchFamily="34" charset="-120"/>
              </a:rPr>
              <a:t> đường</a:t>
            </a:r>
            <a:r>
              <a:rPr lang="en-US" sz="1313" dirty="0" spc="2" kern="0">
                <a:solidFill>
                  <a:srgbClr val="123E52"/>
                </a:solidFill>
                <a:latin typeface="Noto Sans" pitchFamily="34" charset="0"/>
                <a:ea typeface="Noto Sans" pitchFamily="34" charset="-122"/>
                <a:cs typeface="Noto Sans" pitchFamily="34" charset="-120"/>
              </a:rPr>
              <a:t> đi của</a:t>
            </a:r>
            <a:r>
              <a:rPr lang="en-US" sz="1313" dirty="0" spc="0" kern="0">
                <a:solidFill>
                  <a:srgbClr val="123E52"/>
                </a:solidFill>
                <a:latin typeface="Noto Sans" pitchFamily="34" charset="0"/>
                <a:ea typeface="Noto Sans" pitchFamily="34" charset="-122"/>
                <a:cs typeface="Noto Sans" pitchFamily="34" charset="-120"/>
              </a:rPr>
              <a:t> một</a:t>
            </a:r>
            <a:r>
              <a:rPr lang="en-US" sz="1313" dirty="0" spc="-2" kern="0">
                <a:solidFill>
                  <a:srgbClr val="123E52"/>
                </a:solidFill>
                <a:latin typeface="Noto Sans" pitchFamily="34" charset="0"/>
                <a:ea typeface="Noto Sans" pitchFamily="34" charset="-122"/>
                <a:cs typeface="Noto Sans" pitchFamily="34" charset="-120"/>
              </a:rPr>
              <a:t> tương</a:t>
            </a:r>
            <a:r>
              <a:rPr lang="en-US" sz="1313" dirty="0" spc="2" kern="0">
                <a:solidFill>
                  <a:srgbClr val="123E52"/>
                </a:solidFill>
                <a:latin typeface="Noto Sans" pitchFamily="34" charset="0"/>
                <a:ea typeface="Noto Sans" pitchFamily="34" charset="-122"/>
                <a:cs typeface="Noto Sans" pitchFamily="34" charset="-120"/>
              </a:rPr>
              <a:t> tác</a:t>
            </a:r>
            <a:r>
              <a:rPr lang="en-US" sz="1313" dirty="0" spc="0" kern="0">
                <a:solidFill>
                  <a:srgbClr val="123E52"/>
                </a:solidFill>
                <a:latin typeface="Noto Sans" pitchFamily="34" charset="0"/>
                <a:ea typeface="Noto Sans" pitchFamily="34" charset="-122"/>
                <a:cs typeface="Noto Sans" pitchFamily="34" charset="-120"/>
              </a:rPr>
              <a:t> web.</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5" kern="0">
                <a:solidFill>
                  <a:srgbClr val="123E52"/>
                </a:solidFill>
                <a:latin typeface="Lexend SemiBold" pitchFamily="34" charset="0"/>
                <a:ea typeface="Lexend SemiBold" pitchFamily="34" charset="-122"/>
                <a:cs typeface="Lexend SemiBold" pitchFamily="34" charset="-120"/>
              </a:rPr>
              <a:t>Server:</a:t>
            </a:r>
            <a:r>
              <a:rPr lang="en-US" sz="1275" dirty="0" spc="2" kern="0">
                <a:solidFill>
                  <a:srgbClr val="123E52"/>
                </a:solidFill>
                <a:latin typeface="Lexend SemiBold" pitchFamily="34" charset="0"/>
                <a:ea typeface="Lexend SemiBold" pitchFamily="34" charset="-122"/>
                <a:cs typeface="Lexend SemiBold" pitchFamily="34" charset="-120"/>
              </a:rPr>
              <a:t> đi</a:t>
            </a:r>
            <a:r>
              <a:rPr lang="en-US" sz="1275" dirty="0" spc="1" kern="0">
                <a:solidFill>
                  <a:srgbClr val="123E52"/>
                </a:solidFill>
                <a:latin typeface="Lexend SemiBold" pitchFamily="34" charset="0"/>
                <a:ea typeface="Lexend SemiBold" pitchFamily="34" charset="-122"/>
                <a:cs typeface="Lexend SemiBold" pitchFamily="34" charset="-120"/>
              </a:rPr>
              <a:t> theo</a:t>
            </a:r>
            <a:r>
              <a:rPr lang="en-US" sz="1275" dirty="0" spc="-3" kern="0">
                <a:solidFill>
                  <a:srgbClr val="123E52"/>
                </a:solidFill>
                <a:latin typeface="Lexend SemiBold" pitchFamily="34" charset="0"/>
                <a:ea typeface="Lexend SemiBold" pitchFamily="34" charset="-122"/>
                <a:cs typeface="Lexend SemiBold" pitchFamily="34" charset="-120"/>
              </a:rPr>
              <a:t> yêu</a:t>
            </a:r>
            <a:r>
              <a:rPr lang="en-US" sz="1275" dirty="0" spc="3" kern="0">
                <a:solidFill>
                  <a:srgbClr val="123E52"/>
                </a:solidFill>
                <a:latin typeface="Lexend SemiBold" pitchFamily="34" charset="0"/>
                <a:ea typeface="Lexend SemiBold" pitchFamily="34" charset="-122"/>
                <a:cs typeface="Lexend SemiBold" pitchFamily="34" charset="-120"/>
              </a:rPr>
              <a:t> cầu–phản</a:t>
            </a:r>
            <a:r>
              <a:rPr lang="en-US" sz="1275" dirty="0" spc="1" kern="0">
                <a:solidFill>
                  <a:srgbClr val="123E52"/>
                </a:solidFill>
                <a:latin typeface="Lexend SemiBold" pitchFamily="34" charset="0"/>
                <a:ea typeface="Lexend SemiBold" pitchFamily="34" charset="-122"/>
                <a:cs typeface="Lexend SemiBold" pitchFamily="34" charset="-120"/>
              </a:rPr>
              <a:t> hồi</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Gợi ý</a:t>
            </a:r>
            <a:r>
              <a:rPr lang="en-US" sz="1095" dirty="0" spc="1" kern="0">
                <a:solidFill>
                  <a:srgbClr val="123E52"/>
                </a:solidFill>
                <a:latin typeface="Noto Sans" pitchFamily="34" charset="0"/>
                <a:ea typeface="Noto Sans" pitchFamily="34" charset="-122"/>
                <a:cs typeface="Noto Sans" pitchFamily="34" charset="-120"/>
              </a:rPr>
              <a:t> học: xác</a:t>
            </a:r>
            <a:r>
              <a:rPr lang="en-US" sz="1095" dirty="0" spc="-1" kern="0">
                <a:solidFill>
                  <a:srgbClr val="123E52"/>
                </a:solidFill>
                <a:latin typeface="Noto Sans" pitchFamily="34" charset="0"/>
                <a:ea typeface="Noto Sans" pitchFamily="34" charset="-122"/>
                <a:cs typeface="Noto Sans" pitchFamily="34" charset="-120"/>
              </a:rPr>
              <a:t> định dữ liệu</a:t>
            </a:r>
            <a:r>
              <a:rPr lang="en-US" sz="1095" dirty="0" spc="0" kern="0">
                <a:solidFill>
                  <a:srgbClr val="123E52"/>
                </a:solidFill>
                <a:latin typeface="Noto Sans" pitchFamily="34" charset="0"/>
                <a:ea typeface="Noto Sans" pitchFamily="34" charset="-122"/>
                <a:cs typeface="Noto Sans" pitchFamily="34" charset="-120"/>
              </a:rPr>
              <a:t> đầu vào, đoạn</a:t>
            </a:r>
            <a:r>
              <a:rPr lang="en-US" sz="1095" dirty="0" spc="1"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phản</a:t>
            </a:r>
            <a:r>
              <a:rPr lang="en-US" sz="1095" dirty="0" spc="-2" kern="0">
                <a:solidFill>
                  <a:srgbClr val="123E52"/>
                </a:solidFill>
                <a:latin typeface="Noto Sans" pitchFamily="34" charset="0"/>
                <a:ea typeface="Noto Sans" pitchFamily="34" charset="-122"/>
                <a:cs typeface="Noto Sans" pitchFamily="34" charset="-120"/>
              </a:rPr>
              <a:t> hồi</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4" kern="0">
                <a:solidFill>
                  <a:srgbClr val="123E52"/>
                </a:solidFill>
                <a:latin typeface="Noto Sans" pitchFamily="34" charset="0"/>
                <a:ea typeface="Noto Sans" pitchFamily="34" charset="-122"/>
                <a:cs typeface="Noto Sans" pitchFamily="34" charset="-120"/>
              </a:rPr>
              <a:t> ra.</a:t>
            </a:r>
            <a:r>
              <a:rPr lang="en-US" sz="1095" dirty="0" spc="-2" kern="0">
                <a:solidFill>
                  <a:srgbClr val="123E52"/>
                </a:solidFill>
                <a:latin typeface="Noto Sans" pitchFamily="34" charset="0"/>
                <a:ea typeface="Noto Sans" pitchFamily="34" charset="-122"/>
                <a:cs typeface="Noto Sans" pitchFamily="34" charset="-120"/>
              </a:rPr>
              <a:t> Bắt</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1" kern="0">
                <a:solidFill>
                  <a:srgbClr val="123E52"/>
                </a:solidFill>
                <a:latin typeface="Noto Sans" pitchFamily="34" charset="0"/>
                <a:ea typeface="Noto Sans" pitchFamily="34" charset="-122"/>
                <a:cs typeface="Noto Sans" pitchFamily="34" charset="-120"/>
              </a:rPr>
              <a:t> bằng</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yêu</a:t>
            </a:r>
            <a:r>
              <a:rPr lang="en-US" sz="1095" dirty="0" spc="1" kern="0">
                <a:solidFill>
                  <a:srgbClr val="123E52"/>
                </a:solidFill>
                <a:latin typeface="Noto Sans" pitchFamily="34" charset="0"/>
                <a:ea typeface="Noto Sans" pitchFamily="34" charset="-122"/>
                <a:cs typeface="Noto Sans" pitchFamily="34" charset="-120"/>
              </a:rPr>
              <a:t> cầu</a:t>
            </a:r>
            <a:r>
              <a:rPr lang="en-US" sz="1095" dirty="0" spc="-1" kern="0">
                <a:solidFill>
                  <a:srgbClr val="123E52"/>
                </a:solidFill>
                <a:latin typeface="Noto Sans" pitchFamily="34" charset="0"/>
                <a:ea typeface="Noto Sans" pitchFamily="34" charset="-122"/>
                <a:cs typeface="Noto Sans" pitchFamily="34" charset="-120"/>
              </a:rPr>
              <a:t> đơn giản</a:t>
            </a:r>
            <a:r>
              <a:rPr lang="en-US" sz="1095" dirty="0" spc="-2" kern="0">
                <a:solidFill>
                  <a:srgbClr val="123E52"/>
                </a:solidFill>
                <a:latin typeface="Noto Sans" pitchFamily="34" charset="0"/>
                <a:ea typeface="Noto Sans" pitchFamily="34" charset="-122"/>
                <a:cs typeface="Noto Sans" pitchFamily="34" charset="-120"/>
              </a:rPr>
              <a:t> và một</a:t>
            </a:r>
            <a:r>
              <a:rPr lang="en-US" sz="1095" dirty="0" spc="-1" kern="0">
                <a:solidFill>
                  <a:srgbClr val="123E52"/>
                </a:solidFill>
                <a:latin typeface="Noto Sans" pitchFamily="34" charset="0"/>
                <a:ea typeface="Noto Sans" pitchFamily="34" charset="-122"/>
                <a:cs typeface="Noto Sans" pitchFamily="34" charset="-120"/>
              </a:rPr>
              <a:t> đường</a:t>
            </a:r>
            <a:r>
              <a:rPr lang="en-US" sz="1095" dirty="0" spc="1" kern="0">
                <a:solidFill>
                  <a:srgbClr val="123E52"/>
                </a:solidFill>
                <a:latin typeface="Noto Sans" pitchFamily="34" charset="0"/>
                <a:ea typeface="Noto Sans" pitchFamily="34" charset="-122"/>
                <a:cs typeface="Noto Sans" pitchFamily="34" charset="-120"/>
              </a:rPr>
              <a:t> dẫn.</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0" kern="0">
                <a:solidFill>
                  <a:srgbClr val="123E52"/>
                </a:solidFill>
                <a:latin typeface="Lexend SemiBold" pitchFamily="34" charset="0"/>
                <a:ea typeface="Lexend SemiBold" pitchFamily="34" charset="-122"/>
                <a:cs typeface="Lexend SemiBold" pitchFamily="34" charset="-120"/>
              </a:rPr>
              <a:t>Browser:</a:t>
            </a:r>
            <a:r>
              <a:rPr lang="en-US" sz="1275" dirty="0" spc="3" kern="0">
                <a:solidFill>
                  <a:srgbClr val="123E52"/>
                </a:solidFill>
                <a:latin typeface="Lexend SemiBold" pitchFamily="34" charset="0"/>
                <a:ea typeface="Lexend SemiBold" pitchFamily="34" charset="-122"/>
                <a:cs typeface="Lexend SemiBold" pitchFamily="34" charset="-120"/>
              </a:rPr>
              <a:t> đi</a:t>
            </a:r>
            <a:r>
              <a:rPr lang="en-US" sz="1275" dirty="0" spc="1" kern="0">
                <a:solidFill>
                  <a:srgbClr val="123E52"/>
                </a:solidFill>
                <a:latin typeface="Lexend SemiBold" pitchFamily="34" charset="0"/>
                <a:ea typeface="Lexend SemiBold" pitchFamily="34" charset="-122"/>
                <a:cs typeface="Lexend SemiBold" pitchFamily="34" charset="-120"/>
              </a:rPr>
              <a:t> theo</a:t>
            </a:r>
            <a:r>
              <a:rPr lang="en-US" sz="1275" dirty="0" spc="2" kern="0">
                <a:solidFill>
                  <a:srgbClr val="123E52"/>
                </a:solidFill>
                <a:latin typeface="Lexend SemiBold" pitchFamily="34" charset="0"/>
                <a:ea typeface="Lexend SemiBold" pitchFamily="34" charset="-122"/>
                <a:cs typeface="Lexend SemiBold" pitchFamily="34" charset="-120"/>
              </a:rPr>
              <a:t> nội</a:t>
            </a:r>
            <a:r>
              <a:rPr lang="en-US" sz="1275" dirty="0" spc="4" kern="0">
                <a:solidFill>
                  <a:srgbClr val="123E52"/>
                </a:solidFill>
                <a:latin typeface="Lexend SemiBold" pitchFamily="34" charset="0"/>
                <a:ea typeface="Lexend SemiBold" pitchFamily="34" charset="-122"/>
                <a:cs typeface="Lexend SemiBold" pitchFamily="34" charset="-120"/>
              </a:rPr>
              <a:t> dung–hiển thị</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Gợi ý</a:t>
            </a:r>
            <a:r>
              <a:rPr lang="en-US" sz="1095" dirty="0" spc="1" kern="0">
                <a:solidFill>
                  <a:srgbClr val="123E52"/>
                </a:solidFill>
                <a:latin typeface="Noto Sans" pitchFamily="34" charset="0"/>
                <a:ea typeface="Noto Sans" pitchFamily="34" charset="-122"/>
                <a:cs typeface="Noto Sans" pitchFamily="34" charset="-120"/>
              </a:rPr>
              <a:t> học:</a:t>
            </a:r>
            <a:r>
              <a:rPr lang="en-US" sz="1095" dirty="0" spc="0" kern="0">
                <a:solidFill>
                  <a:srgbClr val="123E52"/>
                </a:solidFill>
                <a:latin typeface="Noto Sans" pitchFamily="34" charset="0"/>
                <a:ea typeface="Noto Sans" pitchFamily="34" charset="-122"/>
                <a:cs typeface="Noto Sans" pitchFamily="34" charset="-120"/>
              </a:rPr>
              <a:t> quan</a:t>
            </a:r>
            <a:r>
              <a:rPr lang="en-US" sz="1095" dirty="0" spc="-1" kern="0">
                <a:solidFill>
                  <a:srgbClr val="123E52"/>
                </a:solidFill>
                <a:latin typeface="Noto Sans" pitchFamily="34" charset="0"/>
                <a:ea typeface="Noto Sans" pitchFamily="34" charset="-122"/>
                <a:cs typeface="Noto Sans" pitchFamily="34" charset="-120"/>
              </a:rPr>
              <a:t> sát</a:t>
            </a:r>
            <a:r>
              <a:rPr lang="en-US" sz="1095" dirty="0" spc="0" kern="0">
                <a:solidFill>
                  <a:srgbClr val="123E52"/>
                </a:solidFill>
                <a:latin typeface="Noto Sans" pitchFamily="34" charset="0"/>
                <a:ea typeface="Noto Sans" pitchFamily="34" charset="-122"/>
                <a:cs typeface="Noto Sans" pitchFamily="34" charset="-120"/>
              </a:rPr>
              <a:t> cách</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thành phần của</a:t>
            </a:r>
            <a:r>
              <a:rPr lang="en-US" sz="1095" dirty="0" spc="-1" kern="0">
                <a:solidFill>
                  <a:srgbClr val="123E52"/>
                </a:solidFill>
                <a:latin typeface="Noto Sans" pitchFamily="34" charset="0"/>
                <a:ea typeface="Noto Sans" pitchFamily="34" charset="-122"/>
                <a:cs typeface="Noto Sans" pitchFamily="34" charset="-120"/>
              </a:rPr>
              <a:t> trình duyệt</a:t>
            </a:r>
            <a:r>
              <a:rPr lang="en-US" sz="1095" dirty="0" spc="0" kern="0">
                <a:solidFill>
                  <a:srgbClr val="123E52"/>
                </a:solidFill>
                <a:latin typeface="Noto Sans" pitchFamily="34" charset="0"/>
                <a:ea typeface="Noto Sans" pitchFamily="34" charset="-122"/>
                <a:cs typeface="Noto Sans" pitchFamily="34" charset="-120"/>
              </a:rPr>
              <a:t> biến</a:t>
            </a:r>
            <a:r>
              <a:rPr lang="en-US" sz="1095" dirty="0" spc="-2" kern="0">
                <a:solidFill>
                  <a:srgbClr val="123E52"/>
                </a:solidFill>
                <a:latin typeface="Noto Sans" pitchFamily="34" charset="0"/>
                <a:ea typeface="Noto Sans" pitchFamily="34" charset="-122"/>
                <a:cs typeface="Noto Sans" pitchFamily="34" charset="-120"/>
              </a:rPr>
              <a:t> nội</a:t>
            </a:r>
            <a:r>
              <a:rPr lang="en-US" sz="1095" dirty="0" spc="-1" kern="0">
                <a:solidFill>
                  <a:srgbClr val="123E52"/>
                </a:solidFill>
                <a:latin typeface="Noto Sans" pitchFamily="34" charset="0"/>
                <a:ea typeface="Noto Sans" pitchFamily="34" charset="-122"/>
                <a:cs typeface="Noto Sans" pitchFamily="34" charset="-120"/>
              </a:rPr>
              <a:t> dung</a:t>
            </a:r>
            <a:r>
              <a:rPr lang="en-US" sz="1095" dirty="0" spc="0" kern="0">
                <a:solidFill>
                  <a:srgbClr val="123E52"/>
                </a:solidFill>
                <a:latin typeface="Noto Sans" pitchFamily="34" charset="0"/>
                <a:ea typeface="Noto Sans" pitchFamily="34" charset="-122"/>
                <a:cs typeface="Noto Sans" pitchFamily="34" charset="-120"/>
              </a:rPr>
              <a:t> thành</a:t>
            </a:r>
            <a:r>
              <a:rPr lang="en-US" sz="1095" dirty="0" spc="-1" kern="0">
                <a:solidFill>
                  <a:srgbClr val="123E52"/>
                </a:solidFill>
                <a:latin typeface="Noto Sans" pitchFamily="34" charset="0"/>
                <a:ea typeface="Noto Sans" pitchFamily="34" charset="-122"/>
                <a:cs typeface="Noto Sans" pitchFamily="34" charset="-120"/>
              </a:rPr>
              <a:t> kết</a:t>
            </a:r>
            <a:r>
              <a:rPr lang="en-US" sz="1095" dirty="0" spc="0" kern="0">
                <a:solidFill>
                  <a:srgbClr val="123E52"/>
                </a:solidFill>
                <a:latin typeface="Noto Sans" pitchFamily="34" charset="0"/>
                <a:ea typeface="Noto Sans" pitchFamily="34" charset="-122"/>
                <a:cs typeface="Noto Sans" pitchFamily="34" charset="-120"/>
              </a:rPr>
              <a:t> quả</a:t>
            </a:r>
            <a:r>
              <a:rPr lang="en-US" sz="1095" dirty="0" spc="-1" kern="0">
                <a:solidFill>
                  <a:srgbClr val="123E52"/>
                </a:solidFill>
                <a:latin typeface="Noto Sans" pitchFamily="34" charset="0"/>
                <a:ea typeface="Noto Sans" pitchFamily="34" charset="-122"/>
                <a:cs typeface="Noto Sans" pitchFamily="34" charset="-120"/>
              </a:rPr>
              <a:t> nhìn thấy</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1" kern="0">
                <a:solidFill>
                  <a:srgbClr val="123E52"/>
                </a:solidFill>
                <a:latin typeface="Noto Sans" pitchFamily="34" charset="0"/>
                <a:ea typeface="Noto Sans" pitchFamily="34" charset="-122"/>
                <a:cs typeface="Noto Sans" pitchFamily="34" charset="-120"/>
              </a:rPr>
              <a:t> Kiểm</a:t>
            </a:r>
            <a:r>
              <a:rPr lang="en-US" sz="1095" dirty="0" spc="-6" kern="0">
                <a:solidFill>
                  <a:srgbClr val="123E52"/>
                </a:solidFill>
                <a:latin typeface="Noto Sans" pitchFamily="34" charset="0"/>
                <a:ea typeface="Noto Sans" pitchFamily="34" charset="-122"/>
                <a:cs typeface="Noto Sans" pitchFamily="34" charset="-120"/>
              </a:rPr>
              <a:t> tra</a:t>
            </a:r>
            <a:r>
              <a:rPr lang="en-US" sz="1095" dirty="0" spc="-2" kern="0">
                <a:solidFill>
                  <a:srgbClr val="123E52"/>
                </a:solidFill>
                <a:latin typeface="Noto Sans" pitchFamily="34" charset="0"/>
                <a:ea typeface="Noto Sans" pitchFamily="34" charset="-122"/>
                <a:cs typeface="Noto Sans" pitchFamily="34" charset="-120"/>
              </a:rPr>
              <a:t> tutorial</a:t>
            </a:r>
            <a:r>
              <a:rPr lang="en-US" sz="1095" dirty="0" spc="0" kern="0">
                <a:solidFill>
                  <a:srgbClr val="123E52"/>
                </a:solidFill>
                <a:latin typeface="Noto Sans" pitchFamily="34" charset="0"/>
                <a:ea typeface="Noto Sans" pitchFamily="34" charset="-122"/>
                <a:cs typeface="Noto Sans" pitchFamily="34" charset="-120"/>
              </a:rPr>
              <a:t> xây phần</a:t>
            </a:r>
            <a:r>
              <a:rPr lang="en-US" sz="1095" dirty="0" spc="2" kern="0">
                <a:solidFill>
                  <a:srgbClr val="123E52"/>
                </a:solidFill>
                <a:latin typeface="Noto Sans" pitchFamily="34" charset="0"/>
                <a:ea typeface="Noto Sans" pitchFamily="34" charset="-122"/>
                <a:cs typeface="Noto Sans" pitchFamily="34" charset="-120"/>
              </a:rPr>
              <a:t> nào,</a:t>
            </a:r>
            <a:r>
              <a:rPr lang="en-US" sz="1095" dirty="0" spc="-1" kern="0">
                <a:solidFill>
                  <a:srgbClr val="123E52"/>
                </a:solidFill>
                <a:latin typeface="Noto Sans" pitchFamily="34" charset="0"/>
                <a:ea typeface="Noto Sans" pitchFamily="34" charset="-122"/>
                <a:cs typeface="Noto Sans" pitchFamily="34" charset="-120"/>
              </a:rPr>
              <a:t> không suy</a:t>
            </a:r>
            <a:r>
              <a:rPr lang="en-US" sz="1095" dirty="0" spc="-7" kern="0">
                <a:solidFill>
                  <a:srgbClr val="123E52"/>
                </a:solidFill>
                <a:latin typeface="Noto Sans" pitchFamily="34" charset="0"/>
                <a:ea typeface="Noto Sans" pitchFamily="34" charset="-122"/>
                <a:cs typeface="Noto Sans" pitchFamily="34" charset="-120"/>
              </a:rPr>
              <a:t> ra</a:t>
            </a:r>
            <a:r>
              <a:rPr lang="en-US" sz="1095" dirty="0" spc="-1" kern="0">
                <a:solidFill>
                  <a:srgbClr val="123E52"/>
                </a:solidFill>
                <a:latin typeface="Noto Sans" pitchFamily="34" charset="0"/>
                <a:ea typeface="Noto Sans" pitchFamily="34" charset="-122"/>
                <a:cs typeface="Noto Sans" pitchFamily="34" charset="-120"/>
              </a:rPr>
              <a:t> nó</a:t>
            </a:r>
            <a:r>
              <a:rPr lang="en-US" sz="1095" dirty="0" spc="0" kern="0">
                <a:solidFill>
                  <a:srgbClr val="123E52"/>
                </a:solidFill>
                <a:latin typeface="Noto Sans" pitchFamily="34" charset="0"/>
                <a:ea typeface="Noto Sans" pitchFamily="34" charset="-122"/>
                <a:cs typeface="Noto Sans" pitchFamily="34" charset="-120"/>
              </a:rPr>
              <a:t> hỗ</a:t>
            </a:r>
            <a:r>
              <a:rPr lang="en-US" sz="1095" dirty="0" spc="-7" kern="0">
                <a:solidFill>
                  <a:srgbClr val="123E52"/>
                </a:solidFill>
                <a:latin typeface="Noto Sans" pitchFamily="34" charset="0"/>
                <a:ea typeface="Noto Sans" pitchFamily="34" charset="-122"/>
                <a:cs typeface="Noto Sans" pitchFamily="34" charset="-120"/>
              </a:rPr>
              <a:t> trợ</a:t>
            </a:r>
            <a:r>
              <a:rPr lang="en-US" sz="1095" dirty="0" spc="-1" kern="0">
                <a:solidFill>
                  <a:srgbClr val="123E52"/>
                </a:solidFill>
                <a:latin typeface="Noto Sans" pitchFamily="34" charset="0"/>
                <a:ea typeface="Noto Sans" pitchFamily="34" charset="-122"/>
                <a:cs typeface="Noto Sans" pitchFamily="34" charset="-120"/>
              </a:rPr>
              <a:t> toàn bộ</a:t>
            </a:r>
            <a:r>
              <a:rPr lang="en-US" sz="1095" dirty="0" spc="1" kern="0">
                <a:solidFill>
                  <a:srgbClr val="123E52"/>
                </a:solidFill>
                <a:latin typeface="Noto Sans" pitchFamily="34" charset="0"/>
                <a:ea typeface="Noto Sans" pitchFamily="34" charset="-122"/>
                <a:cs typeface="Noto Sans" pitchFamily="34" charset="-120"/>
              </a:rPr>
              <a:t> chuẩn web.</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Đầu</a:t>
            </a:r>
            <a:r>
              <a:rPr lang="en-US" sz="1275" dirty="0" spc="-8" kern="0">
                <a:solidFill>
                  <a:srgbClr val="123E52"/>
                </a:solidFill>
                <a:latin typeface="Lexend SemiBold" pitchFamily="34" charset="0"/>
                <a:ea typeface="Lexend SemiBold" pitchFamily="34" charset="-122"/>
                <a:cs typeface="Lexend SemiBold" pitchFamily="34" charset="-120"/>
              </a:rPr>
              <a:t> ra</a:t>
            </a:r>
            <a:r>
              <a:rPr lang="en-US" sz="1275" dirty="0" spc="-1" kern="0">
                <a:solidFill>
                  <a:srgbClr val="123E52"/>
                </a:solidFill>
                <a:latin typeface="Lexend SemiBold" pitchFamily="34" charset="0"/>
                <a:ea typeface="Lexend SemiBold" pitchFamily="34" charset="-122"/>
                <a:cs typeface="Lexend SemiBold" pitchFamily="34" charset="-120"/>
              </a:rPr>
              <a:t> gợi</a:t>
            </a:r>
            <a:r>
              <a:rPr lang="en-US" sz="1275" dirty="0" spc="2" kern="0">
                <a:solidFill>
                  <a:srgbClr val="123E52"/>
                </a:solidFill>
                <a:latin typeface="Lexend SemiBold" pitchFamily="34" charset="0"/>
                <a:ea typeface="Lexend SemiBold" pitchFamily="34" charset="-122"/>
                <a:cs typeface="Lexend SemiBold" pitchFamily="34" charset="-120"/>
              </a:rPr>
              <a:t> ý</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Một phản</a:t>
            </a:r>
            <a:r>
              <a:rPr lang="en-US" sz="1095" dirty="0" spc="-1" kern="0">
                <a:solidFill>
                  <a:srgbClr val="123E52"/>
                </a:solidFill>
                <a:latin typeface="Noto Sans" pitchFamily="34" charset="0"/>
                <a:ea typeface="Noto Sans" pitchFamily="34" charset="-122"/>
                <a:cs typeface="Noto Sans" pitchFamily="34" charset="-120"/>
              </a:rPr>
              <a:t> hồi</a:t>
            </a:r>
            <a:r>
              <a:rPr lang="en-US" sz="1095" dirty="0" spc="0" kern="0">
                <a:solidFill>
                  <a:srgbClr val="123E52"/>
                </a:solidFill>
                <a:latin typeface="Noto Sans" pitchFamily="34" charset="0"/>
                <a:ea typeface="Noto Sans" pitchFamily="34" charset="-122"/>
                <a:cs typeface="Noto Sans" pitchFamily="34" charset="-120"/>
              </a:rPr>
              <a:t> hoặc</a:t>
            </a:r>
            <a:r>
              <a:rPr lang="en-US" sz="1095" dirty="0" spc="-4" kern="0">
                <a:solidFill>
                  <a:srgbClr val="123E52"/>
                </a:solidFill>
                <a:latin typeface="Noto Sans" pitchFamily="34" charset="0"/>
                <a:ea typeface="Noto Sans" pitchFamily="34" charset="-122"/>
                <a:cs typeface="Noto Sans" pitchFamily="34" charset="-120"/>
              </a:rPr>
              <a:t> ví</a:t>
            </a:r>
            <a:r>
              <a:rPr lang="en-US" sz="1095" dirty="0" spc="-1" kern="0">
                <a:solidFill>
                  <a:srgbClr val="123E52"/>
                </a:solidFill>
                <a:latin typeface="Noto Sans" pitchFamily="34" charset="0"/>
                <a:ea typeface="Noto Sans" pitchFamily="34" charset="-122"/>
                <a:cs typeface="Noto Sans" pitchFamily="34" charset="-120"/>
              </a:rPr>
              <a:t> dụ</a:t>
            </a:r>
            <a:r>
              <a:rPr lang="en-US" sz="1095" dirty="0" spc="0" kern="0">
                <a:solidFill>
                  <a:srgbClr val="123E52"/>
                </a:solidFill>
                <a:latin typeface="Noto Sans" pitchFamily="34" charset="0"/>
                <a:ea typeface="Noto Sans" pitchFamily="34" charset="-122"/>
                <a:cs typeface="Noto Sans" pitchFamily="34" charset="-120"/>
              </a:rPr>
              <a:t> hiển</a:t>
            </a:r>
            <a:r>
              <a:rPr lang="en-US" sz="1095" dirty="0" spc="-3" kern="0">
                <a:solidFill>
                  <a:srgbClr val="123E52"/>
                </a:solidFill>
                <a:latin typeface="Noto Sans" pitchFamily="34" charset="0"/>
                <a:ea typeface="Noto Sans" pitchFamily="34" charset="-122"/>
                <a:cs typeface="Noto Sans" pitchFamily="34" charset="-120"/>
              </a:rPr>
              <a:t> thị</a:t>
            </a:r>
            <a:r>
              <a:rPr lang="en-US" sz="1095" dirty="0" spc="0" kern="0">
                <a:solidFill>
                  <a:srgbClr val="123E52"/>
                </a:solidFill>
                <a:latin typeface="Noto Sans" pitchFamily="34" charset="0"/>
                <a:ea typeface="Noto Sans" pitchFamily="34" charset="-122"/>
                <a:cs typeface="Noto Sans" pitchFamily="34" charset="-120"/>
              </a:rPr>
              <a:t> nhỏ có thể</a:t>
            </a:r>
            <a:r>
              <a:rPr lang="en-US" sz="1095" dirty="0" spc="-2" kern="0">
                <a:solidFill>
                  <a:srgbClr val="123E52"/>
                </a:solidFill>
                <a:latin typeface="Noto Sans" pitchFamily="34" charset="0"/>
                <a:ea typeface="Noto Sans" pitchFamily="34" charset="-122"/>
                <a:cs typeface="Noto Sans" pitchFamily="34" charset="-120"/>
              </a:rPr>
              <a:t> thay</a:t>
            </a:r>
            <a:r>
              <a:rPr lang="en-US" sz="1095" dirty="0" spc="0" kern="0">
                <a:solidFill>
                  <a:srgbClr val="123E52"/>
                </a:solidFill>
                <a:latin typeface="Noto Sans" pitchFamily="34" charset="0"/>
                <a:ea typeface="Noto Sans" pitchFamily="34" charset="-122"/>
                <a:cs typeface="Noto Sans" pitchFamily="34" charset="-120"/>
              </a:rPr>
              <a:t> đổi;</a:t>
            </a:r>
            <a:r>
              <a:rPr lang="en-US" sz="1095" dirty="0" spc="-1" kern="0">
                <a:solidFill>
                  <a:srgbClr val="123E52"/>
                </a:solidFill>
                <a:latin typeface="Noto Sans" pitchFamily="34" charset="0"/>
                <a:ea typeface="Noto Sans" pitchFamily="34" charset="-122"/>
                <a:cs typeface="Noto Sans" pitchFamily="34" charset="-120"/>
              </a:rPr>
              <a:t> kèm sơ</a:t>
            </a:r>
            <a:r>
              <a:rPr lang="en-US" sz="1095" dirty="0" spc="0" kern="0">
                <a:solidFill>
                  <a:srgbClr val="123E52"/>
                </a:solidFill>
                <a:latin typeface="Noto Sans" pitchFamily="34" charset="0"/>
                <a:ea typeface="Noto Sans" pitchFamily="34" charset="-122"/>
                <a:cs typeface="Noto Sans" pitchFamily="34" charset="-120"/>
              </a:rPr>
              <a:t> đồ các</a:t>
            </a:r>
            <a:r>
              <a:rPr lang="en-US" sz="1095" dirty="0" spc="-1" kern="0">
                <a:solidFill>
                  <a:srgbClr val="123E52"/>
                </a:solidFill>
                <a:latin typeface="Noto Sans" pitchFamily="34" charset="0"/>
                <a:ea typeface="Noto Sans" pitchFamily="34" charset="-122"/>
                <a:cs typeface="Noto Sans" pitchFamily="34" charset="-120"/>
              </a:rPr>
              <a:t> bước</a:t>
            </a:r>
            <a:r>
              <a:rPr lang="en-US" sz="1095" dirty="0" spc="-2" kern="0">
                <a:solidFill>
                  <a:srgbClr val="123E52"/>
                </a:solidFill>
                <a:latin typeface="Noto Sans" pitchFamily="34" charset="0"/>
                <a:ea typeface="Noto Sans" pitchFamily="34" charset="-122"/>
                <a:cs typeface="Noto Sans" pitchFamily="34" charset="-120"/>
              </a:rPr>
              <a:t> và một tình</a:t>
            </a:r>
            <a:r>
              <a:rPr lang="en-US" sz="1095" dirty="0" spc="0" kern="0">
                <a:solidFill>
                  <a:srgbClr val="123E52"/>
                </a:solidFill>
                <a:latin typeface="Noto Sans" pitchFamily="34" charset="0"/>
                <a:ea typeface="Noto Sans" pitchFamily="34" charset="-122"/>
                <a:cs typeface="Noto Sans" pitchFamily="34" charset="-120"/>
              </a:rPr>
              <a:t> huống chưa</a:t>
            </a:r>
            <a:r>
              <a:rPr lang="en-US" sz="1095" dirty="0" spc="1" kern="0">
                <a:solidFill>
                  <a:srgbClr val="123E52"/>
                </a:solidFill>
                <a:latin typeface="Noto Sans" pitchFamily="34" charset="0"/>
                <a:ea typeface="Noto Sans" pitchFamily="34" charset="-122"/>
                <a:cs typeface="Noto Sans" pitchFamily="34" charset="-120"/>
              </a:rPr>
              <a:t> xử</a:t>
            </a:r>
            <a:r>
              <a:rPr lang="en-US" sz="1095" dirty="0" spc="-12" kern="0">
                <a:solidFill>
                  <a:srgbClr val="123E52"/>
                </a:solidFill>
                <a:latin typeface="Noto Sans" pitchFamily="34" charset="0"/>
                <a:ea typeface="Noto Sans" pitchFamily="34" charset="-122"/>
                <a:cs typeface="Noto Sans" pitchFamily="34" charset="-120"/>
              </a:rPr>
              <a:t> lý.</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Điểm</a:t>
            </a:r>
            <a:r>
              <a:rPr lang="en-US" sz="1275" dirty="0" spc="5" kern="0">
                <a:solidFill>
                  <a:srgbClr val="123E52"/>
                </a:solidFill>
                <a:latin typeface="Lexend SemiBold" pitchFamily="34" charset="0"/>
                <a:ea typeface="Lexend SemiBold" pitchFamily="34" charset="-122"/>
                <a:cs typeface="Lexend SemiBold" pitchFamily="34" charset="-120"/>
              </a:rPr>
              <a:t> cần</a:t>
            </a:r>
            <a:r>
              <a:rPr lang="en-US" sz="1275" dirty="0" spc="4" kern="0">
                <a:solidFill>
                  <a:srgbClr val="123E52"/>
                </a:solidFill>
                <a:latin typeface="Lexend SemiBold" pitchFamily="34" charset="0"/>
                <a:ea typeface="Lexend SemiBold" pitchFamily="34" charset="-122"/>
                <a:cs typeface="Lexend SemiBold" pitchFamily="34" charset="-120"/>
              </a:rPr>
              <a:t> phân</a:t>
            </a:r>
            <a:r>
              <a:rPr lang="en-US" sz="1275" dirty="0" spc="2" kern="0">
                <a:solidFill>
                  <a:srgbClr val="123E52"/>
                </a:solidFill>
                <a:latin typeface="Lexend SemiBold" pitchFamily="34" charset="0"/>
                <a:ea typeface="Lexend SemiBold" pitchFamily="34" charset="-122"/>
                <a:cs typeface="Lexend SemiBold" pitchFamily="34" charset="-120"/>
              </a:rPr>
              <a:t> biệt</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29" kern="0">
                <a:solidFill>
                  <a:srgbClr val="123E52"/>
                </a:solidFill>
                <a:latin typeface="Noto Sans" pitchFamily="34" charset="0"/>
                <a:ea typeface="Noto Sans" pitchFamily="34" charset="-122"/>
                <a:cs typeface="Noto Sans" pitchFamily="34" charset="-120"/>
              </a:rPr>
              <a:t>Tự</a:t>
            </a:r>
            <a:r>
              <a:rPr lang="en-US" sz="1095" dirty="0" spc="-3" kern="0">
                <a:solidFill>
                  <a:srgbClr val="123E52"/>
                </a:solidFill>
                <a:latin typeface="Noto Sans" pitchFamily="34" charset="0"/>
                <a:ea typeface="Noto Sans" pitchFamily="34" charset="-122"/>
                <a:cs typeface="Noto Sans" pitchFamily="34" charset="-120"/>
              </a:rPr>
              <a:t> viết</a:t>
            </a:r>
            <a:r>
              <a:rPr lang="en-US" sz="1095" dirty="0" spc="-20" kern="0">
                <a:solidFill>
                  <a:srgbClr val="123E52"/>
                </a:solidFill>
                <a:latin typeface="Noto Sans" pitchFamily="34" charset="0"/>
                <a:ea typeface="Noto Sans" pitchFamily="34" charset="-122"/>
                <a:cs typeface="Noto Sans" pitchFamily="34" charset="-120"/>
              </a:rPr>
              <a:t> server,</a:t>
            </a:r>
            <a:r>
              <a:rPr lang="en-US" sz="1095" dirty="0" spc="-1" kern="0">
                <a:solidFill>
                  <a:srgbClr val="123E52"/>
                </a:solidFill>
                <a:latin typeface="Noto Sans" pitchFamily="34" charset="0"/>
                <a:ea typeface="Noto Sans" pitchFamily="34" charset="-122"/>
                <a:cs typeface="Noto Sans" pitchFamily="34" charset="-120"/>
              </a:rPr>
              <a:t> dùng</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4" kern="0">
                <a:solidFill>
                  <a:srgbClr val="123E52"/>
                </a:solidFill>
                <a:latin typeface="Noto Sans" pitchFamily="34" charset="0"/>
                <a:ea typeface="Noto Sans" pitchFamily="34" charset="-122"/>
                <a:cs typeface="Noto Sans" pitchFamily="34" charset="-120"/>
              </a:rPr>
              <a:t> framework</a:t>
            </a:r>
            <a:r>
              <a:rPr lang="en-US" sz="1095" dirty="0" spc="1" kern="0">
                <a:solidFill>
                  <a:srgbClr val="123E52"/>
                </a:solidFill>
                <a:latin typeface="Noto Sans" pitchFamily="34" charset="0"/>
                <a:ea typeface="Noto Sans" pitchFamily="34" charset="-122"/>
                <a:cs typeface="Noto Sans" pitchFamily="34" charset="-120"/>
              </a:rPr>
              <a:t> để</a:t>
            </a:r>
            <a:r>
              <a:rPr lang="en-US" sz="1095" dirty="0" spc="-1" kern="0">
                <a:solidFill>
                  <a:srgbClr val="123E52"/>
                </a:solidFill>
                <a:latin typeface="Noto Sans" pitchFamily="34" charset="0"/>
                <a:ea typeface="Noto Sans" pitchFamily="34" charset="-122"/>
                <a:cs typeface="Noto Sans" pitchFamily="34" charset="-120"/>
              </a:rPr>
              <a:t> dựng</a:t>
            </a:r>
            <a:r>
              <a:rPr lang="en-US" sz="1095" dirty="0" spc="-2" kern="0">
                <a:solidFill>
                  <a:srgbClr val="123E52"/>
                </a:solidFill>
                <a:latin typeface="Noto Sans" pitchFamily="34" charset="0"/>
                <a:ea typeface="Noto Sans" pitchFamily="34" charset="-122"/>
                <a:cs typeface="Noto Sans" pitchFamily="34" charset="-120"/>
              </a:rPr>
              <a:t> API và tự</a:t>
            </a:r>
            <a:r>
              <a:rPr lang="en-US" sz="1095" dirty="0" spc="0" kern="0">
                <a:solidFill>
                  <a:srgbClr val="123E52"/>
                </a:solidFill>
                <a:latin typeface="Noto Sans" pitchFamily="34" charset="0"/>
                <a:ea typeface="Noto Sans" pitchFamily="34" charset="-122"/>
                <a:cs typeface="Noto Sans" pitchFamily="34" charset="-120"/>
              </a:rPr>
              <a:t> xây</a:t>
            </a:r>
            <a:r>
              <a:rPr lang="en-US" sz="1095" dirty="0" spc="-5" kern="0">
                <a:solidFill>
                  <a:srgbClr val="123E52"/>
                </a:solidFill>
                <a:latin typeface="Noto Sans" pitchFamily="34" charset="0"/>
                <a:ea typeface="Noto Sans" pitchFamily="34" charset="-122"/>
                <a:cs typeface="Noto Sans" pitchFamily="34" charset="-120"/>
              </a:rPr>
              <a:t> browser</a:t>
            </a:r>
            <a:r>
              <a:rPr lang="en-US" sz="1095" dirty="0" spc="0" kern="0">
                <a:solidFill>
                  <a:srgbClr val="123E52"/>
                </a:solidFill>
                <a:latin typeface="Noto Sans" pitchFamily="34" charset="0"/>
                <a:ea typeface="Noto Sans" pitchFamily="34" charset="-122"/>
                <a:cs typeface="Noto Sans" pitchFamily="34" charset="-120"/>
              </a:rPr>
              <a:t> engine</a:t>
            </a:r>
            <a:r>
              <a:rPr lang="en-US" sz="1095" dirty="0" spc="-1" kern="0">
                <a:solidFill>
                  <a:srgbClr val="123E52"/>
                </a:solidFill>
                <a:latin typeface="Noto Sans" pitchFamily="34" charset="0"/>
                <a:ea typeface="Noto Sans" pitchFamily="34" charset="-122"/>
                <a:cs typeface="Noto Sans" pitchFamily="34" charset="-120"/>
              </a:rPr>
              <a:t> là</a:t>
            </a:r>
            <a:r>
              <a:rPr lang="en-US" sz="1095" dirty="0" spc="0" kern="0">
                <a:solidFill>
                  <a:srgbClr val="123E52"/>
                </a:solidFill>
                <a:latin typeface="Noto Sans" pitchFamily="34" charset="0"/>
                <a:ea typeface="Noto Sans" pitchFamily="34" charset="-122"/>
                <a:cs typeface="Noto Sans" pitchFamily="34" charset="-120"/>
              </a:rPr>
              <a:t> các</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0" kern="0">
                <a:solidFill>
                  <a:srgbClr val="123E52"/>
                </a:solidFill>
                <a:latin typeface="Noto Sans" pitchFamily="34" charset="0"/>
                <a:ea typeface="Noto Sans" pitchFamily="34" charset="-122"/>
                <a:cs typeface="Noto Sans" pitchFamily="34" charset="-120"/>
              </a:rPr>
              <a:t> học khác</a:t>
            </a:r>
            <a:r>
              <a:rPr lang="en-US" sz="1095" dirty="0" spc="-1" kern="0">
                <a:solidFill>
                  <a:srgbClr val="123E52"/>
                </a:solidFill>
                <a:latin typeface="Noto Sans" pitchFamily="34" charset="0"/>
                <a:ea typeface="Noto Sans" pitchFamily="34" charset="-122"/>
                <a:cs typeface="Noto Sans" pitchFamily="34" charset="-120"/>
              </a:rPr>
              <a:t> phạm</a:t>
            </a:r>
            <a:r>
              <a:rPr lang="en-US" sz="1095" dirty="0" spc="-2" kern="0">
                <a:solidFill>
                  <a:srgbClr val="123E52"/>
                </a:solidFill>
                <a:latin typeface="Noto Sans" pitchFamily="34" charset="0"/>
                <a:ea typeface="Noto Sans" pitchFamily="34" charset="-122"/>
                <a:cs typeface="Noto Sans" pitchFamily="34" charset="-120"/>
              </a:rPr>
              <a:t> vi.</a:t>
            </a:r>
            <a:r>
              <a:rPr lang="en-US" sz="1095" dirty="0" spc="-1" kern="0">
                <a:solidFill>
                  <a:srgbClr val="123E52"/>
                </a:solidFill>
                <a:latin typeface="Noto Sans" pitchFamily="34" charset="0"/>
                <a:ea typeface="Noto Sans" pitchFamily="34" charset="-122"/>
                <a:cs typeface="Noto Sans" pitchFamily="34" charset="-120"/>
              </a:rPr>
              <a:t> Đọc</a:t>
            </a:r>
            <a:r>
              <a:rPr lang="en-US" sz="1095" dirty="0" spc="0" kern="0">
                <a:solidFill>
                  <a:srgbClr val="123E52"/>
                </a:solidFill>
                <a:latin typeface="Noto Sans" pitchFamily="34" charset="0"/>
                <a:ea typeface="Noto Sans" pitchFamily="34" charset="-122"/>
                <a:cs typeface="Noto Sans" pitchFamily="34" charset="-120"/>
              </a:rPr>
              <a:t> mục</a:t>
            </a:r>
            <a:r>
              <a:rPr lang="en-US" sz="1095" dirty="0" spc="-1" kern="0">
                <a:solidFill>
                  <a:srgbClr val="123E52"/>
                </a:solidFill>
                <a:latin typeface="Noto Sans" pitchFamily="34" charset="0"/>
                <a:ea typeface="Noto Sans" pitchFamily="34" charset="-122"/>
                <a:cs typeface="Noto Sans" pitchFamily="34" charset="-120"/>
              </a:rPr>
              <a:t> tiêu</a:t>
            </a:r>
            <a:r>
              <a:rPr lang="en-US" sz="1095" dirty="0" spc="0" kern="0">
                <a:solidFill>
                  <a:srgbClr val="123E52"/>
                </a:solidFill>
                <a:latin typeface="Noto Sans" pitchFamily="34" charset="0"/>
                <a:ea typeface="Noto Sans" pitchFamily="34" charset="-122"/>
                <a:cs typeface="Noto Sans" pitchFamily="34" charset="-120"/>
              </a:rPr>
              <a:t> nguồn</a:t>
            </a:r>
            <a:r>
              <a:rPr lang="en-US" sz="1095" dirty="0" spc="-1" kern="0">
                <a:solidFill>
                  <a:srgbClr val="123E52"/>
                </a:solidFill>
                <a:latin typeface="Noto Sans" pitchFamily="34" charset="0"/>
                <a:ea typeface="Noto Sans" pitchFamily="34" charset="-122"/>
                <a:cs typeface="Noto Sans" pitchFamily="34" charset="-120"/>
              </a:rPr>
              <a:t> trước</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1" kern="0">
                <a:solidFill>
                  <a:srgbClr val="123E52"/>
                </a:solidFill>
                <a:latin typeface="Noto Sans" pitchFamily="34" charset="0"/>
                <a:ea typeface="Noto Sans" pitchFamily="34" charset="-122"/>
                <a:cs typeface="Noto Sans" pitchFamily="34" charset="-120"/>
              </a:rPr>
              <a:t> so</a:t>
            </a:r>
            <a:r>
              <a:rPr lang="en-US" sz="1095" dirty="0" spc="1" kern="0">
                <a:solidFill>
                  <a:srgbClr val="123E52"/>
                </a:solidFill>
                <a:latin typeface="Noto Sans" pitchFamily="34" charset="0"/>
                <a:ea typeface="Noto Sans" pitchFamily="34" charset="-122"/>
                <a:cs typeface="Noto Sans" pitchFamily="34" charset="-120"/>
              </a:rPr>
              <a:t> sánh.</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 Let’s Build A Web Server.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Python: Browser Engineering ↗</a:t>
            </a:r>
            <a:endParaRPr lang="en-US" sz="938" dirty="0"/>
          </a:p>
        </p:txBody>
      </p:sp>
      <p:sp>
        <p:nvSpPr>
          <p:cNvPr id="22" name="Connector line-1792810727896-392625193"/>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09</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a6d5a77e-eb0b-453e-80c6-9a4ffec18335"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 kern="0">
                <a:solidFill>
                  <a:srgbClr val="123E52"/>
                </a:solidFill>
                <a:latin typeface="Lexend SemiBold" pitchFamily="34" charset="0"/>
                <a:ea typeface="Lexend SemiBold" pitchFamily="34" charset="-122"/>
                <a:cs typeface="Lexend SemiBold" pitchFamily="34" charset="-120"/>
              </a:rPr>
              <a:t>Ngôn</a:t>
            </a:r>
            <a:r>
              <a:rPr lang="en-US" sz="2175" dirty="0" spc="-3" kern="0">
                <a:solidFill>
                  <a:srgbClr val="123E52"/>
                </a:solidFill>
                <a:latin typeface="Lexend SemiBold" pitchFamily="34" charset="0"/>
                <a:ea typeface="Lexend SemiBold" pitchFamily="34" charset="-122"/>
                <a:cs typeface="Lexend SemiBold" pitchFamily="34" charset="-120"/>
              </a:rPr>
              <a:t> ngữ</a:t>
            </a:r>
            <a:r>
              <a:rPr lang="en-US" sz="2175" dirty="0" spc="3" kern="0">
                <a:solidFill>
                  <a:srgbClr val="123E52"/>
                </a:solidFill>
                <a:latin typeface="Lexend SemiBold" pitchFamily="34" charset="0"/>
                <a:ea typeface="Lexend SemiBold" pitchFamily="34" charset="-122"/>
                <a:cs typeface="Lexend SemiBold" pitchFamily="34" charset="-120"/>
              </a:rPr>
              <a:t> &amp;</a:t>
            </a:r>
            <a:r>
              <a:rPr lang="en-US" sz="2175" dirty="0" spc="4" kern="0">
                <a:solidFill>
                  <a:srgbClr val="123E52"/>
                </a:solidFill>
                <a:latin typeface="Lexend SemiBold" pitchFamily="34" charset="0"/>
                <a:ea typeface="Lexend SemiBold" pitchFamily="34" charset="-122"/>
                <a:cs typeface="Lexend SemiBold" pitchFamily="34" charset="-120"/>
              </a:rPr>
              <a:t> công</a:t>
            </a:r>
            <a:r>
              <a:rPr lang="en-US" sz="2175" dirty="0" spc="1" kern="0">
                <a:solidFill>
                  <a:srgbClr val="123E52"/>
                </a:solidFill>
                <a:latin typeface="Lexend SemiBold" pitchFamily="34" charset="0"/>
                <a:ea typeface="Lexend SemiBold" pitchFamily="34" charset="-122"/>
                <a:cs typeface="Lexend SemiBold" pitchFamily="34" charset="-120"/>
              </a:rPr>
              <a:t> cụ</a:t>
            </a:r>
            <a:r>
              <a:rPr lang="en-US" sz="2175" dirty="0" spc="-3" kern="0">
                <a:solidFill>
                  <a:srgbClr val="123E52"/>
                </a:solidFill>
                <a:latin typeface="Lexend SemiBold" pitchFamily="34" charset="0"/>
                <a:ea typeface="Lexend SemiBold" pitchFamily="34" charset="-122"/>
                <a:cs typeface="Lexend SemiBold" pitchFamily="34" charset="-120"/>
              </a:rPr>
              <a:t> lập</a:t>
            </a:r>
            <a:r>
              <a:rPr lang="en-US" sz="2175" dirty="0" spc="1" kern="0">
                <a:solidFill>
                  <a:srgbClr val="123E52"/>
                </a:solidFill>
                <a:latin typeface="Lexend SemiBold" pitchFamily="34" charset="0"/>
                <a:ea typeface="Lexend SemiBold" pitchFamily="34" charset="-122"/>
                <a:cs typeface="Lexend SemiBold" pitchFamily="34" charset="-120"/>
              </a:rPr>
              <a:t> trình</a:t>
            </a:r>
            <a:endParaRPr lang="en-US" sz="2175" dirty="0"/>
          </a:p>
        </p:txBody>
      </p:sp>
      <p:sp>
        <p:nvSpPr>
          <p:cNvPr id="5" name="Connector line-1792810731044-550131628"/>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5" kern="0">
                <a:solidFill>
                  <a:srgbClr val="123E52"/>
                </a:solidFill>
                <a:latin typeface="Noto Sans" pitchFamily="34" charset="0"/>
                <a:ea typeface="Noto Sans" pitchFamily="34" charset="-122"/>
                <a:cs typeface="Noto Sans" pitchFamily="34" charset="-120"/>
              </a:rPr>
              <a:t>Programming</a:t>
            </a:r>
            <a:r>
              <a:rPr lang="en-US" sz="1313" dirty="0" spc="-1" kern="0">
                <a:solidFill>
                  <a:srgbClr val="123E52"/>
                </a:solidFill>
                <a:latin typeface="Noto Sans" pitchFamily="34" charset="0"/>
                <a:ea typeface="Noto Sans" pitchFamily="34" charset="-122"/>
                <a:cs typeface="Noto Sans" pitchFamily="34" charset="-120"/>
              </a:rPr>
              <a:t> Language,</a:t>
            </a:r>
            <a:r>
              <a:rPr lang="en-US" sz="1313" dirty="0" spc="-4" kern="0">
                <a:solidFill>
                  <a:srgbClr val="123E52"/>
                </a:solidFill>
                <a:latin typeface="Noto Sans" pitchFamily="34" charset="0"/>
                <a:ea typeface="Noto Sans" pitchFamily="34" charset="-122"/>
                <a:cs typeface="Noto Sans" pitchFamily="34" charset="-120"/>
              </a:rPr>
              <a:t> Regex</a:t>
            </a:r>
            <a:r>
              <a:rPr lang="en-US" sz="1313" dirty="0" spc="1" kern="0">
                <a:solidFill>
                  <a:srgbClr val="123E52"/>
                </a:solidFill>
                <a:latin typeface="Noto Sans" pitchFamily="34" charset="0"/>
                <a:ea typeface="Noto Sans" pitchFamily="34" charset="-122"/>
                <a:cs typeface="Noto Sans" pitchFamily="34" charset="-120"/>
              </a:rPr>
              <a:t> Engine, Shell</a:t>
            </a:r>
            <a:r>
              <a:rPr lang="en-US" sz="1313" dirty="0" spc="3" kern="0">
                <a:solidFill>
                  <a:srgbClr val="123E52"/>
                </a:solidFill>
                <a:latin typeface="Noto Sans" pitchFamily="34" charset="0"/>
                <a:ea typeface="Noto Sans" pitchFamily="34" charset="-122"/>
                <a:cs typeface="Noto Sans" pitchFamily="34" charset="-120"/>
              </a:rPr>
              <a:t> và</a:t>
            </a:r>
            <a:r>
              <a:rPr lang="en-US" sz="1313" dirty="0" spc="-9" kern="0">
                <a:solidFill>
                  <a:srgbClr val="123E52"/>
                </a:solidFill>
                <a:latin typeface="Noto Sans" pitchFamily="34" charset="0"/>
                <a:ea typeface="Noto Sans" pitchFamily="34" charset="-122"/>
                <a:cs typeface="Noto Sans" pitchFamily="34" charset="-120"/>
              </a:rPr>
              <a:t> Template</a:t>
            </a:r>
            <a:r>
              <a:rPr lang="en-US" sz="1313" dirty="0" spc="1" kern="0">
                <a:solidFill>
                  <a:srgbClr val="123E52"/>
                </a:solidFill>
                <a:latin typeface="Noto Sans" pitchFamily="34" charset="0"/>
                <a:ea typeface="Noto Sans" pitchFamily="34" charset="-122"/>
                <a:cs typeface="Noto Sans" pitchFamily="34" charset="-120"/>
              </a:rPr>
              <a:t> Engine</a:t>
            </a:r>
            <a:r>
              <a:rPr lang="en-US" sz="1313" dirty="0" spc="0" kern="0">
                <a:solidFill>
                  <a:srgbClr val="123E52"/>
                </a:solidFill>
                <a:latin typeface="Noto Sans" pitchFamily="34" charset="0"/>
                <a:ea typeface="Noto Sans" pitchFamily="34" charset="-122"/>
                <a:cs typeface="Noto Sans" pitchFamily="34" charset="-120"/>
              </a:rPr>
              <a:t> cho bạn</a:t>
            </a:r>
            <a:r>
              <a:rPr lang="en-US" sz="1313" dirty="0" spc="3" kern="0">
                <a:solidFill>
                  <a:srgbClr val="123E52"/>
                </a:solidFill>
                <a:latin typeface="Noto Sans" pitchFamily="34" charset="0"/>
                <a:ea typeface="Noto Sans" pitchFamily="34" charset="-122"/>
                <a:cs typeface="Noto Sans" pitchFamily="34" charset="-120"/>
              </a:rPr>
              <a:t> các</a:t>
            </a:r>
            <a:r>
              <a:rPr lang="en-US" sz="1313" dirty="0" spc="-2" kern="0">
                <a:solidFill>
                  <a:srgbClr val="123E52"/>
                </a:solidFill>
                <a:latin typeface="Noto Sans" pitchFamily="34" charset="0"/>
                <a:ea typeface="Noto Sans" pitchFamily="34" charset="-122"/>
                <a:cs typeface="Noto Sans" pitchFamily="34" charset="-120"/>
              </a:rPr>
              <a:t> hướng</a:t>
            </a:r>
            <a:r>
              <a:rPr lang="en-US" sz="1313" dirty="0" spc="2" kern="0">
                <a:solidFill>
                  <a:srgbClr val="123E52"/>
                </a:solidFill>
                <a:latin typeface="Noto Sans" pitchFamily="34" charset="0"/>
                <a:ea typeface="Noto Sans" pitchFamily="34" charset="-122"/>
                <a:cs typeface="Noto Sans" pitchFamily="34" charset="-120"/>
              </a:rPr>
              <a:t> khám</a:t>
            </a:r>
            <a:r>
              <a:rPr lang="en-US" sz="1313" dirty="0" spc="-1" kern="0">
                <a:solidFill>
                  <a:srgbClr val="123E52"/>
                </a:solidFill>
                <a:latin typeface="Noto Sans" pitchFamily="34" charset="0"/>
                <a:ea typeface="Noto Sans" pitchFamily="34" charset="-122"/>
                <a:cs typeface="Noto Sans" pitchFamily="34" charset="-120"/>
              </a:rPr>
              <a:t> phá</a:t>
            </a:r>
            <a:r>
              <a:rPr lang="en-US" sz="1313" dirty="0" spc="2" kern="0">
                <a:solidFill>
                  <a:srgbClr val="123E52"/>
                </a:solidFill>
                <a:latin typeface="Noto Sans" pitchFamily="34" charset="0"/>
                <a:ea typeface="Noto Sans" pitchFamily="34" charset="-122"/>
                <a:cs typeface="Noto Sans" pitchFamily="34" charset="-120"/>
              </a:rPr>
              <a:t> cách</a:t>
            </a:r>
            <a:r>
              <a:rPr lang="en-US" sz="1313" dirty="0" spc="-1" kern="0">
                <a:solidFill>
                  <a:srgbClr val="123E52"/>
                </a:solidFill>
                <a:latin typeface="Noto Sans" pitchFamily="34" charset="0"/>
                <a:ea typeface="Noto Sans" pitchFamily="34" charset="-122"/>
                <a:cs typeface="Noto Sans" pitchFamily="34" charset="-120"/>
              </a:rPr>
              <a:t> phần</a:t>
            </a:r>
            <a:r>
              <a:rPr lang="en-US" sz="1313" dirty="0" spc="4" kern="0">
                <a:solidFill>
                  <a:srgbClr val="123E52"/>
                </a:solidFill>
                <a:latin typeface="Noto Sans" pitchFamily="34" charset="0"/>
                <a:ea typeface="Noto Sans" pitchFamily="34" charset="-122"/>
                <a:cs typeface="Noto Sans" pitchFamily="34" charset="-120"/>
              </a:rPr>
              <a:t> mềm</a:t>
            </a:r>
            <a:r>
              <a:rPr lang="en-US" sz="1313" dirty="0" spc="0" kern="0">
                <a:solidFill>
                  <a:srgbClr val="123E52"/>
                </a:solidFill>
                <a:latin typeface="Noto Sans" pitchFamily="34" charset="0"/>
                <a:ea typeface="Noto Sans" pitchFamily="34" charset="-122"/>
                <a:cs typeface="Noto Sans" pitchFamily="34" charset="-120"/>
              </a:rPr>
              <a:t> đọc</a:t>
            </a:r>
            <a:r>
              <a:rPr lang="en-US" sz="1313" dirty="0" spc="2" kern="0">
                <a:solidFill>
                  <a:srgbClr val="123E52"/>
                </a:solidFill>
                <a:latin typeface="Noto Sans" pitchFamily="34" charset="0"/>
                <a:ea typeface="Noto Sans" pitchFamily="34" charset="-122"/>
                <a:cs typeface="Noto Sans" pitchFamily="34" charset="-120"/>
              </a:rPr>
              <a:t> và</a:t>
            </a:r>
            <a:r>
              <a:rPr lang="en-US" sz="1313" dirty="0" spc="-1" kern="0">
                <a:solidFill>
                  <a:srgbClr val="123E52"/>
                </a:solidFill>
                <a:latin typeface="Noto Sans" pitchFamily="34" charset="0"/>
                <a:ea typeface="Noto Sans" pitchFamily="34" charset="-122"/>
                <a:cs typeface="Noto Sans" pitchFamily="34" charset="-120"/>
              </a:rPr>
              <a:t> xử</a:t>
            </a:r>
            <a:r>
              <a:rPr lang="en-US" sz="1313" dirty="0" spc="0" kern="0">
                <a:solidFill>
                  <a:srgbClr val="123E52"/>
                </a:solidFill>
                <a:latin typeface="Noto Sans" pitchFamily="34" charset="0"/>
                <a:ea typeface="Noto Sans" pitchFamily="34" charset="-122"/>
                <a:cs typeface="Noto Sans" pitchFamily="34" charset="-120"/>
              </a:rPr>
              <a:t> lý ký</a:t>
            </a:r>
            <a:r>
              <a:rPr lang="en-US" sz="1313" dirty="0" spc="1" kern="0">
                <a:solidFill>
                  <a:srgbClr val="123E52"/>
                </a:solidFill>
                <a:latin typeface="Noto Sans" pitchFamily="34" charset="0"/>
                <a:ea typeface="Noto Sans" pitchFamily="34" charset="-122"/>
                <a:cs typeface="Noto Sans" pitchFamily="34" charset="-120"/>
              </a:rPr>
              <a:t> hiệu</a:t>
            </a:r>
            <a:r>
              <a:rPr lang="en-US" sz="1313" dirty="0" spc="0" kern="0">
                <a:solidFill>
                  <a:srgbClr val="123E52"/>
                </a:solidFill>
                <a:latin typeface="Noto Sans" pitchFamily="34" charset="0"/>
                <a:ea typeface="Noto Sans" pitchFamily="34" charset="-122"/>
                <a:cs typeface="Noto Sans" pitchFamily="34" charset="-120"/>
              </a:rPr>
              <a:t> hoặc</a:t>
            </a:r>
            <a:r>
              <a:rPr lang="en-US" sz="1313" dirty="0" spc="2" kern="0">
                <a:solidFill>
                  <a:srgbClr val="123E52"/>
                </a:solidFill>
                <a:latin typeface="Noto Sans" pitchFamily="34" charset="0"/>
                <a:ea typeface="Noto Sans" pitchFamily="34" charset="-122"/>
                <a:cs typeface="Noto Sans" pitchFamily="34" charset="-120"/>
              </a:rPr>
              <a:t> lệnh.</a:t>
            </a:r>
            <a:r>
              <a:rPr lang="en-US" sz="1313" dirty="0" spc="0" kern="0">
                <a:solidFill>
                  <a:srgbClr val="123E52"/>
                </a:solidFill>
                <a:latin typeface="Noto Sans" pitchFamily="34" charset="0"/>
                <a:ea typeface="Noto Sans" pitchFamily="34" charset="-122"/>
                <a:cs typeface="Noto Sans" pitchFamily="34" charset="-120"/>
              </a:rPr>
              <a:t> Chúng</a:t>
            </a:r>
            <a:r>
              <a:rPr lang="en-US" sz="1313" dirty="0" spc="1" kern="0">
                <a:solidFill>
                  <a:srgbClr val="123E52"/>
                </a:solidFill>
                <a:latin typeface="Noto Sans" pitchFamily="34" charset="0"/>
                <a:ea typeface="Noto Sans" pitchFamily="34" charset="-122"/>
                <a:cs typeface="Noto Sans" pitchFamily="34" charset="-120"/>
              </a:rPr>
              <a:t> là</a:t>
            </a:r>
            <a:r>
              <a:rPr lang="en-US" sz="1313" dirty="0" spc="-1" kern="0">
                <a:solidFill>
                  <a:srgbClr val="123E52"/>
                </a:solidFill>
                <a:latin typeface="Noto Sans" pitchFamily="34" charset="0"/>
                <a:ea typeface="Noto Sans" pitchFamily="34" charset="-122"/>
                <a:cs typeface="Noto Sans" pitchFamily="34" charset="-120"/>
              </a:rPr>
              <a:t> những</a:t>
            </a:r>
            <a:r>
              <a:rPr lang="en-US" sz="1313" dirty="0" spc="-2" kern="0">
                <a:solidFill>
                  <a:srgbClr val="123E52"/>
                </a:solidFill>
                <a:latin typeface="Noto Sans" pitchFamily="34" charset="0"/>
                <a:ea typeface="Noto Sans" pitchFamily="34" charset="-122"/>
                <a:cs typeface="Noto Sans" pitchFamily="34" charset="-120"/>
              </a:rPr>
              <a:t> dự</a:t>
            </a:r>
            <a:r>
              <a:rPr lang="en-US" sz="1313" dirty="0" spc="1" kern="0">
                <a:solidFill>
                  <a:srgbClr val="123E52"/>
                </a:solidFill>
                <a:latin typeface="Noto Sans" pitchFamily="34" charset="0"/>
                <a:ea typeface="Noto Sans" pitchFamily="34" charset="-122"/>
                <a:cs typeface="Noto Sans" pitchFamily="34" charset="-120"/>
              </a:rPr>
              <a:t> án</a:t>
            </a:r>
            <a:r>
              <a:rPr lang="en-US" sz="1313" dirty="0" spc="2" kern="0">
                <a:solidFill>
                  <a:srgbClr val="123E52"/>
                </a:solidFill>
                <a:latin typeface="Noto Sans" pitchFamily="34" charset="0"/>
                <a:ea typeface="Noto Sans" pitchFamily="34" charset="-122"/>
                <a:cs typeface="Noto Sans" pitchFamily="34" charset="-120"/>
              </a:rPr>
              <a:t> khác</a:t>
            </a:r>
            <a:r>
              <a:rPr lang="en-US" sz="1313" dirty="0" spc="0" kern="0">
                <a:solidFill>
                  <a:srgbClr val="123E52"/>
                </a:solidFill>
                <a:latin typeface="Noto Sans" pitchFamily="34" charset="0"/>
                <a:ea typeface="Noto Sans" pitchFamily="34" charset="-122"/>
                <a:cs typeface="Noto Sans" pitchFamily="34" charset="-120"/>
              </a:rPr>
              <a:t> nhau,</a:t>
            </a:r>
            <a:r>
              <a:rPr lang="en-US" sz="1313" dirty="0" spc="-1" kern="0">
                <a:solidFill>
                  <a:srgbClr val="123E52"/>
                </a:solidFill>
                <a:latin typeface="Noto Sans" pitchFamily="34" charset="0"/>
                <a:ea typeface="Noto Sans" pitchFamily="34" charset="-122"/>
                <a:cs typeface="Noto Sans" pitchFamily="34" charset="-120"/>
              </a:rPr>
              <a:t> không phải</a:t>
            </a:r>
            <a:r>
              <a:rPr lang="en-US" sz="1313" dirty="0" spc="0" kern="0">
                <a:solidFill>
                  <a:srgbClr val="123E52"/>
                </a:solidFill>
                <a:latin typeface="Noto Sans" pitchFamily="34" charset="0"/>
                <a:ea typeface="Noto Sans" pitchFamily="34" charset="-122"/>
                <a:cs typeface="Noto Sans" pitchFamily="34" charset="-120"/>
              </a:rPr>
              <a:t> một bài</a:t>
            </a:r>
            <a:r>
              <a:rPr lang="en-US" sz="1313" dirty="0" spc="-1" kern="0">
                <a:solidFill>
                  <a:srgbClr val="123E52"/>
                </a:solidFill>
                <a:latin typeface="Noto Sans" pitchFamily="34" charset="0"/>
                <a:ea typeface="Noto Sans" pitchFamily="34" charset="-122"/>
                <a:cs typeface="Noto Sans" pitchFamily="34" charset="-120"/>
              </a:rPr>
              <a:t> tập</a:t>
            </a:r>
            <a:r>
              <a:rPr lang="en-US" sz="1313" dirty="0" spc="1" kern="0">
                <a:solidFill>
                  <a:srgbClr val="123E52"/>
                </a:solidFill>
                <a:latin typeface="Noto Sans" pitchFamily="34" charset="0"/>
                <a:ea typeface="Noto Sans" pitchFamily="34" charset="-122"/>
                <a:cs typeface="Noto Sans" pitchFamily="34" charset="-120"/>
              </a:rPr>
              <a:t> chung.</a:t>
            </a:r>
            <a:r>
              <a:rPr lang="en-US" sz="1313" dirty="0" spc="-3"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Compiler</a:t>
            </a:r>
            <a:r>
              <a:rPr lang="en-US" sz="1275" dirty="0" spc="-4" kern="0">
                <a:solidFill>
                  <a:srgbClr val="123E52"/>
                </a:solidFill>
                <a:latin typeface="Lexend SemiBold" pitchFamily="34" charset="0"/>
                <a:ea typeface="Lexend SemiBold" pitchFamily="34" charset="-122"/>
                <a:cs typeface="Lexend SemiBold" pitchFamily="34" charset="-120"/>
              </a:rPr>
              <a:t> và</a:t>
            </a:r>
            <a:r>
              <a:rPr lang="en-US" sz="1275" dirty="0" spc="-3" kern="0">
                <a:solidFill>
                  <a:srgbClr val="123E52"/>
                </a:solidFill>
                <a:latin typeface="Lexend SemiBold" pitchFamily="34" charset="0"/>
                <a:ea typeface="Lexend SemiBold" pitchFamily="34" charset="-122"/>
                <a:cs typeface="Lexend SemiBold" pitchFamily="34" charset="-120"/>
              </a:rPr>
              <a:t> interpreter</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2" kern="0">
                <a:solidFill>
                  <a:srgbClr val="123E52"/>
                </a:solidFill>
                <a:latin typeface="Noto Sans" pitchFamily="34" charset="0"/>
                <a:ea typeface="Noto Sans" pitchFamily="34" charset="-122"/>
                <a:cs typeface="Noto Sans" pitchFamily="34" charset="-120"/>
              </a:rPr>
              <a:t>Trình</a:t>
            </a:r>
            <a:r>
              <a:rPr lang="en-US" sz="1095" dirty="0" spc="0" kern="0">
                <a:solidFill>
                  <a:srgbClr val="123E52"/>
                </a:solidFill>
                <a:latin typeface="Noto Sans" pitchFamily="34" charset="0"/>
                <a:ea typeface="Noto Sans" pitchFamily="34" charset="-122"/>
                <a:cs typeface="Noto Sans" pitchFamily="34" charset="-120"/>
              </a:rPr>
              <a:t> biên</a:t>
            </a:r>
            <a:r>
              <a:rPr lang="en-US" sz="1095" dirty="0" spc="-1" kern="0">
                <a:solidFill>
                  <a:srgbClr val="123E52"/>
                </a:solidFill>
                <a:latin typeface="Noto Sans" pitchFamily="34" charset="0"/>
                <a:ea typeface="Noto Sans" pitchFamily="34" charset="-122"/>
                <a:cs typeface="Noto Sans" pitchFamily="34" charset="-120"/>
              </a:rPr>
              <a:t> dịch</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trình thông</a:t>
            </a:r>
            <a:r>
              <a:rPr lang="en-US" sz="1095" dirty="0" spc="-2" kern="0">
                <a:solidFill>
                  <a:srgbClr val="123E52"/>
                </a:solidFill>
                <a:latin typeface="Noto Sans" pitchFamily="34" charset="0"/>
                <a:ea typeface="Noto Sans" pitchFamily="34" charset="-122"/>
                <a:cs typeface="Noto Sans" pitchFamily="34" charset="-120"/>
              </a:rPr>
              <a:t> dịch</a:t>
            </a:r>
            <a:r>
              <a:rPr lang="en-US" sz="1095" dirty="0" spc="-1" kern="0">
                <a:solidFill>
                  <a:srgbClr val="123E52"/>
                </a:solidFill>
                <a:latin typeface="Noto Sans" pitchFamily="34" charset="0"/>
                <a:ea typeface="Noto Sans" pitchFamily="34" charset="-122"/>
                <a:cs typeface="Noto Sans" pitchFamily="34" charset="-120"/>
              </a:rPr>
              <a:t> là hai thuật ngữ thường gặp</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3" kern="0">
                <a:solidFill>
                  <a:srgbClr val="123E52"/>
                </a:solidFill>
                <a:latin typeface="Noto Sans" pitchFamily="34" charset="0"/>
                <a:ea typeface="Noto Sans" pitchFamily="34" charset="-122"/>
                <a:cs typeface="Noto Sans" pitchFamily="34" charset="-120"/>
              </a:rPr>
              <a:t> tìm</a:t>
            </a:r>
            <a:r>
              <a:rPr lang="en-US" sz="1095" dirty="0" spc="0" kern="0">
                <a:solidFill>
                  <a:srgbClr val="123E52"/>
                </a:solidFill>
                <a:latin typeface="Noto Sans" pitchFamily="34" charset="0"/>
                <a:ea typeface="Noto Sans" pitchFamily="34" charset="-122"/>
                <a:cs typeface="Noto Sans" pitchFamily="34" charset="-120"/>
              </a:rPr>
              <a:t> hiểu ngôn ngữ.</a:t>
            </a:r>
            <a:r>
              <a:rPr lang="en-US" sz="1095" dirty="0" spc="-1" kern="0">
                <a:solidFill>
                  <a:srgbClr val="123E52"/>
                </a:solidFill>
                <a:latin typeface="Noto Sans" pitchFamily="34" charset="0"/>
                <a:ea typeface="Noto Sans" pitchFamily="34" charset="-122"/>
                <a:cs typeface="Noto Sans" pitchFamily="34" charset="-120"/>
              </a:rPr>
              <a:t> Hãy</a:t>
            </a:r>
            <a:r>
              <a:rPr lang="en-US" sz="1095" dirty="0" spc="0" kern="0">
                <a:solidFill>
                  <a:srgbClr val="123E52"/>
                </a:solidFill>
                <a:latin typeface="Noto Sans" pitchFamily="34" charset="0"/>
                <a:ea typeface="Noto Sans" pitchFamily="34" charset="-122"/>
                <a:cs typeface="Noto Sans" pitchFamily="34" charset="-120"/>
              </a:rPr>
              <a:t> theo</a:t>
            </a:r>
            <a:r>
              <a:rPr lang="en-US" sz="1095" dirty="0" spc="-3" kern="0">
                <a:solidFill>
                  <a:srgbClr val="123E52"/>
                </a:solidFill>
                <a:latin typeface="Noto Sans" pitchFamily="34" charset="0"/>
                <a:ea typeface="Noto Sans" pitchFamily="34" charset="-122"/>
                <a:cs typeface="Noto Sans" pitchFamily="34" charset="-120"/>
              </a:rPr>
              <a:t> dõi</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2" kern="0">
                <a:solidFill>
                  <a:srgbClr val="123E52"/>
                </a:solidFill>
                <a:latin typeface="Noto Sans" pitchFamily="34" charset="0"/>
                <a:ea typeface="Noto Sans" pitchFamily="34" charset="-122"/>
                <a:cs typeface="Noto Sans" pitchFamily="34" charset="-120"/>
              </a:rPr>
              <a:t> vào</a:t>
            </a:r>
            <a:r>
              <a:rPr lang="en-US" sz="1095" dirty="0" spc="-1" kern="0">
                <a:solidFill>
                  <a:srgbClr val="123E52"/>
                </a:solidFill>
                <a:latin typeface="Noto Sans" pitchFamily="34" charset="0"/>
                <a:ea typeface="Noto Sans" pitchFamily="34" charset="-122"/>
                <a:cs typeface="Noto Sans" pitchFamily="34" charset="-120"/>
              </a:rPr>
              <a:t> mã</a:t>
            </a:r>
            <a:r>
              <a:rPr lang="en-US" sz="1095" dirty="0" spc="0" kern="0">
                <a:solidFill>
                  <a:srgbClr val="123E52"/>
                </a:solidFill>
                <a:latin typeface="Noto Sans" pitchFamily="34" charset="0"/>
                <a:ea typeface="Noto Sans" pitchFamily="34" charset="-122"/>
                <a:cs typeface="Noto Sans" pitchFamily="34" charset="-120"/>
              </a:rPr>
              <a:t> nguồn</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cách</a:t>
            </a:r>
            <a:r>
              <a:rPr lang="en-US" sz="1095" dirty="0" spc="-2" kern="0">
                <a:solidFill>
                  <a:srgbClr val="123E52"/>
                </a:solidFill>
                <a:latin typeface="Noto Sans" pitchFamily="34" charset="0"/>
                <a:ea typeface="Noto Sans" pitchFamily="34" charset="-122"/>
                <a:cs typeface="Noto Sans" pitchFamily="34" charset="-120"/>
              </a:rPr>
              <a:t> tutorial</a:t>
            </a:r>
            <a:r>
              <a:rPr lang="en-US" sz="1095" dirty="0" spc="-1" kern="0">
                <a:solidFill>
                  <a:srgbClr val="123E52"/>
                </a:solidFill>
                <a:latin typeface="Noto Sans" pitchFamily="34" charset="0"/>
                <a:ea typeface="Noto Sans" pitchFamily="34" charset="-122"/>
                <a:cs typeface="Noto Sans" pitchFamily="34" charset="-120"/>
              </a:rPr>
              <a:t> tạo</a:t>
            </a:r>
            <a:r>
              <a:rPr lang="en-US" sz="1095" dirty="0" spc="-6" kern="0">
                <a:solidFill>
                  <a:srgbClr val="123E52"/>
                </a:solidFill>
                <a:latin typeface="Noto Sans" pitchFamily="34" charset="0"/>
                <a:ea typeface="Noto Sans" pitchFamily="34" charset="-122"/>
                <a:cs typeface="Noto Sans" pitchFamily="34" charset="-120"/>
              </a:rPr>
              <a:t> ra</a:t>
            </a:r>
            <a:r>
              <a:rPr lang="en-US" sz="1095" dirty="0" spc="1" kern="0">
                <a:solidFill>
                  <a:srgbClr val="123E52"/>
                </a:solidFill>
                <a:latin typeface="Noto Sans" pitchFamily="34" charset="0"/>
                <a:ea typeface="Noto Sans" pitchFamily="34" charset="-122"/>
                <a:cs typeface="Noto Sans" pitchFamily="34" charset="-120"/>
              </a:rPr>
              <a:t> hành</a:t>
            </a:r>
            <a:r>
              <a:rPr lang="en-US" sz="1095" dirty="0" spc="-5" kern="0">
                <a:solidFill>
                  <a:srgbClr val="123E52"/>
                </a:solidFill>
                <a:latin typeface="Noto Sans" pitchFamily="34" charset="0"/>
                <a:ea typeface="Noto Sans" pitchFamily="34" charset="-122"/>
                <a:cs typeface="Noto Sans" pitchFamily="34" charset="-120"/>
              </a:rPr>
              <a:t> vi</a:t>
            </a:r>
            <a:r>
              <a:rPr lang="en-US" sz="1095" dirty="0" spc="-1" kern="0">
                <a:solidFill>
                  <a:srgbClr val="123E52"/>
                </a:solidFill>
                <a:latin typeface="Noto Sans" pitchFamily="34" charset="0"/>
                <a:ea typeface="Noto Sans" pitchFamily="34" charset="-122"/>
                <a:cs typeface="Noto Sans" pitchFamily="34" charset="-120"/>
              </a:rPr>
              <a:t> thực thi.</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7" kern="0">
                <a:solidFill>
                  <a:srgbClr val="123E52"/>
                </a:solidFill>
                <a:latin typeface="Lexend SemiBold" pitchFamily="34" charset="0"/>
                <a:ea typeface="Lexend SemiBold" pitchFamily="34" charset="-122"/>
                <a:cs typeface="Lexend SemiBold" pitchFamily="34" charset="-120"/>
              </a:rPr>
              <a:t>Regex,</a:t>
            </a:r>
            <a:r>
              <a:rPr lang="en-US" sz="1275" dirty="0" spc="-1" kern="0">
                <a:solidFill>
                  <a:srgbClr val="123E52"/>
                </a:solidFill>
                <a:latin typeface="Lexend SemiBold" pitchFamily="34" charset="0"/>
                <a:ea typeface="Lexend SemiBold" pitchFamily="34" charset="-122"/>
                <a:cs typeface="Lexend SemiBold" pitchFamily="34" charset="-120"/>
              </a:rPr>
              <a:t> template</a:t>
            </a:r>
            <a:r>
              <a:rPr lang="en-US" sz="1275" dirty="0" spc="-5" kern="0">
                <a:solidFill>
                  <a:srgbClr val="123E52"/>
                </a:solidFill>
                <a:latin typeface="Lexend SemiBold" pitchFamily="34" charset="0"/>
                <a:ea typeface="Lexend SemiBold" pitchFamily="34" charset="-122"/>
                <a:cs typeface="Lexend SemiBold" pitchFamily="34" charset="-120"/>
              </a:rPr>
              <a:t> và</a:t>
            </a:r>
            <a:r>
              <a:rPr lang="en-US" sz="1275" dirty="0" spc="2" kern="0">
                <a:solidFill>
                  <a:srgbClr val="123E52"/>
                </a:solidFill>
                <a:latin typeface="Lexend SemiBold" pitchFamily="34" charset="0"/>
                <a:ea typeface="Lexend SemiBold" pitchFamily="34" charset="-122"/>
                <a:cs typeface="Lexend SemiBold" pitchFamily="34" charset="-120"/>
              </a:rPr>
              <a:t> shell</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Bạn</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0" kern="0">
                <a:solidFill>
                  <a:srgbClr val="123E52"/>
                </a:solidFill>
                <a:latin typeface="Noto Sans" pitchFamily="34" charset="0"/>
                <a:ea typeface="Noto Sans" pitchFamily="34" charset="-122"/>
                <a:cs typeface="Noto Sans" pitchFamily="34" charset="-120"/>
              </a:rPr>
              <a:t> thể chọn</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cơ</a:t>
            </a:r>
            <a:r>
              <a:rPr lang="en-US" sz="1095" dirty="0" spc="1" kern="0">
                <a:solidFill>
                  <a:srgbClr val="123E52"/>
                </a:solidFill>
                <a:latin typeface="Noto Sans" pitchFamily="34" charset="0"/>
                <a:ea typeface="Noto Sans" pitchFamily="34" charset="-122"/>
                <a:cs typeface="Noto Sans" pitchFamily="34" charset="-120"/>
              </a:rPr>
              <a:t> chế hẹp để học:</a:t>
            </a:r>
            <a:r>
              <a:rPr lang="en-US" sz="1095" dirty="0" spc="-1" kern="0">
                <a:solidFill>
                  <a:srgbClr val="123E52"/>
                </a:solidFill>
                <a:latin typeface="Noto Sans" pitchFamily="34" charset="0"/>
                <a:ea typeface="Noto Sans" pitchFamily="34" charset="-122"/>
                <a:cs typeface="Noto Sans" pitchFamily="34" charset="-120"/>
              </a:rPr>
              <a:t> so khớp</a:t>
            </a:r>
            <a:r>
              <a:rPr lang="en-US" sz="1095" dirty="0" spc="1" kern="0">
                <a:solidFill>
                  <a:srgbClr val="123E52"/>
                </a:solidFill>
                <a:latin typeface="Noto Sans" pitchFamily="34" charset="0"/>
                <a:ea typeface="Noto Sans" pitchFamily="34" charset="-122"/>
                <a:cs typeface="Noto Sans" pitchFamily="34" charset="-120"/>
              </a:rPr>
              <a:t> mẫu,</a:t>
            </a:r>
            <a:r>
              <a:rPr lang="en-US" sz="1095" dirty="0" spc="-2" kern="0">
                <a:solidFill>
                  <a:srgbClr val="123E52"/>
                </a:solidFill>
                <a:latin typeface="Noto Sans" pitchFamily="34" charset="0"/>
                <a:ea typeface="Noto Sans" pitchFamily="34" charset="-122"/>
                <a:cs typeface="Noto Sans" pitchFamily="34" charset="-120"/>
              </a:rPr>
              <a:t> thay</a:t>
            </a:r>
            <a:r>
              <a:rPr lang="en-US" sz="1095" dirty="0" spc="0" kern="0">
                <a:solidFill>
                  <a:srgbClr val="123E52"/>
                </a:solidFill>
                <a:latin typeface="Noto Sans" pitchFamily="34" charset="0"/>
                <a:ea typeface="Noto Sans" pitchFamily="34" charset="-122"/>
                <a:cs typeface="Noto Sans" pitchFamily="34" charset="-120"/>
              </a:rPr>
              <a:t> chỗ</a:t>
            </a:r>
            <a:r>
              <a:rPr lang="en-US" sz="1095" dirty="0" spc="-4" kern="0">
                <a:solidFill>
                  <a:srgbClr val="123E52"/>
                </a:solidFill>
                <a:latin typeface="Noto Sans" pitchFamily="34" charset="0"/>
                <a:ea typeface="Noto Sans" pitchFamily="34" charset="-122"/>
                <a:cs typeface="Noto Sans" pitchFamily="34" charset="-120"/>
              </a:rPr>
              <a:t> trống</a:t>
            </a:r>
            <a:r>
              <a:rPr lang="en-US" sz="1095" dirty="0" spc="-5" kern="0">
                <a:solidFill>
                  <a:srgbClr val="123E52"/>
                </a:solidFill>
                <a:latin typeface="Noto Sans" pitchFamily="34" charset="0"/>
                <a:ea typeface="Noto Sans" pitchFamily="34" charset="-122"/>
                <a:cs typeface="Noto Sans" pitchFamily="34" charset="-120"/>
              </a:rPr>
              <a:t> trong</a:t>
            </a:r>
            <a:r>
              <a:rPr lang="en-US" sz="1095" dirty="0" spc="-1" kern="0">
                <a:solidFill>
                  <a:srgbClr val="123E52"/>
                </a:solidFill>
                <a:latin typeface="Noto Sans" pitchFamily="34" charset="0"/>
                <a:ea typeface="Noto Sans" pitchFamily="34" charset="-122"/>
                <a:cs typeface="Noto Sans" pitchFamily="34" charset="-120"/>
              </a:rPr>
              <a:t> nội</a:t>
            </a:r>
            <a:r>
              <a:rPr lang="en-US" sz="1095" dirty="0" spc="0" kern="0">
                <a:solidFill>
                  <a:srgbClr val="123E52"/>
                </a:solidFill>
                <a:latin typeface="Noto Sans" pitchFamily="34" charset="0"/>
                <a:ea typeface="Noto Sans" pitchFamily="34" charset="-122"/>
                <a:cs typeface="Noto Sans" pitchFamily="34" charset="-120"/>
              </a:rPr>
              <a:t> dung,</a:t>
            </a:r>
            <a:r>
              <a:rPr lang="en-US" sz="1095" dirty="0" spc="1" kern="0">
                <a:solidFill>
                  <a:srgbClr val="123E52"/>
                </a:solidFill>
                <a:latin typeface="Noto Sans" pitchFamily="34" charset="0"/>
                <a:ea typeface="Noto Sans" pitchFamily="34" charset="-122"/>
                <a:cs typeface="Noto Sans" pitchFamily="34" charset="-120"/>
              </a:rPr>
              <a:t> hoặc</a:t>
            </a:r>
            <a:r>
              <a:rPr lang="en-US" sz="1095" dirty="0" spc="0"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dòng</a:t>
            </a:r>
            <a:r>
              <a:rPr lang="en-US" sz="1095" dirty="0" spc="1" kern="0">
                <a:solidFill>
                  <a:srgbClr val="123E52"/>
                </a:solidFill>
                <a:latin typeface="Noto Sans" pitchFamily="34" charset="0"/>
                <a:ea typeface="Noto Sans" pitchFamily="34" charset="-122"/>
                <a:cs typeface="Noto Sans" pitchFamily="34" charset="-120"/>
              </a:rPr>
              <a:t> lệnh. Xác</a:t>
            </a:r>
            <a:r>
              <a:rPr lang="en-US" sz="1095" dirty="0" spc="-1" kern="0">
                <a:solidFill>
                  <a:srgbClr val="123E52"/>
                </a:solidFill>
                <a:latin typeface="Noto Sans" pitchFamily="34" charset="0"/>
                <a:ea typeface="Noto Sans" pitchFamily="34" charset="-122"/>
                <a:cs typeface="Noto Sans" pitchFamily="34" charset="-120"/>
              </a:rPr>
              <a:t> định</a:t>
            </a:r>
            <a:r>
              <a:rPr lang="en-US" sz="1095" dirty="0" spc="0" kern="0">
                <a:solidFill>
                  <a:srgbClr val="123E52"/>
                </a:solidFill>
                <a:latin typeface="Noto Sans" pitchFamily="34" charset="0"/>
                <a:ea typeface="Noto Sans" pitchFamily="34" charset="-122"/>
                <a:cs typeface="Noto Sans" pitchFamily="34" charset="-120"/>
              </a:rPr>
              <a:t> đúng</a:t>
            </a:r>
            <a:r>
              <a:rPr lang="en-US" sz="1095" dirty="0" spc="-1" kern="0">
                <a:solidFill>
                  <a:srgbClr val="123E52"/>
                </a:solidFill>
                <a:latin typeface="Noto Sans" pitchFamily="34" charset="0"/>
                <a:ea typeface="Noto Sans" pitchFamily="34" charset="-122"/>
                <a:cs typeface="Noto Sans" pitchFamily="34" charset="-120"/>
              </a:rPr>
              <a:t> quy</a:t>
            </a:r>
            <a:r>
              <a:rPr lang="en-US" sz="1095" dirty="0" spc="-2" kern="0">
                <a:solidFill>
                  <a:srgbClr val="123E52"/>
                </a:solidFill>
                <a:latin typeface="Noto Sans" pitchFamily="34" charset="0"/>
                <a:ea typeface="Noto Sans" pitchFamily="34" charset="-122"/>
                <a:cs typeface="Noto Sans" pitchFamily="34" charset="-120"/>
              </a:rPr>
              <a:t> tắc</a:t>
            </a:r>
            <a:r>
              <a:rPr lang="en-US" sz="1095" dirty="0" spc="0" kern="0">
                <a:solidFill>
                  <a:srgbClr val="123E52"/>
                </a:solidFill>
                <a:latin typeface="Noto Sans" pitchFamily="34" charset="0"/>
                <a:ea typeface="Noto Sans" pitchFamily="34" charset="-122"/>
                <a:cs typeface="Noto Sans" pitchFamily="34" charset="-120"/>
              </a:rPr>
              <a:t> mà phiên</a:t>
            </a:r>
            <a:r>
              <a:rPr lang="en-US" sz="1095" dirty="0" spc="-1" kern="0">
                <a:solidFill>
                  <a:srgbClr val="123E52"/>
                </a:solidFill>
                <a:latin typeface="Noto Sans" pitchFamily="34" charset="0"/>
                <a:ea typeface="Noto Sans" pitchFamily="34" charset="-122"/>
                <a:cs typeface="Noto Sans" pitchFamily="34" charset="-120"/>
              </a:rPr>
              <a:t> bản</a:t>
            </a:r>
            <a:r>
              <a:rPr lang="en-US" sz="1095" dirty="0" spc="1"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hỗ</a:t>
            </a:r>
            <a:r>
              <a:rPr lang="en-US" sz="1095" dirty="0" spc="-4" kern="0">
                <a:solidFill>
                  <a:srgbClr val="123E52"/>
                </a:solidFill>
                <a:latin typeface="Noto Sans" pitchFamily="34" charset="0"/>
                <a:ea typeface="Noto Sans" pitchFamily="34" charset="-122"/>
                <a:cs typeface="Noto Sans" pitchFamily="34" charset="-120"/>
              </a:rPr>
              <a:t> trợ.</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Đầu</a:t>
            </a:r>
            <a:r>
              <a:rPr lang="en-US" sz="1275" dirty="0" spc="-8" kern="0">
                <a:solidFill>
                  <a:srgbClr val="123E52"/>
                </a:solidFill>
                <a:latin typeface="Lexend SemiBold" pitchFamily="34" charset="0"/>
                <a:ea typeface="Lexend SemiBold" pitchFamily="34" charset="-122"/>
                <a:cs typeface="Lexend SemiBold" pitchFamily="34" charset="-120"/>
              </a:rPr>
              <a:t> ra</a:t>
            </a:r>
            <a:r>
              <a:rPr lang="en-US" sz="1275" dirty="0" spc="-1" kern="0">
                <a:solidFill>
                  <a:srgbClr val="123E52"/>
                </a:solidFill>
                <a:latin typeface="Lexend SemiBold" pitchFamily="34" charset="0"/>
                <a:ea typeface="Lexend SemiBold" pitchFamily="34" charset="-122"/>
                <a:cs typeface="Lexend SemiBold" pitchFamily="34" charset="-120"/>
              </a:rPr>
              <a:t> gợi</a:t>
            </a:r>
            <a:r>
              <a:rPr lang="en-US" sz="1275" dirty="0" spc="2" kern="0">
                <a:solidFill>
                  <a:srgbClr val="123E52"/>
                </a:solidFill>
                <a:latin typeface="Lexend SemiBold" pitchFamily="34" charset="0"/>
                <a:ea typeface="Lexend SemiBold" pitchFamily="34" charset="-122"/>
                <a:cs typeface="Lexend SemiBold" pitchFamily="34" charset="-120"/>
              </a:rPr>
              <a:t> ý</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Một biểu thức,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mẫu hoặc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lệnh</a:t>
            </a:r>
            <a:r>
              <a:rPr lang="en-US" sz="1095" dirty="0" spc="-1" kern="0">
                <a:solidFill>
                  <a:srgbClr val="123E52"/>
                </a:solidFill>
                <a:latin typeface="Noto Sans" pitchFamily="34" charset="0"/>
                <a:ea typeface="Noto Sans" pitchFamily="34" charset="-122"/>
                <a:cs typeface="Noto Sans" pitchFamily="34" charset="-120"/>
              </a:rPr>
              <a:t> chạy</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trường</a:t>
            </a:r>
            <a:r>
              <a:rPr lang="en-US" sz="1095" dirty="0" spc="0" kern="0">
                <a:solidFill>
                  <a:srgbClr val="123E52"/>
                </a:solidFill>
                <a:latin typeface="Noto Sans" pitchFamily="34" charset="0"/>
                <a:ea typeface="Noto Sans" pitchFamily="34" charset="-122"/>
                <a:cs typeface="Noto Sans" pitchFamily="34" charset="-120"/>
              </a:rPr>
              <a:t> hợp</a:t>
            </a:r>
            <a:r>
              <a:rPr lang="en-US" sz="1095" dirty="0" spc="-1" kern="0">
                <a:solidFill>
                  <a:srgbClr val="123E52"/>
                </a:solidFill>
                <a:latin typeface="Noto Sans" pitchFamily="34" charset="0"/>
                <a:ea typeface="Noto Sans" pitchFamily="34" charset="-122"/>
                <a:cs typeface="Noto Sans" pitchFamily="34" charset="-120"/>
              </a:rPr>
              <a:t> không hợp</a:t>
            </a:r>
            <a:r>
              <a:rPr lang="en-US" sz="1095" dirty="0" spc="1" kern="0">
                <a:solidFill>
                  <a:srgbClr val="123E52"/>
                </a:solidFill>
                <a:latin typeface="Noto Sans" pitchFamily="34" charset="0"/>
                <a:ea typeface="Noto Sans" pitchFamily="34" charset="-122"/>
                <a:cs typeface="Noto Sans" pitchFamily="34" charset="-120"/>
              </a:rPr>
              <a:t> lệ;</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3" kern="0">
                <a:solidFill>
                  <a:srgbClr val="123E52"/>
                </a:solidFill>
                <a:latin typeface="Noto Sans" pitchFamily="34" charset="0"/>
                <a:ea typeface="Noto Sans" pitchFamily="34" charset="-122"/>
                <a:cs typeface="Noto Sans" pitchFamily="34" charset="-120"/>
              </a:rPr>
              <a:t> lời giải</a:t>
            </a:r>
            <a:r>
              <a:rPr lang="en-US" sz="1095" dirty="0" spc="-1" kern="0">
                <a:solidFill>
                  <a:srgbClr val="123E52"/>
                </a:solidFill>
                <a:latin typeface="Noto Sans" pitchFamily="34" charset="0"/>
                <a:ea typeface="Noto Sans" pitchFamily="34" charset="-122"/>
                <a:cs typeface="Noto Sans" pitchFamily="34" charset="-120"/>
              </a:rPr>
              <a:t> thích</a:t>
            </a:r>
            <a:r>
              <a:rPr lang="en-US" sz="1095" dirty="0" spc="0" kern="0">
                <a:solidFill>
                  <a:srgbClr val="123E52"/>
                </a:solidFill>
                <a:latin typeface="Noto Sans" pitchFamily="34" charset="0"/>
                <a:ea typeface="Noto Sans" pitchFamily="34" charset="-122"/>
                <a:cs typeface="Noto Sans" pitchFamily="34" charset="-120"/>
              </a:rPr>
              <a:t> cách chương</a:t>
            </a:r>
            <a:r>
              <a:rPr lang="en-US" sz="1095" dirty="0" spc="-1" kern="0">
                <a:solidFill>
                  <a:srgbClr val="123E52"/>
                </a:solidFill>
                <a:latin typeface="Noto Sans" pitchFamily="34" charset="0"/>
                <a:ea typeface="Noto Sans" pitchFamily="34" charset="-122"/>
                <a:cs typeface="Noto Sans" pitchFamily="34" charset="-120"/>
              </a:rPr>
              <a:t> trình</a:t>
            </a:r>
            <a:r>
              <a:rPr lang="en-US" sz="1095" dirty="0" spc="0" kern="0">
                <a:solidFill>
                  <a:srgbClr val="123E52"/>
                </a:solidFill>
                <a:latin typeface="Noto Sans" pitchFamily="34" charset="0"/>
                <a:ea typeface="Noto Sans" pitchFamily="34" charset="-122"/>
                <a:cs typeface="Noto Sans" pitchFamily="34" charset="-120"/>
              </a:rPr>
              <a:t> phân</a:t>
            </a:r>
            <a:r>
              <a:rPr lang="en-US" sz="1095" dirty="0" spc="-2" kern="0">
                <a:solidFill>
                  <a:srgbClr val="123E52"/>
                </a:solidFill>
                <a:latin typeface="Noto Sans" pitchFamily="34" charset="0"/>
                <a:ea typeface="Noto Sans" pitchFamily="34" charset="-122"/>
                <a:cs typeface="Noto Sans" pitchFamily="34" charset="-120"/>
              </a:rPr>
              <a:t> biệt</a:t>
            </a:r>
            <a:r>
              <a:rPr lang="en-US" sz="1095" dirty="0" spc="1" kern="0">
                <a:solidFill>
                  <a:srgbClr val="123E52"/>
                </a:solidFill>
                <a:latin typeface="Noto Sans" pitchFamily="34" charset="0"/>
                <a:ea typeface="Noto Sans" pitchFamily="34" charset="-122"/>
                <a:cs typeface="Noto Sans" pitchFamily="34" charset="-120"/>
              </a:rPr>
              <a:t> chúng.</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4" kern="0">
                <a:solidFill>
                  <a:srgbClr val="123E52"/>
                </a:solidFill>
                <a:latin typeface="Lexend SemiBold" pitchFamily="34" charset="0"/>
                <a:ea typeface="Lexend SemiBold" pitchFamily="34" charset="-122"/>
                <a:cs typeface="Lexend SemiBold" pitchFamily="34" charset="-120"/>
              </a:rPr>
              <a:t>Cách</a:t>
            </a:r>
            <a:r>
              <a:rPr lang="en-US" sz="1275" dirty="0" spc="-1" kern="0">
                <a:solidFill>
                  <a:srgbClr val="123E52"/>
                </a:solidFill>
                <a:latin typeface="Lexend SemiBold" pitchFamily="34" charset="0"/>
                <a:ea typeface="Lexend SemiBold" pitchFamily="34" charset="-122"/>
                <a:cs typeface="Lexend SemiBold" pitchFamily="34" charset="-120"/>
              </a:rPr>
              <a:t> tránh</a:t>
            </a:r>
            <a:r>
              <a:rPr lang="en-US" sz="1275" dirty="0" spc="3" kern="0">
                <a:solidFill>
                  <a:srgbClr val="123E52"/>
                </a:solidFill>
                <a:latin typeface="Lexend SemiBold" pitchFamily="34" charset="0"/>
                <a:ea typeface="Lexend SemiBold" pitchFamily="34" charset="-122"/>
                <a:cs typeface="Lexend SemiBold" pitchFamily="34" charset="-120"/>
              </a:rPr>
              <a:t> quá</a:t>
            </a:r>
            <a:r>
              <a:rPr lang="en-US" sz="1275" dirty="0" spc="2" kern="0">
                <a:solidFill>
                  <a:srgbClr val="123E52"/>
                </a:solidFill>
                <a:latin typeface="Lexend SemiBold" pitchFamily="34" charset="0"/>
                <a:ea typeface="Lexend SemiBold" pitchFamily="34" charset="-122"/>
                <a:cs typeface="Lexend SemiBold" pitchFamily="34" charset="-120"/>
              </a:rPr>
              <a:t> tải</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Không</a:t>
            </a:r>
            <a:r>
              <a:rPr lang="en-US" sz="1095" dirty="0" spc="0" kern="0">
                <a:solidFill>
                  <a:srgbClr val="123E52"/>
                </a:solidFill>
                <a:latin typeface="Noto Sans" pitchFamily="34" charset="0"/>
                <a:ea typeface="Noto Sans" pitchFamily="34" charset="-122"/>
                <a:cs typeface="Noto Sans" pitchFamily="34" charset="-120"/>
              </a:rPr>
              <a:t> thêm nhiều cú</a:t>
            </a:r>
            <a:r>
              <a:rPr lang="en-US" sz="1095" dirty="0" spc="-1" kern="0">
                <a:solidFill>
                  <a:srgbClr val="123E52"/>
                </a:solidFill>
                <a:latin typeface="Noto Sans" pitchFamily="34" charset="0"/>
                <a:ea typeface="Noto Sans" pitchFamily="34" charset="-122"/>
                <a:cs typeface="Noto Sans" pitchFamily="34" charset="-120"/>
              </a:rPr>
              <a:t> pháp</a:t>
            </a:r>
            <a:r>
              <a:rPr lang="en-US" sz="1095" dirty="0" spc="1" kern="0">
                <a:solidFill>
                  <a:srgbClr val="123E52"/>
                </a:solidFill>
                <a:latin typeface="Noto Sans" pitchFamily="34" charset="0"/>
                <a:ea typeface="Noto Sans" pitchFamily="34" charset="-122"/>
                <a:cs typeface="Noto Sans" pitchFamily="34" charset="-120"/>
              </a:rPr>
              <a:t> hoặc</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0" kern="0">
                <a:solidFill>
                  <a:srgbClr val="123E52"/>
                </a:solidFill>
                <a:latin typeface="Noto Sans" pitchFamily="34" charset="0"/>
                <a:ea typeface="Noto Sans" pitchFamily="34" charset="-122"/>
                <a:cs typeface="Noto Sans" pitchFamily="34" charset="-120"/>
              </a:rPr>
              <a:t> năng</a:t>
            </a:r>
            <a:r>
              <a:rPr lang="en-US" sz="1095" dirty="0" spc="-1" kern="0">
                <a:solidFill>
                  <a:srgbClr val="123E52"/>
                </a:solidFill>
                <a:latin typeface="Noto Sans" pitchFamily="34" charset="0"/>
                <a:ea typeface="Noto Sans" pitchFamily="34" charset="-122"/>
                <a:cs typeface="Noto Sans" pitchFamily="34" charset="-120"/>
              </a:rPr>
              <a:t> trước</a:t>
            </a:r>
            <a:r>
              <a:rPr lang="en-US" sz="1095" dirty="0" spc="-2" kern="0">
                <a:solidFill>
                  <a:srgbClr val="123E52"/>
                </a:solidFill>
                <a:latin typeface="Noto Sans" pitchFamily="34" charset="0"/>
                <a:ea typeface="Noto Sans" pitchFamily="34" charset="-122"/>
                <a:cs typeface="Noto Sans" pitchFamily="34" charset="-120"/>
              </a:rPr>
              <a:t> khi tự</a:t>
            </a:r>
            <a:r>
              <a:rPr lang="en-US" sz="1095" dirty="0" spc="-3" kern="0">
                <a:solidFill>
                  <a:srgbClr val="123E52"/>
                </a:solidFill>
                <a:latin typeface="Noto Sans" pitchFamily="34" charset="0"/>
                <a:ea typeface="Noto Sans" pitchFamily="34" charset="-122"/>
                <a:cs typeface="Noto Sans" pitchFamily="34" charset="-120"/>
              </a:rPr>
              <a:t> giải</a:t>
            </a:r>
            <a:r>
              <a:rPr lang="en-US" sz="1095" dirty="0" spc="-1" kern="0">
                <a:solidFill>
                  <a:srgbClr val="123E52"/>
                </a:solidFill>
                <a:latin typeface="Noto Sans" pitchFamily="34" charset="0"/>
                <a:ea typeface="Noto Sans" pitchFamily="34" charset="-122"/>
                <a:cs typeface="Noto Sans" pitchFamily="34" charset="-120"/>
              </a:rPr>
              <a:t> thích</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5" kern="0">
                <a:solidFill>
                  <a:srgbClr val="123E52"/>
                </a:solidFill>
                <a:latin typeface="Noto Sans" pitchFamily="34" charset="0"/>
                <a:ea typeface="Noto Sans" pitchFamily="34" charset="-122"/>
                <a:cs typeface="Noto Sans" pitchFamily="34" charset="-120"/>
              </a:rPr>
              <a:t> ví</a:t>
            </a:r>
            <a:r>
              <a:rPr lang="en-US" sz="1095" dirty="0" spc="-1" kern="0">
                <a:solidFill>
                  <a:srgbClr val="123E52"/>
                </a:solidFill>
                <a:latin typeface="Noto Sans" pitchFamily="34" charset="0"/>
                <a:ea typeface="Noto Sans" pitchFamily="34" charset="-122"/>
                <a:cs typeface="Noto Sans" pitchFamily="34" charset="-120"/>
              </a:rPr>
              <a:t> dụ</a:t>
            </a:r>
            <a:r>
              <a:rPr lang="en-US" sz="1095" dirty="0" spc="0" kern="0">
                <a:solidFill>
                  <a:srgbClr val="123E52"/>
                </a:solidFill>
                <a:latin typeface="Noto Sans" pitchFamily="34" charset="0"/>
                <a:ea typeface="Noto Sans" pitchFamily="34" charset="-122"/>
                <a:cs typeface="Noto Sans" pitchFamily="34" charset="-120"/>
              </a:rPr>
              <a:t> đầu tiên.</a:t>
            </a:r>
            <a:r>
              <a:rPr lang="en-US" sz="1095" dirty="0" spc="-1" kern="0">
                <a:solidFill>
                  <a:srgbClr val="123E52"/>
                </a:solidFill>
                <a:latin typeface="Noto Sans" pitchFamily="34" charset="0"/>
                <a:ea typeface="Noto Sans" pitchFamily="34" charset="-122"/>
                <a:cs typeface="Noto Sans" pitchFamily="34" charset="-120"/>
              </a:rPr>
              <a:t> Khi</a:t>
            </a:r>
            <a:r>
              <a:rPr lang="en-US" sz="1095" dirty="0" spc="0" kern="0">
                <a:solidFill>
                  <a:srgbClr val="123E52"/>
                </a:solidFill>
                <a:latin typeface="Noto Sans" pitchFamily="34" charset="0"/>
                <a:ea typeface="Noto Sans" pitchFamily="34" charset="-122"/>
                <a:cs typeface="Noto Sans" pitchFamily="34" charset="-120"/>
              </a:rPr>
              <a:t> mắc kẹt, tách phần</a:t>
            </a:r>
            <a:r>
              <a:rPr lang="en-US" sz="1095" dirty="0" spc="-1" kern="0">
                <a:solidFill>
                  <a:srgbClr val="123E52"/>
                </a:solidFill>
                <a:latin typeface="Noto Sans" pitchFamily="34" charset="0"/>
                <a:ea typeface="Noto Sans" pitchFamily="34" charset="-122"/>
                <a:cs typeface="Noto Sans" pitchFamily="34" charset="-120"/>
              </a:rPr>
              <a:t> đọc</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2" kern="0">
                <a:solidFill>
                  <a:srgbClr val="123E52"/>
                </a:solidFill>
                <a:latin typeface="Noto Sans" pitchFamily="34" charset="0"/>
                <a:ea typeface="Noto Sans" pitchFamily="34" charset="-122"/>
                <a:cs typeface="Noto Sans" pitchFamily="34" charset="-120"/>
              </a:rPr>
              <a:t> vào khỏi</a:t>
            </a:r>
            <a:r>
              <a:rPr lang="en-US" sz="1095" dirty="0" spc="0" kern="0">
                <a:solidFill>
                  <a:srgbClr val="123E52"/>
                </a:solidFill>
                <a:latin typeface="Noto Sans" pitchFamily="34" charset="0"/>
                <a:ea typeface="Noto Sans" pitchFamily="34" charset="-122"/>
                <a:cs typeface="Noto Sans" pitchFamily="34" charset="-120"/>
              </a:rPr>
              <a:t> phần</a:t>
            </a:r>
            <a:r>
              <a:rPr lang="en-US" sz="1095" dirty="0" spc="-1" kern="0">
                <a:solidFill>
                  <a:srgbClr val="123E52"/>
                </a:solidFill>
                <a:latin typeface="Noto Sans" pitchFamily="34" charset="0"/>
                <a:ea typeface="Noto Sans" pitchFamily="34" charset="-122"/>
                <a:cs typeface="Noto Sans" pitchFamily="34" charset="-120"/>
              </a:rPr>
              <a:t> thực thi.</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JavaScript: The Super Tiny Compiler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C: Tutorial - Write a Shell in C ↗</a:t>
            </a:r>
            <a:endParaRPr lang="en-US" sz="938" dirty="0"/>
          </a:p>
        </p:txBody>
      </p:sp>
      <p:sp>
        <p:nvSpPr>
          <p:cNvPr id="22" name="Connector line-1792810731073-909506812"/>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10</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90f74951-ac43-4e46-bdb9-657ceff4b4c4"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3" kern="0">
                <a:solidFill>
                  <a:srgbClr val="123E52"/>
                </a:solidFill>
                <a:latin typeface="Lexend SemiBold" pitchFamily="34" charset="0"/>
                <a:ea typeface="Lexend SemiBold" pitchFamily="34" charset="-122"/>
                <a:cs typeface="Lexend SemiBold" pitchFamily="34" charset="-120"/>
              </a:rPr>
              <a:t>Hệ</a:t>
            </a:r>
            <a:r>
              <a:rPr lang="en-US" sz="2175" dirty="0" spc="2" kern="0">
                <a:solidFill>
                  <a:srgbClr val="123E52"/>
                </a:solidFill>
                <a:latin typeface="Lexend SemiBold" pitchFamily="34" charset="0"/>
                <a:ea typeface="Lexend SemiBold" pitchFamily="34" charset="-122"/>
                <a:cs typeface="Lexend SemiBold" pitchFamily="34" charset="-120"/>
              </a:rPr>
              <a:t> thống &amp;</a:t>
            </a:r>
            <a:r>
              <a:rPr lang="en-US" sz="2175" dirty="0" spc="4" kern="0">
                <a:solidFill>
                  <a:srgbClr val="123E52"/>
                </a:solidFill>
                <a:latin typeface="Lexend SemiBold" pitchFamily="34" charset="0"/>
                <a:ea typeface="Lexend SemiBold" pitchFamily="34" charset="-122"/>
                <a:cs typeface="Lexend SemiBold" pitchFamily="34" charset="-120"/>
              </a:rPr>
              <a:t> hạ</a:t>
            </a:r>
            <a:r>
              <a:rPr lang="en-US" sz="2175" dirty="0" spc="0" kern="0">
                <a:solidFill>
                  <a:srgbClr val="123E52"/>
                </a:solidFill>
                <a:latin typeface="Lexend SemiBold" pitchFamily="34" charset="0"/>
                <a:ea typeface="Lexend SemiBold" pitchFamily="34" charset="-122"/>
                <a:cs typeface="Lexend SemiBold" pitchFamily="34" charset="-120"/>
              </a:rPr>
              <a:t> tầng</a:t>
            </a:r>
            <a:endParaRPr lang="en-US" sz="2175" dirty="0"/>
          </a:p>
        </p:txBody>
      </p:sp>
      <p:sp>
        <p:nvSpPr>
          <p:cNvPr id="5" name="Connector line-1792810733982-202064413"/>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29" kern="0">
                <a:solidFill>
                  <a:srgbClr val="123E52"/>
                </a:solidFill>
                <a:latin typeface="Noto Sans" pitchFamily="34" charset="0"/>
                <a:ea typeface="Noto Sans" pitchFamily="34" charset="-122"/>
                <a:cs typeface="Noto Sans" pitchFamily="34" charset="-120"/>
              </a:rPr>
              <a:t>Docker,</a:t>
            </a:r>
            <a:r>
              <a:rPr lang="en-US" sz="1313" dirty="0" spc="-3" kern="0">
                <a:solidFill>
                  <a:srgbClr val="123E52"/>
                </a:solidFill>
                <a:latin typeface="Noto Sans" pitchFamily="34" charset="0"/>
                <a:ea typeface="Noto Sans" pitchFamily="34" charset="-122"/>
                <a:cs typeface="Noto Sans" pitchFamily="34" charset="-120"/>
              </a:rPr>
              <a:t> Operating</a:t>
            </a:r>
            <a:r>
              <a:rPr lang="en-US" sz="1313" dirty="0" spc="1" kern="0">
                <a:solidFill>
                  <a:srgbClr val="123E52"/>
                </a:solidFill>
                <a:latin typeface="Noto Sans" pitchFamily="34" charset="0"/>
                <a:ea typeface="Noto Sans" pitchFamily="34" charset="-122"/>
                <a:cs typeface="Noto Sans" pitchFamily="34" charset="-120"/>
              </a:rPr>
              <a:t> System,</a:t>
            </a:r>
            <a:r>
              <a:rPr lang="en-US" sz="1313" dirty="0" spc="0" kern="0">
                <a:solidFill>
                  <a:srgbClr val="123E52"/>
                </a:solidFill>
                <a:latin typeface="Noto Sans" pitchFamily="34" charset="0"/>
                <a:ea typeface="Noto Sans" pitchFamily="34" charset="-122"/>
                <a:cs typeface="Noto Sans" pitchFamily="34" charset="-120"/>
              </a:rPr>
              <a:t> Network</a:t>
            </a:r>
            <a:r>
              <a:rPr lang="en-US" sz="1313" dirty="0" spc="1" kern="0">
                <a:solidFill>
                  <a:srgbClr val="123E52"/>
                </a:solidFill>
                <a:latin typeface="Noto Sans" pitchFamily="34" charset="0"/>
                <a:ea typeface="Noto Sans" pitchFamily="34" charset="-122"/>
                <a:cs typeface="Noto Sans" pitchFamily="34" charset="-120"/>
              </a:rPr>
              <a:t> Stack, Memory</a:t>
            </a:r>
            <a:r>
              <a:rPr lang="en-US" sz="1313" dirty="0" spc="-19" kern="0">
                <a:solidFill>
                  <a:srgbClr val="123E52"/>
                </a:solidFill>
                <a:latin typeface="Noto Sans" pitchFamily="34" charset="0"/>
                <a:ea typeface="Noto Sans" pitchFamily="34" charset="-122"/>
                <a:cs typeface="Noto Sans" pitchFamily="34" charset="-120"/>
              </a:rPr>
              <a:t> Allocator,</a:t>
            </a:r>
            <a:r>
              <a:rPr lang="en-US" sz="1313" dirty="0" spc="1" kern="0">
                <a:solidFill>
                  <a:srgbClr val="123E52"/>
                </a:solidFill>
                <a:latin typeface="Noto Sans" pitchFamily="34" charset="0"/>
                <a:ea typeface="Noto Sans" pitchFamily="34" charset="-122"/>
                <a:cs typeface="Noto Sans" pitchFamily="34" charset="-120"/>
              </a:rPr>
              <a:t> Emulator</a:t>
            </a:r>
            <a:r>
              <a:rPr lang="en-US" sz="1313" dirty="0" spc="4" kern="0">
                <a:solidFill>
                  <a:srgbClr val="123E52"/>
                </a:solidFill>
                <a:latin typeface="Noto Sans" pitchFamily="34" charset="0"/>
                <a:ea typeface="Noto Sans" pitchFamily="34" charset="-122"/>
                <a:cs typeface="Noto Sans" pitchFamily="34" charset="-120"/>
              </a:rPr>
              <a:t> và</a:t>
            </a:r>
            <a:r>
              <a:rPr lang="en-US" sz="1313" dirty="0" spc="0" kern="0">
                <a:solidFill>
                  <a:srgbClr val="123E52"/>
                </a:solidFill>
                <a:latin typeface="Noto Sans" pitchFamily="34" charset="0"/>
                <a:ea typeface="Noto Sans" pitchFamily="34" charset="-122"/>
                <a:cs typeface="Noto Sans" pitchFamily="34" charset="-120"/>
              </a:rPr>
              <a:t> Distributed</a:t>
            </a:r>
            <a:r>
              <a:rPr lang="en-US" sz="1313" dirty="0" spc="1" kern="0">
                <a:solidFill>
                  <a:srgbClr val="123E52"/>
                </a:solidFill>
                <a:latin typeface="Noto Sans" pitchFamily="34" charset="0"/>
                <a:ea typeface="Noto Sans" pitchFamily="34" charset="-122"/>
                <a:cs typeface="Noto Sans" pitchFamily="34" charset="-120"/>
              </a:rPr>
              <a:t> Systems</a:t>
            </a:r>
            <a:r>
              <a:rPr lang="en-US" sz="1313" dirty="0" spc="0" kern="0">
                <a:solidFill>
                  <a:srgbClr val="123E52"/>
                </a:solidFill>
                <a:latin typeface="Noto Sans" pitchFamily="34" charset="0"/>
                <a:ea typeface="Noto Sans" pitchFamily="34" charset="-122"/>
                <a:cs typeface="Noto Sans" pitchFamily="34" charset="-120"/>
              </a:rPr>
              <a:t> mở</a:t>
            </a:r>
            <a:r>
              <a:rPr lang="en-US" sz="1313" dirty="0" spc="-6" kern="0">
                <a:solidFill>
                  <a:srgbClr val="123E52"/>
                </a:solidFill>
                <a:latin typeface="Noto Sans" pitchFamily="34" charset="0"/>
                <a:ea typeface="Noto Sans" pitchFamily="34" charset="-122"/>
                <a:cs typeface="Noto Sans" pitchFamily="34" charset="-120"/>
              </a:rPr>
              <a:t> ra</a:t>
            </a:r>
            <a:r>
              <a:rPr lang="en-US" sz="1313" dirty="0" spc="4" kern="0">
                <a:solidFill>
                  <a:srgbClr val="123E52"/>
                </a:solidFill>
                <a:latin typeface="Noto Sans" pitchFamily="34" charset="0"/>
                <a:ea typeface="Noto Sans" pitchFamily="34" charset="-122"/>
                <a:cs typeface="Noto Sans" pitchFamily="34" charset="-120"/>
              </a:rPr>
              <a:t> các</a:t>
            </a:r>
            <a:r>
              <a:rPr lang="en-US" sz="1313" dirty="0" spc="-2" kern="0">
                <a:solidFill>
                  <a:srgbClr val="123E52"/>
                </a:solidFill>
                <a:latin typeface="Noto Sans" pitchFamily="34" charset="0"/>
                <a:ea typeface="Noto Sans" pitchFamily="34" charset="-122"/>
                <a:cs typeface="Noto Sans" pitchFamily="34" charset="-120"/>
              </a:rPr>
              <a:t> dự</a:t>
            </a:r>
            <a:r>
              <a:rPr lang="en-US" sz="1313" dirty="0" spc="1" kern="0">
                <a:solidFill>
                  <a:srgbClr val="123E52"/>
                </a:solidFill>
                <a:latin typeface="Noto Sans" pitchFamily="34" charset="0"/>
                <a:ea typeface="Noto Sans" pitchFamily="34" charset="-122"/>
                <a:cs typeface="Noto Sans" pitchFamily="34" charset="-120"/>
              </a:rPr>
              <a:t> án</a:t>
            </a:r>
            <a:r>
              <a:rPr lang="en-US" sz="1313" dirty="0" spc="4" kern="0">
                <a:solidFill>
                  <a:srgbClr val="123E52"/>
                </a:solidFill>
                <a:latin typeface="Noto Sans" pitchFamily="34" charset="0"/>
                <a:ea typeface="Noto Sans" pitchFamily="34" charset="-122"/>
                <a:cs typeface="Noto Sans" pitchFamily="34" charset="-120"/>
              </a:rPr>
              <a:t> về</a:t>
            </a:r>
            <a:r>
              <a:rPr lang="en-US" sz="1313" dirty="0" spc="1" kern="0">
                <a:solidFill>
                  <a:srgbClr val="123E52"/>
                </a:solidFill>
                <a:latin typeface="Noto Sans" pitchFamily="34" charset="0"/>
                <a:ea typeface="Noto Sans" pitchFamily="34" charset="-122"/>
                <a:cs typeface="Noto Sans" pitchFamily="34" charset="-120"/>
              </a:rPr>
              <a:t> nền</a:t>
            </a:r>
            <a:r>
              <a:rPr lang="en-US" sz="1313" dirty="0" spc="-1" kern="0">
                <a:solidFill>
                  <a:srgbClr val="123E52"/>
                </a:solidFill>
                <a:latin typeface="Noto Sans" pitchFamily="34" charset="0"/>
                <a:ea typeface="Noto Sans" pitchFamily="34" charset="-122"/>
                <a:cs typeface="Noto Sans" pitchFamily="34" charset="-120"/>
              </a:rPr>
              <a:t> tảng</a:t>
            </a:r>
            <a:r>
              <a:rPr lang="en-US" sz="1313" dirty="0" spc="2" kern="0">
                <a:solidFill>
                  <a:srgbClr val="123E52"/>
                </a:solidFill>
                <a:latin typeface="Noto Sans" pitchFamily="34" charset="0"/>
                <a:ea typeface="Noto Sans" pitchFamily="34" charset="-122"/>
                <a:cs typeface="Noto Sans" pitchFamily="34" charset="-120"/>
              </a:rPr>
              <a:t> vận</a:t>
            </a:r>
            <a:r>
              <a:rPr lang="en-US" sz="1313" dirty="0" spc="0" kern="0">
                <a:solidFill>
                  <a:srgbClr val="123E52"/>
                </a:solidFill>
                <a:latin typeface="Noto Sans" pitchFamily="34" charset="0"/>
                <a:ea typeface="Noto Sans" pitchFamily="34" charset="-122"/>
                <a:cs typeface="Noto Sans" pitchFamily="34" charset="-120"/>
              </a:rPr>
              <a:t> hành.</a:t>
            </a:r>
            <a:r>
              <a:rPr lang="en-US" sz="1313" dirty="0" spc="-20" kern="0">
                <a:solidFill>
                  <a:srgbClr val="123E52"/>
                </a:solidFill>
                <a:latin typeface="Noto Sans" pitchFamily="34" charset="0"/>
                <a:ea typeface="Noto Sans" pitchFamily="34" charset="-122"/>
                <a:cs typeface="Noto Sans" pitchFamily="34" charset="-120"/>
              </a:rPr>
              <a:t> Tên</a:t>
            </a:r>
            <a:r>
              <a:rPr lang="en-US" sz="1313" dirty="0" spc="0" kern="0">
                <a:solidFill>
                  <a:srgbClr val="123E52"/>
                </a:solidFill>
                <a:latin typeface="Noto Sans" pitchFamily="34" charset="0"/>
                <a:ea typeface="Noto Sans" pitchFamily="34" charset="-122"/>
                <a:cs typeface="Noto Sans" pitchFamily="34" charset="-120"/>
              </a:rPr>
              <a:t> nhóm</a:t>
            </a:r>
            <a:r>
              <a:rPr lang="en-US" sz="1313" dirty="0" spc="-5" kern="0">
                <a:solidFill>
                  <a:srgbClr val="123E52"/>
                </a:solidFill>
                <a:latin typeface="Noto Sans" pitchFamily="34" charset="0"/>
                <a:ea typeface="Noto Sans" pitchFamily="34" charset="-122"/>
                <a:cs typeface="Noto Sans" pitchFamily="34" charset="-120"/>
              </a:rPr>
              <a:t> rộng,</a:t>
            </a:r>
            <a:r>
              <a:rPr lang="en-US" sz="1313" dirty="0" spc="-1" kern="0">
                <a:solidFill>
                  <a:srgbClr val="123E52"/>
                </a:solidFill>
                <a:latin typeface="Noto Sans" pitchFamily="34" charset="0"/>
                <a:ea typeface="Noto Sans" pitchFamily="34" charset="-122"/>
                <a:cs typeface="Noto Sans" pitchFamily="34" charset="-120"/>
              </a:rPr>
              <a:t> nhưng từng</a:t>
            </a:r>
            <a:r>
              <a:rPr lang="en-US" sz="1313" dirty="0" spc="-2" kern="0">
                <a:solidFill>
                  <a:srgbClr val="123E52"/>
                </a:solidFill>
                <a:latin typeface="Noto Sans" pitchFamily="34" charset="0"/>
                <a:ea typeface="Noto Sans" pitchFamily="34" charset="-122"/>
                <a:cs typeface="Noto Sans" pitchFamily="34" charset="-120"/>
              </a:rPr>
              <a:t> hướng</a:t>
            </a:r>
            <a:r>
              <a:rPr lang="en-US" sz="1313" dirty="0" spc="0" kern="0">
                <a:solidFill>
                  <a:srgbClr val="123E52"/>
                </a:solidFill>
                <a:latin typeface="Noto Sans" pitchFamily="34" charset="0"/>
                <a:ea typeface="Noto Sans" pitchFamily="34" charset="-122"/>
                <a:cs typeface="Noto Sans" pitchFamily="34" charset="-120"/>
              </a:rPr>
              <a:t> dẫn</a:t>
            </a:r>
            <a:r>
              <a:rPr lang="en-US" sz="1313" dirty="0" spc="1" kern="0">
                <a:solidFill>
                  <a:srgbClr val="123E52"/>
                </a:solidFill>
                <a:latin typeface="Noto Sans" pitchFamily="34" charset="0"/>
                <a:ea typeface="Noto Sans" pitchFamily="34" charset="-122"/>
                <a:cs typeface="Noto Sans" pitchFamily="34" charset="-120"/>
              </a:rPr>
              <a:t> có</a:t>
            </a:r>
            <a:r>
              <a:rPr lang="en-US" sz="1313" dirty="0" spc="0" kern="0">
                <a:solidFill>
                  <a:srgbClr val="123E52"/>
                </a:solidFill>
                <a:latin typeface="Noto Sans" pitchFamily="34" charset="0"/>
                <a:ea typeface="Noto Sans" pitchFamily="34" charset="-122"/>
                <a:cs typeface="Noto Sans" pitchFamily="34" charset="-120"/>
              </a:rPr>
              <a:t> phạm</a:t>
            </a:r>
            <a:r>
              <a:rPr lang="en-US" sz="1313" dirty="0" spc="3" kern="0">
                <a:solidFill>
                  <a:srgbClr val="123E52"/>
                </a:solidFill>
                <a:latin typeface="Noto Sans" pitchFamily="34" charset="0"/>
                <a:ea typeface="Noto Sans" pitchFamily="34" charset="-122"/>
                <a:cs typeface="Noto Sans" pitchFamily="34" charset="-120"/>
              </a:rPr>
              <a:t> vi</a:t>
            </a:r>
            <a:r>
              <a:rPr lang="en-US" sz="1313" dirty="0" spc="2" kern="0">
                <a:solidFill>
                  <a:srgbClr val="123E52"/>
                </a:solidFill>
                <a:latin typeface="Noto Sans" pitchFamily="34" charset="0"/>
                <a:ea typeface="Noto Sans" pitchFamily="34" charset="-122"/>
                <a:cs typeface="Noto Sans" pitchFamily="34" charset="-120"/>
              </a:rPr>
              <a:t> và</a:t>
            </a:r>
            <a:r>
              <a:rPr lang="en-US" sz="1313" dirty="0" spc="1" kern="0">
                <a:solidFill>
                  <a:srgbClr val="123E52"/>
                </a:solidFill>
                <a:latin typeface="Noto Sans" pitchFamily="34" charset="0"/>
                <a:ea typeface="Noto Sans" pitchFamily="34" charset="-122"/>
                <a:cs typeface="Noto Sans" pitchFamily="34" charset="-120"/>
              </a:rPr>
              <a:t> điều</a:t>
            </a:r>
            <a:r>
              <a:rPr lang="en-US" sz="1313" dirty="0" spc="2" kern="0">
                <a:solidFill>
                  <a:srgbClr val="123E52"/>
                </a:solidFill>
                <a:latin typeface="Noto Sans" pitchFamily="34" charset="0"/>
                <a:ea typeface="Noto Sans" pitchFamily="34" charset="-122"/>
                <a:cs typeface="Noto Sans" pitchFamily="34" charset="-120"/>
              </a:rPr>
              <a:t> kiện</a:t>
            </a:r>
            <a:r>
              <a:rPr lang="en-US" sz="1313" dirty="0" spc="-5" kern="0">
                <a:solidFill>
                  <a:srgbClr val="123E52"/>
                </a:solidFill>
                <a:latin typeface="Noto Sans" pitchFamily="34" charset="0"/>
                <a:ea typeface="Noto Sans" pitchFamily="34" charset="-122"/>
                <a:cs typeface="Noto Sans" pitchFamily="34" charset="-120"/>
              </a:rPr>
              <a:t> rất</a:t>
            </a:r>
            <a:r>
              <a:rPr lang="en-US" sz="1313" dirty="0" spc="3" kern="0">
                <a:solidFill>
                  <a:srgbClr val="123E52"/>
                </a:solidFill>
                <a:latin typeface="Noto Sans" pitchFamily="34" charset="0"/>
                <a:ea typeface="Noto Sans" pitchFamily="34" charset="-122"/>
                <a:cs typeface="Noto Sans" pitchFamily="34" charset="-120"/>
              </a:rPr>
              <a:t> cụ</a:t>
            </a:r>
            <a:r>
              <a:rPr lang="en-US" sz="1313" dirty="0" spc="1" kern="0">
                <a:solidFill>
                  <a:srgbClr val="123E52"/>
                </a:solidFill>
                <a:latin typeface="Noto Sans" pitchFamily="34" charset="0"/>
                <a:ea typeface="Noto Sans" pitchFamily="34" charset="-122"/>
                <a:cs typeface="Noto Sans" pitchFamily="34" charset="-120"/>
              </a:rPr>
              <a:t> thể.</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Chọn</a:t>
            </a:r>
            <a:r>
              <a:rPr lang="en-US" sz="1275" dirty="0" spc="0" kern="0">
                <a:solidFill>
                  <a:srgbClr val="123E52"/>
                </a:solidFill>
                <a:latin typeface="Lexend SemiBold" pitchFamily="34" charset="0"/>
                <a:ea typeface="Lexend SemiBold" pitchFamily="34" charset="-122"/>
                <a:cs typeface="Lexend SemiBold" pitchFamily="34" charset="-120"/>
              </a:rPr>
              <a:t> một</a:t>
            </a:r>
            <a:r>
              <a:rPr lang="en-US" sz="1275" dirty="0" spc="1" kern="0">
                <a:solidFill>
                  <a:srgbClr val="123E52"/>
                </a:solidFill>
                <a:latin typeface="Lexend SemiBold" pitchFamily="34" charset="0"/>
                <a:ea typeface="Lexend SemiBold" pitchFamily="34" charset="-122"/>
                <a:cs typeface="Lexend SemiBold" pitchFamily="34" charset="-120"/>
              </a:rPr>
              <a:t> tầng để</a:t>
            </a:r>
            <a:r>
              <a:rPr lang="en-US" sz="1275" dirty="0" spc="2" kern="0">
                <a:solidFill>
                  <a:srgbClr val="123E52"/>
                </a:solidFill>
                <a:latin typeface="Lexend SemiBold" pitchFamily="34" charset="0"/>
                <a:ea typeface="Lexend SemiBold" pitchFamily="34" charset="-122"/>
                <a:cs typeface="Lexend SemiBold" pitchFamily="34" charset="-120"/>
              </a:rPr>
              <a:t> hiểu</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Gợi</a:t>
            </a:r>
            <a:r>
              <a:rPr lang="en-US" sz="1095" dirty="0" spc="0" kern="0">
                <a:solidFill>
                  <a:srgbClr val="123E52"/>
                </a:solidFill>
                <a:latin typeface="Noto Sans" pitchFamily="34" charset="0"/>
                <a:ea typeface="Noto Sans" pitchFamily="34" charset="-122"/>
                <a:cs typeface="Noto Sans" pitchFamily="34" charset="-120"/>
              </a:rPr>
              <a:t> ý:</a:t>
            </a:r>
            <a:r>
              <a:rPr lang="en-US" sz="1095" dirty="0" spc="-1" kern="0">
                <a:solidFill>
                  <a:srgbClr val="123E52"/>
                </a:solidFill>
                <a:latin typeface="Noto Sans" pitchFamily="34" charset="0"/>
                <a:ea typeface="Noto Sans" pitchFamily="34" charset="-122"/>
                <a:cs typeface="Noto Sans" pitchFamily="34" charset="-120"/>
              </a:rPr>
              <a:t> cơ</a:t>
            </a:r>
            <a:r>
              <a:rPr lang="en-US" sz="1095" dirty="0" spc="1" kern="0">
                <a:solidFill>
                  <a:srgbClr val="123E52"/>
                </a:solidFill>
                <a:latin typeface="Noto Sans" pitchFamily="34" charset="0"/>
                <a:ea typeface="Noto Sans" pitchFamily="34" charset="-122"/>
                <a:cs typeface="Noto Sans" pitchFamily="34" charset="-120"/>
              </a:rPr>
              <a:t> chế</a:t>
            </a:r>
            <a:r>
              <a:rPr lang="en-US" sz="1095" dirty="0" spc="-1" kern="0">
                <a:solidFill>
                  <a:srgbClr val="123E52"/>
                </a:solidFill>
                <a:latin typeface="Noto Sans" pitchFamily="34" charset="0"/>
                <a:ea typeface="Noto Sans" pitchFamily="34" charset="-122"/>
                <a:cs typeface="Noto Sans" pitchFamily="34" charset="-120"/>
              </a:rPr>
              <a:t> cô</a:t>
            </a:r>
            <a:r>
              <a:rPr lang="en-US" sz="1095" dirty="0" spc="0" kern="0">
                <a:solidFill>
                  <a:srgbClr val="123E52"/>
                </a:solidFill>
                <a:latin typeface="Noto Sans" pitchFamily="34" charset="0"/>
                <a:ea typeface="Noto Sans" pitchFamily="34" charset="-122"/>
                <a:cs typeface="Noto Sans" pitchFamily="34" charset="-120"/>
              </a:rPr>
              <a:t> lập,</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bước giao</a:t>
            </a:r>
            <a:r>
              <a:rPr lang="en-US" sz="1095" dirty="0" spc="-2" kern="0">
                <a:solidFill>
                  <a:srgbClr val="123E52"/>
                </a:solidFill>
                <a:latin typeface="Noto Sans" pitchFamily="34" charset="0"/>
                <a:ea typeface="Noto Sans" pitchFamily="34" charset="-122"/>
                <a:cs typeface="Noto Sans" pitchFamily="34" charset="-120"/>
              </a:rPr>
              <a:t> tiếp</a:t>
            </a:r>
            <a:r>
              <a:rPr lang="en-US" sz="1095" dirty="0" spc="0" kern="0">
                <a:solidFill>
                  <a:srgbClr val="123E52"/>
                </a:solidFill>
                <a:latin typeface="Noto Sans" pitchFamily="34" charset="0"/>
                <a:ea typeface="Noto Sans" pitchFamily="34" charset="-122"/>
                <a:cs typeface="Noto Sans" pitchFamily="34" charset="-120"/>
              </a:rPr>
              <a:t> mạng,</a:t>
            </a:r>
            <a:r>
              <a:rPr lang="en-US" sz="1095" dirty="0" spc="1" kern="0">
                <a:solidFill>
                  <a:srgbClr val="123E52"/>
                </a:solidFill>
                <a:latin typeface="Noto Sans" pitchFamily="34" charset="0"/>
                <a:ea typeface="Noto Sans" pitchFamily="34" charset="-122"/>
                <a:cs typeface="Noto Sans" pitchFamily="34" charset="-120"/>
              </a:rPr>
              <a:t> cách</a:t>
            </a:r>
            <a:r>
              <a:rPr lang="en-US" sz="1095" dirty="0" spc="-1" kern="0">
                <a:solidFill>
                  <a:srgbClr val="123E52"/>
                </a:solidFill>
                <a:latin typeface="Noto Sans" pitchFamily="34" charset="0"/>
                <a:ea typeface="Noto Sans" pitchFamily="34" charset="-122"/>
                <a:cs typeface="Noto Sans" pitchFamily="34" charset="-120"/>
              </a:rPr>
              <a:t> cấp phát bộ</a:t>
            </a:r>
            <a:r>
              <a:rPr lang="en-US" sz="1095" dirty="0" spc="0" kern="0">
                <a:solidFill>
                  <a:srgbClr val="123E52"/>
                </a:solidFill>
                <a:latin typeface="Noto Sans" pitchFamily="34" charset="0"/>
                <a:ea typeface="Noto Sans" pitchFamily="34" charset="-122"/>
                <a:cs typeface="Noto Sans" pitchFamily="34" charset="-120"/>
              </a:rPr>
              <a:t> nhớ hoặc</a:t>
            </a:r>
            <a:r>
              <a:rPr lang="en-US" sz="1095" dirty="0" spc="-2" kern="0">
                <a:solidFill>
                  <a:srgbClr val="123E52"/>
                </a:solidFill>
                <a:latin typeface="Noto Sans" pitchFamily="34" charset="0"/>
                <a:ea typeface="Noto Sans" pitchFamily="34" charset="-122"/>
                <a:cs typeface="Noto Sans" pitchFamily="34" charset="-120"/>
              </a:rPr>
              <a:t> một tập</a:t>
            </a:r>
            <a:r>
              <a:rPr lang="en-US" sz="1095" dirty="0" spc="0" kern="0">
                <a:solidFill>
                  <a:srgbClr val="123E52"/>
                </a:solidFill>
                <a:latin typeface="Noto Sans" pitchFamily="34" charset="0"/>
                <a:ea typeface="Noto Sans" pitchFamily="34" charset="-122"/>
                <a:cs typeface="Noto Sans" pitchFamily="34" charset="-120"/>
              </a:rPr>
              <a:t> lệnh</a:t>
            </a:r>
            <a:r>
              <a:rPr lang="en-US" sz="1095" dirty="0" spc="-1" kern="0">
                <a:solidFill>
                  <a:srgbClr val="123E52"/>
                </a:solidFill>
                <a:latin typeface="Noto Sans" pitchFamily="34" charset="0"/>
                <a:ea typeface="Noto Sans" pitchFamily="34" charset="-122"/>
                <a:cs typeface="Noto Sans" pitchFamily="34" charset="-120"/>
              </a:rPr>
              <a:t> giả lập.</a:t>
            </a:r>
            <a:r>
              <a:rPr lang="en-US" sz="1095" dirty="0" spc="0" kern="0">
                <a:solidFill>
                  <a:srgbClr val="123E52"/>
                </a:solidFill>
                <a:latin typeface="Noto Sans" pitchFamily="34" charset="0"/>
                <a:ea typeface="Noto Sans" pitchFamily="34" charset="-122"/>
                <a:cs typeface="Noto Sans" pitchFamily="34" charset="-120"/>
              </a:rPr>
              <a:t> Đừng</a:t>
            </a:r>
            <a:r>
              <a:rPr lang="en-US" sz="1095" dirty="0" spc="-2" kern="0">
                <a:solidFill>
                  <a:srgbClr val="123E52"/>
                </a:solidFill>
                <a:latin typeface="Noto Sans" pitchFamily="34" charset="0"/>
                <a:ea typeface="Noto Sans" pitchFamily="34" charset="-122"/>
                <a:cs typeface="Noto Sans" pitchFamily="34" charset="-120"/>
              </a:rPr>
              <a:t> gom mọi</a:t>
            </a:r>
            <a:r>
              <a:rPr lang="en-US" sz="1095" dirty="0" spc="0" kern="0">
                <a:solidFill>
                  <a:srgbClr val="123E52"/>
                </a:solidFill>
                <a:latin typeface="Noto Sans" pitchFamily="34" charset="0"/>
                <a:ea typeface="Noto Sans" pitchFamily="34" charset="-122"/>
                <a:cs typeface="Noto Sans" pitchFamily="34" charset="-120"/>
              </a:rPr>
              <a:t> chủ</a:t>
            </a:r>
            <a:r>
              <a:rPr lang="en-US" sz="1095" dirty="0" spc="1" kern="0">
                <a:solidFill>
                  <a:srgbClr val="123E52"/>
                </a:solidFill>
                <a:latin typeface="Noto Sans" pitchFamily="34" charset="0"/>
                <a:ea typeface="Noto Sans" pitchFamily="34" charset="-122"/>
                <a:cs typeface="Noto Sans" pitchFamily="34" charset="-120"/>
              </a:rPr>
              <a:t> đề</a:t>
            </a:r>
            <a:r>
              <a:rPr lang="en-US" sz="1095" dirty="0" spc="2" kern="0">
                <a:solidFill>
                  <a:srgbClr val="123E52"/>
                </a:solidFill>
                <a:latin typeface="Noto Sans" pitchFamily="34" charset="0"/>
                <a:ea typeface="Noto Sans" pitchFamily="34" charset="-122"/>
                <a:cs typeface="Noto Sans" pitchFamily="34" charset="-120"/>
              </a:rPr>
              <a:t> hệ</a:t>
            </a:r>
            <a:r>
              <a:rPr lang="en-US" sz="1095" dirty="0" spc="-1" kern="0">
                <a:solidFill>
                  <a:srgbClr val="123E52"/>
                </a:solidFill>
                <a:latin typeface="Noto Sans" pitchFamily="34" charset="0"/>
                <a:ea typeface="Noto Sans" pitchFamily="34" charset="-122"/>
                <a:cs typeface="Noto Sans" pitchFamily="34" charset="-120"/>
              </a:rPr>
              <a:t> thống</a:t>
            </a:r>
            <a:r>
              <a:rPr lang="en-US" sz="1095" dirty="0" spc="0" kern="0">
                <a:solidFill>
                  <a:srgbClr val="123E52"/>
                </a:solidFill>
                <a:latin typeface="Noto Sans" pitchFamily="34" charset="0"/>
                <a:ea typeface="Noto Sans" pitchFamily="34" charset="-122"/>
                <a:cs typeface="Noto Sans" pitchFamily="34" charset="-120"/>
              </a:rPr>
              <a:t> thành</a:t>
            </a:r>
            <a:r>
              <a:rPr lang="en-US" sz="1095" dirty="0" spc="-2" kern="0">
                <a:solidFill>
                  <a:srgbClr val="123E52"/>
                </a:solidFill>
                <a:latin typeface="Noto Sans" pitchFamily="34" charset="0"/>
                <a:ea typeface="Noto Sans" pitchFamily="34" charset="-122"/>
                <a:cs typeface="Noto Sans" pitchFamily="34" charset="-120"/>
              </a:rPr>
              <a:t> một dự</a:t>
            </a:r>
            <a:r>
              <a:rPr lang="en-US" sz="1095" dirty="0" spc="0" kern="0">
                <a:solidFill>
                  <a:srgbClr val="123E52"/>
                </a:solidFill>
                <a:latin typeface="Noto Sans" pitchFamily="34" charset="0"/>
                <a:ea typeface="Noto Sans" pitchFamily="34" charset="-122"/>
                <a:cs typeface="Noto Sans" pitchFamily="34" charset="-120"/>
              </a:rPr>
              <a:t> án</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0" kern="0">
                <a:solidFill>
                  <a:srgbClr val="123E52"/>
                </a:solidFill>
                <a:latin typeface="Noto Sans" pitchFamily="34" charset="0"/>
                <a:ea typeface="Noto Sans" pitchFamily="34" charset="-122"/>
                <a:cs typeface="Noto Sans" pitchFamily="34" charset="-120"/>
              </a:rPr>
              <a:t> tiên.</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Đọc</a:t>
            </a:r>
            <a:r>
              <a:rPr lang="en-US" sz="1275" dirty="0" spc="2" kern="0">
                <a:solidFill>
                  <a:srgbClr val="123E52"/>
                </a:solidFill>
                <a:latin typeface="Lexend SemiBold" pitchFamily="34" charset="0"/>
                <a:ea typeface="Lexend SemiBold" pitchFamily="34" charset="-122"/>
                <a:cs typeface="Lexend SemiBold" pitchFamily="34" charset="-120"/>
              </a:rPr>
              <a:t> điều</a:t>
            </a:r>
            <a:r>
              <a:rPr lang="en-US" sz="1275" dirty="0" spc="1" kern="0">
                <a:solidFill>
                  <a:srgbClr val="123E52"/>
                </a:solidFill>
                <a:latin typeface="Lexend SemiBold" pitchFamily="34" charset="0"/>
                <a:ea typeface="Lexend SemiBold" pitchFamily="34" charset="-122"/>
                <a:cs typeface="Lexend SemiBold" pitchFamily="34" charset="-120"/>
              </a:rPr>
              <a:t> kiện</a:t>
            </a:r>
            <a:r>
              <a:rPr lang="en-US" sz="1275" dirty="0" spc="0" kern="0">
                <a:solidFill>
                  <a:srgbClr val="123E52"/>
                </a:solidFill>
                <a:latin typeface="Lexend SemiBold" pitchFamily="34" charset="0"/>
                <a:ea typeface="Lexend SemiBold" pitchFamily="34" charset="-122"/>
                <a:cs typeface="Lexend SemiBold" pitchFamily="34" charset="-120"/>
              </a:rPr>
              <a:t> môi trường</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Kiểm</a:t>
            </a:r>
            <a:r>
              <a:rPr lang="en-US" sz="1095" dirty="0" spc="-6" kern="0">
                <a:solidFill>
                  <a:srgbClr val="123E52"/>
                </a:solidFill>
                <a:latin typeface="Noto Sans" pitchFamily="34" charset="0"/>
                <a:ea typeface="Noto Sans" pitchFamily="34" charset="-122"/>
                <a:cs typeface="Noto Sans" pitchFamily="34" charset="-120"/>
              </a:rPr>
              <a:t> tra</a:t>
            </a:r>
            <a:r>
              <a:rPr lang="en-US" sz="1095" dirty="0" spc="1" kern="0">
                <a:solidFill>
                  <a:srgbClr val="123E52"/>
                </a:solidFill>
                <a:latin typeface="Noto Sans" pitchFamily="34" charset="0"/>
                <a:ea typeface="Noto Sans" pitchFamily="34" charset="-122"/>
                <a:cs typeface="Noto Sans" pitchFamily="34" charset="-120"/>
              </a:rPr>
              <a:t> hệ</a:t>
            </a:r>
            <a:r>
              <a:rPr lang="en-US" sz="1095" dirty="0" spc="0" kern="0">
                <a:solidFill>
                  <a:srgbClr val="123E52"/>
                </a:solidFill>
                <a:latin typeface="Noto Sans" pitchFamily="34" charset="0"/>
                <a:ea typeface="Noto Sans" pitchFamily="34" charset="-122"/>
                <a:cs typeface="Noto Sans" pitchFamily="34" charset="-120"/>
              </a:rPr>
              <a:t> điều</a:t>
            </a:r>
            <a:r>
              <a:rPr lang="en-US" sz="1095" dirty="0" spc="2" kern="0">
                <a:solidFill>
                  <a:srgbClr val="123E52"/>
                </a:solidFill>
                <a:latin typeface="Noto Sans" pitchFamily="34" charset="0"/>
                <a:ea typeface="Noto Sans" pitchFamily="34" charset="-122"/>
                <a:cs typeface="Noto Sans" pitchFamily="34" charset="-120"/>
              </a:rPr>
              <a:t> hành,</a:t>
            </a:r>
            <a:r>
              <a:rPr lang="en-US" sz="1095" dirty="0" spc="-1" kern="0">
                <a:solidFill>
                  <a:srgbClr val="123E52"/>
                </a:solidFill>
                <a:latin typeface="Noto Sans" pitchFamily="34" charset="0"/>
                <a:ea typeface="Noto Sans" pitchFamily="34" charset="-122"/>
                <a:cs typeface="Noto Sans" pitchFamily="34" charset="-120"/>
              </a:rPr>
              <a:t> kiến trúc</a:t>
            </a:r>
            <a:r>
              <a:rPr lang="en-US" sz="1095" dirty="0" spc="-8" kern="0">
                <a:solidFill>
                  <a:srgbClr val="123E52"/>
                </a:solidFill>
                <a:latin typeface="Noto Sans" pitchFamily="34" charset="0"/>
                <a:ea typeface="Noto Sans" pitchFamily="34" charset="-122"/>
                <a:cs typeface="Noto Sans" pitchFamily="34" charset="-120"/>
              </a:rPr>
              <a:t> máy,</a:t>
            </a:r>
            <a:r>
              <a:rPr lang="en-US" sz="1095" dirty="0" spc="0" kern="0">
                <a:solidFill>
                  <a:srgbClr val="123E52"/>
                </a:solidFill>
                <a:latin typeface="Noto Sans" pitchFamily="34" charset="0"/>
                <a:ea typeface="Noto Sans" pitchFamily="34" charset="-122"/>
                <a:cs typeface="Noto Sans" pitchFamily="34" charset="-120"/>
              </a:rPr>
              <a:t> quyền</a:t>
            </a:r>
            <a:r>
              <a:rPr lang="en-US" sz="1095" dirty="0" spc="-1" kern="0">
                <a:solidFill>
                  <a:srgbClr val="123E52"/>
                </a:solidFill>
                <a:latin typeface="Noto Sans" pitchFamily="34" charset="0"/>
                <a:ea typeface="Noto Sans" pitchFamily="34" charset="-122"/>
                <a:cs typeface="Noto Sans" pitchFamily="34" charset="-120"/>
              </a:rPr>
              <a:t> chạy</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công</a:t>
            </a:r>
            <a:r>
              <a:rPr lang="en-US" sz="1095" dirty="0" spc="1" kern="0">
                <a:solidFill>
                  <a:srgbClr val="123E52"/>
                </a:solidFill>
                <a:latin typeface="Noto Sans" pitchFamily="34" charset="0"/>
                <a:ea typeface="Noto Sans" pitchFamily="34" charset="-122"/>
                <a:cs typeface="Noto Sans" pitchFamily="34" charset="-120"/>
              </a:rPr>
              <a:t> cụ</a:t>
            </a:r>
            <a:r>
              <a:rPr lang="en-US" sz="1095" dirty="0" spc="-1" kern="0">
                <a:solidFill>
                  <a:srgbClr val="123E52"/>
                </a:solidFill>
                <a:latin typeface="Noto Sans" pitchFamily="34" charset="0"/>
                <a:ea typeface="Noto Sans" pitchFamily="34" charset="-122"/>
                <a:cs typeface="Noto Sans" pitchFamily="34" charset="-120"/>
              </a:rPr>
              <a:t> mà</a:t>
            </a:r>
            <a:r>
              <a:rPr lang="en-US" sz="1095" dirty="0" spc="-2" kern="0">
                <a:solidFill>
                  <a:srgbClr val="123E52"/>
                </a:solidFill>
                <a:latin typeface="Noto Sans" pitchFamily="34" charset="0"/>
                <a:ea typeface="Noto Sans" pitchFamily="34" charset="-122"/>
                <a:cs typeface="Noto Sans" pitchFamily="34" charset="-120"/>
              </a:rPr>
              <a:t> tutorial</a:t>
            </a:r>
            <a:r>
              <a:rPr lang="en-US" sz="1095" dirty="0" spc="0" kern="0">
                <a:solidFill>
                  <a:srgbClr val="123E52"/>
                </a:solidFill>
                <a:latin typeface="Noto Sans" pitchFamily="34" charset="0"/>
                <a:ea typeface="Noto Sans" pitchFamily="34" charset="-122"/>
                <a:cs typeface="Noto Sans" pitchFamily="34" charset="-120"/>
              </a:rPr>
              <a:t> yêu</a:t>
            </a:r>
            <a:r>
              <a:rPr lang="en-US" sz="1095" dirty="0" spc="2" kern="0">
                <a:solidFill>
                  <a:srgbClr val="123E52"/>
                </a:solidFill>
                <a:latin typeface="Noto Sans" pitchFamily="34" charset="0"/>
                <a:ea typeface="Noto Sans" pitchFamily="34" charset="-122"/>
                <a:cs typeface="Noto Sans" pitchFamily="34" charset="-120"/>
              </a:rPr>
              <a:t> cầu.</a:t>
            </a:r>
            <a:r>
              <a:rPr lang="en-US" sz="1095" dirty="0" spc="-1" kern="0">
                <a:solidFill>
                  <a:srgbClr val="123E52"/>
                </a:solidFill>
                <a:latin typeface="Noto Sans" pitchFamily="34" charset="0"/>
                <a:ea typeface="Noto Sans" pitchFamily="34" charset="-122"/>
                <a:cs typeface="Noto Sans" pitchFamily="34" charset="-120"/>
              </a:rPr>
              <a:t> Một</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0" kern="0">
                <a:solidFill>
                  <a:srgbClr val="123E52"/>
                </a:solidFill>
                <a:latin typeface="Noto Sans" pitchFamily="34" charset="0"/>
                <a:ea typeface="Noto Sans" pitchFamily="34" charset="-122"/>
                <a:cs typeface="Noto Sans" pitchFamily="34" charset="-120"/>
              </a:rPr>
              <a:t> dành cho</a:t>
            </a:r>
            <a:r>
              <a:rPr lang="en-US" sz="1095" dirty="0" spc="2" kern="0">
                <a:solidFill>
                  <a:srgbClr val="123E52"/>
                </a:solidFill>
                <a:latin typeface="Noto Sans" pitchFamily="34" charset="0"/>
                <a:ea typeface="Noto Sans" pitchFamily="34" charset="-122"/>
                <a:cs typeface="Noto Sans" pitchFamily="34" charset="-120"/>
              </a:rPr>
              <a:t> nền</a:t>
            </a:r>
            <a:r>
              <a:rPr lang="en-US" sz="1095" dirty="0" spc="-1" kern="0">
                <a:solidFill>
                  <a:srgbClr val="123E52"/>
                </a:solidFill>
                <a:latin typeface="Noto Sans" pitchFamily="34" charset="0"/>
                <a:ea typeface="Noto Sans" pitchFamily="34" charset="-122"/>
                <a:cs typeface="Noto Sans" pitchFamily="34" charset="-120"/>
              </a:rPr>
              <a:t> tảng này không</a:t>
            </a:r>
            <a:r>
              <a:rPr lang="en-US" sz="1095" dirty="0" spc="-2" kern="0">
                <a:solidFill>
                  <a:srgbClr val="123E52"/>
                </a:solidFill>
                <a:latin typeface="Noto Sans" pitchFamily="34" charset="0"/>
                <a:ea typeface="Noto Sans" pitchFamily="34" charset="-122"/>
                <a:cs typeface="Noto Sans" pitchFamily="34" charset="-120"/>
              </a:rPr>
              <a:t> tự</a:t>
            </a:r>
            <a:r>
              <a:rPr lang="en-US" sz="1095" dirty="0" spc="-1" kern="0">
                <a:solidFill>
                  <a:srgbClr val="123E52"/>
                </a:solidFill>
                <a:latin typeface="Noto Sans" pitchFamily="34" charset="0"/>
                <a:ea typeface="Noto Sans" pitchFamily="34" charset="-122"/>
                <a:cs typeface="Noto Sans" pitchFamily="34" charset="-120"/>
              </a:rPr>
              <a:t> áp</a:t>
            </a:r>
            <a:r>
              <a:rPr lang="en-US" sz="1095" dirty="0" spc="0" kern="0">
                <a:solidFill>
                  <a:srgbClr val="123E52"/>
                </a:solidFill>
                <a:latin typeface="Noto Sans" pitchFamily="34" charset="0"/>
                <a:ea typeface="Noto Sans" pitchFamily="34" charset="-122"/>
                <a:cs typeface="Noto Sans" pitchFamily="34" charset="-120"/>
              </a:rPr>
              <a:t> dụng nguyên</a:t>
            </a:r>
            <a:r>
              <a:rPr lang="en-US" sz="1095" dirty="0" spc="-1" kern="0">
                <a:solidFill>
                  <a:srgbClr val="123E52"/>
                </a:solidFill>
                <a:latin typeface="Noto Sans" pitchFamily="34" charset="0"/>
                <a:ea typeface="Noto Sans" pitchFamily="34" charset="-122"/>
                <a:cs typeface="Noto Sans" pitchFamily="34" charset="-120"/>
              </a:rPr>
              <a:t> xi</a:t>
            </a:r>
            <a:r>
              <a:rPr lang="en-US" sz="1095" dirty="0" spc="0" kern="0">
                <a:solidFill>
                  <a:srgbClr val="123E52"/>
                </a:solidFill>
                <a:latin typeface="Noto Sans" pitchFamily="34" charset="0"/>
                <a:ea typeface="Noto Sans" pitchFamily="34" charset="-122"/>
                <a:cs typeface="Noto Sans" pitchFamily="34" charset="-120"/>
              </a:rPr>
              <a:t> cho</a:t>
            </a:r>
            <a:r>
              <a:rPr lang="en-US" sz="1095" dirty="0" spc="1" kern="0">
                <a:solidFill>
                  <a:srgbClr val="123E52"/>
                </a:solidFill>
                <a:latin typeface="Noto Sans" pitchFamily="34" charset="0"/>
                <a:ea typeface="Noto Sans" pitchFamily="34" charset="-122"/>
                <a:cs typeface="Noto Sans" pitchFamily="34" charset="-120"/>
              </a:rPr>
              <a:t> nền</a:t>
            </a:r>
            <a:r>
              <a:rPr lang="en-US" sz="1095" dirty="0" spc="-1" kern="0">
                <a:solidFill>
                  <a:srgbClr val="123E52"/>
                </a:solidFill>
                <a:latin typeface="Noto Sans" pitchFamily="34" charset="0"/>
                <a:ea typeface="Noto Sans" pitchFamily="34" charset="-122"/>
                <a:cs typeface="Noto Sans" pitchFamily="34" charset="-120"/>
              </a:rPr>
              <a:t> tảng</a:t>
            </a:r>
            <a:r>
              <a:rPr lang="en-US" sz="1095" dirty="0" spc="1" kern="0">
                <a:solidFill>
                  <a:srgbClr val="123E52"/>
                </a:solidFill>
                <a:latin typeface="Noto Sans" pitchFamily="34" charset="0"/>
                <a:ea typeface="Noto Sans" pitchFamily="34" charset="-122"/>
                <a:cs typeface="Noto Sans" pitchFamily="34" charset="-120"/>
              </a:rPr>
              <a:t> khác.</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Đầu</a:t>
            </a:r>
            <a:r>
              <a:rPr lang="en-US" sz="1275" dirty="0" spc="-8" kern="0">
                <a:solidFill>
                  <a:srgbClr val="123E52"/>
                </a:solidFill>
                <a:latin typeface="Lexend SemiBold" pitchFamily="34" charset="0"/>
                <a:ea typeface="Lexend SemiBold" pitchFamily="34" charset="-122"/>
                <a:cs typeface="Lexend SemiBold" pitchFamily="34" charset="-120"/>
              </a:rPr>
              <a:t> ra</a:t>
            </a:r>
            <a:r>
              <a:rPr lang="en-US" sz="1275" dirty="0" spc="-1" kern="0">
                <a:solidFill>
                  <a:srgbClr val="123E52"/>
                </a:solidFill>
                <a:latin typeface="Lexend SemiBold" pitchFamily="34" charset="0"/>
                <a:ea typeface="Lexend SemiBold" pitchFamily="34" charset="-122"/>
                <a:cs typeface="Lexend SemiBold" pitchFamily="34" charset="-120"/>
              </a:rPr>
              <a:t> gợi</a:t>
            </a:r>
            <a:r>
              <a:rPr lang="en-US" sz="1275" dirty="0" spc="2" kern="0">
                <a:solidFill>
                  <a:srgbClr val="123E52"/>
                </a:solidFill>
                <a:latin typeface="Lexend SemiBold" pitchFamily="34" charset="0"/>
                <a:ea typeface="Lexend SemiBold" pitchFamily="34" charset="-122"/>
                <a:cs typeface="Lexend SemiBold" pitchFamily="34" charset="-120"/>
              </a:rPr>
              <a:t> ý</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Một</a:t>
            </a:r>
            <a:r>
              <a:rPr lang="en-US" sz="1095" dirty="0" spc="-1" kern="0">
                <a:solidFill>
                  <a:srgbClr val="123E52"/>
                </a:solidFill>
                <a:latin typeface="Noto Sans" pitchFamily="34" charset="0"/>
                <a:ea typeface="Noto Sans" pitchFamily="34" charset="-122"/>
                <a:cs typeface="Noto Sans" pitchFamily="34" charset="-120"/>
              </a:rPr>
              <a:t> cơ</a:t>
            </a:r>
            <a:r>
              <a:rPr lang="en-US" sz="1095" dirty="0" spc="1" kern="0">
                <a:solidFill>
                  <a:srgbClr val="123E52"/>
                </a:solidFill>
                <a:latin typeface="Noto Sans" pitchFamily="34" charset="0"/>
                <a:ea typeface="Noto Sans" pitchFamily="34" charset="-122"/>
                <a:cs typeface="Noto Sans" pitchFamily="34" charset="-120"/>
              </a:rPr>
              <a:t> chế</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1" kern="0">
                <a:solidFill>
                  <a:srgbClr val="123E52"/>
                </a:solidFill>
                <a:latin typeface="Noto Sans" pitchFamily="34" charset="0"/>
                <a:ea typeface="Noto Sans" pitchFamily="34" charset="-122"/>
                <a:cs typeface="Noto Sans" pitchFamily="34" charset="-120"/>
              </a:rPr>
              <a:t> minh</a:t>
            </a:r>
            <a:r>
              <a:rPr lang="en-US" sz="1095" dirty="0" spc="0" kern="0">
                <a:solidFill>
                  <a:srgbClr val="123E52"/>
                </a:solidFill>
                <a:latin typeface="Noto Sans" pitchFamily="34" charset="0"/>
                <a:ea typeface="Noto Sans" pitchFamily="34" charset="-122"/>
                <a:cs typeface="Noto Sans" pitchFamily="34" charset="-120"/>
              </a:rPr>
              <a:t> họa bằng đầu</a:t>
            </a:r>
            <a:r>
              <a:rPr lang="en-US" sz="1095" dirty="0" spc="-2" kern="0">
                <a:solidFill>
                  <a:srgbClr val="123E52"/>
                </a:solidFill>
                <a:latin typeface="Noto Sans" pitchFamily="34" charset="0"/>
                <a:ea typeface="Noto Sans" pitchFamily="34" charset="-122"/>
                <a:cs typeface="Noto Sans" pitchFamily="34" charset="-120"/>
              </a:rPr>
              <a:t> vào</a:t>
            </a:r>
            <a:r>
              <a:rPr lang="en-US" sz="1095" dirty="0" spc="1" kern="0">
                <a:solidFill>
                  <a:srgbClr val="123E52"/>
                </a:solidFill>
                <a:latin typeface="Noto Sans" pitchFamily="34" charset="0"/>
                <a:ea typeface="Noto Sans" pitchFamily="34" charset="-122"/>
                <a:cs typeface="Noto Sans" pitchFamily="34" charset="-120"/>
              </a:rPr>
              <a:t> nhỏ,</a:t>
            </a:r>
            <a:r>
              <a:rPr lang="en-US" sz="1095" dirty="0" spc="0" kern="0">
                <a:solidFill>
                  <a:srgbClr val="123E52"/>
                </a:solidFill>
                <a:latin typeface="Noto Sans" pitchFamily="34" charset="0"/>
                <a:ea typeface="Noto Sans" pitchFamily="34" charset="-122"/>
                <a:cs typeface="Noto Sans" pitchFamily="34" charset="-120"/>
              </a:rPr>
              <a:t> kèm</a:t>
            </a:r>
            <a:r>
              <a:rPr lang="en-US" sz="1095" dirty="0" spc="-1" kern="0">
                <a:solidFill>
                  <a:srgbClr val="123E52"/>
                </a:solidFill>
                <a:latin typeface="Noto Sans" pitchFamily="34" charset="0"/>
                <a:ea typeface="Noto Sans" pitchFamily="34" charset="-122"/>
                <a:cs typeface="Noto Sans" pitchFamily="34" charset="-120"/>
              </a:rPr>
              <a:t> kết quả</a:t>
            </a:r>
            <a:r>
              <a:rPr lang="en-US" sz="1095" dirty="0" spc="1" kern="0">
                <a:solidFill>
                  <a:srgbClr val="123E52"/>
                </a:solidFill>
                <a:latin typeface="Noto Sans" pitchFamily="34" charset="0"/>
                <a:ea typeface="Noto Sans" pitchFamily="34" charset="-122"/>
                <a:cs typeface="Noto Sans" pitchFamily="34" charset="-120"/>
              </a:rPr>
              <a:t> quan</a:t>
            </a:r>
            <a:r>
              <a:rPr lang="en-US" sz="1095" dirty="0" spc="-2" kern="0">
                <a:solidFill>
                  <a:srgbClr val="123E52"/>
                </a:solidFill>
                <a:latin typeface="Noto Sans" pitchFamily="34" charset="0"/>
                <a:ea typeface="Noto Sans" pitchFamily="34" charset="-122"/>
                <a:cs typeface="Noto Sans" pitchFamily="34" charset="-120"/>
              </a:rPr>
              <a:t> sát</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sơ đồ tầng liên</a:t>
            </a:r>
            <a:r>
              <a:rPr lang="en-US" sz="1095" dirty="0" spc="1" kern="0">
                <a:solidFill>
                  <a:srgbClr val="123E52"/>
                </a:solidFill>
                <a:latin typeface="Noto Sans" pitchFamily="34" charset="0"/>
                <a:ea typeface="Noto Sans" pitchFamily="34" charset="-122"/>
                <a:cs typeface="Noto Sans" pitchFamily="34" charset="-120"/>
              </a:rPr>
              <a:t> quan.</a:t>
            </a:r>
            <a:r>
              <a:rPr lang="en-US" sz="1095" dirty="0" spc="0" kern="0">
                <a:solidFill>
                  <a:srgbClr val="123E52"/>
                </a:solidFill>
                <a:latin typeface="Noto Sans" pitchFamily="34" charset="0"/>
                <a:ea typeface="Noto Sans" pitchFamily="34" charset="-122"/>
                <a:cs typeface="Noto Sans" pitchFamily="34" charset="-120"/>
              </a:rPr>
              <a:t> Chỉ</a:t>
            </a:r>
            <a:r>
              <a:rPr lang="en-US" sz="1095" dirty="0" spc="-2" kern="0">
                <a:solidFill>
                  <a:srgbClr val="123E52"/>
                </a:solidFill>
                <a:latin typeface="Noto Sans" pitchFamily="34" charset="0"/>
                <a:ea typeface="Noto Sans" pitchFamily="34" charset="-122"/>
                <a:cs typeface="Noto Sans" pitchFamily="34" charset="-120"/>
              </a:rPr>
              <a:t> mở</a:t>
            </a:r>
            <a:r>
              <a:rPr lang="en-US" sz="1095" dirty="0" spc="-4" kern="0">
                <a:solidFill>
                  <a:srgbClr val="123E52"/>
                </a:solidFill>
                <a:latin typeface="Noto Sans" pitchFamily="34" charset="0"/>
                <a:ea typeface="Noto Sans" pitchFamily="34" charset="-122"/>
                <a:cs typeface="Noto Sans" pitchFamily="34" charset="-120"/>
              </a:rPr>
              <a:t> rộng</a:t>
            </a:r>
            <a:r>
              <a:rPr lang="en-US" sz="1095" dirty="0" spc="0" kern="0">
                <a:solidFill>
                  <a:srgbClr val="123E52"/>
                </a:solidFill>
                <a:latin typeface="Noto Sans" pitchFamily="34" charset="0"/>
                <a:ea typeface="Noto Sans" pitchFamily="34" charset="-122"/>
                <a:cs typeface="Noto Sans" pitchFamily="34" charset="-120"/>
              </a:rPr>
              <a:t> sau</a:t>
            </a:r>
            <a:r>
              <a:rPr lang="en-US" sz="1095" dirty="0" spc="-3" kern="0">
                <a:solidFill>
                  <a:srgbClr val="123E52"/>
                </a:solidFill>
                <a:latin typeface="Noto Sans" pitchFamily="34" charset="0"/>
                <a:ea typeface="Noto Sans" pitchFamily="34" charset="-122"/>
                <a:cs typeface="Noto Sans" pitchFamily="34" charset="-120"/>
              </a:rPr>
              <a:t> khi</a:t>
            </a:r>
            <a:r>
              <a:rPr lang="en-US" sz="1095" dirty="0" spc="0" kern="0">
                <a:solidFill>
                  <a:srgbClr val="123E52"/>
                </a:solidFill>
                <a:latin typeface="Noto Sans" pitchFamily="34" charset="0"/>
                <a:ea typeface="Noto Sans" pitchFamily="34" charset="-122"/>
                <a:cs typeface="Noto Sans" pitchFamily="34" charset="-120"/>
              </a:rPr>
              <a:t> hiểu</a:t>
            </a:r>
            <a:r>
              <a:rPr lang="en-US" sz="1095" dirty="0" spc="1" kern="0">
                <a:solidFill>
                  <a:srgbClr val="123E52"/>
                </a:solidFill>
                <a:latin typeface="Noto Sans" pitchFamily="34" charset="0"/>
                <a:ea typeface="Noto Sans" pitchFamily="34" charset="-122"/>
                <a:cs typeface="Noto Sans" pitchFamily="34" charset="-120"/>
              </a:rPr>
              <a:t> phần đầu.</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Giới</a:t>
            </a:r>
            <a:r>
              <a:rPr lang="en-US" sz="1275" dirty="0" spc="5" kern="0">
                <a:solidFill>
                  <a:srgbClr val="123E52"/>
                </a:solidFill>
                <a:latin typeface="Lexend SemiBold" pitchFamily="34" charset="0"/>
                <a:ea typeface="Lexend SemiBold" pitchFamily="34" charset="-122"/>
                <a:cs typeface="Lexend SemiBold" pitchFamily="34" charset="-120"/>
              </a:rPr>
              <a:t> hạn</a:t>
            </a:r>
            <a:r>
              <a:rPr lang="en-US" sz="1275" dirty="0" spc="4" kern="0">
                <a:solidFill>
                  <a:srgbClr val="123E52"/>
                </a:solidFill>
                <a:latin typeface="Lexend SemiBold" pitchFamily="34" charset="0"/>
                <a:ea typeface="Lexend SemiBold" pitchFamily="34" charset="-122"/>
                <a:cs typeface="Lexend SemiBold" pitchFamily="34" charset="-120"/>
              </a:rPr>
              <a:t> cần</a:t>
            </a:r>
            <a:r>
              <a:rPr lang="en-US" sz="1275" dirty="0" spc="2" kern="0">
                <a:solidFill>
                  <a:srgbClr val="123E52"/>
                </a:solidFill>
                <a:latin typeface="Lexend SemiBold" pitchFamily="34" charset="0"/>
                <a:ea typeface="Lexend SemiBold" pitchFamily="34" charset="-122"/>
                <a:cs typeface="Lexend SemiBold" pitchFamily="34" charset="-120"/>
              </a:rPr>
              <a:t> ghi</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Bản</a:t>
            </a:r>
            <a:r>
              <a:rPr lang="en-US" sz="1095" dirty="0" spc="0" kern="0">
                <a:solidFill>
                  <a:srgbClr val="123E52"/>
                </a:solidFill>
                <a:latin typeface="Noto Sans" pitchFamily="34" charset="0"/>
                <a:ea typeface="Noto Sans" pitchFamily="34" charset="-122"/>
                <a:cs typeface="Noto Sans" pitchFamily="34" charset="-120"/>
              </a:rPr>
              <a:t> học</a:t>
            </a:r>
            <a:r>
              <a:rPr lang="en-US" sz="1095" dirty="0" spc="-2" kern="0">
                <a:solidFill>
                  <a:srgbClr val="123E52"/>
                </a:solidFill>
                <a:latin typeface="Noto Sans" pitchFamily="34" charset="0"/>
                <a:ea typeface="Noto Sans" pitchFamily="34" charset="-122"/>
                <a:cs typeface="Noto Sans" pitchFamily="34" charset="-120"/>
              </a:rPr>
              <a:t> tập</a:t>
            </a:r>
            <a:r>
              <a:rPr lang="en-US" sz="1095" dirty="0" spc="-1" kern="0">
                <a:solidFill>
                  <a:srgbClr val="123E52"/>
                </a:solidFill>
                <a:latin typeface="Noto Sans" pitchFamily="34" charset="0"/>
                <a:ea typeface="Noto Sans" pitchFamily="34" charset="-122"/>
                <a:cs typeface="Noto Sans" pitchFamily="34" charset="-120"/>
              </a:rPr>
              <a:t> không</a:t>
            </a:r>
            <a:r>
              <a:rPr lang="en-US" sz="1095" dirty="0" spc="-2" kern="0">
                <a:solidFill>
                  <a:srgbClr val="123E52"/>
                </a:solidFill>
                <a:latin typeface="Noto Sans" pitchFamily="34" charset="0"/>
                <a:ea typeface="Noto Sans" pitchFamily="34" charset="-122"/>
                <a:cs typeface="Noto Sans" pitchFamily="34" charset="-120"/>
              </a:rPr>
              <a:t> tự</a:t>
            </a:r>
            <a:r>
              <a:rPr lang="en-US" sz="1095" dirty="0" spc="0" kern="0">
                <a:solidFill>
                  <a:srgbClr val="123E52"/>
                </a:solidFill>
                <a:latin typeface="Noto Sans" pitchFamily="34" charset="0"/>
                <a:ea typeface="Noto Sans" pitchFamily="34" charset="-122"/>
                <a:cs typeface="Noto Sans" pitchFamily="34" charset="-120"/>
              </a:rPr>
              <a:t> có</a:t>
            </a:r>
            <a:r>
              <a:rPr lang="en-US" sz="1095" dirty="0" spc="-1" kern="0">
                <a:solidFill>
                  <a:srgbClr val="123E52"/>
                </a:solidFill>
                <a:latin typeface="Noto Sans" pitchFamily="34" charset="0"/>
                <a:ea typeface="Noto Sans" pitchFamily="34" charset="-122"/>
                <a:cs typeface="Noto Sans" pitchFamily="34" charset="-120"/>
              </a:rPr>
              <a:t> độ</a:t>
            </a:r>
            <a:r>
              <a:rPr lang="en-US" sz="1095" dirty="0" spc="-3" kern="0">
                <a:solidFill>
                  <a:srgbClr val="123E52"/>
                </a:solidFill>
                <a:latin typeface="Noto Sans" pitchFamily="34" charset="0"/>
                <a:ea typeface="Noto Sans" pitchFamily="34" charset="-122"/>
                <a:cs typeface="Noto Sans" pitchFamily="34" charset="-120"/>
              </a:rPr>
              <a:t> tin</a:t>
            </a:r>
            <a:r>
              <a:rPr lang="en-US" sz="1095" dirty="0" spc="-8" kern="0">
                <a:solidFill>
                  <a:srgbClr val="123E52"/>
                </a:solidFill>
                <a:latin typeface="Noto Sans" pitchFamily="34" charset="0"/>
                <a:ea typeface="Noto Sans" pitchFamily="34" charset="-122"/>
                <a:cs typeface="Noto Sans" pitchFamily="34" charset="-120"/>
              </a:rPr>
              <a:t> cậy,</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1" kern="0">
                <a:solidFill>
                  <a:srgbClr val="123E52"/>
                </a:solidFill>
                <a:latin typeface="Noto Sans" pitchFamily="34" charset="0"/>
                <a:ea typeface="Noto Sans" pitchFamily="34" charset="-122"/>
                <a:cs typeface="Noto Sans" pitchFamily="34" charset="-120"/>
              </a:rPr>
              <a:t> tương</a:t>
            </a:r>
            <a:r>
              <a:rPr lang="en-US" sz="1095" dirty="0" spc="-2" kern="0">
                <a:solidFill>
                  <a:srgbClr val="123E52"/>
                </a:solidFill>
                <a:latin typeface="Noto Sans" pitchFamily="34" charset="0"/>
                <a:ea typeface="Noto Sans" pitchFamily="34" charset="-122"/>
                <a:cs typeface="Noto Sans" pitchFamily="34" charset="-120"/>
              </a:rPr>
              <a:t> thích</a:t>
            </a:r>
            <a:r>
              <a:rPr lang="en-US" sz="1095" dirty="0" spc="1" kern="0">
                <a:solidFill>
                  <a:srgbClr val="123E52"/>
                </a:solidFill>
                <a:latin typeface="Noto Sans" pitchFamily="34" charset="0"/>
                <a:ea typeface="Noto Sans" pitchFamily="34" charset="-122"/>
                <a:cs typeface="Noto Sans" pitchFamily="34" charset="-120"/>
              </a:rPr>
              <a:t> hoặc</a:t>
            </a:r>
            <a:r>
              <a:rPr lang="en-US" sz="1095" dirty="0" spc="-1" kern="0">
                <a:solidFill>
                  <a:srgbClr val="123E52"/>
                </a:solidFill>
                <a:latin typeface="Noto Sans" pitchFamily="34" charset="0"/>
                <a:ea typeface="Noto Sans" pitchFamily="34" charset="-122"/>
                <a:cs typeface="Noto Sans" pitchFamily="34" charset="-120"/>
              </a:rPr>
              <a:t> phạm</a:t>
            </a:r>
            <a:r>
              <a:rPr lang="en-US" sz="1095" dirty="0" spc="-4" kern="0">
                <a:solidFill>
                  <a:srgbClr val="123E52"/>
                </a:solidFill>
                <a:latin typeface="Noto Sans" pitchFamily="34" charset="0"/>
                <a:ea typeface="Noto Sans" pitchFamily="34" charset="-122"/>
                <a:cs typeface="Noto Sans" pitchFamily="34" charset="-120"/>
              </a:rPr>
              <a:t> vi</a:t>
            </a:r>
            <a:r>
              <a:rPr lang="en-US" sz="1095" dirty="0" spc="0" kern="0">
                <a:solidFill>
                  <a:srgbClr val="123E52"/>
                </a:solidFill>
                <a:latin typeface="Noto Sans" pitchFamily="34" charset="0"/>
                <a:ea typeface="Noto Sans" pitchFamily="34" charset="-122"/>
                <a:cs typeface="Noto Sans" pitchFamily="34" charset="-120"/>
              </a:rPr>
              <a:t> như sản phẩm</a:t>
            </a:r>
            <a:r>
              <a:rPr lang="en-US" sz="1095" dirty="0" spc="-1" kern="0">
                <a:solidFill>
                  <a:srgbClr val="123E52"/>
                </a:solidFill>
                <a:latin typeface="Noto Sans" pitchFamily="34" charset="0"/>
                <a:ea typeface="Noto Sans" pitchFamily="34" charset="-122"/>
                <a:cs typeface="Noto Sans" pitchFamily="34" charset="-120"/>
              </a:rPr>
              <a:t> thật.</a:t>
            </a:r>
            <a:r>
              <a:rPr lang="en-US" sz="1095" dirty="0" spc="1" kern="0">
                <a:solidFill>
                  <a:srgbClr val="123E52"/>
                </a:solidFill>
                <a:latin typeface="Noto Sans" pitchFamily="34" charset="0"/>
                <a:ea typeface="Noto Sans" pitchFamily="34" charset="-122"/>
                <a:cs typeface="Noto Sans" pitchFamily="34" charset="-120"/>
              </a:rPr>
              <a:t> Đánh</a:t>
            </a:r>
            <a:r>
              <a:rPr lang="en-US" sz="1095" dirty="0" spc="-2" kern="0">
                <a:solidFill>
                  <a:srgbClr val="123E52"/>
                </a:solidFill>
                <a:latin typeface="Noto Sans" pitchFamily="34" charset="0"/>
                <a:ea typeface="Noto Sans" pitchFamily="34" charset="-122"/>
                <a:cs typeface="Noto Sans" pitchFamily="34" charset="-120"/>
              </a:rPr>
              <a:t> giá việc</a:t>
            </a:r>
            <a:r>
              <a:rPr lang="en-US" sz="1095" dirty="0" spc="-1" kern="0">
                <a:solidFill>
                  <a:srgbClr val="123E52"/>
                </a:solidFill>
                <a:latin typeface="Noto Sans" pitchFamily="34" charset="0"/>
                <a:ea typeface="Noto Sans" pitchFamily="34" charset="-122"/>
                <a:cs typeface="Noto Sans" pitchFamily="34" charset="-120"/>
              </a:rPr>
              <a:t> sử</a:t>
            </a:r>
            <a:r>
              <a:rPr lang="en-US" sz="1095" dirty="0" spc="0" kern="0">
                <a:solidFill>
                  <a:srgbClr val="123E52"/>
                </a:solidFill>
                <a:latin typeface="Noto Sans" pitchFamily="34" charset="0"/>
                <a:ea typeface="Noto Sans" pitchFamily="34" charset="-122"/>
                <a:cs typeface="Noto Sans" pitchFamily="34" charset="-120"/>
              </a:rPr>
              <a:t> dụng</a:t>
            </a:r>
            <a:r>
              <a:rPr lang="en-US" sz="1095" dirty="0" spc="-1" kern="0">
                <a:solidFill>
                  <a:srgbClr val="123E52"/>
                </a:solidFill>
                <a:latin typeface="Noto Sans" pitchFamily="34" charset="0"/>
                <a:ea typeface="Noto Sans" pitchFamily="34" charset="-122"/>
                <a:cs typeface="Noto Sans" pitchFamily="34" charset="-120"/>
              </a:rPr>
              <a:t> thực tế tách</a:t>
            </a:r>
            <a:r>
              <a:rPr lang="en-US" sz="1095" dirty="0" spc="-2" kern="0">
                <a:solidFill>
                  <a:srgbClr val="123E52"/>
                </a:solidFill>
                <a:latin typeface="Noto Sans" pitchFamily="34" charset="0"/>
                <a:ea typeface="Noto Sans" pitchFamily="34" charset="-122"/>
                <a:cs typeface="Noto Sans" pitchFamily="34" charset="-120"/>
              </a:rPr>
              <a:t> khỏi</a:t>
            </a:r>
            <a:r>
              <a:rPr lang="en-US" sz="1095" dirty="0" spc="0" kern="0">
                <a:solidFill>
                  <a:srgbClr val="123E52"/>
                </a:solidFill>
                <a:latin typeface="Noto Sans" pitchFamily="34" charset="0"/>
                <a:ea typeface="Noto Sans" pitchFamily="34" charset="-122"/>
                <a:cs typeface="Noto Sans" pitchFamily="34" charset="-120"/>
              </a:rPr>
              <a:t> thành công của</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1" kern="0">
                <a:solidFill>
                  <a:srgbClr val="123E52"/>
                </a:solidFill>
                <a:latin typeface="Noto Sans" pitchFamily="34" charset="0"/>
                <a:ea typeface="Noto Sans" pitchFamily="34" charset="-122"/>
                <a:cs typeface="Noto Sans" pitchFamily="34" charset="-120"/>
              </a:rPr>
              <a:t> học.</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Go: Building a container from scratch in Go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Java: Building Your Own Kafka-like System From Scratch: A Step-by-Step Guide ↗</a:t>
            </a:r>
            <a:endParaRPr lang="en-US" sz="938" dirty="0"/>
          </a:p>
        </p:txBody>
      </p:sp>
      <p:sp>
        <p:nvSpPr>
          <p:cNvPr id="22" name="Connector line-1792810734006-484321949"/>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11</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156d5fb9-4fd1-4f49-8f6a-088c7e1c6174"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 kern="0">
                <a:solidFill>
                  <a:srgbClr val="123E52"/>
                </a:solidFill>
                <a:latin typeface="Lexend SemiBold" pitchFamily="34" charset="0"/>
                <a:ea typeface="Lexend SemiBold" pitchFamily="34" charset="-122"/>
                <a:cs typeface="Lexend SemiBold" pitchFamily="34" charset="-120"/>
              </a:rPr>
              <a:t>AI,</a:t>
            </a:r>
            <a:r>
              <a:rPr lang="en-US" sz="2175" dirty="0" spc="-6" kern="0">
                <a:solidFill>
                  <a:srgbClr val="123E52"/>
                </a:solidFill>
                <a:latin typeface="Lexend SemiBold" pitchFamily="34" charset="0"/>
                <a:ea typeface="Lexend SemiBold" pitchFamily="34" charset="-122"/>
                <a:cs typeface="Lexend SemiBold" pitchFamily="34" charset="-120"/>
              </a:rPr>
              <a:t> neural</a:t>
            </a:r>
            <a:r>
              <a:rPr lang="en-US" sz="2175" dirty="0" spc="-3" kern="0">
                <a:solidFill>
                  <a:srgbClr val="123E52"/>
                </a:solidFill>
                <a:latin typeface="Lexend SemiBold" pitchFamily="34" charset="0"/>
                <a:ea typeface="Lexend SemiBold" pitchFamily="34" charset="-122"/>
                <a:cs typeface="Lexend SemiBold" pitchFamily="34" charset="-120"/>
              </a:rPr>
              <a:t> network</a:t>
            </a:r>
            <a:r>
              <a:rPr lang="en-US" sz="2175" dirty="0" spc="1" kern="0">
                <a:solidFill>
                  <a:srgbClr val="123E52"/>
                </a:solidFill>
                <a:latin typeface="Lexend SemiBold" pitchFamily="34" charset="0"/>
                <a:ea typeface="Lexend SemiBold" pitchFamily="34" charset="-122"/>
                <a:cs typeface="Lexend SemiBold" pitchFamily="34" charset="-120"/>
              </a:rPr>
              <a:t> &amp;</a:t>
            </a:r>
            <a:r>
              <a:rPr lang="en-US" sz="2175" dirty="0" spc="3" kern="0">
                <a:solidFill>
                  <a:srgbClr val="123E52"/>
                </a:solidFill>
                <a:latin typeface="Lexend SemiBold" pitchFamily="34" charset="0"/>
                <a:ea typeface="Lexend SemiBold" pitchFamily="34" charset="-122"/>
                <a:cs typeface="Lexend SemiBold" pitchFamily="34" charset="-120"/>
              </a:rPr>
              <a:t> nhận dạng</a:t>
            </a:r>
            <a:endParaRPr lang="en-US" sz="2175" dirty="0"/>
          </a:p>
        </p:txBody>
      </p:sp>
      <p:sp>
        <p:nvSpPr>
          <p:cNvPr id="5" name="Connector line-1792810736812-364005363"/>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3" kern="0">
                <a:solidFill>
                  <a:srgbClr val="123E52"/>
                </a:solidFill>
                <a:latin typeface="Noto Sans" pitchFamily="34" charset="0"/>
                <a:ea typeface="Noto Sans" pitchFamily="34" charset="-122"/>
                <a:cs typeface="Noto Sans" pitchFamily="34" charset="-120"/>
              </a:rPr>
              <a:t>README</a:t>
            </a:r>
            <a:r>
              <a:rPr lang="en-US" sz="1313" dirty="0" spc="0" kern="0">
                <a:solidFill>
                  <a:srgbClr val="123E52"/>
                </a:solidFill>
                <a:latin typeface="Noto Sans" pitchFamily="34" charset="0"/>
                <a:ea typeface="Noto Sans" pitchFamily="34" charset="-122"/>
                <a:cs typeface="Noto Sans" pitchFamily="34" charset="-120"/>
              </a:rPr>
              <a:t> có nhóm AI Model,</a:t>
            </a:r>
            <a:r>
              <a:rPr lang="en-US" sz="1313" dirty="0" spc="-2" kern="0">
                <a:solidFill>
                  <a:srgbClr val="123E52"/>
                </a:solidFill>
                <a:latin typeface="Noto Sans" pitchFamily="34" charset="0"/>
                <a:ea typeface="Noto Sans" pitchFamily="34" charset="-122"/>
                <a:cs typeface="Noto Sans" pitchFamily="34" charset="-120"/>
              </a:rPr>
              <a:t> Neural</a:t>
            </a:r>
            <a:r>
              <a:rPr lang="en-US" sz="1313" dirty="0" spc="0" kern="0">
                <a:solidFill>
                  <a:srgbClr val="123E52"/>
                </a:solidFill>
                <a:latin typeface="Noto Sans" pitchFamily="34" charset="0"/>
                <a:ea typeface="Noto Sans" pitchFamily="34" charset="-122"/>
                <a:cs typeface="Noto Sans" pitchFamily="34" charset="-120"/>
              </a:rPr>
              <a:t> Network</a:t>
            </a:r>
            <a:r>
              <a:rPr lang="en-US" sz="1313" dirty="0" spc="2" kern="0">
                <a:solidFill>
                  <a:srgbClr val="123E52"/>
                </a:solidFill>
                <a:latin typeface="Noto Sans" pitchFamily="34" charset="0"/>
                <a:ea typeface="Noto Sans" pitchFamily="34" charset="-122"/>
                <a:cs typeface="Noto Sans" pitchFamily="34" charset="-120"/>
              </a:rPr>
              <a:t> và</a:t>
            </a:r>
            <a:r>
              <a:rPr lang="en-US" sz="1313" dirty="0" spc="1" kern="0">
                <a:solidFill>
                  <a:srgbClr val="123E52"/>
                </a:solidFill>
                <a:latin typeface="Noto Sans" pitchFamily="34" charset="0"/>
                <a:ea typeface="Noto Sans" pitchFamily="34" charset="-122"/>
                <a:cs typeface="Noto Sans" pitchFamily="34" charset="-120"/>
              </a:rPr>
              <a:t> Visual</a:t>
            </a:r>
            <a:r>
              <a:rPr lang="en-US" sz="1313" dirty="0" spc="0" kern="0">
                <a:solidFill>
                  <a:srgbClr val="123E52"/>
                </a:solidFill>
                <a:latin typeface="Noto Sans" pitchFamily="34" charset="0"/>
                <a:ea typeface="Noto Sans" pitchFamily="34" charset="-122"/>
                <a:cs typeface="Noto Sans" pitchFamily="34" charset="-120"/>
              </a:rPr>
              <a:t> Recognition</a:t>
            </a:r>
            <a:r>
              <a:rPr lang="en-US" sz="1313" dirty="0" spc="1" kern="0">
                <a:solidFill>
                  <a:srgbClr val="123E52"/>
                </a:solidFill>
                <a:latin typeface="Noto Sans" pitchFamily="34" charset="0"/>
                <a:ea typeface="Noto Sans" pitchFamily="34" charset="-122"/>
                <a:cs typeface="Noto Sans" pitchFamily="34" charset="-120"/>
              </a:rPr>
              <a:t> System.</a:t>
            </a:r>
            <a:r>
              <a:rPr lang="en-US" sz="1313" dirty="0" spc="0" kern="0">
                <a:solidFill>
                  <a:srgbClr val="123E52"/>
                </a:solidFill>
                <a:latin typeface="Noto Sans" pitchFamily="34" charset="0"/>
                <a:ea typeface="Noto Sans" pitchFamily="34" charset="-122"/>
                <a:cs typeface="Noto Sans" pitchFamily="34" charset="-120"/>
              </a:rPr>
              <a:t> Có</a:t>
            </a:r>
            <a:r>
              <a:rPr lang="en-US" sz="1313" dirty="0" spc="3" kern="0">
                <a:solidFill>
                  <a:srgbClr val="123E52"/>
                </a:solidFill>
                <a:latin typeface="Noto Sans" pitchFamily="34" charset="0"/>
                <a:ea typeface="Noto Sans" pitchFamily="34" charset="-122"/>
                <a:cs typeface="Noto Sans" pitchFamily="34" charset="-120"/>
              </a:rPr>
              <a:t> các</a:t>
            </a:r>
            <a:r>
              <a:rPr lang="en-US" sz="1313" dirty="0" spc="2" kern="0">
                <a:solidFill>
                  <a:srgbClr val="123E52"/>
                </a:solidFill>
                <a:latin typeface="Noto Sans" pitchFamily="34" charset="0"/>
                <a:ea typeface="Noto Sans" pitchFamily="34" charset="-122"/>
                <a:cs typeface="Noto Sans" pitchFamily="34" charset="-120"/>
              </a:rPr>
              <a:t> liên kết</a:t>
            </a:r>
            <a:r>
              <a:rPr lang="en-US" sz="1313" dirty="0" spc="4" kern="0">
                <a:solidFill>
                  <a:srgbClr val="123E52"/>
                </a:solidFill>
                <a:latin typeface="Noto Sans" pitchFamily="34" charset="0"/>
                <a:ea typeface="Noto Sans" pitchFamily="34" charset="-122"/>
                <a:cs typeface="Noto Sans" pitchFamily="34" charset="-120"/>
              </a:rPr>
              <a:t> về</a:t>
            </a:r>
            <a:r>
              <a:rPr lang="en-US" sz="1313" dirty="0" spc="2" kern="0">
                <a:solidFill>
                  <a:srgbClr val="123E52"/>
                </a:solidFill>
                <a:latin typeface="Noto Sans" pitchFamily="34" charset="0"/>
                <a:ea typeface="Noto Sans" pitchFamily="34" charset="-122"/>
                <a:cs typeface="Noto Sans" pitchFamily="34" charset="-120"/>
              </a:rPr>
              <a:t> LLM,</a:t>
            </a:r>
            <a:r>
              <a:rPr lang="en-US" sz="1313" dirty="0" spc="0" kern="0">
                <a:solidFill>
                  <a:srgbClr val="123E52"/>
                </a:solidFill>
                <a:latin typeface="Noto Sans" pitchFamily="34" charset="0"/>
                <a:ea typeface="Noto Sans" pitchFamily="34" charset="-122"/>
                <a:cs typeface="Noto Sans" pitchFamily="34" charset="-120"/>
              </a:rPr>
              <a:t> diffusion,</a:t>
            </a:r>
            <a:r>
              <a:rPr lang="en-US" sz="1313" dirty="0" spc="2" kern="0">
                <a:solidFill>
                  <a:srgbClr val="123E52"/>
                </a:solidFill>
                <a:latin typeface="Noto Sans" pitchFamily="34" charset="0"/>
                <a:ea typeface="Noto Sans" pitchFamily="34" charset="-122"/>
                <a:cs typeface="Noto Sans" pitchFamily="34" charset="-120"/>
              </a:rPr>
              <a:t> tìm kiếm</a:t>
            </a:r>
            <a:r>
              <a:rPr lang="en-US" sz="1313" dirty="0" spc="1" kern="0">
                <a:solidFill>
                  <a:srgbClr val="123E52"/>
                </a:solidFill>
                <a:latin typeface="Noto Sans" pitchFamily="34" charset="0"/>
                <a:ea typeface="Noto Sans" pitchFamily="34" charset="-122"/>
                <a:cs typeface="Noto Sans" pitchFamily="34" charset="-120"/>
              </a:rPr>
              <a:t> tài</a:t>
            </a:r>
            <a:r>
              <a:rPr lang="en-US" sz="1313" dirty="0" spc="2" kern="0">
                <a:solidFill>
                  <a:srgbClr val="123E52"/>
                </a:solidFill>
                <a:latin typeface="Noto Sans" pitchFamily="34" charset="0"/>
                <a:ea typeface="Noto Sans" pitchFamily="34" charset="-122"/>
                <a:cs typeface="Noto Sans" pitchFamily="34" charset="-120"/>
              </a:rPr>
              <a:t> liệu và</a:t>
            </a:r>
            <a:r>
              <a:rPr lang="en-US" sz="1313" dirty="0" spc="0" kern="0">
                <a:solidFill>
                  <a:srgbClr val="123E52"/>
                </a:solidFill>
                <a:latin typeface="Noto Sans" pitchFamily="34" charset="0"/>
                <a:ea typeface="Noto Sans" pitchFamily="34" charset="-122"/>
                <a:cs typeface="Noto Sans" pitchFamily="34" charset="-120"/>
              </a:rPr>
              <a:t> mạng</a:t>
            </a:r>
            <a:r>
              <a:rPr lang="en-US" sz="1313" dirty="0" spc="-2" kern="0">
                <a:solidFill>
                  <a:srgbClr val="123E52"/>
                </a:solidFill>
                <a:latin typeface="Noto Sans" pitchFamily="34" charset="0"/>
                <a:ea typeface="Noto Sans" pitchFamily="34" charset="-122"/>
                <a:cs typeface="Noto Sans" pitchFamily="34" charset="-120"/>
              </a:rPr>
              <a:t> neural;</a:t>
            </a:r>
            <a:r>
              <a:rPr lang="en-US" sz="1313" dirty="0" spc="1" kern="0">
                <a:solidFill>
                  <a:srgbClr val="123E52"/>
                </a:solidFill>
                <a:latin typeface="Noto Sans" pitchFamily="34" charset="0"/>
                <a:ea typeface="Noto Sans" pitchFamily="34" charset="-122"/>
                <a:cs typeface="Noto Sans" pitchFamily="34" charset="-120"/>
              </a:rPr>
              <a:t> lựa</a:t>
            </a:r>
            <a:r>
              <a:rPr lang="en-US" sz="1313" dirty="0" spc="0" kern="0">
                <a:solidFill>
                  <a:srgbClr val="123E52"/>
                </a:solidFill>
                <a:latin typeface="Noto Sans" pitchFamily="34" charset="0"/>
                <a:ea typeface="Noto Sans" pitchFamily="34" charset="-122"/>
                <a:cs typeface="Noto Sans" pitchFamily="34" charset="-120"/>
              </a:rPr>
              <a:t> chọn phụ thuộc vào</a:t>
            </a:r>
            <a:r>
              <a:rPr lang="en-US" sz="1313" dirty="0" spc="1" kern="0">
                <a:solidFill>
                  <a:srgbClr val="123E52"/>
                </a:solidFill>
                <a:latin typeface="Noto Sans" pitchFamily="34" charset="0"/>
                <a:ea typeface="Noto Sans" pitchFamily="34" charset="-122"/>
                <a:cs typeface="Noto Sans" pitchFamily="34" charset="-120"/>
              </a:rPr>
              <a:t> điều</a:t>
            </a:r>
            <a:r>
              <a:rPr lang="en-US" sz="1313" dirty="0" spc="-1" kern="0">
                <a:solidFill>
                  <a:srgbClr val="123E52"/>
                </a:solidFill>
                <a:latin typeface="Noto Sans" pitchFamily="34" charset="0"/>
                <a:ea typeface="Noto Sans" pitchFamily="34" charset="-122"/>
                <a:cs typeface="Noto Sans" pitchFamily="34" charset="-120"/>
              </a:rPr>
              <a:t> bạn</a:t>
            </a:r>
            <a:r>
              <a:rPr lang="en-US" sz="1313" dirty="0" spc="0" kern="0">
                <a:solidFill>
                  <a:srgbClr val="123E52"/>
                </a:solidFill>
                <a:latin typeface="Noto Sans" pitchFamily="34" charset="0"/>
                <a:ea typeface="Noto Sans" pitchFamily="34" charset="-122"/>
                <a:cs typeface="Noto Sans" pitchFamily="34" charset="-120"/>
              </a:rPr>
              <a:t> muốn</a:t>
            </a:r>
            <a:r>
              <a:rPr lang="en-US" sz="1313" dirty="0" spc="1" kern="0">
                <a:solidFill>
                  <a:srgbClr val="123E52"/>
                </a:solidFill>
                <a:latin typeface="Noto Sans" pitchFamily="34" charset="0"/>
                <a:ea typeface="Noto Sans" pitchFamily="34" charset="-122"/>
                <a:cs typeface="Noto Sans" pitchFamily="34" charset="-120"/>
              </a:rPr>
              <a:t> hiểu</a:t>
            </a:r>
            <a:r>
              <a:rPr lang="en-US" sz="1313" dirty="0" spc="3" kern="0">
                <a:solidFill>
                  <a:srgbClr val="123E52"/>
                </a:solidFill>
                <a:latin typeface="Noto Sans" pitchFamily="34" charset="0"/>
                <a:ea typeface="Noto Sans" pitchFamily="34" charset="-122"/>
                <a:cs typeface="Noto Sans" pitchFamily="34" charset="-120"/>
              </a:rPr>
              <a:t> và</a:t>
            </a:r>
            <a:r>
              <a:rPr lang="en-US" sz="1313" dirty="0" spc="1" kern="0">
                <a:solidFill>
                  <a:srgbClr val="123E52"/>
                </a:solidFill>
                <a:latin typeface="Noto Sans" pitchFamily="34" charset="0"/>
                <a:ea typeface="Noto Sans" pitchFamily="34" charset="-122"/>
                <a:cs typeface="Noto Sans" pitchFamily="34" charset="-120"/>
              </a:rPr>
              <a:t> nền</a:t>
            </a:r>
            <a:r>
              <a:rPr lang="en-US" sz="1313" dirty="0" spc="-1" kern="0">
                <a:solidFill>
                  <a:srgbClr val="123E52"/>
                </a:solidFill>
                <a:latin typeface="Noto Sans" pitchFamily="34" charset="0"/>
                <a:ea typeface="Noto Sans" pitchFamily="34" charset="-122"/>
                <a:cs typeface="Noto Sans" pitchFamily="34" charset="-120"/>
              </a:rPr>
              <a:t> tảng đang</a:t>
            </a:r>
            <a:r>
              <a:rPr lang="en-US" sz="1313" dirty="0" spc="1" kern="0">
                <a:solidFill>
                  <a:srgbClr val="123E52"/>
                </a:solidFill>
                <a:latin typeface="Noto Sans" pitchFamily="34" charset="0"/>
                <a:ea typeface="Noto Sans" pitchFamily="34" charset="-122"/>
                <a:cs typeface="Noto Sans" pitchFamily="34" charset="-120"/>
              </a:rPr>
              <a:t> có.</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Đừng</a:t>
            </a:r>
            <a:r>
              <a:rPr lang="en-US" sz="1275" dirty="0" spc="2" kern="0">
                <a:solidFill>
                  <a:srgbClr val="123E52"/>
                </a:solidFill>
                <a:latin typeface="Lexend SemiBold" pitchFamily="34" charset="0"/>
                <a:ea typeface="Lexend SemiBold" pitchFamily="34" charset="-122"/>
                <a:cs typeface="Lexend SemiBold" pitchFamily="34" charset="-120"/>
              </a:rPr>
              <a:t> chọn</a:t>
            </a:r>
            <a:r>
              <a:rPr lang="en-US" sz="1275" dirty="0" spc="4" kern="0">
                <a:solidFill>
                  <a:srgbClr val="123E52"/>
                </a:solidFill>
                <a:latin typeface="Lexend SemiBold" pitchFamily="34" charset="0"/>
                <a:ea typeface="Lexend SemiBold" pitchFamily="34" charset="-122"/>
                <a:cs typeface="Lexend SemiBold" pitchFamily="34" charset="-120"/>
              </a:rPr>
              <a:t> chỉ</a:t>
            </a:r>
            <a:r>
              <a:rPr lang="en-US" sz="1275" dirty="0" spc="-1" kern="0">
                <a:solidFill>
                  <a:srgbClr val="123E52"/>
                </a:solidFill>
                <a:latin typeface="Lexend SemiBold" pitchFamily="34" charset="0"/>
                <a:ea typeface="Lexend SemiBold" pitchFamily="34" charset="-122"/>
                <a:cs typeface="Lexend SemiBold" pitchFamily="34" charset="-120"/>
              </a:rPr>
              <a:t> vì</a:t>
            </a:r>
            <a:r>
              <a:rPr lang="en-US" sz="1275" dirty="0" spc="5" kern="0">
                <a:solidFill>
                  <a:srgbClr val="123E52"/>
                </a:solidFill>
                <a:latin typeface="Lexend SemiBold" pitchFamily="34" charset="0"/>
                <a:ea typeface="Lexend SemiBold" pitchFamily="34" charset="-122"/>
                <a:cs typeface="Lexend SemiBold" pitchFamily="34" charset="-120"/>
              </a:rPr>
              <a:t> nhãn</a:t>
            </a:r>
            <a:r>
              <a:rPr lang="en-US" sz="1275" dirty="0" spc="2" kern="0">
                <a:solidFill>
                  <a:srgbClr val="123E52"/>
                </a:solidFill>
                <a:latin typeface="Lexend SemiBold" pitchFamily="34" charset="0"/>
                <a:ea typeface="Lexend SemiBold" pitchFamily="34" charset="-122"/>
                <a:cs typeface="Lexend SemiBold" pitchFamily="34" charset="-120"/>
              </a:rPr>
              <a:t> AI</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Viết</a:t>
            </a:r>
            <a:r>
              <a:rPr lang="en-US" sz="1095" dirty="0" spc="-7" kern="0">
                <a:solidFill>
                  <a:srgbClr val="123E52"/>
                </a:solidFill>
                <a:latin typeface="Noto Sans" pitchFamily="34" charset="0"/>
                <a:ea typeface="Noto Sans" pitchFamily="34" charset="-122"/>
                <a:cs typeface="Noto Sans" pitchFamily="34" charset="-120"/>
              </a:rPr>
              <a:t> rõ</a:t>
            </a:r>
            <a:r>
              <a:rPr lang="en-US" sz="1095" dirty="0" spc="0" kern="0">
                <a:solidFill>
                  <a:srgbClr val="123E52"/>
                </a:solidFill>
                <a:latin typeface="Noto Sans" pitchFamily="34" charset="0"/>
                <a:ea typeface="Noto Sans" pitchFamily="34" charset="-122"/>
                <a:cs typeface="Noto Sans" pitchFamily="34" charset="-120"/>
              </a:rPr>
              <a:t> câu hỏi: muốn hiểu</a:t>
            </a:r>
            <a:r>
              <a:rPr lang="en-US" sz="1095" dirty="0" spc="1" kern="0">
                <a:solidFill>
                  <a:srgbClr val="123E52"/>
                </a:solidFill>
                <a:latin typeface="Noto Sans" pitchFamily="34" charset="0"/>
                <a:ea typeface="Noto Sans" pitchFamily="34" charset="-122"/>
                <a:cs typeface="Noto Sans" pitchFamily="34" charset="-120"/>
              </a:rPr>
              <a:t> phép</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5" kern="0">
                <a:solidFill>
                  <a:srgbClr val="123E52"/>
                </a:solidFill>
                <a:latin typeface="Noto Sans" pitchFamily="34" charset="0"/>
                <a:ea typeface="Noto Sans" pitchFamily="34" charset="-122"/>
                <a:cs typeface="Noto Sans" pitchFamily="34" charset="-120"/>
              </a:rPr>
              <a:t> trong</a:t>
            </a:r>
            <a:r>
              <a:rPr lang="en-US" sz="1095" dirty="0" spc="0" kern="0">
                <a:solidFill>
                  <a:srgbClr val="123E52"/>
                </a:solidFill>
                <a:latin typeface="Noto Sans" pitchFamily="34" charset="0"/>
                <a:ea typeface="Noto Sans" pitchFamily="34" charset="-122"/>
                <a:cs typeface="Noto Sans" pitchFamily="34" charset="-120"/>
              </a:rPr>
              <a:t> mạng</a:t>
            </a:r>
            <a:r>
              <a:rPr lang="en-US" sz="1095" dirty="0" spc="1"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quy trình</a:t>
            </a:r>
            <a:r>
              <a:rPr lang="en-US" sz="1095" dirty="0" spc="0"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2" kern="0">
                <a:solidFill>
                  <a:srgbClr val="123E52"/>
                </a:solidFill>
                <a:latin typeface="Noto Sans" pitchFamily="34" charset="0"/>
                <a:ea typeface="Noto Sans" pitchFamily="34" charset="-122"/>
                <a:cs typeface="Noto Sans" pitchFamily="34" charset="-120"/>
              </a:rPr>
              <a:t> văn</a:t>
            </a:r>
            <a:r>
              <a:rPr lang="en-US" sz="1095" dirty="0" spc="0" kern="0">
                <a:solidFill>
                  <a:srgbClr val="123E52"/>
                </a:solidFill>
                <a:latin typeface="Noto Sans" pitchFamily="34" charset="0"/>
                <a:ea typeface="Noto Sans" pitchFamily="34" charset="-122"/>
                <a:cs typeface="Noto Sans" pitchFamily="34" charset="-120"/>
              </a:rPr>
              <a:t> bản</a:t>
            </a:r>
            <a:r>
              <a:rPr lang="en-US" sz="1095" dirty="0" spc="-1" kern="0">
                <a:solidFill>
                  <a:srgbClr val="123E52"/>
                </a:solidFill>
                <a:latin typeface="Noto Sans" pitchFamily="34" charset="0"/>
                <a:ea typeface="Noto Sans" pitchFamily="34" charset="-122"/>
                <a:cs typeface="Noto Sans" pitchFamily="34" charset="-120"/>
              </a:rPr>
              <a:t> hay</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2" kern="0">
                <a:solidFill>
                  <a:srgbClr val="123E52"/>
                </a:solidFill>
                <a:latin typeface="Noto Sans" pitchFamily="34" charset="0"/>
                <a:ea typeface="Noto Sans" pitchFamily="34" charset="-122"/>
                <a:cs typeface="Noto Sans" pitchFamily="34" charset="-120"/>
              </a:rPr>
              <a:t> hệ</a:t>
            </a:r>
            <a:r>
              <a:rPr lang="en-US" sz="1095" dirty="0" spc="-1" kern="0">
                <a:solidFill>
                  <a:srgbClr val="123E52"/>
                </a:solidFill>
                <a:latin typeface="Noto Sans" pitchFamily="34" charset="0"/>
                <a:ea typeface="Noto Sans" pitchFamily="34" charset="-122"/>
                <a:cs typeface="Noto Sans" pitchFamily="34" charset="-120"/>
              </a:rPr>
              <a:t> thống</a:t>
            </a:r>
            <a:r>
              <a:rPr lang="en-US" sz="1095" dirty="0" spc="-4" kern="0">
                <a:solidFill>
                  <a:srgbClr val="123E52"/>
                </a:solidFill>
                <a:latin typeface="Noto Sans" pitchFamily="34" charset="0"/>
                <a:ea typeface="Noto Sans" pitchFamily="34" charset="-122"/>
                <a:cs typeface="Noto Sans" pitchFamily="34" charset="-120"/>
              </a:rPr>
              <a:t> tìm</a:t>
            </a:r>
            <a:r>
              <a:rPr lang="en-US" sz="1095" dirty="0" spc="-1" kern="0">
                <a:solidFill>
                  <a:srgbClr val="123E52"/>
                </a:solidFill>
                <a:latin typeface="Noto Sans" pitchFamily="34" charset="0"/>
                <a:ea typeface="Noto Sans" pitchFamily="34" charset="-122"/>
                <a:cs typeface="Noto Sans" pitchFamily="34" charset="-120"/>
              </a:rPr>
              <a:t> kiếm</a:t>
            </a:r>
            <a:r>
              <a:rPr lang="en-US" sz="1095" dirty="0" spc="-3" kern="0">
                <a:solidFill>
                  <a:srgbClr val="123E52"/>
                </a:solidFill>
                <a:latin typeface="Noto Sans" pitchFamily="34" charset="0"/>
                <a:ea typeface="Noto Sans" pitchFamily="34" charset="-122"/>
                <a:cs typeface="Noto Sans" pitchFamily="34" charset="-120"/>
              </a:rPr>
              <a:t> tài</a:t>
            </a:r>
            <a:r>
              <a:rPr lang="en-US" sz="1095" dirty="0" spc="-1" kern="0">
                <a:solidFill>
                  <a:srgbClr val="123E52"/>
                </a:solidFill>
                <a:latin typeface="Noto Sans" pitchFamily="34" charset="0"/>
                <a:ea typeface="Noto Sans" pitchFamily="34" charset="-122"/>
                <a:cs typeface="Noto Sans" pitchFamily="34" charset="-120"/>
              </a:rPr>
              <a:t> liệu? Những</a:t>
            </a:r>
            <a:r>
              <a:rPr lang="en-US" sz="1095" dirty="0" spc="0" kern="0">
                <a:solidFill>
                  <a:srgbClr val="123E52"/>
                </a:solidFill>
                <a:latin typeface="Noto Sans" pitchFamily="34" charset="0"/>
                <a:ea typeface="Noto Sans" pitchFamily="34" charset="-122"/>
                <a:cs typeface="Noto Sans" pitchFamily="34" charset="-120"/>
              </a:rPr>
              <a:t> mục</a:t>
            </a:r>
            <a:r>
              <a:rPr lang="en-US" sz="1095" dirty="0" spc="-1" kern="0">
                <a:solidFill>
                  <a:srgbClr val="123E52"/>
                </a:solidFill>
                <a:latin typeface="Noto Sans" pitchFamily="34" charset="0"/>
                <a:ea typeface="Noto Sans" pitchFamily="34" charset="-122"/>
                <a:cs typeface="Noto Sans" pitchFamily="34" charset="-120"/>
              </a:rPr>
              <a:t> tiêu đó có</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7" kern="0">
                <a:solidFill>
                  <a:srgbClr val="123E52"/>
                </a:solidFill>
                <a:latin typeface="Noto Sans" pitchFamily="34" charset="0"/>
                <a:ea typeface="Noto Sans" pitchFamily="34" charset="-122"/>
                <a:cs typeface="Noto Sans" pitchFamily="34" charset="-120"/>
              </a:rPr>
              <a:t> ra</a:t>
            </a:r>
            <a:r>
              <a:rPr lang="en-US" sz="1095" dirty="0" spc="-1" kern="0">
                <a:solidFill>
                  <a:srgbClr val="123E52"/>
                </a:solidFill>
                <a:latin typeface="Noto Sans" pitchFamily="34" charset="0"/>
                <a:ea typeface="Noto Sans" pitchFamily="34" charset="-122"/>
                <a:cs typeface="Noto Sans" pitchFamily="34" charset="-120"/>
              </a:rPr>
              <a:t> khác</a:t>
            </a:r>
            <a:r>
              <a:rPr lang="en-US" sz="1095" dirty="0" spc="2" kern="0">
                <a:solidFill>
                  <a:srgbClr val="123E52"/>
                </a:solidFill>
                <a:latin typeface="Noto Sans" pitchFamily="34" charset="0"/>
                <a:ea typeface="Noto Sans" pitchFamily="34" charset="-122"/>
                <a:cs typeface="Noto Sans" pitchFamily="34" charset="-120"/>
              </a:rPr>
              <a:t> nhau.</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Điều</a:t>
            </a:r>
            <a:r>
              <a:rPr lang="en-US" sz="1275" dirty="0" spc="4" kern="0">
                <a:solidFill>
                  <a:srgbClr val="123E52"/>
                </a:solidFill>
                <a:latin typeface="Lexend SemiBold" pitchFamily="34" charset="0"/>
                <a:ea typeface="Lexend SemiBold" pitchFamily="34" charset="-122"/>
                <a:cs typeface="Lexend SemiBold" pitchFamily="34" charset="-120"/>
              </a:rPr>
              <a:t> cần</a:t>
            </a:r>
            <a:r>
              <a:rPr lang="en-US" sz="1275" dirty="0" spc="0" kern="0">
                <a:solidFill>
                  <a:srgbClr val="123E52"/>
                </a:solidFill>
                <a:latin typeface="Lexend SemiBold" pitchFamily="34" charset="0"/>
                <a:ea typeface="Lexend SemiBold" pitchFamily="34" charset="-122"/>
                <a:cs typeface="Lexend SemiBold" pitchFamily="34" charset="-120"/>
              </a:rPr>
              <a:t> kiểm</a:t>
            </a:r>
            <a:r>
              <a:rPr lang="en-US" sz="1275" dirty="0" spc="-5" kern="0">
                <a:solidFill>
                  <a:srgbClr val="123E52"/>
                </a:solidFill>
                <a:latin typeface="Lexend SemiBold" pitchFamily="34" charset="0"/>
                <a:ea typeface="Lexend SemiBold" pitchFamily="34" charset="-122"/>
                <a:cs typeface="Lexend SemiBold" pitchFamily="34" charset="-120"/>
              </a:rPr>
              <a:t> tra</a:t>
            </a:r>
            <a:r>
              <a:rPr lang="en-US" sz="1275" dirty="0" spc="-1" kern="0">
                <a:solidFill>
                  <a:srgbClr val="123E52"/>
                </a:solidFill>
                <a:latin typeface="Lexend SemiBold" pitchFamily="34" charset="0"/>
                <a:ea typeface="Lexend SemiBold" pitchFamily="34" charset="-122"/>
                <a:cs typeface="Lexend SemiBold" pitchFamily="34" charset="-120"/>
              </a:rPr>
              <a:t> ở</a:t>
            </a:r>
            <a:r>
              <a:rPr lang="en-US" sz="1275" dirty="0" spc="0" kern="0">
                <a:solidFill>
                  <a:srgbClr val="123E52"/>
                </a:solidFill>
                <a:latin typeface="Lexend SemiBold" pitchFamily="34" charset="0"/>
                <a:ea typeface="Lexend SemiBold" pitchFamily="34" charset="-122"/>
                <a:cs typeface="Lexend SemiBold" pitchFamily="34" charset="-120"/>
              </a:rPr>
              <a:t> nguồn</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Ngôn</a:t>
            </a:r>
            <a:r>
              <a:rPr lang="en-US" sz="1095" dirty="0" spc="1" kern="0">
                <a:solidFill>
                  <a:srgbClr val="123E52"/>
                </a:solidFill>
                <a:latin typeface="Noto Sans" pitchFamily="34" charset="0"/>
                <a:ea typeface="Noto Sans" pitchFamily="34" charset="-122"/>
                <a:cs typeface="Noto Sans" pitchFamily="34" charset="-120"/>
              </a:rPr>
              <a:t> ngữ,</a:t>
            </a:r>
            <a:r>
              <a:rPr lang="en-US" sz="1095" dirty="0" spc="-1" kern="0">
                <a:solidFill>
                  <a:srgbClr val="123E52"/>
                </a:solidFill>
                <a:latin typeface="Noto Sans" pitchFamily="34" charset="0"/>
                <a:ea typeface="Noto Sans" pitchFamily="34" charset="-122"/>
                <a:cs typeface="Noto Sans" pitchFamily="34" charset="-120"/>
              </a:rPr>
              <a:t> toán</a:t>
            </a:r>
            <a:r>
              <a:rPr lang="en-US" sz="1095" dirty="0" spc="2" kern="0">
                <a:solidFill>
                  <a:srgbClr val="123E52"/>
                </a:solidFill>
                <a:latin typeface="Noto Sans" pitchFamily="34" charset="0"/>
                <a:ea typeface="Noto Sans" pitchFamily="34" charset="-122"/>
                <a:cs typeface="Noto Sans" pitchFamily="34" charset="-120"/>
              </a:rPr>
              <a:t> nền,</a:t>
            </a:r>
            <a:r>
              <a:rPr lang="en-US" sz="1095" dirty="0" spc="-1" kern="0">
                <a:solidFill>
                  <a:srgbClr val="123E52"/>
                </a:solidFill>
                <a:latin typeface="Noto Sans" pitchFamily="34" charset="0"/>
                <a:ea typeface="Noto Sans" pitchFamily="34" charset="-122"/>
                <a:cs typeface="Noto Sans" pitchFamily="34" charset="-120"/>
              </a:rPr>
              <a:t> dữ</a:t>
            </a:r>
            <a:r>
              <a:rPr lang="en-US" sz="1095" dirty="0" spc="0" kern="0">
                <a:solidFill>
                  <a:srgbClr val="123E52"/>
                </a:solidFill>
                <a:latin typeface="Noto Sans" pitchFamily="34" charset="0"/>
                <a:ea typeface="Noto Sans" pitchFamily="34" charset="-122"/>
                <a:cs typeface="Noto Sans" pitchFamily="34" charset="-120"/>
              </a:rPr>
              <a:t> liệu,</a:t>
            </a:r>
            <a:r>
              <a:rPr lang="en-US" sz="1095" dirty="0" spc="-1" kern="0">
                <a:solidFill>
                  <a:srgbClr val="123E52"/>
                </a:solidFill>
                <a:latin typeface="Noto Sans" pitchFamily="34" charset="0"/>
                <a:ea typeface="Noto Sans" pitchFamily="34" charset="-122"/>
                <a:cs typeface="Noto Sans" pitchFamily="34" charset="-120"/>
              </a:rPr>
              <a:t> thư</a:t>
            </a:r>
            <a:r>
              <a:rPr lang="en-US" sz="1095" dirty="0" spc="-2" kern="0">
                <a:solidFill>
                  <a:srgbClr val="123E52"/>
                </a:solidFill>
                <a:latin typeface="Noto Sans" pitchFamily="34" charset="0"/>
                <a:ea typeface="Noto Sans" pitchFamily="34" charset="-122"/>
                <a:cs typeface="Noto Sans" pitchFamily="34" charset="-120"/>
              </a:rPr>
              <a:t> viện và</a:t>
            </a:r>
            <a:r>
              <a:rPr lang="en-US" sz="1095" dirty="0" spc="0" kern="0">
                <a:solidFill>
                  <a:srgbClr val="123E52"/>
                </a:solidFill>
                <a:latin typeface="Noto Sans" pitchFamily="34" charset="0"/>
                <a:ea typeface="Noto Sans" pitchFamily="34" charset="-122"/>
                <a:cs typeface="Noto Sans" pitchFamily="34" charset="-120"/>
              </a:rPr>
              <a:t> phần cứng</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1" kern="0">
                <a:solidFill>
                  <a:srgbClr val="123E52"/>
                </a:solidFill>
                <a:latin typeface="Noto Sans" pitchFamily="34" charset="0"/>
                <a:ea typeface="Noto Sans" pitchFamily="34" charset="-122"/>
                <a:cs typeface="Noto Sans" pitchFamily="34" charset="-120"/>
              </a:rPr>
              <a:t> yêu cầu.</a:t>
            </a:r>
            <a:r>
              <a:rPr lang="en-US" sz="1095" dirty="0" spc="0" kern="0">
                <a:solidFill>
                  <a:srgbClr val="123E52"/>
                </a:solidFill>
                <a:latin typeface="Noto Sans" pitchFamily="34" charset="0"/>
                <a:ea typeface="Noto Sans" pitchFamily="34" charset="-122"/>
                <a:cs typeface="Noto Sans" pitchFamily="34" charset="-120"/>
              </a:rPr>
              <a:t> Không</a:t>
            </a:r>
            <a:r>
              <a:rPr lang="en-US" sz="1095" dirty="0" spc="-1" kern="0">
                <a:solidFill>
                  <a:srgbClr val="123E52"/>
                </a:solidFill>
                <a:latin typeface="Noto Sans" pitchFamily="34" charset="0"/>
                <a:ea typeface="Noto Sans" pitchFamily="34" charset="-122"/>
                <a:cs typeface="Noto Sans" pitchFamily="34" charset="-120"/>
              </a:rPr>
              <a:t> suy</a:t>
            </a:r>
            <a:r>
              <a:rPr lang="en-US" sz="1095" dirty="0" spc="-7" kern="0">
                <a:solidFill>
                  <a:srgbClr val="123E52"/>
                </a:solidFill>
                <a:latin typeface="Noto Sans" pitchFamily="34" charset="0"/>
                <a:ea typeface="Noto Sans" pitchFamily="34" charset="-122"/>
                <a:cs typeface="Noto Sans" pitchFamily="34" charset="-120"/>
              </a:rPr>
              <a:t> ra</a:t>
            </a:r>
            <a:r>
              <a:rPr lang="en-US" sz="1095" dirty="0" spc="-4" kern="0">
                <a:solidFill>
                  <a:srgbClr val="123E52"/>
                </a:solidFill>
                <a:latin typeface="Noto Sans" pitchFamily="34" charset="0"/>
                <a:ea typeface="Noto Sans" pitchFamily="34" charset="-122"/>
                <a:cs typeface="Noto Sans" pitchFamily="34" charset="-120"/>
              </a:rPr>
              <a:t> rằng</a:t>
            </a:r>
            <a:r>
              <a:rPr lang="en-US" sz="1095" dirty="0" spc="-2" kern="0">
                <a:solidFill>
                  <a:srgbClr val="123E52"/>
                </a:solidFill>
                <a:latin typeface="Noto Sans" pitchFamily="34" charset="0"/>
                <a:ea typeface="Noto Sans" pitchFamily="34" charset="-122"/>
                <a:cs typeface="Noto Sans" pitchFamily="34" charset="-120"/>
              </a:rPr>
              <a:t> mọi bài</a:t>
            </a:r>
            <a:r>
              <a:rPr lang="en-US" sz="1095" dirty="0" spc="-3" kern="0">
                <a:solidFill>
                  <a:srgbClr val="123E52"/>
                </a:solidFill>
                <a:latin typeface="Noto Sans" pitchFamily="34" charset="0"/>
                <a:ea typeface="Noto Sans" pitchFamily="34" charset="-122"/>
                <a:cs typeface="Noto Sans" pitchFamily="34" charset="-120"/>
              </a:rPr>
              <a:t> “from scratch”</a:t>
            </a:r>
            <a:r>
              <a:rPr lang="en-US" sz="1095" dirty="0" spc="1" kern="0">
                <a:solidFill>
                  <a:srgbClr val="123E52"/>
                </a:solidFill>
                <a:latin typeface="Noto Sans" pitchFamily="34" charset="0"/>
                <a:ea typeface="Noto Sans" pitchFamily="34" charset="-122"/>
                <a:cs typeface="Noto Sans" pitchFamily="34" charset="-120"/>
              </a:rPr>
              <a:t> đều</a:t>
            </a:r>
            <a:r>
              <a:rPr lang="en-US" sz="1095" dirty="0" spc="0" kern="0">
                <a:solidFill>
                  <a:srgbClr val="123E52"/>
                </a:solidFill>
                <a:latin typeface="Noto Sans" pitchFamily="34" charset="0"/>
                <a:ea typeface="Noto Sans" pitchFamily="34" charset="-122"/>
                <a:cs typeface="Noto Sans" pitchFamily="34" charset="-120"/>
              </a:rPr>
              <a:t> không</a:t>
            </a:r>
            <a:r>
              <a:rPr lang="en-US" sz="1095" dirty="0" spc="-1" kern="0">
                <a:solidFill>
                  <a:srgbClr val="123E52"/>
                </a:solidFill>
                <a:latin typeface="Noto Sans" pitchFamily="34" charset="0"/>
                <a:ea typeface="Noto Sans" pitchFamily="34" charset="-122"/>
                <a:cs typeface="Noto Sans" pitchFamily="34" charset="-120"/>
              </a:rPr>
              <a:t> dùng thư</a:t>
            </a:r>
            <a:r>
              <a:rPr lang="en-US" sz="1095" dirty="0" spc="0" kern="0">
                <a:solidFill>
                  <a:srgbClr val="123E52"/>
                </a:solidFill>
                <a:latin typeface="Noto Sans" pitchFamily="34" charset="0"/>
                <a:ea typeface="Noto Sans" pitchFamily="34" charset="-122"/>
                <a:cs typeface="Noto Sans" pitchFamily="34" charset="-120"/>
              </a:rPr>
              <a:t> viện.</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Đầu</a:t>
            </a:r>
            <a:r>
              <a:rPr lang="en-US" sz="1275" dirty="0" spc="-8" kern="0">
                <a:solidFill>
                  <a:srgbClr val="123E52"/>
                </a:solidFill>
                <a:latin typeface="Lexend SemiBold" pitchFamily="34" charset="0"/>
                <a:ea typeface="Lexend SemiBold" pitchFamily="34" charset="-122"/>
                <a:cs typeface="Lexend SemiBold" pitchFamily="34" charset="-120"/>
              </a:rPr>
              <a:t> ra</a:t>
            </a:r>
            <a:r>
              <a:rPr lang="en-US" sz="1275" dirty="0" spc="-1" kern="0">
                <a:solidFill>
                  <a:srgbClr val="123E52"/>
                </a:solidFill>
                <a:latin typeface="Lexend SemiBold" pitchFamily="34" charset="0"/>
                <a:ea typeface="Lexend SemiBold" pitchFamily="34" charset="-122"/>
                <a:cs typeface="Lexend SemiBold" pitchFamily="34" charset="-120"/>
              </a:rPr>
              <a:t> gợi</a:t>
            </a:r>
            <a:r>
              <a:rPr lang="en-US" sz="1275" dirty="0" spc="2" kern="0">
                <a:solidFill>
                  <a:srgbClr val="123E52"/>
                </a:solidFill>
                <a:latin typeface="Lexend SemiBold" pitchFamily="34" charset="0"/>
                <a:ea typeface="Lexend SemiBold" pitchFamily="34" charset="-122"/>
                <a:cs typeface="Lexend SemiBold" pitchFamily="34" charset="-120"/>
              </a:rPr>
              <a:t> ý</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Một</a:t>
            </a:r>
            <a:r>
              <a:rPr lang="en-US" sz="1095" dirty="0" spc="-4" kern="0">
                <a:solidFill>
                  <a:srgbClr val="123E52"/>
                </a:solidFill>
                <a:latin typeface="Noto Sans" pitchFamily="34" charset="0"/>
                <a:ea typeface="Noto Sans" pitchFamily="34" charset="-122"/>
                <a:cs typeface="Noto Sans" pitchFamily="34" charset="-120"/>
              </a:rPr>
              <a:t> ví</a:t>
            </a:r>
            <a:r>
              <a:rPr lang="en-US" sz="1095" dirty="0" spc="-1" kern="0">
                <a:solidFill>
                  <a:srgbClr val="123E52"/>
                </a:solidFill>
                <a:latin typeface="Noto Sans" pitchFamily="34" charset="0"/>
                <a:ea typeface="Noto Sans" pitchFamily="34" charset="-122"/>
                <a:cs typeface="Noto Sans" pitchFamily="34" charset="-120"/>
              </a:rPr>
              <a:t> dụ</a:t>
            </a:r>
            <a:r>
              <a:rPr lang="en-US" sz="1095" dirty="0" spc="0"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0" kern="0">
                <a:solidFill>
                  <a:srgbClr val="123E52"/>
                </a:solidFill>
                <a:latin typeface="Noto Sans" pitchFamily="34" charset="0"/>
                <a:ea typeface="Noto Sans" pitchFamily="34" charset="-122"/>
                <a:cs typeface="Noto Sans" pitchFamily="34" charset="-120"/>
              </a:rPr>
              <a:t> thể</a:t>
            </a:r>
            <a:r>
              <a:rPr lang="en-US" sz="1095" dirty="0" spc="-3" kern="0">
                <a:solidFill>
                  <a:srgbClr val="123E52"/>
                </a:solidFill>
                <a:latin typeface="Noto Sans" pitchFamily="34" charset="0"/>
                <a:ea typeface="Noto Sans" pitchFamily="34" charset="-122"/>
                <a:cs typeface="Noto Sans" pitchFamily="34" charset="-120"/>
              </a:rPr>
              <a:t> giải</a:t>
            </a:r>
            <a:r>
              <a:rPr lang="en-US" sz="1095" dirty="0" spc="-1" kern="0">
                <a:solidFill>
                  <a:srgbClr val="123E52"/>
                </a:solidFill>
                <a:latin typeface="Noto Sans" pitchFamily="34" charset="0"/>
                <a:ea typeface="Noto Sans" pitchFamily="34" charset="-122"/>
                <a:cs typeface="Noto Sans" pitchFamily="34" charset="-120"/>
              </a:rPr>
              <a:t> thích</a:t>
            </a:r>
            <a:r>
              <a:rPr lang="en-US" sz="1095" dirty="0" spc="0" kern="0">
                <a:solidFill>
                  <a:srgbClr val="123E52"/>
                </a:solidFill>
                <a:latin typeface="Noto Sans" pitchFamily="34" charset="0"/>
                <a:ea typeface="Noto Sans" pitchFamily="34" charset="-122"/>
                <a:cs typeface="Noto Sans" pitchFamily="34" charset="-120"/>
              </a:rPr>
              <a:t> đầu vào,</a:t>
            </a:r>
            <a:r>
              <a:rPr lang="en-US" sz="1095" dirty="0" spc="-1" kern="0">
                <a:solidFill>
                  <a:srgbClr val="123E52"/>
                </a:solidFill>
                <a:latin typeface="Noto Sans" pitchFamily="34" charset="0"/>
                <a:ea typeface="Noto Sans" pitchFamily="34" charset="-122"/>
                <a:cs typeface="Noto Sans" pitchFamily="34" charset="-120"/>
              </a:rPr>
              <a:t> bước</a:t>
            </a:r>
            <a:r>
              <a:rPr lang="en-US" sz="1095" dirty="0" spc="1"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đầu</a:t>
            </a:r>
            <a:r>
              <a:rPr lang="en-US" sz="1095" dirty="0" spc="-4" kern="0">
                <a:solidFill>
                  <a:srgbClr val="123E52"/>
                </a:solidFill>
                <a:latin typeface="Noto Sans" pitchFamily="34" charset="0"/>
                <a:ea typeface="Noto Sans" pitchFamily="34" charset="-122"/>
                <a:cs typeface="Noto Sans" pitchFamily="34" charset="-120"/>
              </a:rPr>
              <a:t> ra;</a:t>
            </a:r>
            <a:r>
              <a:rPr lang="en-US" sz="1095" dirty="0" spc="-2" kern="0">
                <a:solidFill>
                  <a:srgbClr val="123E52"/>
                </a:solidFill>
                <a:latin typeface="Noto Sans" pitchFamily="34" charset="0"/>
                <a:ea typeface="Noto Sans" pitchFamily="34" charset="-122"/>
                <a:cs typeface="Noto Sans" pitchFamily="34" charset="-120"/>
              </a:rPr>
              <a:t> ghi lại dữ</a:t>
            </a:r>
            <a:r>
              <a:rPr lang="en-US" sz="1095" dirty="0" spc="-1" kern="0">
                <a:solidFill>
                  <a:srgbClr val="123E52"/>
                </a:solidFill>
                <a:latin typeface="Noto Sans" pitchFamily="34" charset="0"/>
                <a:ea typeface="Noto Sans" pitchFamily="34" charset="-122"/>
                <a:cs typeface="Noto Sans" pitchFamily="34" charset="-120"/>
              </a:rPr>
              <a:t> liệu</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điều</a:t>
            </a:r>
            <a:r>
              <a:rPr lang="en-US" sz="1095" dirty="0" spc="-1" kern="0">
                <a:solidFill>
                  <a:srgbClr val="123E52"/>
                </a:solidFill>
                <a:latin typeface="Noto Sans" pitchFamily="34" charset="0"/>
                <a:ea typeface="Noto Sans" pitchFamily="34" charset="-122"/>
                <a:cs typeface="Noto Sans" pitchFamily="34" charset="-120"/>
              </a:rPr>
              <a:t> kiện chạy</a:t>
            </a:r>
            <a:r>
              <a:rPr lang="en-US" sz="1095" dirty="0" spc="2" kern="0">
                <a:solidFill>
                  <a:srgbClr val="123E52"/>
                </a:solidFill>
                <a:latin typeface="Noto Sans" pitchFamily="34" charset="0"/>
                <a:ea typeface="Noto Sans" pitchFamily="34" charset="-122"/>
                <a:cs typeface="Noto Sans" pitchFamily="34" charset="-120"/>
              </a:rPr>
              <a:t> để</a:t>
            </a:r>
            <a:r>
              <a:rPr lang="en-US" sz="1095" dirty="0" spc="-2" kern="0">
                <a:solidFill>
                  <a:srgbClr val="123E52"/>
                </a:solidFill>
                <a:latin typeface="Noto Sans" pitchFamily="34" charset="0"/>
                <a:ea typeface="Noto Sans" pitchFamily="34" charset="-122"/>
                <a:cs typeface="Noto Sans" pitchFamily="34" charset="-120"/>
              </a:rPr>
              <a:t> kết</a:t>
            </a:r>
            <a:r>
              <a:rPr lang="en-US" sz="1095" dirty="0" spc="0" kern="0">
                <a:solidFill>
                  <a:srgbClr val="123E52"/>
                </a:solidFill>
                <a:latin typeface="Noto Sans" pitchFamily="34" charset="0"/>
                <a:ea typeface="Noto Sans" pitchFamily="34" charset="-122"/>
                <a:cs typeface="Noto Sans" pitchFamily="34" charset="-120"/>
              </a:rPr>
              <a:t> quả có</a:t>
            </a:r>
            <a:r>
              <a:rPr lang="en-US" sz="1095" dirty="0" spc="-1" kern="0">
                <a:solidFill>
                  <a:srgbClr val="123E52"/>
                </a:solidFill>
                <a:latin typeface="Noto Sans" pitchFamily="34" charset="0"/>
                <a:ea typeface="Noto Sans" pitchFamily="34" charset="-122"/>
                <a:cs typeface="Noto Sans" pitchFamily="34" charset="-120"/>
              </a:rPr>
              <a:t> thể</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4" kern="0">
                <a:solidFill>
                  <a:srgbClr val="123E52"/>
                </a:solidFill>
                <a:latin typeface="Noto Sans" pitchFamily="34" charset="0"/>
                <a:ea typeface="Noto Sans" pitchFamily="34" charset="-122"/>
                <a:cs typeface="Noto Sans" pitchFamily="34" charset="-120"/>
              </a:rPr>
              <a:t> xem</a:t>
            </a:r>
            <a:r>
              <a:rPr lang="en-US" sz="1095" dirty="0" spc="-1" kern="0">
                <a:solidFill>
                  <a:srgbClr val="123E52"/>
                </a:solidFill>
                <a:latin typeface="Noto Sans" pitchFamily="34" charset="0"/>
                <a:ea typeface="Noto Sans" pitchFamily="34" charset="-122"/>
                <a:cs typeface="Noto Sans" pitchFamily="34" charset="-120"/>
              </a:rPr>
              <a:t> lại.</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Chọn</a:t>
            </a:r>
            <a:r>
              <a:rPr lang="en-US" sz="1275" dirty="0" spc="1" kern="0">
                <a:solidFill>
                  <a:srgbClr val="123E52"/>
                </a:solidFill>
                <a:latin typeface="Lexend SemiBold" pitchFamily="34" charset="0"/>
                <a:ea typeface="Lexend SemiBold" pitchFamily="34" charset="-122"/>
                <a:cs typeface="Lexend SemiBold" pitchFamily="34" charset="-120"/>
              </a:rPr>
              <a:t> theo</a:t>
            </a:r>
            <a:r>
              <a:rPr lang="en-US" sz="1275" dirty="0" spc="3" kern="0">
                <a:solidFill>
                  <a:srgbClr val="123E52"/>
                </a:solidFill>
                <a:latin typeface="Lexend SemiBold" pitchFamily="34" charset="0"/>
                <a:ea typeface="Lexend SemiBold" pitchFamily="34" charset="-122"/>
                <a:cs typeface="Lexend SemiBold" pitchFamily="34" charset="-120"/>
              </a:rPr>
              <a:t> phạm</a:t>
            </a:r>
            <a:r>
              <a:rPr lang="en-US" sz="1275" dirty="0" spc="1" kern="0">
                <a:solidFill>
                  <a:srgbClr val="123E52"/>
                </a:solidFill>
                <a:latin typeface="Lexend SemiBold" pitchFamily="34" charset="0"/>
                <a:ea typeface="Lexend SemiBold" pitchFamily="34" charset="-122"/>
                <a:cs typeface="Lexend SemiBold" pitchFamily="34" charset="-120"/>
              </a:rPr>
              <a:t> vi</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Nếu</a:t>
            </a:r>
            <a:r>
              <a:rPr lang="en-US" sz="1095" dirty="0" spc="-2" kern="0">
                <a:solidFill>
                  <a:srgbClr val="123E52"/>
                </a:solidFill>
                <a:latin typeface="Noto Sans" pitchFamily="34" charset="0"/>
                <a:ea typeface="Noto Sans" pitchFamily="34" charset="-122"/>
                <a:cs typeface="Noto Sans" pitchFamily="34" charset="-120"/>
              </a:rPr>
              <a:t> mới bắt</a:t>
            </a:r>
            <a:r>
              <a:rPr lang="en-US" sz="1095" dirty="0" spc="2" kern="0">
                <a:solidFill>
                  <a:srgbClr val="123E52"/>
                </a:solidFill>
                <a:latin typeface="Noto Sans" pitchFamily="34" charset="0"/>
                <a:ea typeface="Noto Sans" pitchFamily="34" charset="-122"/>
                <a:cs typeface="Noto Sans" pitchFamily="34" charset="-120"/>
              </a:rPr>
              <a:t> đầu,</a:t>
            </a:r>
            <a:r>
              <a:rPr lang="en-US" sz="1095" dirty="0" spc="-1" kern="0">
                <a:solidFill>
                  <a:srgbClr val="123E52"/>
                </a:solidFill>
                <a:latin typeface="Noto Sans" pitchFamily="34" charset="0"/>
                <a:ea typeface="Noto Sans" pitchFamily="34" charset="-122"/>
                <a:cs typeface="Noto Sans" pitchFamily="34" charset="-120"/>
              </a:rPr>
              <a:t> ưu tiên</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2" kern="0">
                <a:solidFill>
                  <a:srgbClr val="123E52"/>
                </a:solidFill>
                <a:latin typeface="Noto Sans" pitchFamily="34" charset="0"/>
                <a:ea typeface="Noto Sans" pitchFamily="34" charset="-122"/>
                <a:cs typeface="Noto Sans" pitchFamily="34" charset="-120"/>
              </a:rPr>
              <a:t> giả</a:t>
            </a:r>
            <a:r>
              <a:rPr lang="en-US" sz="1095" dirty="0" spc="0" kern="0">
                <a:solidFill>
                  <a:srgbClr val="123E52"/>
                </a:solidFill>
                <a:latin typeface="Noto Sans" pitchFamily="34" charset="0"/>
                <a:ea typeface="Noto Sans" pitchFamily="34" charset="-122"/>
                <a:cs typeface="Noto Sans" pitchFamily="34" charset="-120"/>
              </a:rPr>
              <a:t> định</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5" kern="0">
                <a:solidFill>
                  <a:srgbClr val="123E52"/>
                </a:solidFill>
                <a:latin typeface="Noto Sans" pitchFamily="34" charset="0"/>
                <a:ea typeface="Noto Sans" pitchFamily="34" charset="-122"/>
                <a:cs typeface="Noto Sans" pitchFamily="34" charset="-120"/>
              </a:rPr>
              <a:t> ví</a:t>
            </a:r>
            <a:r>
              <a:rPr lang="en-US" sz="1095" dirty="0" spc="-1" kern="0">
                <a:solidFill>
                  <a:srgbClr val="123E52"/>
                </a:solidFill>
                <a:latin typeface="Noto Sans" pitchFamily="34" charset="0"/>
                <a:ea typeface="Noto Sans" pitchFamily="34" charset="-122"/>
                <a:cs typeface="Noto Sans" pitchFamily="34" charset="-120"/>
              </a:rPr>
              <a:t> dụ</a:t>
            </a:r>
            <a:r>
              <a:rPr lang="en-US" sz="1095" dirty="0" spc="0" kern="0">
                <a:solidFill>
                  <a:srgbClr val="123E52"/>
                </a:solidFill>
                <a:latin typeface="Noto Sans" pitchFamily="34" charset="0"/>
                <a:ea typeface="Noto Sans" pitchFamily="34" charset="-122"/>
                <a:cs typeface="Noto Sans" pitchFamily="34" charset="-120"/>
              </a:rPr>
              <a:t> cụ thể phù</a:t>
            </a:r>
            <a:r>
              <a:rPr lang="en-US" sz="1095" dirty="0" spc="-1" kern="0">
                <a:solidFill>
                  <a:srgbClr val="123E52"/>
                </a:solidFill>
                <a:latin typeface="Noto Sans" pitchFamily="34" charset="0"/>
                <a:ea typeface="Noto Sans" pitchFamily="34" charset="-122"/>
                <a:cs typeface="Noto Sans" pitchFamily="34" charset="-120"/>
              </a:rPr>
              <a:t> hợp kiến thức</a:t>
            </a:r>
            <a:r>
              <a:rPr lang="en-US" sz="1095" dirty="0" spc="0" kern="0">
                <a:solidFill>
                  <a:srgbClr val="123E52"/>
                </a:solidFill>
                <a:latin typeface="Noto Sans" pitchFamily="34" charset="0"/>
                <a:ea typeface="Noto Sans" pitchFamily="34" charset="-122"/>
                <a:cs typeface="Noto Sans" pitchFamily="34" charset="-120"/>
              </a:rPr>
              <a:t> hiện</a:t>
            </a:r>
            <a:r>
              <a:rPr lang="en-US" sz="1095" dirty="0" spc="-1" kern="0">
                <a:solidFill>
                  <a:srgbClr val="123E52"/>
                </a:solidFill>
                <a:latin typeface="Noto Sans" pitchFamily="34" charset="0"/>
                <a:ea typeface="Noto Sans" pitchFamily="34" charset="-122"/>
                <a:cs typeface="Noto Sans" pitchFamily="34" charset="-120"/>
              </a:rPr>
              <a:t> tại.</a:t>
            </a:r>
            <a:r>
              <a:rPr lang="en-US" sz="1095" dirty="0" spc="1" kern="0">
                <a:solidFill>
                  <a:srgbClr val="123E52"/>
                </a:solidFill>
                <a:latin typeface="Noto Sans" pitchFamily="34" charset="0"/>
                <a:ea typeface="Noto Sans" pitchFamily="34" charset="-122"/>
                <a:cs typeface="Noto Sans" pitchFamily="34" charset="-120"/>
              </a:rPr>
              <a:t> Report</a:t>
            </a:r>
            <a:r>
              <a:rPr lang="en-US" sz="1095" dirty="0" spc="-1" kern="0">
                <a:solidFill>
                  <a:srgbClr val="123E52"/>
                </a:solidFill>
                <a:latin typeface="Noto Sans" pitchFamily="34" charset="0"/>
                <a:ea typeface="Noto Sans" pitchFamily="34" charset="-122"/>
                <a:cs typeface="Noto Sans" pitchFamily="34" charset="-120"/>
              </a:rPr>
              <a:t> không</a:t>
            </a:r>
            <a:r>
              <a:rPr lang="en-US" sz="1095" dirty="0" spc="-4" kern="0">
                <a:solidFill>
                  <a:srgbClr val="123E52"/>
                </a:solidFill>
                <a:latin typeface="Noto Sans" pitchFamily="34" charset="0"/>
                <a:ea typeface="Noto Sans" pitchFamily="34" charset="-122"/>
                <a:cs typeface="Noto Sans" pitchFamily="34" charset="-120"/>
              </a:rPr>
              <a:t> xếp</a:t>
            </a:r>
            <a:r>
              <a:rPr lang="en-US" sz="1095" dirty="0" spc="0" kern="0">
                <a:solidFill>
                  <a:srgbClr val="123E52"/>
                </a:solidFill>
                <a:latin typeface="Noto Sans" pitchFamily="34" charset="0"/>
                <a:ea typeface="Noto Sans" pitchFamily="34" charset="-122"/>
                <a:cs typeface="Noto Sans" pitchFamily="34" charset="-120"/>
              </a:rPr>
              <a:t> hạng độ</a:t>
            </a:r>
            <a:r>
              <a:rPr lang="en-US" sz="1095" dirty="0" spc="-1" kern="0">
                <a:solidFill>
                  <a:srgbClr val="123E52"/>
                </a:solidFill>
                <a:latin typeface="Noto Sans" pitchFamily="34" charset="0"/>
                <a:ea typeface="Noto Sans" pitchFamily="34" charset="-122"/>
                <a:cs typeface="Noto Sans" pitchFamily="34" charset="-120"/>
              </a:rPr>
              <a:t> khó</a:t>
            </a:r>
            <a:r>
              <a:rPr lang="en-US" sz="1095" dirty="0" spc="0" kern="0">
                <a:solidFill>
                  <a:srgbClr val="123E52"/>
                </a:solidFill>
                <a:latin typeface="Noto Sans" pitchFamily="34" charset="0"/>
                <a:ea typeface="Noto Sans" pitchFamily="34" charset="-122"/>
                <a:cs typeface="Noto Sans" pitchFamily="34" charset="-120"/>
              </a:rPr>
              <a:t> chính</a:t>
            </a:r>
            <a:r>
              <a:rPr lang="en-US" sz="1095" dirty="0" spc="-1" kern="0">
                <a:solidFill>
                  <a:srgbClr val="123E52"/>
                </a:solidFill>
                <a:latin typeface="Noto Sans" pitchFamily="34" charset="0"/>
                <a:ea typeface="Noto Sans" pitchFamily="34" charset="-122"/>
                <a:cs typeface="Noto Sans" pitchFamily="34" charset="-120"/>
              </a:rPr>
              <a:t> thức</a:t>
            </a:r>
            <a:r>
              <a:rPr lang="en-US" sz="1095" dirty="0" spc="0" kern="0">
                <a:solidFill>
                  <a:srgbClr val="123E52"/>
                </a:solidFill>
                <a:latin typeface="Noto Sans" pitchFamily="34" charset="0"/>
                <a:ea typeface="Noto Sans" pitchFamily="34" charset="-122"/>
                <a:cs typeface="Noto Sans" pitchFamily="34" charset="-120"/>
              </a:rPr>
              <a:t> của các</a:t>
            </a:r>
            <a:r>
              <a:rPr lang="en-US" sz="1095" dirty="0" spc="-3" kern="0">
                <a:solidFill>
                  <a:srgbClr val="123E52"/>
                </a:solidFill>
                <a:latin typeface="Noto Sans" pitchFamily="34" charset="0"/>
                <a:ea typeface="Noto Sans" pitchFamily="34" charset="-122"/>
                <a:cs typeface="Noto Sans" pitchFamily="34" charset="-120"/>
              </a:rPr>
              <a:t> tài</a:t>
            </a:r>
            <a:r>
              <a:rPr lang="en-US" sz="1095" dirty="0" spc="0" kern="0">
                <a:solidFill>
                  <a:srgbClr val="123E52"/>
                </a:solidFill>
                <a:latin typeface="Noto Sans" pitchFamily="34" charset="0"/>
                <a:ea typeface="Noto Sans" pitchFamily="34" charset="-122"/>
                <a:cs typeface="Noto Sans" pitchFamily="34" charset="-120"/>
              </a:rPr>
              <a:t> liệu.</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 A Large Language Model (LLM)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Python: Implement a Neural Network from Scratch ↗</a:t>
            </a:r>
            <a:endParaRPr lang="en-US" sz="938" dirty="0"/>
          </a:p>
        </p:txBody>
      </p:sp>
      <p:sp>
        <p:nvSpPr>
          <p:cNvPr id="22" name="Connector line-1792810736834-419784000"/>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12</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fcd8e54d-45b5-40d3-89be-4d82f816554e"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0" kern="0">
                <a:solidFill>
                  <a:srgbClr val="123E52"/>
                </a:solidFill>
                <a:latin typeface="Lexend SemiBold" pitchFamily="34" charset="0"/>
                <a:ea typeface="Lexend SemiBold" pitchFamily="34" charset="-122"/>
                <a:cs typeface="Lexend SemiBold" pitchFamily="34" charset="-120"/>
              </a:rPr>
              <a:t>Đồ</a:t>
            </a:r>
            <a:r>
              <a:rPr lang="en-US" sz="2175" dirty="0" spc="3" kern="0">
                <a:solidFill>
                  <a:srgbClr val="123E52"/>
                </a:solidFill>
                <a:latin typeface="Lexend SemiBold" pitchFamily="34" charset="0"/>
                <a:ea typeface="Lexend SemiBold" pitchFamily="34" charset="-122"/>
                <a:cs typeface="Lexend SemiBold" pitchFamily="34" charset="-120"/>
              </a:rPr>
              <a:t> họa,</a:t>
            </a:r>
            <a:r>
              <a:rPr lang="en-US" sz="2175" dirty="0" spc="2" kern="0">
                <a:solidFill>
                  <a:srgbClr val="123E52"/>
                </a:solidFill>
                <a:latin typeface="Lexend SemiBold" pitchFamily="34" charset="0"/>
                <a:ea typeface="Lexend SemiBold" pitchFamily="34" charset="-122"/>
                <a:cs typeface="Lexend SemiBold" pitchFamily="34" charset="-120"/>
              </a:rPr>
              <a:t> game</a:t>
            </a:r>
            <a:r>
              <a:rPr lang="en-US" sz="2175" dirty="0" spc="3" kern="0">
                <a:solidFill>
                  <a:srgbClr val="123E52"/>
                </a:solidFill>
                <a:latin typeface="Lexend SemiBold" pitchFamily="34" charset="0"/>
                <a:ea typeface="Lexend SemiBold" pitchFamily="34" charset="-122"/>
                <a:cs typeface="Lexend SemiBold" pitchFamily="34" charset="-120"/>
              </a:rPr>
              <a:t> &amp; mô phỏng</a:t>
            </a:r>
            <a:endParaRPr lang="en-US" sz="2175" dirty="0"/>
          </a:p>
        </p:txBody>
      </p:sp>
      <p:sp>
        <p:nvSpPr>
          <p:cNvPr id="5" name="Connector line-1792810739644-673608315"/>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1" kern="0">
                <a:solidFill>
                  <a:srgbClr val="123E52"/>
                </a:solidFill>
                <a:latin typeface="Noto Sans" pitchFamily="34" charset="0"/>
                <a:ea typeface="Noto Sans" pitchFamily="34" charset="-122"/>
                <a:cs typeface="Noto Sans" pitchFamily="34" charset="-120"/>
              </a:rPr>
              <a:t>3D</a:t>
            </a:r>
            <a:r>
              <a:rPr lang="en-US" sz="1313" dirty="0" spc="-21" kern="0">
                <a:solidFill>
                  <a:srgbClr val="123E52"/>
                </a:solidFill>
                <a:latin typeface="Noto Sans" pitchFamily="34" charset="0"/>
                <a:ea typeface="Noto Sans" pitchFamily="34" charset="-122"/>
                <a:cs typeface="Noto Sans" pitchFamily="34" charset="-120"/>
              </a:rPr>
              <a:t> Renderer,</a:t>
            </a:r>
            <a:r>
              <a:rPr lang="en-US" sz="1313" dirty="0" spc="2" kern="0">
                <a:solidFill>
                  <a:srgbClr val="123E52"/>
                </a:solidFill>
                <a:latin typeface="Noto Sans" pitchFamily="34" charset="0"/>
                <a:ea typeface="Noto Sans" pitchFamily="34" charset="-122"/>
                <a:cs typeface="Noto Sans" pitchFamily="34" charset="-120"/>
              </a:rPr>
              <a:t> Game,</a:t>
            </a:r>
            <a:r>
              <a:rPr lang="en-US" sz="1313" dirty="0" spc="1" kern="0">
                <a:solidFill>
                  <a:srgbClr val="123E52"/>
                </a:solidFill>
                <a:latin typeface="Noto Sans" pitchFamily="34" charset="0"/>
                <a:ea typeface="Noto Sans" pitchFamily="34" charset="-122"/>
                <a:cs typeface="Noto Sans" pitchFamily="34" charset="-120"/>
              </a:rPr>
              <a:t> Physics Engine và</a:t>
            </a:r>
            <a:r>
              <a:rPr lang="en-US" sz="1313" dirty="0" spc="-13" kern="0">
                <a:solidFill>
                  <a:srgbClr val="123E52"/>
                </a:solidFill>
                <a:latin typeface="Noto Sans" pitchFamily="34" charset="0"/>
                <a:ea typeface="Noto Sans" pitchFamily="34" charset="-122"/>
                <a:cs typeface="Noto Sans" pitchFamily="34" charset="-120"/>
              </a:rPr>
              <a:t> Voxel</a:t>
            </a:r>
            <a:r>
              <a:rPr lang="en-US" sz="1313" dirty="0" spc="1" kern="0">
                <a:solidFill>
                  <a:srgbClr val="123E52"/>
                </a:solidFill>
                <a:latin typeface="Noto Sans" pitchFamily="34" charset="0"/>
                <a:ea typeface="Noto Sans" pitchFamily="34" charset="-122"/>
                <a:cs typeface="Noto Sans" pitchFamily="34" charset="-120"/>
              </a:rPr>
              <a:t> Engine</a:t>
            </a:r>
            <a:r>
              <a:rPr lang="en-US" sz="1313" dirty="0" spc="0" kern="0">
                <a:solidFill>
                  <a:srgbClr val="123E52"/>
                </a:solidFill>
                <a:latin typeface="Noto Sans" pitchFamily="34" charset="0"/>
                <a:ea typeface="Noto Sans" pitchFamily="34" charset="-122"/>
                <a:cs typeface="Noto Sans" pitchFamily="34" charset="-120"/>
              </a:rPr>
              <a:t> cho</a:t>
            </a:r>
            <a:r>
              <a:rPr lang="en-US" sz="1313" dirty="0" spc="-1" kern="0">
                <a:solidFill>
                  <a:srgbClr val="123E52"/>
                </a:solidFill>
                <a:latin typeface="Noto Sans" pitchFamily="34" charset="0"/>
                <a:ea typeface="Noto Sans" pitchFamily="34" charset="-122"/>
                <a:cs typeface="Noto Sans" pitchFamily="34" charset="-120"/>
              </a:rPr>
              <a:t> phép</a:t>
            </a:r>
            <a:r>
              <a:rPr lang="en-US" sz="1313" dirty="0" spc="0" kern="0">
                <a:solidFill>
                  <a:srgbClr val="123E52"/>
                </a:solidFill>
                <a:latin typeface="Noto Sans" pitchFamily="34" charset="0"/>
                <a:ea typeface="Noto Sans" pitchFamily="34" charset="-122"/>
                <a:cs typeface="Noto Sans" pitchFamily="34" charset="-120"/>
              </a:rPr>
              <a:t> nhìn thấy</a:t>
            </a:r>
            <a:r>
              <a:rPr lang="en-US" sz="1313" dirty="0" spc="1" kern="0">
                <a:solidFill>
                  <a:srgbClr val="123E52"/>
                </a:solidFill>
                <a:latin typeface="Noto Sans" pitchFamily="34" charset="0"/>
                <a:ea typeface="Noto Sans" pitchFamily="34" charset="-122"/>
                <a:cs typeface="Noto Sans" pitchFamily="34" charset="-120"/>
              </a:rPr>
              <a:t> kết</a:t>
            </a:r>
            <a:r>
              <a:rPr lang="en-US" sz="1313" dirty="0" spc="-1" kern="0">
                <a:solidFill>
                  <a:srgbClr val="123E52"/>
                </a:solidFill>
                <a:latin typeface="Noto Sans" pitchFamily="34" charset="0"/>
                <a:ea typeface="Noto Sans" pitchFamily="34" charset="-122"/>
                <a:cs typeface="Noto Sans" pitchFamily="34" charset="-120"/>
              </a:rPr>
              <a:t> quả</a:t>
            </a:r>
            <a:r>
              <a:rPr lang="en-US" sz="1313" dirty="0" spc="2" kern="0">
                <a:solidFill>
                  <a:srgbClr val="123E52"/>
                </a:solidFill>
                <a:latin typeface="Noto Sans" pitchFamily="34" charset="0"/>
                <a:ea typeface="Noto Sans" pitchFamily="34" charset="-122"/>
                <a:cs typeface="Noto Sans" pitchFamily="34" charset="-120"/>
              </a:rPr>
              <a:t> của</a:t>
            </a:r>
            <a:r>
              <a:rPr lang="en-US" sz="1313" dirty="0" spc="0" kern="0">
                <a:solidFill>
                  <a:srgbClr val="123E52"/>
                </a:solidFill>
                <a:latin typeface="Noto Sans" pitchFamily="34" charset="0"/>
                <a:ea typeface="Noto Sans" pitchFamily="34" charset="-122"/>
                <a:cs typeface="Noto Sans" pitchFamily="34" charset="-120"/>
              </a:rPr>
              <a:t> thuật</a:t>
            </a:r>
            <a:r>
              <a:rPr lang="en-US" sz="1313" dirty="0" spc="-1" kern="0">
                <a:solidFill>
                  <a:srgbClr val="123E52"/>
                </a:solidFill>
                <a:latin typeface="Noto Sans" pitchFamily="34" charset="0"/>
                <a:ea typeface="Noto Sans" pitchFamily="34" charset="-122"/>
                <a:cs typeface="Noto Sans" pitchFamily="34" charset="-120"/>
              </a:rPr>
              <a:t> toán.</a:t>
            </a:r>
            <a:r>
              <a:rPr lang="en-US" sz="1313" dirty="0" spc="2" kern="0">
                <a:solidFill>
                  <a:srgbClr val="123E52"/>
                </a:solidFill>
                <a:latin typeface="Noto Sans" pitchFamily="34" charset="0"/>
                <a:ea typeface="Noto Sans" pitchFamily="34" charset="-122"/>
                <a:cs typeface="Noto Sans" pitchFamily="34" charset="-120"/>
              </a:rPr>
              <a:t> Kết</a:t>
            </a:r>
            <a:r>
              <a:rPr lang="en-US" sz="1313" dirty="0" spc="-1" kern="0">
                <a:solidFill>
                  <a:srgbClr val="123E52"/>
                </a:solidFill>
                <a:latin typeface="Noto Sans" pitchFamily="34" charset="0"/>
                <a:ea typeface="Noto Sans" pitchFamily="34" charset="-122"/>
                <a:cs typeface="Noto Sans" pitchFamily="34" charset="-120"/>
              </a:rPr>
              <a:t> quả</a:t>
            </a:r>
            <a:r>
              <a:rPr lang="en-US" sz="1313" dirty="0" spc="2" kern="0">
                <a:solidFill>
                  <a:srgbClr val="123E52"/>
                </a:solidFill>
                <a:latin typeface="Noto Sans" pitchFamily="34" charset="0"/>
                <a:ea typeface="Noto Sans" pitchFamily="34" charset="-122"/>
                <a:cs typeface="Noto Sans" pitchFamily="34" charset="-120"/>
              </a:rPr>
              <a:t> trực</a:t>
            </a:r>
            <a:r>
              <a:rPr lang="en-US" sz="1313" dirty="0" spc="0" kern="0">
                <a:solidFill>
                  <a:srgbClr val="123E52"/>
                </a:solidFill>
                <a:latin typeface="Noto Sans" pitchFamily="34" charset="0"/>
                <a:ea typeface="Noto Sans" pitchFamily="34" charset="-122"/>
                <a:cs typeface="Noto Sans" pitchFamily="34" charset="-120"/>
              </a:rPr>
              <a:t> quan</a:t>
            </a:r>
            <a:r>
              <a:rPr lang="en-US" sz="1313" dirty="0" spc="1" kern="0">
                <a:solidFill>
                  <a:srgbClr val="123E52"/>
                </a:solidFill>
                <a:latin typeface="Noto Sans" pitchFamily="34" charset="0"/>
                <a:ea typeface="Noto Sans" pitchFamily="34" charset="-122"/>
                <a:cs typeface="Noto Sans" pitchFamily="34" charset="-120"/>
              </a:rPr>
              <a:t> là</a:t>
            </a:r>
            <a:r>
              <a:rPr lang="en-US" sz="1313" dirty="0" spc="0" kern="0">
                <a:solidFill>
                  <a:srgbClr val="123E52"/>
                </a:solidFill>
                <a:latin typeface="Noto Sans" pitchFamily="34" charset="0"/>
                <a:ea typeface="Noto Sans" pitchFamily="34" charset="-122"/>
                <a:cs typeface="Noto Sans" pitchFamily="34" charset="-120"/>
              </a:rPr>
              <a:t> lợi</a:t>
            </a:r>
            <a:r>
              <a:rPr lang="en-US" sz="1313" dirty="0" spc="2" kern="0">
                <a:solidFill>
                  <a:srgbClr val="123E52"/>
                </a:solidFill>
                <a:latin typeface="Noto Sans" pitchFamily="34" charset="0"/>
                <a:ea typeface="Noto Sans" pitchFamily="34" charset="-122"/>
                <a:cs typeface="Noto Sans" pitchFamily="34" charset="-120"/>
              </a:rPr>
              <a:t> thế,</a:t>
            </a:r>
            <a:r>
              <a:rPr lang="en-US" sz="1313" dirty="0" spc="-1" kern="0">
                <a:solidFill>
                  <a:srgbClr val="123E52"/>
                </a:solidFill>
                <a:latin typeface="Noto Sans" pitchFamily="34" charset="0"/>
                <a:ea typeface="Noto Sans" pitchFamily="34" charset="-122"/>
                <a:cs typeface="Noto Sans" pitchFamily="34" charset="-120"/>
              </a:rPr>
              <a:t> nhưng</a:t>
            </a:r>
            <a:r>
              <a:rPr lang="en-US" sz="1313" dirty="0" spc="1" kern="0">
                <a:solidFill>
                  <a:srgbClr val="123E52"/>
                </a:solidFill>
                <a:latin typeface="Noto Sans" pitchFamily="34" charset="0"/>
                <a:ea typeface="Noto Sans" pitchFamily="34" charset="-122"/>
                <a:cs typeface="Noto Sans" pitchFamily="34" charset="-120"/>
              </a:rPr>
              <a:t> vẫn</a:t>
            </a:r>
            <a:r>
              <a:rPr lang="en-US" sz="1313" dirty="0" spc="2" kern="0">
                <a:solidFill>
                  <a:srgbClr val="123E52"/>
                </a:solidFill>
                <a:latin typeface="Noto Sans" pitchFamily="34" charset="0"/>
                <a:ea typeface="Noto Sans" pitchFamily="34" charset="-122"/>
                <a:cs typeface="Noto Sans" pitchFamily="34" charset="-120"/>
              </a:rPr>
              <a:t> cần</a:t>
            </a:r>
            <a:r>
              <a:rPr lang="en-US" sz="1313" dirty="0" spc="-1" kern="0">
                <a:solidFill>
                  <a:srgbClr val="123E52"/>
                </a:solidFill>
                <a:latin typeface="Noto Sans" pitchFamily="34" charset="0"/>
                <a:ea typeface="Noto Sans" pitchFamily="34" charset="-122"/>
                <a:cs typeface="Noto Sans" pitchFamily="34" charset="-120"/>
              </a:rPr>
              <a:t> phân</a:t>
            </a:r>
            <a:r>
              <a:rPr lang="en-US" sz="1313" dirty="0" spc="0" kern="0">
                <a:solidFill>
                  <a:srgbClr val="123E52"/>
                </a:solidFill>
                <a:latin typeface="Noto Sans" pitchFamily="34" charset="0"/>
                <a:ea typeface="Noto Sans" pitchFamily="34" charset="-122"/>
                <a:cs typeface="Noto Sans" pitchFamily="34" charset="-120"/>
              </a:rPr>
              <a:t> biệt phần</a:t>
            </a:r>
            <a:r>
              <a:rPr lang="en-US" sz="1313" dirty="0" spc="1" kern="0">
                <a:solidFill>
                  <a:srgbClr val="123E52"/>
                </a:solidFill>
                <a:latin typeface="Noto Sans" pitchFamily="34" charset="0"/>
                <a:ea typeface="Noto Sans" pitchFamily="34" charset="-122"/>
                <a:cs typeface="Noto Sans" pitchFamily="34" charset="-120"/>
              </a:rPr>
              <a:t> cơ</a:t>
            </a:r>
            <a:r>
              <a:rPr lang="en-US" sz="1313" dirty="0" spc="3" kern="0">
                <a:solidFill>
                  <a:srgbClr val="123E52"/>
                </a:solidFill>
                <a:latin typeface="Noto Sans" pitchFamily="34" charset="0"/>
                <a:ea typeface="Noto Sans" pitchFamily="34" charset="-122"/>
                <a:cs typeface="Noto Sans" pitchFamily="34" charset="-120"/>
              </a:rPr>
              <a:t> chế</a:t>
            </a:r>
            <a:r>
              <a:rPr lang="en-US" sz="1313" dirty="0" spc="2" kern="0">
                <a:solidFill>
                  <a:srgbClr val="123E52"/>
                </a:solidFill>
                <a:latin typeface="Noto Sans" pitchFamily="34" charset="0"/>
                <a:ea typeface="Noto Sans" pitchFamily="34" charset="-122"/>
                <a:cs typeface="Noto Sans" pitchFamily="34" charset="-120"/>
              </a:rPr>
              <a:t> mà</a:t>
            </a:r>
            <a:r>
              <a:rPr lang="en-US" sz="1313" dirty="0" spc="-1" kern="0">
                <a:solidFill>
                  <a:srgbClr val="123E52"/>
                </a:solidFill>
                <a:latin typeface="Noto Sans" pitchFamily="34" charset="0"/>
                <a:ea typeface="Noto Sans" pitchFamily="34" charset="-122"/>
                <a:cs typeface="Noto Sans" pitchFamily="34" charset="-120"/>
              </a:rPr>
              <a:t> bạn đang</a:t>
            </a:r>
            <a:r>
              <a:rPr lang="en-US" sz="1313" dirty="0" spc="1" kern="0">
                <a:solidFill>
                  <a:srgbClr val="123E52"/>
                </a:solidFill>
                <a:latin typeface="Noto Sans" pitchFamily="34" charset="0"/>
                <a:ea typeface="Noto Sans" pitchFamily="34" charset="-122"/>
                <a:cs typeface="Noto Sans" pitchFamily="34" charset="-120"/>
              </a:rPr>
              <a:t> thực</a:t>
            </a:r>
            <a:r>
              <a:rPr lang="en-US" sz="1313" dirty="0" spc="2" kern="0">
                <a:solidFill>
                  <a:srgbClr val="123E52"/>
                </a:solidFill>
                <a:latin typeface="Noto Sans" pitchFamily="34" charset="0"/>
                <a:ea typeface="Noto Sans" pitchFamily="34" charset="-122"/>
                <a:cs typeface="Noto Sans" pitchFamily="34" charset="-120"/>
              </a:rPr>
              <a:t> sự</a:t>
            </a:r>
            <a:r>
              <a:rPr lang="en-US" sz="1313" dirty="0" spc="0" kern="0">
                <a:solidFill>
                  <a:srgbClr val="123E52"/>
                </a:solidFill>
                <a:latin typeface="Noto Sans" pitchFamily="34" charset="0"/>
                <a:ea typeface="Noto Sans" pitchFamily="34" charset="-122"/>
                <a:cs typeface="Noto Sans" pitchFamily="34" charset="-120"/>
              </a:rPr>
              <a:t> tự</a:t>
            </a:r>
            <a:r>
              <a:rPr lang="en-US" sz="1313" dirty="0" spc="-12" kern="0">
                <a:solidFill>
                  <a:srgbClr val="123E52"/>
                </a:solidFill>
                <a:latin typeface="Noto Sans" pitchFamily="34" charset="0"/>
                <a:ea typeface="Noto Sans" pitchFamily="34" charset="-122"/>
                <a:cs typeface="Noto Sans" pitchFamily="34" charset="-120"/>
              </a:rPr>
              <a:t> xây.</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Đặt</a:t>
            </a:r>
            <a:r>
              <a:rPr lang="en-US" sz="1275" dirty="0" spc="1" kern="0">
                <a:solidFill>
                  <a:srgbClr val="123E52"/>
                </a:solidFill>
                <a:latin typeface="Lexend SemiBold" pitchFamily="34" charset="0"/>
                <a:ea typeface="Lexend SemiBold" pitchFamily="34" charset="-122"/>
                <a:cs typeface="Lexend SemiBold" pitchFamily="34" charset="-120"/>
              </a:rPr>
              <a:t> câu</a:t>
            </a:r>
            <a:r>
              <a:rPr lang="en-US" sz="1275" dirty="0" spc="2" kern="0">
                <a:solidFill>
                  <a:srgbClr val="123E52"/>
                </a:solidFill>
                <a:latin typeface="Lexend SemiBold" pitchFamily="34" charset="0"/>
                <a:ea typeface="Lexend SemiBold" pitchFamily="34" charset="-122"/>
                <a:cs typeface="Lexend SemiBold" pitchFamily="34" charset="-120"/>
              </a:rPr>
              <a:t> hỏi</a:t>
            </a:r>
            <a:r>
              <a:rPr lang="en-US" sz="1275" dirty="0" spc="0" kern="0">
                <a:solidFill>
                  <a:srgbClr val="123E52"/>
                </a:solidFill>
                <a:latin typeface="Lexend SemiBold" pitchFamily="34" charset="0"/>
                <a:ea typeface="Lexend SemiBold" pitchFamily="34" charset="-122"/>
                <a:cs typeface="Lexend SemiBold" pitchFamily="34" charset="-120"/>
              </a:rPr>
              <a:t> theo</a:t>
            </a:r>
            <a:r>
              <a:rPr lang="en-US" sz="1275" dirty="0" spc="4" kern="0">
                <a:solidFill>
                  <a:srgbClr val="123E52"/>
                </a:solidFill>
                <a:latin typeface="Lexend SemiBold" pitchFamily="34" charset="0"/>
                <a:ea typeface="Lexend SemiBold" pitchFamily="34" charset="-122"/>
                <a:cs typeface="Lexend SemiBold" pitchFamily="34" charset="-120"/>
              </a:rPr>
              <a:t> hình</a:t>
            </a:r>
            <a:r>
              <a:rPr lang="en-US" sz="1275" dirty="0" spc="5" kern="0">
                <a:solidFill>
                  <a:srgbClr val="123E52"/>
                </a:solidFill>
                <a:latin typeface="Lexend SemiBold" pitchFamily="34" charset="0"/>
                <a:ea typeface="Lexend SemiBold" pitchFamily="34" charset="-122"/>
                <a:cs typeface="Lexend SemiBold" pitchFamily="34" charset="-120"/>
              </a:rPr>
              <a:t> ảnh</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5" kern="0">
                <a:solidFill>
                  <a:srgbClr val="123E52"/>
                </a:solidFill>
                <a:latin typeface="Noto Sans" pitchFamily="34" charset="0"/>
                <a:ea typeface="Noto Sans" pitchFamily="34" charset="-122"/>
                <a:cs typeface="Noto Sans" pitchFamily="34" charset="-120"/>
              </a:rPr>
              <a:t>Ví</a:t>
            </a:r>
            <a:r>
              <a:rPr lang="en-US" sz="1095" dirty="0" spc="-1" kern="0">
                <a:solidFill>
                  <a:srgbClr val="123E52"/>
                </a:solidFill>
                <a:latin typeface="Noto Sans" pitchFamily="34" charset="0"/>
                <a:ea typeface="Noto Sans" pitchFamily="34" charset="-122"/>
                <a:cs typeface="Noto Sans" pitchFamily="34" charset="-120"/>
              </a:rPr>
              <a:t> dụ</a:t>
            </a:r>
            <a:r>
              <a:rPr lang="en-US" sz="1095" dirty="0" spc="0" kern="0">
                <a:solidFill>
                  <a:srgbClr val="123E52"/>
                </a:solidFill>
                <a:latin typeface="Noto Sans" pitchFamily="34" charset="0"/>
                <a:ea typeface="Noto Sans" pitchFamily="34" charset="-122"/>
                <a:cs typeface="Noto Sans" pitchFamily="34" charset="-120"/>
              </a:rPr>
              <a:t> của</a:t>
            </a:r>
            <a:r>
              <a:rPr lang="en-US" sz="1095" dirty="0" spc="-1" kern="0">
                <a:solidFill>
                  <a:srgbClr val="123E52"/>
                </a:solidFill>
                <a:latin typeface="Noto Sans" pitchFamily="34" charset="0"/>
                <a:ea typeface="Noto Sans" pitchFamily="34" charset="-122"/>
                <a:cs typeface="Noto Sans" pitchFamily="34" charset="-120"/>
              </a:rPr>
              <a:t> người viết:</a:t>
            </a:r>
            <a:r>
              <a:rPr lang="en-US" sz="1095" dirty="0" spc="-3"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điểm</a:t>
            </a:r>
            <a:r>
              <a:rPr lang="en-US" sz="1095" dirty="0" spc="-5" kern="0">
                <a:solidFill>
                  <a:srgbClr val="123E52"/>
                </a:solidFill>
                <a:latin typeface="Noto Sans" pitchFamily="34" charset="0"/>
                <a:ea typeface="Noto Sans" pitchFamily="34" charset="-122"/>
                <a:cs typeface="Noto Sans" pitchFamily="34" charset="-120"/>
              </a:rPr>
              <a:t> trong</a:t>
            </a:r>
            <a:r>
              <a:rPr lang="en-US" sz="1095" dirty="0" spc="-1" kern="0">
                <a:solidFill>
                  <a:srgbClr val="123E52"/>
                </a:solidFill>
                <a:latin typeface="Noto Sans" pitchFamily="34" charset="0"/>
                <a:ea typeface="Noto Sans" pitchFamily="34" charset="-122"/>
                <a:cs typeface="Noto Sans" pitchFamily="34" charset="-120"/>
              </a:rPr>
              <a:t> mô hình</a:t>
            </a:r>
            <a:r>
              <a:rPr lang="en-US" sz="1095" dirty="0" spc="-6" kern="0">
                <a:solidFill>
                  <a:srgbClr val="123E52"/>
                </a:solidFill>
                <a:latin typeface="Noto Sans" pitchFamily="34" charset="0"/>
                <a:ea typeface="Noto Sans" pitchFamily="34" charset="-122"/>
                <a:cs typeface="Noto Sans" pitchFamily="34" charset="-120"/>
              </a:rPr>
              <a:t> trở</a:t>
            </a:r>
            <a:r>
              <a:rPr lang="en-US" sz="1095" dirty="0" spc="0" kern="0">
                <a:solidFill>
                  <a:srgbClr val="123E52"/>
                </a:solidFill>
                <a:latin typeface="Noto Sans" pitchFamily="34" charset="0"/>
                <a:ea typeface="Noto Sans" pitchFamily="34" charset="-122"/>
                <a:cs typeface="Noto Sans" pitchFamily="34" charset="-120"/>
              </a:rPr>
              <a:t> thành</a:t>
            </a:r>
            <a:r>
              <a:rPr lang="en-US" sz="1095" dirty="0" spc="-1" kern="0">
                <a:solidFill>
                  <a:srgbClr val="123E52"/>
                </a:solidFill>
                <a:latin typeface="Noto Sans" pitchFamily="34" charset="0"/>
                <a:ea typeface="Noto Sans" pitchFamily="34" charset="-122"/>
                <a:cs typeface="Noto Sans" pitchFamily="34" charset="-120"/>
              </a:rPr>
              <a:t> điểm</a:t>
            </a:r>
            <a:r>
              <a:rPr lang="en-US" sz="1095" dirty="0" spc="1" kern="0">
                <a:solidFill>
                  <a:srgbClr val="123E52"/>
                </a:solidFill>
                <a:latin typeface="Noto Sans" pitchFamily="34" charset="0"/>
                <a:ea typeface="Noto Sans" pitchFamily="34" charset="-122"/>
                <a:cs typeface="Noto Sans" pitchFamily="34" charset="-120"/>
              </a:rPr>
              <a:t> ảnh</a:t>
            </a:r>
            <a:r>
              <a:rPr lang="en-US" sz="1095" dirty="0" spc="0" kern="0">
                <a:solidFill>
                  <a:srgbClr val="123E52"/>
                </a:solidFill>
                <a:latin typeface="Noto Sans" pitchFamily="34" charset="0"/>
                <a:ea typeface="Noto Sans" pitchFamily="34" charset="-122"/>
                <a:cs typeface="Noto Sans" pitchFamily="34" charset="-120"/>
              </a:rPr>
              <a:t> như thế</a:t>
            </a:r>
            <a:r>
              <a:rPr lang="en-US" sz="1095" dirty="0" spc="1" kern="0">
                <a:solidFill>
                  <a:srgbClr val="123E52"/>
                </a:solidFill>
                <a:latin typeface="Noto Sans" pitchFamily="34" charset="0"/>
                <a:ea typeface="Noto Sans" pitchFamily="34" charset="-122"/>
                <a:cs typeface="Noto Sans" pitchFamily="34" charset="-120"/>
              </a:rPr>
              <a:t> nào,</a:t>
            </a:r>
            <a:r>
              <a:rPr lang="en-US" sz="1095" dirty="0" spc="0" kern="0">
                <a:solidFill>
                  <a:srgbClr val="123E52"/>
                </a:solidFill>
                <a:latin typeface="Noto Sans" pitchFamily="34" charset="0"/>
                <a:ea typeface="Noto Sans" pitchFamily="34" charset="-122"/>
                <a:cs typeface="Noto Sans" pitchFamily="34" charset="-120"/>
              </a:rPr>
              <a:t> hoặc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thay</a:t>
            </a:r>
            <a:r>
              <a:rPr lang="en-US" sz="1095" dirty="0" spc="-2" kern="0">
                <a:solidFill>
                  <a:srgbClr val="123E52"/>
                </a:solidFill>
                <a:latin typeface="Noto Sans" pitchFamily="34" charset="0"/>
                <a:ea typeface="Noto Sans" pitchFamily="34" charset="-122"/>
                <a:cs typeface="Noto Sans" pitchFamily="34" charset="-120"/>
              </a:rPr>
              <a:t> đổi</a:t>
            </a:r>
            <a:r>
              <a:rPr lang="en-US" sz="1095" dirty="0" spc="-5" kern="0">
                <a:solidFill>
                  <a:srgbClr val="123E52"/>
                </a:solidFill>
                <a:latin typeface="Noto Sans" pitchFamily="34" charset="0"/>
                <a:ea typeface="Noto Sans" pitchFamily="34" charset="-122"/>
                <a:cs typeface="Noto Sans" pitchFamily="34" charset="-120"/>
              </a:rPr>
              <a:t> trong</a:t>
            </a:r>
            <a:r>
              <a:rPr lang="en-US" sz="1095" dirty="0" spc="-4" kern="0">
                <a:solidFill>
                  <a:srgbClr val="123E52"/>
                </a:solidFill>
                <a:latin typeface="Noto Sans" pitchFamily="34" charset="0"/>
                <a:ea typeface="Noto Sans" pitchFamily="34" charset="-122"/>
                <a:cs typeface="Noto Sans" pitchFamily="34" charset="-120"/>
              </a:rPr>
              <a:t> trạng</a:t>
            </a:r>
            <a:r>
              <a:rPr lang="en-US" sz="1095" dirty="0" spc="-2" kern="0">
                <a:solidFill>
                  <a:srgbClr val="123E52"/>
                </a:solidFill>
                <a:latin typeface="Noto Sans" pitchFamily="34" charset="0"/>
                <a:ea typeface="Noto Sans" pitchFamily="34" charset="-122"/>
                <a:cs typeface="Noto Sans" pitchFamily="34" charset="-120"/>
              </a:rPr>
              <a:t> thái</a:t>
            </a:r>
            <a:r>
              <a:rPr lang="en-US" sz="1095" dirty="0" spc="-1" kern="0">
                <a:solidFill>
                  <a:srgbClr val="123E52"/>
                </a:solidFill>
                <a:latin typeface="Noto Sans" pitchFamily="34" charset="0"/>
                <a:ea typeface="Noto Sans" pitchFamily="34" charset="-122"/>
                <a:cs typeface="Noto Sans" pitchFamily="34" charset="-120"/>
              </a:rPr>
              <a:t> làm</a:t>
            </a:r>
            <a:r>
              <a:rPr lang="en-US" sz="1095" dirty="0" spc="-3" kern="0">
                <a:solidFill>
                  <a:srgbClr val="123E52"/>
                </a:solidFill>
                <a:latin typeface="Noto Sans" pitchFamily="34" charset="0"/>
                <a:ea typeface="Noto Sans" pitchFamily="34" charset="-122"/>
                <a:cs typeface="Noto Sans" pitchFamily="34" charset="-120"/>
              </a:rPr>
              <a:t> vật</a:t>
            </a:r>
            <a:r>
              <a:rPr lang="en-US" sz="1095" dirty="0" spc="-1" kern="0">
                <a:solidFill>
                  <a:srgbClr val="123E52"/>
                </a:solidFill>
                <a:latin typeface="Noto Sans" pitchFamily="34" charset="0"/>
                <a:ea typeface="Noto Sans" pitchFamily="34" charset="-122"/>
                <a:cs typeface="Noto Sans" pitchFamily="34" charset="-120"/>
              </a:rPr>
              <a:t> thể</a:t>
            </a:r>
            <a:r>
              <a:rPr lang="en-US" sz="1095" dirty="0" spc="1" kern="0">
                <a:solidFill>
                  <a:srgbClr val="123E52"/>
                </a:solidFill>
                <a:latin typeface="Noto Sans" pitchFamily="34" charset="0"/>
                <a:ea typeface="Noto Sans" pitchFamily="34" charset="-122"/>
                <a:cs typeface="Noto Sans" pitchFamily="34" charset="-120"/>
              </a:rPr>
              <a:t> chuyển</a:t>
            </a:r>
            <a:r>
              <a:rPr lang="en-US" sz="1095" dirty="0" spc="-1" kern="0">
                <a:solidFill>
                  <a:srgbClr val="123E52"/>
                </a:solidFill>
                <a:latin typeface="Noto Sans" pitchFamily="34" charset="0"/>
                <a:ea typeface="Noto Sans" pitchFamily="34" charset="-122"/>
                <a:cs typeface="Noto Sans" pitchFamily="34" charset="-120"/>
              </a:rPr>
              <a:t> động</a:t>
            </a:r>
            <a:r>
              <a:rPr lang="en-US" sz="1095" dirty="0" spc="-6" kern="0">
                <a:solidFill>
                  <a:srgbClr val="123E52"/>
                </a:solidFill>
                <a:latin typeface="Noto Sans" pitchFamily="34" charset="0"/>
                <a:ea typeface="Noto Sans" pitchFamily="34" charset="-122"/>
                <a:cs typeface="Noto Sans" pitchFamily="34" charset="-120"/>
              </a:rPr>
              <a:t> ra</a:t>
            </a:r>
            <a:r>
              <a:rPr lang="en-US" sz="1095" dirty="0" spc="-1" kern="0">
                <a:solidFill>
                  <a:srgbClr val="123E52"/>
                </a:solidFill>
                <a:latin typeface="Noto Sans" pitchFamily="34" charset="0"/>
                <a:ea typeface="Noto Sans" pitchFamily="34" charset="-122"/>
                <a:cs typeface="Noto Sans" pitchFamily="34" charset="-120"/>
              </a:rPr>
              <a:t> sao?</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Chọn</a:t>
            </a:r>
            <a:r>
              <a:rPr lang="en-US" sz="1275" dirty="0" spc="0" kern="0">
                <a:solidFill>
                  <a:srgbClr val="123E52"/>
                </a:solidFill>
                <a:latin typeface="Lexend SemiBold" pitchFamily="34" charset="0"/>
                <a:ea typeface="Lexend SemiBold" pitchFamily="34" charset="-122"/>
                <a:cs typeface="Lexend SemiBold" pitchFamily="34" charset="-120"/>
              </a:rPr>
              <a:t> một</a:t>
            </a:r>
            <a:r>
              <a:rPr lang="en-US" sz="1275" dirty="0" spc="3" kern="0">
                <a:solidFill>
                  <a:srgbClr val="123E52"/>
                </a:solidFill>
                <a:latin typeface="Lexend SemiBold" pitchFamily="34" charset="0"/>
                <a:ea typeface="Lexend SemiBold" pitchFamily="34" charset="-122"/>
                <a:cs typeface="Lexend SemiBold" pitchFamily="34" charset="-120"/>
              </a:rPr>
              <a:t> sản phẩm nhỏ</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2" kern="0">
                <a:solidFill>
                  <a:srgbClr val="123E52"/>
                </a:solidFill>
                <a:latin typeface="Noto Sans" pitchFamily="34" charset="0"/>
                <a:ea typeface="Noto Sans" pitchFamily="34" charset="-122"/>
                <a:cs typeface="Noto Sans" pitchFamily="34" charset="-120"/>
              </a:rPr>
              <a:t>Có</a:t>
            </a:r>
            <a:r>
              <a:rPr lang="en-US" sz="1095" dirty="0" spc="0" kern="0">
                <a:solidFill>
                  <a:srgbClr val="123E52"/>
                </a:solidFill>
                <a:latin typeface="Noto Sans" pitchFamily="34" charset="0"/>
                <a:ea typeface="Noto Sans" pitchFamily="34" charset="-122"/>
                <a:cs typeface="Noto Sans" pitchFamily="34" charset="-120"/>
              </a:rPr>
              <a:t> thể</a:t>
            </a:r>
            <a:r>
              <a:rPr lang="en-US" sz="1095" dirty="0" spc="-2" kern="0">
                <a:solidFill>
                  <a:srgbClr val="123E52"/>
                </a:solidFill>
                <a:latin typeface="Noto Sans" pitchFamily="34" charset="0"/>
                <a:ea typeface="Noto Sans" pitchFamily="34" charset="-122"/>
                <a:cs typeface="Noto Sans" pitchFamily="34" charset="-120"/>
              </a:rPr>
              <a:t> là một</a:t>
            </a:r>
            <a:r>
              <a:rPr lang="en-US" sz="1095" dirty="0" spc="0" kern="0">
                <a:solidFill>
                  <a:srgbClr val="123E52"/>
                </a:solidFill>
                <a:latin typeface="Noto Sans" pitchFamily="34" charset="0"/>
                <a:ea typeface="Noto Sans" pitchFamily="34" charset="-122"/>
                <a:cs typeface="Noto Sans" pitchFamily="34" charset="-120"/>
              </a:rPr>
              <a:t> cảnh đơn giản,</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hình</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0" kern="0">
                <a:solidFill>
                  <a:srgbClr val="123E52"/>
                </a:solidFill>
                <a:latin typeface="Noto Sans" pitchFamily="34" charset="0"/>
                <a:ea typeface="Noto Sans" pitchFamily="34" charset="-122"/>
                <a:cs typeface="Noto Sans" pitchFamily="34" charset="-120"/>
              </a:rPr>
              <a:t> dựng hoặc</a:t>
            </a:r>
            <a:r>
              <a:rPr lang="en-US" sz="1095" dirty="0" spc="-2" kern="0">
                <a:solidFill>
                  <a:srgbClr val="123E52"/>
                </a:solidFill>
                <a:latin typeface="Noto Sans" pitchFamily="34" charset="0"/>
                <a:ea typeface="Noto Sans" pitchFamily="34" charset="-122"/>
                <a:cs typeface="Noto Sans" pitchFamily="34" charset="-120"/>
              </a:rPr>
              <a:t> một luật</a:t>
            </a:r>
            <a:r>
              <a:rPr lang="en-US" sz="1095" dirty="0" spc="-1" kern="0">
                <a:solidFill>
                  <a:srgbClr val="123E52"/>
                </a:solidFill>
                <a:latin typeface="Noto Sans" pitchFamily="34" charset="0"/>
                <a:ea typeface="Noto Sans" pitchFamily="34" charset="-122"/>
                <a:cs typeface="Noto Sans" pitchFamily="34" charset="-120"/>
              </a:rPr>
              <a:t> tương</a:t>
            </a:r>
            <a:r>
              <a:rPr lang="en-US" sz="1095" dirty="0" spc="0" kern="0">
                <a:solidFill>
                  <a:srgbClr val="123E52"/>
                </a:solidFill>
                <a:latin typeface="Noto Sans" pitchFamily="34" charset="0"/>
                <a:ea typeface="Noto Sans" pitchFamily="34" charset="-122"/>
                <a:cs typeface="Noto Sans" pitchFamily="34" charset="-120"/>
              </a:rPr>
              <a:t> tác.</a:t>
            </a:r>
            <a:r>
              <a:rPr lang="en-US" sz="1095" dirty="0" spc="-2" kern="0">
                <a:solidFill>
                  <a:srgbClr val="123E52"/>
                </a:solidFill>
                <a:latin typeface="Noto Sans" pitchFamily="34" charset="0"/>
                <a:ea typeface="Noto Sans" pitchFamily="34" charset="-122"/>
                <a:cs typeface="Noto Sans" pitchFamily="34" charset="-120"/>
              </a:rPr>
              <a:t> Hãy</a:t>
            </a:r>
            <a:r>
              <a:rPr lang="en-US" sz="1095" dirty="0" spc="0" kern="0">
                <a:solidFill>
                  <a:srgbClr val="123E52"/>
                </a:solidFill>
                <a:latin typeface="Noto Sans" pitchFamily="34" charset="0"/>
                <a:ea typeface="Noto Sans" pitchFamily="34" charset="-122"/>
                <a:cs typeface="Noto Sans" pitchFamily="34" charset="-120"/>
              </a:rPr>
              <a:t> dùng</a:t>
            </a:r>
            <a:r>
              <a:rPr lang="en-US" sz="1095" dirty="0" spc="-1" kern="0">
                <a:solidFill>
                  <a:srgbClr val="123E52"/>
                </a:solidFill>
                <a:latin typeface="Noto Sans" pitchFamily="34" charset="0"/>
                <a:ea typeface="Noto Sans" pitchFamily="34" charset="-122"/>
                <a:cs typeface="Noto Sans" pitchFamily="34" charset="-120"/>
              </a:rPr>
              <a:t> mục tiêu mà</a:t>
            </a:r>
            <a:r>
              <a:rPr lang="en-US" sz="1095" dirty="0" spc="-2" kern="0">
                <a:solidFill>
                  <a:srgbClr val="123E52"/>
                </a:solidFill>
                <a:latin typeface="Noto Sans" pitchFamily="34" charset="0"/>
                <a:ea typeface="Noto Sans" pitchFamily="34" charset="-122"/>
                <a:cs typeface="Noto Sans" pitchFamily="34" charset="-120"/>
              </a:rPr>
              <a:t> tutorial</a:t>
            </a:r>
            <a:r>
              <a:rPr lang="en-US" sz="1095" dirty="0" spc="-1" kern="0">
                <a:solidFill>
                  <a:srgbClr val="123E52"/>
                </a:solidFill>
                <a:latin typeface="Noto Sans" pitchFamily="34" charset="0"/>
                <a:ea typeface="Noto Sans" pitchFamily="34" charset="-122"/>
                <a:cs typeface="Noto Sans" pitchFamily="34" charset="-120"/>
              </a:rPr>
              <a:t> thật sự hỗ</a:t>
            </a:r>
            <a:r>
              <a:rPr lang="en-US" sz="1095" dirty="0" spc="-7" kern="0">
                <a:solidFill>
                  <a:srgbClr val="123E52"/>
                </a:solidFill>
                <a:latin typeface="Noto Sans" pitchFamily="34" charset="0"/>
                <a:ea typeface="Noto Sans" pitchFamily="34" charset="-122"/>
                <a:cs typeface="Noto Sans" pitchFamily="34" charset="-120"/>
              </a:rPr>
              <a:t> trợ</a:t>
            </a:r>
            <a:r>
              <a:rPr lang="en-US" sz="1095" dirty="0" spc="1" kern="0">
                <a:solidFill>
                  <a:srgbClr val="123E52"/>
                </a:solidFill>
                <a:latin typeface="Noto Sans" pitchFamily="34" charset="0"/>
                <a:ea typeface="Noto Sans" pitchFamily="34" charset="-122"/>
                <a:cs typeface="Noto Sans" pitchFamily="34" charset="-120"/>
              </a:rPr>
              <a:t> để</a:t>
            </a:r>
            <a:r>
              <a:rPr lang="en-US" sz="1095" dirty="0" spc="-1" kern="0">
                <a:solidFill>
                  <a:srgbClr val="123E52"/>
                </a:solidFill>
                <a:latin typeface="Noto Sans" pitchFamily="34" charset="0"/>
                <a:ea typeface="Noto Sans" pitchFamily="34" charset="-122"/>
                <a:cs typeface="Noto Sans" pitchFamily="34" charset="-120"/>
              </a:rPr>
              <a:t> chốt</a:t>
            </a:r>
            <a:r>
              <a:rPr lang="en-US" sz="1095" dirty="0" spc="0" kern="0">
                <a:solidFill>
                  <a:srgbClr val="123E52"/>
                </a:solidFill>
                <a:latin typeface="Noto Sans" pitchFamily="34" charset="0"/>
                <a:ea typeface="Noto Sans" pitchFamily="34" charset="-122"/>
                <a:cs typeface="Noto Sans" pitchFamily="34" charset="-120"/>
              </a:rPr>
              <a:t> bài.</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Đầu</a:t>
            </a:r>
            <a:r>
              <a:rPr lang="en-US" sz="1275" dirty="0" spc="-8" kern="0">
                <a:solidFill>
                  <a:srgbClr val="123E52"/>
                </a:solidFill>
                <a:latin typeface="Lexend SemiBold" pitchFamily="34" charset="0"/>
                <a:ea typeface="Lexend SemiBold" pitchFamily="34" charset="-122"/>
                <a:cs typeface="Lexend SemiBold" pitchFamily="34" charset="-120"/>
              </a:rPr>
              <a:t> ra</a:t>
            </a:r>
            <a:r>
              <a:rPr lang="en-US" sz="1275" dirty="0" spc="-1" kern="0">
                <a:solidFill>
                  <a:srgbClr val="123E52"/>
                </a:solidFill>
                <a:latin typeface="Lexend SemiBold" pitchFamily="34" charset="0"/>
                <a:ea typeface="Lexend SemiBold" pitchFamily="34" charset="-122"/>
                <a:cs typeface="Lexend SemiBold" pitchFamily="34" charset="-120"/>
              </a:rPr>
              <a:t> gợi</a:t>
            </a:r>
            <a:r>
              <a:rPr lang="en-US" sz="1275" dirty="0" spc="2" kern="0">
                <a:solidFill>
                  <a:srgbClr val="123E52"/>
                </a:solidFill>
                <a:latin typeface="Lexend SemiBold" pitchFamily="34" charset="0"/>
                <a:ea typeface="Lexend SemiBold" pitchFamily="34" charset="-122"/>
                <a:cs typeface="Lexend SemiBold" pitchFamily="34" charset="-120"/>
              </a:rPr>
              <a:t> ý</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Lưu</a:t>
            </a:r>
            <a:r>
              <a:rPr lang="en-US" sz="1095" dirty="0" spc="1" kern="0">
                <a:solidFill>
                  <a:srgbClr val="123E52"/>
                </a:solidFill>
                <a:latin typeface="Noto Sans" pitchFamily="34" charset="0"/>
                <a:ea typeface="Noto Sans" pitchFamily="34" charset="-122"/>
                <a:cs typeface="Noto Sans" pitchFamily="34" charset="-120"/>
              </a:rPr>
              <a:t> ảnh</a:t>
            </a:r>
            <a:r>
              <a:rPr lang="en-US" sz="1095" dirty="0" spc="0" kern="0">
                <a:solidFill>
                  <a:srgbClr val="123E52"/>
                </a:solidFill>
                <a:latin typeface="Noto Sans" pitchFamily="34" charset="0"/>
                <a:ea typeface="Noto Sans" pitchFamily="34" charset="-122"/>
                <a:cs typeface="Noto Sans" pitchFamily="34" charset="-120"/>
              </a:rPr>
              <a:t> hoặc đoạn</a:t>
            </a:r>
            <a:r>
              <a:rPr lang="en-US" sz="1095" dirty="0" spc="-1" kern="0">
                <a:solidFill>
                  <a:srgbClr val="123E52"/>
                </a:solidFill>
                <a:latin typeface="Noto Sans" pitchFamily="34" charset="0"/>
                <a:ea typeface="Noto Sans" pitchFamily="34" charset="-122"/>
                <a:cs typeface="Noto Sans" pitchFamily="34" charset="-120"/>
              </a:rPr>
              <a:t> mô</a:t>
            </a:r>
            <a:r>
              <a:rPr lang="en-US" sz="1095" dirty="0" spc="-2" kern="0">
                <a:solidFill>
                  <a:srgbClr val="123E52"/>
                </a:solidFill>
                <a:latin typeface="Noto Sans" pitchFamily="34" charset="0"/>
                <a:ea typeface="Noto Sans" pitchFamily="34" charset="-122"/>
                <a:cs typeface="Noto Sans" pitchFamily="34" charset="-120"/>
              </a:rPr>
              <a:t> tả</a:t>
            </a:r>
            <a:r>
              <a:rPr lang="en-US" sz="1095" dirty="0" spc="-1" kern="0">
                <a:solidFill>
                  <a:srgbClr val="123E52"/>
                </a:solidFill>
                <a:latin typeface="Noto Sans" pitchFamily="34" charset="0"/>
                <a:ea typeface="Noto Sans" pitchFamily="34" charset="-122"/>
                <a:cs typeface="Noto Sans" pitchFamily="34" charset="-120"/>
              </a:rPr>
              <a:t> kết</a:t>
            </a:r>
            <a:r>
              <a:rPr lang="en-US" sz="1095" dirty="0" spc="0" kern="0">
                <a:solidFill>
                  <a:srgbClr val="123E52"/>
                </a:solidFill>
                <a:latin typeface="Noto Sans" pitchFamily="34" charset="0"/>
                <a:ea typeface="Noto Sans" pitchFamily="34" charset="-122"/>
                <a:cs typeface="Noto Sans" pitchFamily="34" charset="-120"/>
              </a:rPr>
              <a:t> quả</a:t>
            </a:r>
            <a:r>
              <a:rPr lang="en-US" sz="1095" dirty="0" spc="-1" kern="0">
                <a:solidFill>
                  <a:srgbClr val="123E52"/>
                </a:solidFill>
                <a:latin typeface="Noto Sans" pitchFamily="34" charset="0"/>
                <a:ea typeface="Noto Sans" pitchFamily="34" charset="-122"/>
                <a:cs typeface="Noto Sans" pitchFamily="34" charset="-120"/>
              </a:rPr>
              <a:t> trước/sau</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thay đổi.</a:t>
            </a:r>
            <a:r>
              <a:rPr lang="en-US" sz="1095" dirty="0" spc="0" kern="0">
                <a:solidFill>
                  <a:srgbClr val="123E52"/>
                </a:solidFill>
                <a:latin typeface="Noto Sans" pitchFamily="34" charset="0"/>
                <a:ea typeface="Noto Sans" pitchFamily="34" charset="-122"/>
                <a:cs typeface="Noto Sans" pitchFamily="34" charset="-120"/>
              </a:rPr>
              <a:t> Dự đoán</a:t>
            </a:r>
            <a:r>
              <a:rPr lang="en-US" sz="1095" dirty="0" spc="-1" kern="0">
                <a:solidFill>
                  <a:srgbClr val="123E52"/>
                </a:solidFill>
                <a:latin typeface="Noto Sans" pitchFamily="34" charset="0"/>
                <a:ea typeface="Noto Sans" pitchFamily="34" charset="-122"/>
                <a:cs typeface="Noto Sans" pitchFamily="34" charset="-120"/>
              </a:rPr>
              <a:t> thay</a:t>
            </a:r>
            <a:r>
              <a:rPr lang="en-US" sz="1095" dirty="0" spc="-2" kern="0">
                <a:solidFill>
                  <a:srgbClr val="123E52"/>
                </a:solidFill>
                <a:latin typeface="Noto Sans" pitchFamily="34" charset="0"/>
                <a:ea typeface="Noto Sans" pitchFamily="34" charset="-122"/>
                <a:cs typeface="Noto Sans" pitchFamily="34" charset="-120"/>
              </a:rPr>
              <a:t> đổi</a:t>
            </a:r>
            <a:r>
              <a:rPr lang="en-US" sz="1095" dirty="0" spc="-1" kern="0">
                <a:solidFill>
                  <a:srgbClr val="123E52"/>
                </a:solidFill>
                <a:latin typeface="Noto Sans" pitchFamily="34" charset="0"/>
                <a:ea typeface="Noto Sans" pitchFamily="34" charset="-122"/>
                <a:cs typeface="Noto Sans" pitchFamily="34" charset="-120"/>
              </a:rPr>
              <a:t> trước</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7" kern="0">
                <a:solidFill>
                  <a:srgbClr val="123E52"/>
                </a:solidFill>
                <a:latin typeface="Noto Sans" pitchFamily="34" charset="0"/>
                <a:ea typeface="Noto Sans" pitchFamily="34" charset="-122"/>
                <a:cs typeface="Noto Sans" pitchFamily="34" charset="-120"/>
              </a:rPr>
              <a:t> chạy, rồi</a:t>
            </a:r>
            <a:r>
              <a:rPr lang="en-US" sz="1095" dirty="0" spc="-1" kern="0">
                <a:solidFill>
                  <a:srgbClr val="123E52"/>
                </a:solidFill>
                <a:latin typeface="Noto Sans" pitchFamily="34" charset="0"/>
                <a:ea typeface="Noto Sans" pitchFamily="34" charset="-122"/>
                <a:cs typeface="Noto Sans" pitchFamily="34" charset="-120"/>
              </a:rPr>
              <a:t> so</a:t>
            </a:r>
            <a:r>
              <a:rPr lang="en-US" sz="1095" dirty="0" spc="1" kern="0">
                <a:solidFill>
                  <a:srgbClr val="123E52"/>
                </a:solidFill>
                <a:latin typeface="Noto Sans" pitchFamily="34" charset="0"/>
                <a:ea typeface="Noto Sans" pitchFamily="34" charset="-122"/>
                <a:cs typeface="Noto Sans" pitchFamily="34" charset="-120"/>
              </a:rPr>
              <a:t> sánh</a:t>
            </a:r>
            <a:r>
              <a:rPr lang="en-US" sz="1095" dirty="0" spc="-1" kern="0">
                <a:solidFill>
                  <a:srgbClr val="123E52"/>
                </a:solidFill>
                <a:latin typeface="Noto Sans" pitchFamily="34" charset="0"/>
                <a:ea typeface="Noto Sans" pitchFamily="34" charset="-122"/>
                <a:cs typeface="Noto Sans" pitchFamily="34" charset="-120"/>
              </a:rPr>
              <a:t> điều</a:t>
            </a:r>
            <a:r>
              <a:rPr lang="en-US" sz="1095" dirty="0" spc="1" kern="0">
                <a:solidFill>
                  <a:srgbClr val="123E52"/>
                </a:solidFill>
                <a:latin typeface="Noto Sans" pitchFamily="34" charset="0"/>
                <a:ea typeface="Noto Sans" pitchFamily="34" charset="-122"/>
                <a:cs typeface="Noto Sans" pitchFamily="34" charset="-120"/>
              </a:rPr>
              <a:t> quan</a:t>
            </a:r>
            <a:r>
              <a:rPr lang="en-US" sz="1095" dirty="0" spc="-2" kern="0">
                <a:solidFill>
                  <a:srgbClr val="123E52"/>
                </a:solidFill>
                <a:latin typeface="Noto Sans" pitchFamily="34" charset="0"/>
                <a:ea typeface="Noto Sans" pitchFamily="34" charset="-122"/>
                <a:cs typeface="Noto Sans" pitchFamily="34" charset="-120"/>
              </a:rPr>
              <a:t> sát</a:t>
            </a:r>
            <a:r>
              <a:rPr lang="en-US" sz="1095" dirty="0" spc="1" kern="0">
                <a:solidFill>
                  <a:srgbClr val="123E52"/>
                </a:solidFill>
                <a:latin typeface="Noto Sans" pitchFamily="34" charset="0"/>
                <a:ea typeface="Noto Sans" pitchFamily="34" charset="-122"/>
                <a:cs typeface="Noto Sans" pitchFamily="34" charset="-120"/>
              </a:rPr>
              <a:t> được.</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Đừng</a:t>
            </a:r>
            <a:r>
              <a:rPr lang="en-US" sz="1275" dirty="0" spc="3" kern="0">
                <a:solidFill>
                  <a:srgbClr val="123E52"/>
                </a:solidFill>
                <a:latin typeface="Lexend SemiBold" pitchFamily="34" charset="0"/>
                <a:ea typeface="Lexend SemiBold" pitchFamily="34" charset="-122"/>
                <a:cs typeface="Lexend SemiBold" pitchFamily="34" charset="-120"/>
              </a:rPr>
              <a:t> chỉ</a:t>
            </a:r>
            <a:r>
              <a:rPr lang="en-US" sz="1275" dirty="0" spc="4" kern="0">
                <a:solidFill>
                  <a:srgbClr val="123E52"/>
                </a:solidFill>
                <a:latin typeface="Lexend SemiBold" pitchFamily="34" charset="0"/>
                <a:ea typeface="Lexend SemiBold" pitchFamily="34" charset="-122"/>
                <a:cs typeface="Lexend SemiBold" pitchFamily="34" charset="-120"/>
              </a:rPr>
              <a:t> nhìn hình</a:t>
            </a:r>
            <a:r>
              <a:rPr lang="en-US" sz="1275" dirty="0" spc="1" kern="0">
                <a:solidFill>
                  <a:srgbClr val="123E52"/>
                </a:solidFill>
                <a:latin typeface="Lexend SemiBold" pitchFamily="34" charset="0"/>
                <a:ea typeface="Lexend SemiBold" pitchFamily="34" charset="-122"/>
                <a:cs typeface="Lexend SemiBold" pitchFamily="34" charset="-120"/>
              </a:rPr>
              <a:t> đẹp</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Thử</a:t>
            </a:r>
            <a:r>
              <a:rPr lang="en-US" sz="1095" dirty="0" spc="-3" kern="0">
                <a:solidFill>
                  <a:srgbClr val="123E52"/>
                </a:solidFill>
                <a:latin typeface="Noto Sans" pitchFamily="34" charset="0"/>
                <a:ea typeface="Noto Sans" pitchFamily="34" charset="-122"/>
                <a:cs typeface="Noto Sans" pitchFamily="34" charset="-120"/>
              </a:rPr>
              <a:t> giải</a:t>
            </a:r>
            <a:r>
              <a:rPr lang="en-US" sz="1095" dirty="0" spc="-1" kern="0">
                <a:solidFill>
                  <a:srgbClr val="123E52"/>
                </a:solidFill>
                <a:latin typeface="Noto Sans" pitchFamily="34" charset="0"/>
                <a:ea typeface="Noto Sans" pitchFamily="34" charset="-122"/>
                <a:cs typeface="Noto Sans" pitchFamily="34" charset="-120"/>
              </a:rPr>
              <a:t> thích</a:t>
            </a:r>
            <a:r>
              <a:rPr lang="en-US" sz="1095" dirty="0" spc="-2" kern="0">
                <a:solidFill>
                  <a:srgbClr val="123E52"/>
                </a:solidFill>
                <a:latin typeface="Noto Sans" pitchFamily="34" charset="0"/>
                <a:ea typeface="Noto Sans" pitchFamily="34" charset="-122"/>
                <a:cs typeface="Noto Sans" pitchFamily="34" charset="-120"/>
              </a:rPr>
              <a:t> dữ</a:t>
            </a:r>
            <a:r>
              <a:rPr lang="en-US" sz="1095" dirty="0" spc="-1" kern="0">
                <a:solidFill>
                  <a:srgbClr val="123E52"/>
                </a:solidFill>
                <a:latin typeface="Noto Sans" pitchFamily="34" charset="0"/>
                <a:ea typeface="Noto Sans" pitchFamily="34" charset="-122"/>
                <a:cs typeface="Noto Sans" pitchFamily="34" charset="-120"/>
              </a:rPr>
              <a:t> liệu</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các bước</a:t>
            </a:r>
            <a:r>
              <a:rPr lang="en-US" sz="1095" dirty="0" spc="-1" kern="0">
                <a:solidFill>
                  <a:srgbClr val="123E52"/>
                </a:solidFill>
                <a:latin typeface="Noto Sans" pitchFamily="34" charset="0"/>
                <a:ea typeface="Noto Sans" pitchFamily="34" charset="-122"/>
                <a:cs typeface="Noto Sans" pitchFamily="34" charset="-120"/>
              </a:rPr>
              <a:t> biến</a:t>
            </a:r>
            <a:r>
              <a:rPr lang="en-US" sz="1095" dirty="0" spc="0" kern="0">
                <a:solidFill>
                  <a:srgbClr val="123E52"/>
                </a:solidFill>
                <a:latin typeface="Noto Sans" pitchFamily="34" charset="0"/>
                <a:ea typeface="Noto Sans" pitchFamily="34" charset="-122"/>
                <a:cs typeface="Noto Sans" pitchFamily="34" charset="-120"/>
              </a:rPr>
              <a:t> đổi.</a:t>
            </a:r>
            <a:r>
              <a:rPr lang="en-US" sz="1095" dirty="0" spc="-1" kern="0">
                <a:solidFill>
                  <a:srgbClr val="123E52"/>
                </a:solidFill>
                <a:latin typeface="Noto Sans" pitchFamily="34" charset="0"/>
                <a:ea typeface="Noto Sans" pitchFamily="34" charset="-122"/>
                <a:cs typeface="Noto Sans" pitchFamily="34" charset="-120"/>
              </a:rPr>
              <a:t> Nếu chỉ</a:t>
            </a:r>
            <a:r>
              <a:rPr lang="en-US" sz="1095" dirty="0" spc="0" kern="0">
                <a:solidFill>
                  <a:srgbClr val="123E52"/>
                </a:solidFill>
                <a:latin typeface="Noto Sans" pitchFamily="34" charset="0"/>
                <a:ea typeface="Noto Sans" pitchFamily="34" charset="-122"/>
                <a:cs typeface="Noto Sans" pitchFamily="34" charset="-120"/>
              </a:rPr>
              <a:t> chạy</a:t>
            </a:r>
            <a:r>
              <a:rPr lang="en-US" sz="1095" dirty="0" spc="-3" kern="0">
                <a:solidFill>
                  <a:srgbClr val="123E52"/>
                </a:solidFill>
                <a:latin typeface="Noto Sans" pitchFamily="34" charset="0"/>
                <a:ea typeface="Noto Sans" pitchFamily="34" charset="-122"/>
                <a:cs typeface="Noto Sans" pitchFamily="34" charset="-120"/>
              </a:rPr>
              <a:t> lại</a:t>
            </a:r>
            <a:r>
              <a:rPr lang="en-US" sz="1095" dirty="0" spc="-5" kern="0">
                <a:solidFill>
                  <a:srgbClr val="123E52"/>
                </a:solidFill>
                <a:latin typeface="Noto Sans" pitchFamily="34" charset="0"/>
                <a:ea typeface="Noto Sans" pitchFamily="34" charset="-122"/>
                <a:cs typeface="Noto Sans" pitchFamily="34" charset="-120"/>
              </a:rPr>
              <a:t> ví</a:t>
            </a:r>
            <a:r>
              <a:rPr lang="en-US" sz="1095" dirty="0" spc="-1" kern="0">
                <a:solidFill>
                  <a:srgbClr val="123E52"/>
                </a:solidFill>
                <a:latin typeface="Noto Sans" pitchFamily="34" charset="0"/>
                <a:ea typeface="Noto Sans" pitchFamily="34" charset="-122"/>
                <a:cs typeface="Noto Sans" pitchFamily="34" charset="-120"/>
              </a:rPr>
              <a:t> dụ mà không</a:t>
            </a:r>
            <a:r>
              <a:rPr lang="en-US" sz="1095" dirty="0" spc="1" kern="0">
                <a:solidFill>
                  <a:srgbClr val="123E52"/>
                </a:solidFill>
                <a:latin typeface="Noto Sans" pitchFamily="34" charset="0"/>
                <a:ea typeface="Noto Sans" pitchFamily="34" charset="-122"/>
                <a:cs typeface="Noto Sans" pitchFamily="34" charset="-120"/>
              </a:rPr>
              <a:t> hiểu</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thay</a:t>
            </a:r>
            <a:r>
              <a:rPr lang="en-US" sz="1095" dirty="0" spc="-2" kern="0">
                <a:solidFill>
                  <a:srgbClr val="123E52"/>
                </a:solidFill>
                <a:latin typeface="Noto Sans" pitchFamily="34" charset="0"/>
                <a:ea typeface="Noto Sans" pitchFamily="34" charset="-122"/>
                <a:cs typeface="Noto Sans" pitchFamily="34" charset="-120"/>
              </a:rPr>
              <a:t> đổi</a:t>
            </a:r>
            <a:r>
              <a:rPr lang="en-US" sz="1095" dirty="0" spc="1"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quay</a:t>
            </a:r>
            <a:r>
              <a:rPr lang="en-US" sz="1095" dirty="0" spc="-3" kern="0">
                <a:solidFill>
                  <a:srgbClr val="123E52"/>
                </a:solidFill>
                <a:latin typeface="Noto Sans" pitchFamily="34" charset="0"/>
                <a:ea typeface="Noto Sans" pitchFamily="34" charset="-122"/>
                <a:cs typeface="Noto Sans" pitchFamily="34" charset="-120"/>
              </a:rPr>
              <a:t> lại</a:t>
            </a:r>
            <a:r>
              <a:rPr lang="en-US" sz="1095" dirty="0" spc="1" kern="0">
                <a:solidFill>
                  <a:srgbClr val="123E52"/>
                </a:solidFill>
                <a:latin typeface="Noto Sans" pitchFamily="34" charset="0"/>
                <a:ea typeface="Noto Sans" pitchFamily="34" charset="-122"/>
                <a:cs typeface="Noto Sans" pitchFamily="34" charset="-120"/>
              </a:rPr>
              <a:t> phần</a:t>
            </a:r>
            <a:r>
              <a:rPr lang="en-US" sz="1095" dirty="0" spc="-2" kern="0">
                <a:solidFill>
                  <a:srgbClr val="123E52"/>
                </a:solidFill>
                <a:latin typeface="Noto Sans" pitchFamily="34" charset="0"/>
                <a:ea typeface="Noto Sans" pitchFamily="34" charset="-122"/>
                <a:cs typeface="Noto Sans" pitchFamily="34" charset="-120"/>
              </a:rPr>
              <a:t> cơ</a:t>
            </a:r>
            <a:r>
              <a:rPr lang="en-US" sz="1095" dirty="0" spc="2" kern="0">
                <a:solidFill>
                  <a:srgbClr val="123E52"/>
                </a:solidFill>
                <a:latin typeface="Noto Sans" pitchFamily="34" charset="0"/>
                <a:ea typeface="Noto Sans" pitchFamily="34" charset="-122"/>
                <a:cs typeface="Noto Sans" pitchFamily="34" charset="-120"/>
              </a:rPr>
              <a:t> chế.</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 Ray Tracing in One Weekend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C++: How OpenGL works: software rendering in 500 lines of code ↗</a:t>
            </a:r>
            <a:endParaRPr lang="en-US" sz="938" dirty="0"/>
          </a:p>
        </p:txBody>
      </p:sp>
      <p:sp>
        <p:nvSpPr>
          <p:cNvPr id="22" name="Connector line-1792810739666-769578229"/>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13</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111e29f9-a23e-4321-b4f1-6a8215972f88"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3" kern="0">
                <a:solidFill>
                  <a:srgbClr val="123E52"/>
                </a:solidFill>
                <a:latin typeface="Lexend SemiBold" pitchFamily="34" charset="0"/>
                <a:ea typeface="Lexend SemiBold" pitchFamily="34" charset="-122"/>
                <a:cs typeface="Lexend SemiBold" pitchFamily="34" charset="-120"/>
              </a:rPr>
              <a:t>Giao</a:t>
            </a:r>
            <a:r>
              <a:rPr lang="en-US" sz="2175" dirty="0" spc="1" kern="0">
                <a:solidFill>
                  <a:srgbClr val="123E52"/>
                </a:solidFill>
                <a:latin typeface="Lexend SemiBold" pitchFamily="34" charset="0"/>
                <a:ea typeface="Lexend SemiBold" pitchFamily="34" charset="-122"/>
                <a:cs typeface="Lexend SemiBold" pitchFamily="34" charset="-120"/>
              </a:rPr>
              <a:t> diện</a:t>
            </a:r>
            <a:r>
              <a:rPr lang="en-US" sz="2175" dirty="0" spc="3" kern="0">
                <a:solidFill>
                  <a:srgbClr val="123E52"/>
                </a:solidFill>
                <a:latin typeface="Lexend SemiBold" pitchFamily="34" charset="0"/>
                <a:ea typeface="Lexend SemiBold" pitchFamily="34" charset="-122"/>
                <a:cs typeface="Lexend SemiBold" pitchFamily="34" charset="-120"/>
              </a:rPr>
              <a:t> &amp;</a:t>
            </a:r>
            <a:r>
              <a:rPr lang="en-US" sz="2175" dirty="0" spc="4" kern="0">
                <a:solidFill>
                  <a:srgbClr val="123E52"/>
                </a:solidFill>
                <a:latin typeface="Lexend SemiBold" pitchFamily="34" charset="0"/>
                <a:ea typeface="Lexend SemiBold" pitchFamily="34" charset="-122"/>
                <a:cs typeface="Lexend SemiBold" pitchFamily="34" charset="-120"/>
              </a:rPr>
              <a:t> công</a:t>
            </a:r>
            <a:r>
              <a:rPr lang="en-US" sz="2175" dirty="0" spc="1" kern="0">
                <a:solidFill>
                  <a:srgbClr val="123E52"/>
                </a:solidFill>
                <a:latin typeface="Lexend SemiBold" pitchFamily="34" charset="0"/>
                <a:ea typeface="Lexend SemiBold" pitchFamily="34" charset="-122"/>
                <a:cs typeface="Lexend SemiBold" pitchFamily="34" charset="-120"/>
              </a:rPr>
              <a:t> cụ</a:t>
            </a:r>
            <a:r>
              <a:rPr lang="en-US" sz="2175" dirty="0" spc="4" kern="0">
                <a:solidFill>
                  <a:srgbClr val="123E52"/>
                </a:solidFill>
                <a:latin typeface="Lexend SemiBold" pitchFamily="34" charset="0"/>
                <a:ea typeface="Lexend SemiBold" pitchFamily="34" charset="-122"/>
                <a:cs typeface="Lexend SemiBold" pitchFamily="34" charset="-120"/>
              </a:rPr>
              <a:t> cá</a:t>
            </a:r>
            <a:r>
              <a:rPr lang="en-US" sz="2175" dirty="0" spc="3" kern="0">
                <a:solidFill>
                  <a:srgbClr val="123E52"/>
                </a:solidFill>
                <a:latin typeface="Lexend SemiBold" pitchFamily="34" charset="0"/>
                <a:ea typeface="Lexend SemiBold" pitchFamily="34" charset="-122"/>
                <a:cs typeface="Lexend SemiBold" pitchFamily="34" charset="-120"/>
              </a:rPr>
              <a:t> nhân</a:t>
            </a:r>
            <a:endParaRPr lang="en-US" sz="2175" dirty="0"/>
          </a:p>
        </p:txBody>
      </p:sp>
      <p:sp>
        <p:nvSpPr>
          <p:cNvPr id="5" name="Connector line-1792810742538-131990132"/>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2" kern="0">
                <a:solidFill>
                  <a:srgbClr val="123E52"/>
                </a:solidFill>
                <a:latin typeface="Noto Sans" pitchFamily="34" charset="0"/>
                <a:ea typeface="Noto Sans" pitchFamily="34" charset="-122"/>
                <a:cs typeface="Noto Sans" pitchFamily="34" charset="-120"/>
              </a:rPr>
              <a:t>Những</a:t>
            </a:r>
            <a:r>
              <a:rPr lang="en-US" sz="1313" dirty="0" spc="-1" kern="0">
                <a:solidFill>
                  <a:srgbClr val="123E52"/>
                </a:solidFill>
                <a:latin typeface="Noto Sans" pitchFamily="34" charset="0"/>
                <a:ea typeface="Noto Sans" pitchFamily="34" charset="-122"/>
                <a:cs typeface="Noto Sans" pitchFamily="34" charset="-120"/>
              </a:rPr>
              <a:t> nhóm</a:t>
            </a:r>
            <a:r>
              <a:rPr lang="en-US" sz="1313" dirty="0" spc="0" kern="0">
                <a:solidFill>
                  <a:srgbClr val="123E52"/>
                </a:solidFill>
                <a:latin typeface="Noto Sans" pitchFamily="34" charset="0"/>
                <a:ea typeface="Noto Sans" pitchFamily="34" charset="-122"/>
                <a:cs typeface="Noto Sans" pitchFamily="34" charset="-120"/>
              </a:rPr>
              <a:t> như</a:t>
            </a:r>
            <a:r>
              <a:rPr lang="en-US" sz="1313" dirty="0" spc="-4" kern="0">
                <a:solidFill>
                  <a:srgbClr val="123E52"/>
                </a:solidFill>
                <a:latin typeface="Noto Sans" pitchFamily="34" charset="0"/>
                <a:ea typeface="Noto Sans" pitchFamily="34" charset="-122"/>
                <a:cs typeface="Noto Sans" pitchFamily="34" charset="-120"/>
              </a:rPr>
              <a:t> Front-end</a:t>
            </a:r>
            <a:r>
              <a:rPr lang="en-US" sz="1313" dirty="0" spc="-5" kern="0">
                <a:solidFill>
                  <a:srgbClr val="123E52"/>
                </a:solidFill>
                <a:latin typeface="Noto Sans" pitchFamily="34" charset="0"/>
                <a:ea typeface="Noto Sans" pitchFamily="34" charset="-122"/>
                <a:cs typeface="Noto Sans" pitchFamily="34" charset="-120"/>
              </a:rPr>
              <a:t> Framework</a:t>
            </a:r>
            <a:r>
              <a:rPr lang="en-US" sz="1313" dirty="0" spc="5" kern="0">
                <a:solidFill>
                  <a:srgbClr val="123E52"/>
                </a:solidFill>
                <a:latin typeface="Noto Sans" pitchFamily="34" charset="0"/>
                <a:ea typeface="Noto Sans" pitchFamily="34" charset="-122"/>
                <a:cs typeface="Noto Sans" pitchFamily="34" charset="-120"/>
              </a:rPr>
              <a:t> /</a:t>
            </a:r>
            <a:r>
              <a:rPr lang="en-US" sz="1313" dirty="0" spc="-8" kern="0">
                <a:solidFill>
                  <a:srgbClr val="123E52"/>
                </a:solidFill>
                <a:latin typeface="Noto Sans" pitchFamily="34" charset="0"/>
                <a:ea typeface="Noto Sans" pitchFamily="34" charset="-122"/>
                <a:cs typeface="Noto Sans" pitchFamily="34" charset="-120"/>
              </a:rPr>
              <a:t> Library,</a:t>
            </a:r>
            <a:r>
              <a:rPr lang="en-US" sz="1313" dirty="0" spc="-23" kern="0">
                <a:solidFill>
                  <a:srgbClr val="123E52"/>
                </a:solidFill>
                <a:latin typeface="Noto Sans" pitchFamily="34" charset="0"/>
                <a:ea typeface="Noto Sans" pitchFamily="34" charset="-122"/>
                <a:cs typeface="Noto Sans" pitchFamily="34" charset="-120"/>
              </a:rPr>
              <a:t> Text</a:t>
            </a:r>
            <a:r>
              <a:rPr lang="en-US" sz="1313" dirty="0" spc="-26" kern="0">
                <a:solidFill>
                  <a:srgbClr val="123E52"/>
                </a:solidFill>
                <a:latin typeface="Noto Sans" pitchFamily="34" charset="0"/>
                <a:ea typeface="Noto Sans" pitchFamily="34" charset="-122"/>
                <a:cs typeface="Noto Sans" pitchFamily="34" charset="-120"/>
              </a:rPr>
              <a:t> Editor,</a:t>
            </a:r>
            <a:r>
              <a:rPr lang="en-US" sz="1313" dirty="0" spc="0" kern="0">
                <a:solidFill>
                  <a:srgbClr val="123E52"/>
                </a:solidFill>
                <a:latin typeface="Noto Sans" pitchFamily="34" charset="0"/>
                <a:ea typeface="Noto Sans" pitchFamily="34" charset="-122"/>
                <a:cs typeface="Noto Sans" pitchFamily="34" charset="-120"/>
              </a:rPr>
              <a:t> Command-Line</a:t>
            </a:r>
            <a:r>
              <a:rPr lang="en-US" sz="1313" dirty="0" spc="-14" kern="0">
                <a:solidFill>
                  <a:srgbClr val="123E52"/>
                </a:solidFill>
                <a:latin typeface="Noto Sans" pitchFamily="34" charset="0"/>
                <a:ea typeface="Noto Sans" pitchFamily="34" charset="-122"/>
                <a:cs typeface="Noto Sans" pitchFamily="34" charset="-120"/>
              </a:rPr>
              <a:t> Tool,</a:t>
            </a:r>
            <a:r>
              <a:rPr lang="en-US" sz="1313" dirty="0" spc="0" kern="0">
                <a:solidFill>
                  <a:srgbClr val="123E52"/>
                </a:solidFill>
                <a:latin typeface="Noto Sans" pitchFamily="34" charset="0"/>
                <a:ea typeface="Noto Sans" pitchFamily="34" charset="-122"/>
                <a:cs typeface="Noto Sans" pitchFamily="34" charset="-120"/>
              </a:rPr>
              <a:t> Bot</a:t>
            </a:r>
            <a:r>
              <a:rPr lang="en-US" sz="1313" dirty="0" spc="2" kern="0">
                <a:solidFill>
                  <a:srgbClr val="123E52"/>
                </a:solidFill>
                <a:latin typeface="Noto Sans" pitchFamily="34" charset="0"/>
                <a:ea typeface="Noto Sans" pitchFamily="34" charset="-122"/>
                <a:cs typeface="Noto Sans" pitchFamily="34" charset="-120"/>
              </a:rPr>
              <a:t> và</a:t>
            </a:r>
            <a:r>
              <a:rPr lang="en-US" sz="1313" dirty="0" spc="-9" kern="0">
                <a:solidFill>
                  <a:srgbClr val="123E52"/>
                </a:solidFill>
                <a:latin typeface="Noto Sans" pitchFamily="34" charset="0"/>
                <a:ea typeface="Noto Sans" pitchFamily="34" charset="-122"/>
                <a:cs typeface="Noto Sans" pitchFamily="34" charset="-120"/>
              </a:rPr>
              <a:t> Template</a:t>
            </a:r>
            <a:r>
              <a:rPr lang="en-US" sz="1313" dirty="0" spc="1" kern="0">
                <a:solidFill>
                  <a:srgbClr val="123E52"/>
                </a:solidFill>
                <a:latin typeface="Noto Sans" pitchFamily="34" charset="0"/>
                <a:ea typeface="Noto Sans" pitchFamily="34" charset="-122"/>
                <a:cs typeface="Noto Sans" pitchFamily="34" charset="-120"/>
              </a:rPr>
              <a:t> Engine</a:t>
            </a:r>
            <a:r>
              <a:rPr lang="en-US" sz="1313" dirty="0" spc="0" kern="0">
                <a:solidFill>
                  <a:srgbClr val="123E52"/>
                </a:solidFill>
                <a:latin typeface="Noto Sans" pitchFamily="34" charset="0"/>
                <a:ea typeface="Noto Sans" pitchFamily="34" charset="-122"/>
                <a:cs typeface="Noto Sans" pitchFamily="34" charset="-120"/>
              </a:rPr>
              <a:t> gắn</a:t>
            </a:r>
            <a:r>
              <a:rPr lang="en-US" sz="1313" dirty="0" spc="3" kern="0">
                <a:solidFill>
                  <a:srgbClr val="123E52"/>
                </a:solidFill>
                <a:latin typeface="Noto Sans" pitchFamily="34" charset="0"/>
                <a:ea typeface="Noto Sans" pitchFamily="34" charset="-122"/>
                <a:cs typeface="Noto Sans" pitchFamily="34" charset="-120"/>
              </a:rPr>
              <a:t> việc</a:t>
            </a:r>
            <a:r>
              <a:rPr lang="en-US" sz="1313" dirty="0" spc="1" kern="0">
                <a:solidFill>
                  <a:srgbClr val="123E52"/>
                </a:solidFill>
                <a:latin typeface="Noto Sans" pitchFamily="34" charset="0"/>
                <a:ea typeface="Noto Sans" pitchFamily="34" charset="-122"/>
                <a:cs typeface="Noto Sans" pitchFamily="34" charset="-120"/>
              </a:rPr>
              <a:t> học với</a:t>
            </a:r>
            <a:r>
              <a:rPr lang="en-US" sz="1313" dirty="0" spc="0" kern="0">
                <a:solidFill>
                  <a:srgbClr val="123E52"/>
                </a:solidFill>
                <a:latin typeface="Noto Sans" pitchFamily="34" charset="0"/>
                <a:ea typeface="Noto Sans" pitchFamily="34" charset="-122"/>
                <a:cs typeface="Noto Sans" pitchFamily="34" charset="-120"/>
              </a:rPr>
              <a:t> công</a:t>
            </a:r>
            <a:r>
              <a:rPr lang="en-US" sz="1313" dirty="0" spc="2" kern="0">
                <a:solidFill>
                  <a:srgbClr val="123E52"/>
                </a:solidFill>
                <a:latin typeface="Noto Sans" pitchFamily="34" charset="0"/>
                <a:ea typeface="Noto Sans" pitchFamily="34" charset="-122"/>
                <a:cs typeface="Noto Sans" pitchFamily="34" charset="-120"/>
              </a:rPr>
              <a:t> cụ</a:t>
            </a:r>
            <a:r>
              <a:rPr lang="en-US" sz="1313" dirty="0" spc="1" kern="0">
                <a:solidFill>
                  <a:srgbClr val="123E52"/>
                </a:solidFill>
                <a:latin typeface="Noto Sans" pitchFamily="34" charset="0"/>
                <a:ea typeface="Noto Sans" pitchFamily="34" charset="-122"/>
                <a:cs typeface="Noto Sans" pitchFamily="34" charset="-120"/>
              </a:rPr>
              <a:t> dễ</a:t>
            </a:r>
            <a:r>
              <a:rPr lang="en-US" sz="1313" dirty="0" spc="0" kern="0">
                <a:solidFill>
                  <a:srgbClr val="123E52"/>
                </a:solidFill>
                <a:latin typeface="Noto Sans" pitchFamily="34" charset="0"/>
                <a:ea typeface="Noto Sans" pitchFamily="34" charset="-122"/>
                <a:cs typeface="Noto Sans" pitchFamily="34" charset="-120"/>
              </a:rPr>
              <a:t> hình</a:t>
            </a:r>
            <a:r>
              <a:rPr lang="en-US" sz="1313" dirty="0" spc="-1" kern="0">
                <a:solidFill>
                  <a:srgbClr val="123E52"/>
                </a:solidFill>
                <a:latin typeface="Noto Sans" pitchFamily="34" charset="0"/>
                <a:ea typeface="Noto Sans" pitchFamily="34" charset="-122"/>
                <a:cs typeface="Noto Sans" pitchFamily="34" charset="-120"/>
              </a:rPr>
              <a:t> dung.</a:t>
            </a:r>
            <a:r>
              <a:rPr lang="en-US" sz="1313" dirty="0" spc="2" kern="0">
                <a:solidFill>
                  <a:srgbClr val="123E52"/>
                </a:solidFill>
                <a:latin typeface="Noto Sans" pitchFamily="34" charset="0"/>
                <a:ea typeface="Noto Sans" pitchFamily="34" charset="-122"/>
                <a:cs typeface="Noto Sans" pitchFamily="34" charset="-120"/>
              </a:rPr>
              <a:t> Bạn</a:t>
            </a:r>
            <a:r>
              <a:rPr lang="en-US" sz="1313" dirty="0" spc="1" kern="0">
                <a:solidFill>
                  <a:srgbClr val="123E52"/>
                </a:solidFill>
                <a:latin typeface="Noto Sans" pitchFamily="34" charset="0"/>
                <a:ea typeface="Noto Sans" pitchFamily="34" charset="-122"/>
                <a:cs typeface="Noto Sans" pitchFamily="34" charset="-120"/>
              </a:rPr>
              <a:t> có thể</a:t>
            </a:r>
            <a:r>
              <a:rPr lang="en-US" sz="1313" dirty="0" spc="0" kern="0">
                <a:solidFill>
                  <a:srgbClr val="123E52"/>
                </a:solidFill>
                <a:latin typeface="Noto Sans" pitchFamily="34" charset="0"/>
                <a:ea typeface="Noto Sans" pitchFamily="34" charset="-122"/>
                <a:cs typeface="Noto Sans" pitchFamily="34" charset="-120"/>
              </a:rPr>
              <a:t> chọn bài</a:t>
            </a:r>
            <a:r>
              <a:rPr lang="en-US" sz="1313" dirty="0" spc="-1" kern="0">
                <a:solidFill>
                  <a:srgbClr val="123E52"/>
                </a:solidFill>
                <a:latin typeface="Noto Sans" pitchFamily="34" charset="0"/>
                <a:ea typeface="Noto Sans" pitchFamily="34" charset="-122"/>
                <a:cs typeface="Noto Sans" pitchFamily="34" charset="-120"/>
              </a:rPr>
              <a:t> gần</a:t>
            </a:r>
            <a:r>
              <a:rPr lang="en-US" sz="1313" dirty="0" spc="0" kern="0">
                <a:solidFill>
                  <a:srgbClr val="123E52"/>
                </a:solidFill>
                <a:latin typeface="Noto Sans" pitchFamily="34" charset="0"/>
                <a:ea typeface="Noto Sans" pitchFamily="34" charset="-122"/>
                <a:cs typeface="Noto Sans" pitchFamily="34" charset="-120"/>
              </a:rPr>
              <a:t> công</a:t>
            </a:r>
            <a:r>
              <a:rPr lang="en-US" sz="1313" dirty="0" spc="3" kern="0">
                <a:solidFill>
                  <a:srgbClr val="123E52"/>
                </a:solidFill>
                <a:latin typeface="Noto Sans" pitchFamily="34" charset="0"/>
                <a:ea typeface="Noto Sans" pitchFamily="34" charset="-122"/>
                <a:cs typeface="Noto Sans" pitchFamily="34" charset="-120"/>
              </a:rPr>
              <a:t> việc</a:t>
            </a:r>
            <a:r>
              <a:rPr lang="en-US" sz="1313" dirty="0" spc="0" kern="0">
                <a:solidFill>
                  <a:srgbClr val="123E52"/>
                </a:solidFill>
                <a:latin typeface="Noto Sans" pitchFamily="34" charset="0"/>
                <a:ea typeface="Noto Sans" pitchFamily="34" charset="-122"/>
                <a:cs typeface="Noto Sans" pitchFamily="34" charset="-120"/>
              </a:rPr>
              <a:t> hằng</a:t>
            </a:r>
            <a:r>
              <a:rPr lang="en-US" sz="1313" dirty="0" spc="-2" kern="0">
                <a:solidFill>
                  <a:srgbClr val="123E52"/>
                </a:solidFill>
                <a:latin typeface="Noto Sans" pitchFamily="34" charset="0"/>
                <a:ea typeface="Noto Sans" pitchFamily="34" charset="-122"/>
                <a:cs typeface="Noto Sans" pitchFamily="34" charset="-120"/>
              </a:rPr>
              <a:t> ngày</a:t>
            </a:r>
            <a:r>
              <a:rPr lang="en-US" sz="1313" dirty="0" spc="1" kern="0">
                <a:solidFill>
                  <a:srgbClr val="123E52"/>
                </a:solidFill>
                <a:latin typeface="Noto Sans" pitchFamily="34" charset="0"/>
                <a:ea typeface="Noto Sans" pitchFamily="34" charset="-122"/>
                <a:cs typeface="Noto Sans" pitchFamily="34" charset="-120"/>
              </a:rPr>
              <a:t> để có</a:t>
            </a:r>
            <a:r>
              <a:rPr lang="en-US" sz="1313" dirty="0" spc="2" kern="0">
                <a:solidFill>
                  <a:srgbClr val="123E52"/>
                </a:solidFill>
                <a:latin typeface="Noto Sans" pitchFamily="34" charset="0"/>
                <a:ea typeface="Noto Sans" pitchFamily="34" charset="-122"/>
                <a:cs typeface="Noto Sans" pitchFamily="34" charset="-120"/>
              </a:rPr>
              <a:t> câu</a:t>
            </a:r>
            <a:r>
              <a:rPr lang="en-US" sz="1313" dirty="0" spc="0" kern="0">
                <a:solidFill>
                  <a:srgbClr val="123E52"/>
                </a:solidFill>
                <a:latin typeface="Noto Sans" pitchFamily="34" charset="0"/>
                <a:ea typeface="Noto Sans" pitchFamily="34" charset="-122"/>
                <a:cs typeface="Noto Sans" pitchFamily="34" charset="-120"/>
              </a:rPr>
              <a:t> hỏi</a:t>
            </a:r>
            <a:r>
              <a:rPr lang="en-US" sz="1313" dirty="0" spc="2" kern="0">
                <a:solidFill>
                  <a:srgbClr val="123E52"/>
                </a:solidFill>
                <a:latin typeface="Noto Sans" pitchFamily="34" charset="0"/>
                <a:ea typeface="Noto Sans" pitchFamily="34" charset="-122"/>
                <a:cs typeface="Noto Sans" pitchFamily="34" charset="-120"/>
              </a:rPr>
              <a:t> cụ</a:t>
            </a:r>
            <a:r>
              <a:rPr lang="en-US" sz="1313" dirty="0" spc="1" kern="0">
                <a:solidFill>
                  <a:srgbClr val="123E52"/>
                </a:solidFill>
                <a:latin typeface="Noto Sans" pitchFamily="34" charset="0"/>
                <a:ea typeface="Noto Sans" pitchFamily="34" charset="-122"/>
                <a:cs typeface="Noto Sans" pitchFamily="34" charset="-120"/>
              </a:rPr>
              <a:t> thể</a:t>
            </a:r>
            <a:r>
              <a:rPr lang="en-US" sz="1313" dirty="0" spc="0" kern="0">
                <a:solidFill>
                  <a:srgbClr val="123E52"/>
                </a:solidFill>
                <a:latin typeface="Noto Sans" pitchFamily="34" charset="0"/>
                <a:ea typeface="Noto Sans" pitchFamily="34" charset="-122"/>
                <a:cs typeface="Noto Sans" pitchFamily="34" charset="-120"/>
              </a:rPr>
              <a:t> hơn.</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Dùng</a:t>
            </a:r>
            <a:r>
              <a:rPr lang="en-US" sz="1275" dirty="0" spc="-4" kern="0">
                <a:solidFill>
                  <a:srgbClr val="123E52"/>
                </a:solidFill>
                <a:latin typeface="Lexend SemiBold" pitchFamily="34" charset="0"/>
                <a:ea typeface="Lexend SemiBold" pitchFamily="34" charset="-122"/>
                <a:cs typeface="Lexend SemiBold" pitchFamily="34" charset="-120"/>
              </a:rPr>
              <a:t> trải</a:t>
            </a:r>
            <a:r>
              <a:rPr lang="en-US" sz="1275" dirty="0" spc="1" kern="0">
                <a:solidFill>
                  <a:srgbClr val="123E52"/>
                </a:solidFill>
                <a:latin typeface="Lexend SemiBold" pitchFamily="34" charset="0"/>
                <a:ea typeface="Lexend SemiBold" pitchFamily="34" charset="-122"/>
                <a:cs typeface="Lexend SemiBold" pitchFamily="34" charset="-120"/>
              </a:rPr>
              <a:t> nghiệm</a:t>
            </a:r>
            <a:r>
              <a:rPr lang="en-US" sz="1275" dirty="0" spc="4" kern="0">
                <a:solidFill>
                  <a:srgbClr val="123E52"/>
                </a:solidFill>
                <a:latin typeface="Lexend SemiBold" pitchFamily="34" charset="0"/>
                <a:ea typeface="Lexend SemiBold" pitchFamily="34" charset="-122"/>
                <a:cs typeface="Lexend SemiBold" pitchFamily="34" charset="-120"/>
              </a:rPr>
              <a:t> sẵn</a:t>
            </a:r>
            <a:r>
              <a:rPr lang="en-US" sz="1275" dirty="0" spc="1" kern="0">
                <a:solidFill>
                  <a:srgbClr val="123E52"/>
                </a:solidFill>
                <a:latin typeface="Lexend SemiBold" pitchFamily="34" charset="0"/>
                <a:ea typeface="Lexend SemiBold" pitchFamily="34" charset="-122"/>
                <a:cs typeface="Lexend SemiBold" pitchFamily="34" charset="-120"/>
              </a:rPr>
              <a:t> có</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Nếu</a:t>
            </a:r>
            <a:r>
              <a:rPr lang="en-US" sz="1095" dirty="0" spc="-1" kern="0">
                <a:solidFill>
                  <a:srgbClr val="123E52"/>
                </a:solidFill>
                <a:latin typeface="Noto Sans" pitchFamily="34" charset="0"/>
                <a:ea typeface="Noto Sans" pitchFamily="34" charset="-122"/>
                <a:cs typeface="Noto Sans" pitchFamily="34" charset="-120"/>
              </a:rPr>
              <a:t> thường</a:t>
            </a:r>
            <a:r>
              <a:rPr lang="en-US" sz="1095" dirty="0" spc="0" kern="0">
                <a:solidFill>
                  <a:srgbClr val="123E52"/>
                </a:solidFill>
                <a:latin typeface="Noto Sans" pitchFamily="34" charset="0"/>
                <a:ea typeface="Noto Sans" pitchFamily="34" charset="-122"/>
                <a:cs typeface="Noto Sans" pitchFamily="34" charset="-120"/>
              </a:rPr>
              <a:t> dùng</a:t>
            </a:r>
            <a:r>
              <a:rPr lang="en-US" sz="1095" dirty="0" spc="-4" kern="0">
                <a:solidFill>
                  <a:srgbClr val="123E52"/>
                </a:solidFill>
                <a:latin typeface="Noto Sans" pitchFamily="34" charset="0"/>
                <a:ea typeface="Noto Sans" pitchFamily="34" charset="-122"/>
                <a:cs typeface="Noto Sans" pitchFamily="34" charset="-120"/>
              </a:rPr>
              <a:t> framework</a:t>
            </a:r>
            <a:r>
              <a:rPr lang="en-US" sz="1095" dirty="0" spc="-1" kern="0">
                <a:solidFill>
                  <a:srgbClr val="123E52"/>
                </a:solidFill>
                <a:latin typeface="Noto Sans" pitchFamily="34" charset="0"/>
                <a:ea typeface="Noto Sans" pitchFamily="34" charset="-122"/>
                <a:cs typeface="Noto Sans" pitchFamily="34" charset="-120"/>
              </a:rPr>
              <a:t> giao</a:t>
            </a:r>
            <a:r>
              <a:rPr lang="en-US" sz="1095" dirty="0" spc="0" kern="0">
                <a:solidFill>
                  <a:srgbClr val="123E52"/>
                </a:solidFill>
                <a:latin typeface="Noto Sans" pitchFamily="34" charset="0"/>
                <a:ea typeface="Noto Sans" pitchFamily="34" charset="-122"/>
                <a:cs typeface="Noto Sans" pitchFamily="34" charset="-120"/>
              </a:rPr>
              <a:t> diện, hãy</a:t>
            </a:r>
            <a:r>
              <a:rPr lang="en-US" sz="1095" dirty="0" spc="-2" kern="0">
                <a:solidFill>
                  <a:srgbClr val="123E52"/>
                </a:solidFill>
                <a:latin typeface="Noto Sans" pitchFamily="34" charset="0"/>
                <a:ea typeface="Noto Sans" pitchFamily="34" charset="-122"/>
                <a:cs typeface="Noto Sans" pitchFamily="34" charset="-120"/>
              </a:rPr>
              <a:t> hỏi</a:t>
            </a:r>
            <a:r>
              <a:rPr lang="en-US" sz="1095" dirty="0" spc="0" kern="0">
                <a:solidFill>
                  <a:srgbClr val="123E52"/>
                </a:solidFill>
                <a:latin typeface="Noto Sans" pitchFamily="34" charset="0"/>
                <a:ea typeface="Noto Sans" pitchFamily="34" charset="-122"/>
                <a:cs typeface="Noto Sans" pitchFamily="34" charset="-120"/>
              </a:rPr>
              <a:t> nó</a:t>
            </a:r>
            <a:r>
              <a:rPr lang="en-US" sz="1095" dirty="0" spc="-1" kern="0">
                <a:solidFill>
                  <a:srgbClr val="123E52"/>
                </a:solidFill>
                <a:latin typeface="Noto Sans" pitchFamily="34" charset="0"/>
                <a:ea typeface="Noto Sans" pitchFamily="34" charset="-122"/>
                <a:cs typeface="Noto Sans" pitchFamily="34" charset="-120"/>
              </a:rPr>
              <a:t> biến</a:t>
            </a:r>
            <a:r>
              <a:rPr lang="en-US" sz="1095" dirty="0" spc="-4" kern="0">
                <a:solidFill>
                  <a:srgbClr val="123E52"/>
                </a:solidFill>
                <a:latin typeface="Noto Sans" pitchFamily="34" charset="0"/>
                <a:ea typeface="Noto Sans" pitchFamily="34" charset="-122"/>
                <a:cs typeface="Noto Sans" pitchFamily="34" charset="-120"/>
              </a:rPr>
              <a:t> trạng</a:t>
            </a:r>
            <a:r>
              <a:rPr lang="en-US" sz="1095" dirty="0" spc="-2" kern="0">
                <a:solidFill>
                  <a:srgbClr val="123E52"/>
                </a:solidFill>
                <a:latin typeface="Noto Sans" pitchFamily="34" charset="0"/>
                <a:ea typeface="Noto Sans" pitchFamily="34" charset="-122"/>
                <a:cs typeface="Noto Sans" pitchFamily="34" charset="-120"/>
              </a:rPr>
              <a:t> thái</a:t>
            </a:r>
            <a:r>
              <a:rPr lang="en-US" sz="1095" dirty="0" spc="0" kern="0">
                <a:solidFill>
                  <a:srgbClr val="123E52"/>
                </a:solidFill>
                <a:latin typeface="Noto Sans" pitchFamily="34" charset="0"/>
                <a:ea typeface="Noto Sans" pitchFamily="34" charset="-122"/>
                <a:cs typeface="Noto Sans" pitchFamily="34" charset="-120"/>
              </a:rPr>
              <a:t> thành</a:t>
            </a:r>
            <a:r>
              <a:rPr lang="en-US" sz="1095" dirty="0" spc="-1" kern="0">
                <a:solidFill>
                  <a:srgbClr val="123E52"/>
                </a:solidFill>
                <a:latin typeface="Noto Sans" pitchFamily="34" charset="0"/>
                <a:ea typeface="Noto Sans" pitchFamily="34" charset="-122"/>
                <a:cs typeface="Noto Sans" pitchFamily="34" charset="-120"/>
              </a:rPr>
              <a:t> kết</a:t>
            </a:r>
            <a:r>
              <a:rPr lang="en-US" sz="1095" dirty="0" spc="0" kern="0">
                <a:solidFill>
                  <a:srgbClr val="123E52"/>
                </a:solidFill>
                <a:latin typeface="Noto Sans" pitchFamily="34" charset="0"/>
                <a:ea typeface="Noto Sans" pitchFamily="34" charset="-122"/>
                <a:cs typeface="Noto Sans" pitchFamily="34" charset="-120"/>
              </a:rPr>
              <a:t> quả hiển</a:t>
            </a:r>
            <a:r>
              <a:rPr lang="en-US" sz="1095" dirty="0" spc="-3" kern="0">
                <a:solidFill>
                  <a:srgbClr val="123E52"/>
                </a:solidFill>
                <a:latin typeface="Noto Sans" pitchFamily="34" charset="0"/>
                <a:ea typeface="Noto Sans" pitchFamily="34" charset="-122"/>
                <a:cs typeface="Noto Sans" pitchFamily="34" charset="-120"/>
              </a:rPr>
              <a:t> thị</a:t>
            </a:r>
            <a:r>
              <a:rPr lang="en-US" sz="1095" dirty="0" spc="0" kern="0">
                <a:solidFill>
                  <a:srgbClr val="123E52"/>
                </a:solidFill>
                <a:latin typeface="Noto Sans" pitchFamily="34" charset="0"/>
                <a:ea typeface="Noto Sans" pitchFamily="34" charset="-122"/>
                <a:cs typeface="Noto Sans" pitchFamily="34" charset="-120"/>
              </a:rPr>
              <a:t> thế</a:t>
            </a:r>
            <a:r>
              <a:rPr lang="en-US" sz="1095" dirty="0" spc="1" kern="0">
                <a:solidFill>
                  <a:srgbClr val="123E52"/>
                </a:solidFill>
                <a:latin typeface="Noto Sans" pitchFamily="34" charset="0"/>
                <a:ea typeface="Noto Sans" pitchFamily="34" charset="-122"/>
                <a:cs typeface="Noto Sans" pitchFamily="34" charset="-120"/>
              </a:rPr>
              <a:t> nào.</a:t>
            </a:r>
            <a:r>
              <a:rPr lang="en-US" sz="1095" dirty="0" spc="0" kern="0">
                <a:solidFill>
                  <a:srgbClr val="123E52"/>
                </a:solidFill>
                <a:latin typeface="Noto Sans" pitchFamily="34" charset="0"/>
                <a:ea typeface="Noto Sans" pitchFamily="34" charset="-122"/>
                <a:cs typeface="Noto Sans" pitchFamily="34" charset="-120"/>
              </a:rPr>
              <a:t> Nếu dùng</a:t>
            </a:r>
            <a:r>
              <a:rPr lang="en-US" sz="1095" dirty="0" spc="-1" kern="0">
                <a:solidFill>
                  <a:srgbClr val="123E52"/>
                </a:solidFill>
                <a:latin typeface="Noto Sans" pitchFamily="34" charset="0"/>
                <a:ea typeface="Noto Sans" pitchFamily="34" charset="-122"/>
                <a:cs typeface="Noto Sans" pitchFamily="34" charset="-120"/>
              </a:rPr>
              <a:t> công</a:t>
            </a:r>
            <a:r>
              <a:rPr lang="en-US" sz="1095" dirty="0" spc="0" kern="0">
                <a:solidFill>
                  <a:srgbClr val="123E52"/>
                </a:solidFill>
                <a:latin typeface="Noto Sans" pitchFamily="34" charset="0"/>
                <a:ea typeface="Noto Sans" pitchFamily="34" charset="-122"/>
                <a:cs typeface="Noto Sans" pitchFamily="34" charset="-120"/>
              </a:rPr>
              <a:t> cụ</a:t>
            </a:r>
            <a:r>
              <a:rPr lang="en-US" sz="1095" dirty="0" spc="-1" kern="0">
                <a:solidFill>
                  <a:srgbClr val="123E52"/>
                </a:solidFill>
                <a:latin typeface="Noto Sans" pitchFamily="34" charset="0"/>
                <a:ea typeface="Noto Sans" pitchFamily="34" charset="-122"/>
                <a:cs typeface="Noto Sans" pitchFamily="34" charset="-120"/>
              </a:rPr>
              <a:t> dòng</a:t>
            </a:r>
            <a:r>
              <a:rPr lang="en-US" sz="1095" dirty="0" spc="1" kern="0">
                <a:solidFill>
                  <a:srgbClr val="123E52"/>
                </a:solidFill>
                <a:latin typeface="Noto Sans" pitchFamily="34" charset="0"/>
                <a:ea typeface="Noto Sans" pitchFamily="34" charset="-122"/>
                <a:cs typeface="Noto Sans" pitchFamily="34" charset="-120"/>
              </a:rPr>
              <a:t> lệnh,</a:t>
            </a:r>
            <a:r>
              <a:rPr lang="en-US" sz="1095" dirty="0" spc="0" kern="0">
                <a:solidFill>
                  <a:srgbClr val="123E52"/>
                </a:solidFill>
                <a:latin typeface="Noto Sans" pitchFamily="34" charset="0"/>
                <a:ea typeface="Noto Sans" pitchFamily="34" charset="-122"/>
                <a:cs typeface="Noto Sans" pitchFamily="34" charset="-120"/>
              </a:rPr>
              <a:t> hãy</a:t>
            </a:r>
            <a:r>
              <a:rPr lang="en-US" sz="1095" dirty="0" spc="-2" kern="0">
                <a:solidFill>
                  <a:srgbClr val="123E52"/>
                </a:solidFill>
                <a:latin typeface="Noto Sans" pitchFamily="34" charset="0"/>
                <a:ea typeface="Noto Sans" pitchFamily="34" charset="-122"/>
                <a:cs typeface="Noto Sans" pitchFamily="34" charset="-120"/>
              </a:rPr>
              <a:t> hỏi</a:t>
            </a:r>
            <a:r>
              <a:rPr lang="en-US" sz="1095" dirty="0" spc="0" kern="0">
                <a:solidFill>
                  <a:srgbClr val="123E52"/>
                </a:solidFill>
                <a:latin typeface="Noto Sans" pitchFamily="34" charset="0"/>
                <a:ea typeface="Noto Sans" pitchFamily="34" charset="-122"/>
                <a:cs typeface="Noto Sans" pitchFamily="34" charset="-120"/>
              </a:rPr>
              <a:t> cách nó</a:t>
            </a:r>
            <a:r>
              <a:rPr lang="en-US" sz="1095" dirty="0" spc="1" kern="0">
                <a:solidFill>
                  <a:srgbClr val="123E52"/>
                </a:solidFill>
                <a:latin typeface="Noto Sans" pitchFamily="34" charset="0"/>
                <a:ea typeface="Noto Sans" pitchFamily="34" charset="-122"/>
                <a:cs typeface="Noto Sans" pitchFamily="34" charset="-120"/>
              </a:rPr>
              <a:t> nhận</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1" kern="0">
                <a:solidFill>
                  <a:srgbClr val="123E52"/>
                </a:solidFill>
                <a:latin typeface="Noto Sans" pitchFamily="34" charset="0"/>
                <a:ea typeface="Noto Sans" pitchFamily="34" charset="-122"/>
                <a:cs typeface="Noto Sans" pitchFamily="34" charset="-120"/>
              </a:rPr>
              <a:t> tham</a:t>
            </a:r>
            <a:r>
              <a:rPr lang="en-US" sz="1095" dirty="0" spc="1" kern="0">
                <a:solidFill>
                  <a:srgbClr val="123E52"/>
                </a:solidFill>
                <a:latin typeface="Noto Sans" pitchFamily="34" charset="0"/>
                <a:ea typeface="Noto Sans" pitchFamily="34" charset="-122"/>
                <a:cs typeface="Noto Sans" pitchFamily="34" charset="-120"/>
              </a:rPr>
              <a:t> số.</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Giới</a:t>
            </a:r>
            <a:r>
              <a:rPr lang="en-US" sz="1275" dirty="0" spc="5" kern="0">
                <a:solidFill>
                  <a:srgbClr val="123E52"/>
                </a:solidFill>
                <a:latin typeface="Lexend SemiBold" pitchFamily="34" charset="0"/>
                <a:ea typeface="Lexend SemiBold" pitchFamily="34" charset="-122"/>
                <a:cs typeface="Lexend SemiBold" pitchFamily="34" charset="-120"/>
              </a:rPr>
              <a:t> hạn</a:t>
            </a:r>
            <a:r>
              <a:rPr lang="en-US" sz="1275" dirty="0" spc="-1" kern="0">
                <a:solidFill>
                  <a:srgbClr val="123E52"/>
                </a:solidFill>
                <a:latin typeface="Lexend SemiBold" pitchFamily="34" charset="0"/>
                <a:ea typeface="Lexend SemiBold" pitchFamily="34" charset="-122"/>
                <a:cs typeface="Lexend SemiBold" pitchFamily="34" charset="-120"/>
              </a:rPr>
              <a:t> một</a:t>
            </a:r>
            <a:r>
              <a:rPr lang="en-US" sz="1275" dirty="0" spc="5" kern="0">
                <a:solidFill>
                  <a:srgbClr val="123E52"/>
                </a:solidFill>
                <a:latin typeface="Lexend SemiBold" pitchFamily="34" charset="0"/>
                <a:ea typeface="Lexend SemiBold" pitchFamily="34" charset="-122"/>
                <a:cs typeface="Lexend SemiBold" pitchFamily="34" charset="-120"/>
              </a:rPr>
              <a:t> hành</a:t>
            </a:r>
            <a:r>
              <a:rPr lang="en-US" sz="1275" dirty="0" spc="2" kern="0">
                <a:solidFill>
                  <a:srgbClr val="123E52"/>
                </a:solidFill>
                <a:latin typeface="Lexend SemiBold" pitchFamily="34" charset="0"/>
                <a:ea typeface="Lexend SemiBold" pitchFamily="34" charset="-122"/>
                <a:cs typeface="Lexend SemiBold" pitchFamily="34" charset="-120"/>
              </a:rPr>
              <a:t> vi</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5" kern="0">
                <a:solidFill>
                  <a:srgbClr val="123E52"/>
                </a:solidFill>
                <a:latin typeface="Noto Sans" pitchFamily="34" charset="0"/>
                <a:ea typeface="Noto Sans" pitchFamily="34" charset="-122"/>
                <a:cs typeface="Noto Sans" pitchFamily="34" charset="-120"/>
              </a:rPr>
              <a:t>Ví</a:t>
            </a:r>
            <a:r>
              <a:rPr lang="en-US" sz="1095" dirty="0" spc="-1" kern="0">
                <a:solidFill>
                  <a:srgbClr val="123E52"/>
                </a:solidFill>
                <a:latin typeface="Noto Sans" pitchFamily="34" charset="0"/>
                <a:ea typeface="Noto Sans" pitchFamily="34" charset="-122"/>
                <a:cs typeface="Noto Sans" pitchFamily="34" charset="-120"/>
              </a:rPr>
              <a:t> dụ</a:t>
            </a:r>
            <a:r>
              <a:rPr lang="en-US" sz="1095" dirty="0" spc="0" kern="0">
                <a:solidFill>
                  <a:srgbClr val="123E52"/>
                </a:solidFill>
                <a:latin typeface="Noto Sans" pitchFamily="34" charset="0"/>
                <a:ea typeface="Noto Sans" pitchFamily="34" charset="-122"/>
                <a:cs typeface="Noto Sans" pitchFamily="34" charset="-120"/>
              </a:rPr>
              <a:t> của</a:t>
            </a:r>
            <a:r>
              <a:rPr lang="en-US" sz="1095" dirty="0" spc="-1" kern="0">
                <a:solidFill>
                  <a:srgbClr val="123E52"/>
                </a:solidFill>
                <a:latin typeface="Noto Sans" pitchFamily="34" charset="0"/>
                <a:ea typeface="Noto Sans" pitchFamily="34" charset="-122"/>
                <a:cs typeface="Noto Sans" pitchFamily="34" charset="-120"/>
              </a:rPr>
              <a:t> người viết:</a:t>
            </a:r>
            <a:r>
              <a:rPr lang="en-US" sz="1095" dirty="0" spc="-2" kern="0">
                <a:solidFill>
                  <a:srgbClr val="123E52"/>
                </a:solidFill>
                <a:latin typeface="Noto Sans" pitchFamily="34" charset="0"/>
                <a:ea typeface="Noto Sans" pitchFamily="34" charset="-122"/>
                <a:cs typeface="Noto Sans" pitchFamily="34" charset="-120"/>
              </a:rPr>
              <a:t> chỉ</a:t>
            </a:r>
            <a:r>
              <a:rPr lang="en-US" sz="1095" dirty="0" spc="1"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2" kern="0">
                <a:solidFill>
                  <a:srgbClr val="123E52"/>
                </a:solidFill>
                <a:latin typeface="Noto Sans" pitchFamily="34" charset="0"/>
                <a:ea typeface="Noto Sans" pitchFamily="34" charset="-122"/>
                <a:cs typeface="Noto Sans" pitchFamily="34" charset="-120"/>
              </a:rPr>
              <a:t> một loại</a:t>
            </a:r>
            <a:r>
              <a:rPr lang="en-US" sz="1095" dirty="0" spc="0" kern="0">
                <a:solidFill>
                  <a:srgbClr val="123E52"/>
                </a:solidFill>
                <a:latin typeface="Noto Sans" pitchFamily="34" charset="0"/>
                <a:ea typeface="Noto Sans" pitchFamily="34" charset="-122"/>
                <a:cs typeface="Noto Sans" pitchFamily="34" charset="-120"/>
              </a:rPr>
              <a:t> đầu vào,</a:t>
            </a:r>
            <a:r>
              <a:rPr lang="en-US" sz="1095" dirty="0" spc="-3"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màn hình hoặc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thao tác sửa văn</a:t>
            </a:r>
            <a:r>
              <a:rPr lang="en-US" sz="1095" dirty="0" spc="1" kern="0">
                <a:solidFill>
                  <a:srgbClr val="123E52"/>
                </a:solidFill>
                <a:latin typeface="Noto Sans" pitchFamily="34" charset="0"/>
                <a:ea typeface="Noto Sans" pitchFamily="34" charset="-122"/>
                <a:cs typeface="Noto Sans" pitchFamily="34" charset="-120"/>
              </a:rPr>
              <a:t> bản.</a:t>
            </a:r>
            <a:r>
              <a:rPr lang="en-US" sz="1095" dirty="0" spc="-1" kern="0">
                <a:solidFill>
                  <a:srgbClr val="123E52"/>
                </a:solidFill>
                <a:latin typeface="Noto Sans" pitchFamily="34" charset="0"/>
                <a:ea typeface="Noto Sans" pitchFamily="34" charset="-122"/>
                <a:cs typeface="Noto Sans" pitchFamily="34" charset="-120"/>
              </a:rPr>
              <a:t> Đừng đặt</a:t>
            </a:r>
            <a:r>
              <a:rPr lang="en-US" sz="1095" dirty="0" spc="0" kern="0">
                <a:solidFill>
                  <a:srgbClr val="123E52"/>
                </a:solidFill>
                <a:latin typeface="Noto Sans" pitchFamily="34" charset="0"/>
                <a:ea typeface="Noto Sans" pitchFamily="34" charset="-122"/>
                <a:cs typeface="Noto Sans" pitchFamily="34" charset="-120"/>
              </a:rPr>
              <a:t> mục</a:t>
            </a:r>
            <a:r>
              <a:rPr lang="en-US" sz="1095" dirty="0" spc="-1" kern="0">
                <a:solidFill>
                  <a:srgbClr val="123E52"/>
                </a:solidFill>
                <a:latin typeface="Noto Sans" pitchFamily="34" charset="0"/>
                <a:ea typeface="Noto Sans" pitchFamily="34" charset="-122"/>
                <a:cs typeface="Noto Sans" pitchFamily="34" charset="-120"/>
              </a:rPr>
              <a:t> tiêu</a:t>
            </a:r>
            <a:r>
              <a:rPr lang="en-US" sz="1095" dirty="0" spc="-2" kern="0">
                <a:solidFill>
                  <a:srgbClr val="123E52"/>
                </a:solidFill>
                <a:latin typeface="Noto Sans" pitchFamily="34" charset="0"/>
                <a:ea typeface="Noto Sans" pitchFamily="34" charset="-122"/>
                <a:cs typeface="Noto Sans" pitchFamily="34" charset="-120"/>
              </a:rPr>
              <a:t> thay</a:t>
            </a:r>
            <a:r>
              <a:rPr lang="en-US" sz="1095" dirty="0" spc="0" kern="0">
                <a:solidFill>
                  <a:srgbClr val="123E52"/>
                </a:solidFill>
                <a:latin typeface="Noto Sans" pitchFamily="34" charset="0"/>
                <a:ea typeface="Noto Sans" pitchFamily="34" charset="-122"/>
                <a:cs typeface="Noto Sans" pitchFamily="34" charset="-120"/>
              </a:rPr>
              <a:t> thế</a:t>
            </a:r>
            <a:r>
              <a:rPr lang="en-US" sz="1095" dirty="0" spc="-1" kern="0">
                <a:solidFill>
                  <a:srgbClr val="123E52"/>
                </a:solidFill>
                <a:latin typeface="Noto Sans" pitchFamily="34" charset="0"/>
                <a:ea typeface="Noto Sans" pitchFamily="34" charset="-122"/>
                <a:cs typeface="Noto Sans" pitchFamily="34" charset="-120"/>
              </a:rPr>
              <a:t> toàn bộ công</a:t>
            </a:r>
            <a:r>
              <a:rPr lang="en-US" sz="1095" dirty="0" spc="1" kern="0">
                <a:solidFill>
                  <a:srgbClr val="123E52"/>
                </a:solidFill>
                <a:latin typeface="Noto Sans" pitchFamily="34" charset="0"/>
                <a:ea typeface="Noto Sans" pitchFamily="34" charset="-122"/>
                <a:cs typeface="Noto Sans" pitchFamily="34" charset="-120"/>
              </a:rPr>
              <a:t> cụ</a:t>
            </a:r>
            <a:r>
              <a:rPr lang="en-US" sz="1095" dirty="0" spc="0" kern="0">
                <a:solidFill>
                  <a:srgbClr val="123E52"/>
                </a:solidFill>
                <a:latin typeface="Noto Sans" pitchFamily="34" charset="0"/>
                <a:ea typeface="Noto Sans" pitchFamily="34" charset="-122"/>
                <a:cs typeface="Noto Sans" pitchFamily="34" charset="-120"/>
              </a:rPr>
              <a:t> đang dùng.</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Đầu</a:t>
            </a:r>
            <a:r>
              <a:rPr lang="en-US" sz="1275" dirty="0" spc="-8" kern="0">
                <a:solidFill>
                  <a:srgbClr val="123E52"/>
                </a:solidFill>
                <a:latin typeface="Lexend SemiBold" pitchFamily="34" charset="0"/>
                <a:ea typeface="Lexend SemiBold" pitchFamily="34" charset="-122"/>
                <a:cs typeface="Lexend SemiBold" pitchFamily="34" charset="-120"/>
              </a:rPr>
              <a:t> ra</a:t>
            </a:r>
            <a:r>
              <a:rPr lang="en-US" sz="1275" dirty="0" spc="-1" kern="0">
                <a:solidFill>
                  <a:srgbClr val="123E52"/>
                </a:solidFill>
                <a:latin typeface="Lexend SemiBold" pitchFamily="34" charset="0"/>
                <a:ea typeface="Lexend SemiBold" pitchFamily="34" charset="-122"/>
                <a:cs typeface="Lexend SemiBold" pitchFamily="34" charset="-120"/>
              </a:rPr>
              <a:t> gợi</a:t>
            </a:r>
            <a:r>
              <a:rPr lang="en-US" sz="1275" dirty="0" spc="2" kern="0">
                <a:solidFill>
                  <a:srgbClr val="123E52"/>
                </a:solidFill>
                <a:latin typeface="Lexend SemiBold" pitchFamily="34" charset="0"/>
                <a:ea typeface="Lexend SemiBold" pitchFamily="34" charset="-122"/>
                <a:cs typeface="Lexend SemiBold" pitchFamily="34" charset="-120"/>
              </a:rPr>
              <a:t> ý</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Một</a:t>
            </a:r>
            <a:r>
              <a:rPr lang="en-US" sz="1095" dirty="0" spc="-1" kern="0">
                <a:solidFill>
                  <a:srgbClr val="123E52"/>
                </a:solidFill>
                <a:latin typeface="Noto Sans" pitchFamily="34" charset="0"/>
                <a:ea typeface="Noto Sans" pitchFamily="34" charset="-122"/>
                <a:cs typeface="Noto Sans" pitchFamily="34" charset="-120"/>
              </a:rPr>
              <a:t> tác</a:t>
            </a:r>
            <a:r>
              <a:rPr lang="en-US" sz="1095" dirty="0" spc="-3" kern="0">
                <a:solidFill>
                  <a:srgbClr val="123E52"/>
                </a:solidFill>
                <a:latin typeface="Noto Sans" pitchFamily="34" charset="0"/>
                <a:ea typeface="Noto Sans" pitchFamily="34" charset="-122"/>
                <a:cs typeface="Noto Sans" pitchFamily="34" charset="-120"/>
              </a:rPr>
              <a:t> vụ</a:t>
            </a:r>
            <a:r>
              <a:rPr lang="en-US" sz="1095" dirty="0" spc="1"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0" kern="0">
                <a:solidFill>
                  <a:srgbClr val="123E52"/>
                </a:solidFill>
                <a:latin typeface="Noto Sans" pitchFamily="34" charset="0"/>
                <a:ea typeface="Noto Sans" pitchFamily="34" charset="-122"/>
                <a:cs typeface="Noto Sans" pitchFamily="34" charset="-120"/>
              </a:rPr>
              <a:t> thể</a:t>
            </a:r>
            <a:r>
              <a:rPr lang="en-US" sz="1095" dirty="0" spc="-2" kern="0">
                <a:solidFill>
                  <a:srgbClr val="123E52"/>
                </a:solidFill>
                <a:latin typeface="Noto Sans" pitchFamily="34" charset="0"/>
                <a:ea typeface="Noto Sans" pitchFamily="34" charset="-122"/>
                <a:cs typeface="Noto Sans" pitchFamily="34" charset="-120"/>
              </a:rPr>
              <a:t> làm</a:t>
            </a:r>
            <a:r>
              <a:rPr lang="en-US" sz="1095" dirty="0" spc="-3" kern="0">
                <a:solidFill>
                  <a:srgbClr val="123E52"/>
                </a:solidFill>
                <a:latin typeface="Noto Sans" pitchFamily="34" charset="0"/>
                <a:ea typeface="Noto Sans" pitchFamily="34" charset="-122"/>
                <a:cs typeface="Noto Sans" pitchFamily="34" charset="-120"/>
              </a:rPr>
              <a:t> lại</a:t>
            </a:r>
            <a:r>
              <a:rPr lang="en-US" sz="1095" dirty="0" spc="-2" kern="0">
                <a:solidFill>
                  <a:srgbClr val="123E52"/>
                </a:solidFill>
                <a:latin typeface="Noto Sans" pitchFamily="34" charset="0"/>
                <a:ea typeface="Noto Sans" pitchFamily="34" charset="-122"/>
                <a:cs typeface="Noto Sans" pitchFamily="34" charset="-120"/>
              </a:rPr>
              <a:t> và một thay đổi</a:t>
            </a:r>
            <a:r>
              <a:rPr lang="en-US" sz="1095" dirty="0" spc="-1" kern="0">
                <a:solidFill>
                  <a:srgbClr val="123E52"/>
                </a:solidFill>
                <a:latin typeface="Noto Sans" pitchFamily="34" charset="0"/>
                <a:ea typeface="Noto Sans" pitchFamily="34" charset="-122"/>
                <a:cs typeface="Noto Sans" pitchFamily="34" charset="-120"/>
              </a:rPr>
              <a:t> do</a:t>
            </a:r>
            <a:r>
              <a:rPr lang="en-US" sz="1095" dirty="0" spc="0" kern="0">
                <a:solidFill>
                  <a:srgbClr val="123E52"/>
                </a:solidFill>
                <a:latin typeface="Noto Sans" pitchFamily="34" charset="0"/>
                <a:ea typeface="Noto Sans" pitchFamily="34" charset="-122"/>
                <a:cs typeface="Noto Sans" pitchFamily="34" charset="-120"/>
              </a:rPr>
              <a:t> chính</a:t>
            </a:r>
            <a:r>
              <a:rPr lang="en-US" sz="1095" dirty="0" spc="-1" kern="0">
                <a:solidFill>
                  <a:srgbClr val="123E52"/>
                </a:solidFill>
                <a:latin typeface="Noto Sans" pitchFamily="34" charset="0"/>
                <a:ea typeface="Noto Sans" pitchFamily="34" charset="-122"/>
                <a:cs typeface="Noto Sans" pitchFamily="34" charset="-120"/>
              </a:rPr>
              <a:t> bạn bổ</a:t>
            </a:r>
            <a:r>
              <a:rPr lang="en-US" sz="1095" dirty="0" spc="1" kern="0">
                <a:solidFill>
                  <a:srgbClr val="123E52"/>
                </a:solidFill>
                <a:latin typeface="Noto Sans" pitchFamily="34" charset="0"/>
                <a:ea typeface="Noto Sans" pitchFamily="34" charset="-122"/>
                <a:cs typeface="Noto Sans" pitchFamily="34" charset="-120"/>
              </a:rPr>
              <a:t> sung.</a:t>
            </a:r>
            <a:r>
              <a:rPr lang="en-US" sz="1095" dirty="0" spc="-3" kern="0">
                <a:solidFill>
                  <a:srgbClr val="123E52"/>
                </a:solidFill>
                <a:latin typeface="Noto Sans" pitchFamily="34" charset="0"/>
                <a:ea typeface="Noto Sans" pitchFamily="34" charset="-122"/>
                <a:cs typeface="Noto Sans" pitchFamily="34" charset="-120"/>
              </a:rPr>
              <a:t> Ghi</a:t>
            </a:r>
            <a:r>
              <a:rPr lang="en-US" sz="1095" dirty="0" spc="0" kern="0">
                <a:solidFill>
                  <a:srgbClr val="123E52"/>
                </a:solidFill>
                <a:latin typeface="Noto Sans" pitchFamily="34" charset="0"/>
                <a:ea typeface="Noto Sans" pitchFamily="34" charset="-122"/>
                <a:cs typeface="Noto Sans" pitchFamily="34" charset="-120"/>
              </a:rPr>
              <a:t> điều</a:t>
            </a:r>
            <a:r>
              <a:rPr lang="en-US" sz="1095" dirty="0" spc="-1" kern="0">
                <a:solidFill>
                  <a:srgbClr val="123E52"/>
                </a:solidFill>
                <a:latin typeface="Noto Sans" pitchFamily="34" charset="0"/>
                <a:ea typeface="Noto Sans" pitchFamily="34" charset="-122"/>
                <a:cs typeface="Noto Sans" pitchFamily="34" charset="-120"/>
              </a:rPr>
              <a:t> kiện hoạt</a:t>
            </a:r>
            <a:r>
              <a:rPr lang="en-US" sz="1095" dirty="0" spc="0" kern="0">
                <a:solidFill>
                  <a:srgbClr val="123E52"/>
                </a:solidFill>
                <a:latin typeface="Noto Sans" pitchFamily="34" charset="0"/>
                <a:ea typeface="Noto Sans" pitchFamily="34" charset="-122"/>
                <a:cs typeface="Noto Sans" pitchFamily="34" charset="-120"/>
              </a:rPr>
              <a:t> động cùng những</a:t>
            </a:r>
            <a:r>
              <a:rPr lang="en-US" sz="1095" dirty="0" spc="-1" kern="0">
                <a:solidFill>
                  <a:srgbClr val="123E52"/>
                </a:solidFill>
                <a:latin typeface="Noto Sans" pitchFamily="34" charset="0"/>
                <a:ea typeface="Noto Sans" pitchFamily="34" charset="-122"/>
                <a:cs typeface="Noto Sans" pitchFamily="34" charset="-120"/>
              </a:rPr>
              <a:t> trường</a:t>
            </a:r>
            <a:r>
              <a:rPr lang="en-US" sz="1095" dirty="0" spc="0" kern="0">
                <a:solidFill>
                  <a:srgbClr val="123E52"/>
                </a:solidFill>
                <a:latin typeface="Noto Sans" pitchFamily="34" charset="0"/>
                <a:ea typeface="Noto Sans" pitchFamily="34" charset="-122"/>
                <a:cs typeface="Noto Sans" pitchFamily="34" charset="-120"/>
              </a:rPr>
              <a:t> hợp chưa hỗ</a:t>
            </a:r>
            <a:r>
              <a:rPr lang="en-US" sz="1095" dirty="0" spc="-4" kern="0">
                <a:solidFill>
                  <a:srgbClr val="123E52"/>
                </a:solidFill>
                <a:latin typeface="Noto Sans" pitchFamily="34" charset="0"/>
                <a:ea typeface="Noto Sans" pitchFamily="34" charset="-122"/>
                <a:cs typeface="Noto Sans" pitchFamily="34" charset="-120"/>
              </a:rPr>
              <a:t> trợ.</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Đọc</a:t>
            </a:r>
            <a:r>
              <a:rPr lang="en-US" sz="1275" dirty="0" spc="2" kern="0">
                <a:solidFill>
                  <a:srgbClr val="123E52"/>
                </a:solidFill>
                <a:latin typeface="Lexend SemiBold" pitchFamily="34" charset="0"/>
                <a:ea typeface="Lexend SemiBold" pitchFamily="34" charset="-122"/>
                <a:cs typeface="Lexend SemiBold" pitchFamily="34" charset="-120"/>
              </a:rPr>
              <a:t> tiếp</a:t>
            </a:r>
            <a:r>
              <a:rPr lang="en-US" sz="1275" dirty="0" spc="1" kern="0">
                <a:solidFill>
                  <a:srgbClr val="123E52"/>
                </a:solidFill>
                <a:latin typeface="Lexend SemiBold" pitchFamily="34" charset="0"/>
                <a:ea typeface="Lexend SemiBold" pitchFamily="34" charset="-122"/>
                <a:cs typeface="Lexend SemiBold" pitchFamily="34" charset="-120"/>
              </a:rPr>
              <a:t> khi</a:t>
            </a:r>
            <a:r>
              <a:rPr lang="en-US" sz="1275" dirty="0" spc="5" kern="0">
                <a:solidFill>
                  <a:srgbClr val="123E52"/>
                </a:solidFill>
                <a:latin typeface="Lexend SemiBold" pitchFamily="34" charset="0"/>
                <a:ea typeface="Lexend SemiBold" pitchFamily="34" charset="-122"/>
                <a:cs typeface="Lexend SemiBold" pitchFamily="34" charset="-120"/>
              </a:rPr>
              <a:t> cần</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2" kern="0">
                <a:solidFill>
                  <a:srgbClr val="123E52"/>
                </a:solidFill>
                <a:latin typeface="Noto Sans" pitchFamily="34" charset="0"/>
                <a:ea typeface="Noto Sans" pitchFamily="34" charset="-122"/>
                <a:cs typeface="Noto Sans" pitchFamily="34" charset="-120"/>
              </a:rPr>
              <a:t>Các</a:t>
            </a:r>
            <a:r>
              <a:rPr lang="en-US" sz="1095" dirty="0" spc="0" kern="0">
                <a:solidFill>
                  <a:srgbClr val="123E52"/>
                </a:solidFill>
                <a:latin typeface="Noto Sans" pitchFamily="34" charset="0"/>
                <a:ea typeface="Noto Sans" pitchFamily="34" charset="-122"/>
                <a:cs typeface="Noto Sans" pitchFamily="34" charset="-120"/>
              </a:rPr>
              <a:t> nhóm còn</a:t>
            </a:r>
            <a:r>
              <a:rPr lang="en-US" sz="1095" dirty="0" spc="-1" kern="0">
                <a:solidFill>
                  <a:srgbClr val="123E52"/>
                </a:solidFill>
                <a:latin typeface="Noto Sans" pitchFamily="34" charset="0"/>
                <a:ea typeface="Noto Sans" pitchFamily="34" charset="-122"/>
                <a:cs typeface="Noto Sans" pitchFamily="34" charset="-120"/>
              </a:rPr>
              <a:t> lại,</a:t>
            </a:r>
            <a:r>
              <a:rPr lang="en-US" sz="1095" dirty="0" spc="0" kern="0">
                <a:solidFill>
                  <a:srgbClr val="123E52"/>
                </a:solidFill>
                <a:latin typeface="Noto Sans" pitchFamily="34" charset="0"/>
                <a:ea typeface="Noto Sans" pitchFamily="34" charset="-122"/>
                <a:cs typeface="Noto Sans" pitchFamily="34" charset="-120"/>
              </a:rPr>
              <a:t> như</a:t>
            </a:r>
            <a:r>
              <a:rPr lang="en-US" sz="1095" dirty="0" spc="-9" kern="0">
                <a:solidFill>
                  <a:srgbClr val="123E52"/>
                </a:solidFill>
                <a:latin typeface="Noto Sans" pitchFamily="34" charset="0"/>
                <a:ea typeface="Noto Sans" pitchFamily="34" charset="-122"/>
                <a:cs typeface="Noto Sans" pitchFamily="34" charset="-120"/>
              </a:rPr>
              <a:t> BitTorrent,</a:t>
            </a:r>
            <a:r>
              <a:rPr lang="en-US" sz="1095" dirty="0" spc="3" kern="0">
                <a:solidFill>
                  <a:srgbClr val="123E52"/>
                </a:solidFill>
                <a:latin typeface="Noto Sans" pitchFamily="34" charset="0"/>
                <a:ea typeface="Noto Sans" pitchFamily="34" charset="-122"/>
                <a:cs typeface="Noto Sans" pitchFamily="34" charset="-120"/>
              </a:rPr>
              <a:t> AR</a:t>
            </a:r>
            <a:r>
              <a:rPr lang="en-US" sz="1095" dirty="0" spc="0" kern="0">
                <a:solidFill>
                  <a:srgbClr val="123E52"/>
                </a:solidFill>
                <a:latin typeface="Noto Sans" pitchFamily="34" charset="0"/>
                <a:ea typeface="Noto Sans" pitchFamily="34" charset="-122"/>
                <a:cs typeface="Noto Sans" pitchFamily="34" charset="-120"/>
              </a:rPr>
              <a:t> hoặc blockchain,</a:t>
            </a:r>
            <a:r>
              <a:rPr lang="en-US" sz="1095" dirty="0" spc="-2" kern="0">
                <a:solidFill>
                  <a:srgbClr val="123E52"/>
                </a:solidFill>
                <a:latin typeface="Noto Sans" pitchFamily="34" charset="0"/>
                <a:ea typeface="Noto Sans" pitchFamily="34" charset="-122"/>
                <a:cs typeface="Noto Sans" pitchFamily="34" charset="-120"/>
              </a:rPr>
              <a:t> vẫn</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5" kern="0">
                <a:solidFill>
                  <a:srgbClr val="123E52"/>
                </a:solidFill>
                <a:latin typeface="Noto Sans" pitchFamily="34" charset="0"/>
                <a:ea typeface="Noto Sans" pitchFamily="34" charset="-122"/>
                <a:cs typeface="Noto Sans" pitchFamily="34" charset="-120"/>
              </a:rPr>
              <a:t> trong</a:t>
            </a:r>
            <a:r>
              <a:rPr lang="en-US" sz="1095" dirty="0" spc="0" kern="0">
                <a:solidFill>
                  <a:srgbClr val="123E52"/>
                </a:solidFill>
                <a:latin typeface="Noto Sans" pitchFamily="34" charset="0"/>
                <a:ea typeface="Noto Sans" pitchFamily="34" charset="-122"/>
                <a:cs typeface="Noto Sans" pitchFamily="34" charset="-120"/>
              </a:rPr>
              <a:t> bản</a:t>
            </a:r>
            <a:r>
              <a:rPr lang="en-US" sz="1095" dirty="0" spc="1" kern="0">
                <a:solidFill>
                  <a:srgbClr val="123E52"/>
                </a:solidFill>
                <a:latin typeface="Noto Sans" pitchFamily="34" charset="0"/>
                <a:ea typeface="Noto Sans" pitchFamily="34" charset="-122"/>
                <a:cs typeface="Noto Sans" pitchFamily="34" charset="-120"/>
              </a:rPr>
              <a:t> đồ.</a:t>
            </a:r>
            <a:r>
              <a:rPr lang="en-US" sz="1095" dirty="0" spc="-1" kern="0">
                <a:solidFill>
                  <a:srgbClr val="123E52"/>
                </a:solidFill>
                <a:latin typeface="Noto Sans" pitchFamily="34" charset="0"/>
                <a:ea typeface="Noto Sans" pitchFamily="34" charset="-122"/>
                <a:cs typeface="Noto Sans" pitchFamily="34" charset="-120"/>
              </a:rPr>
              <a:t> Hãy dùng</a:t>
            </a:r>
            <a:r>
              <a:rPr lang="en-US" sz="1095" dirty="0" spc="0" kern="0">
                <a:solidFill>
                  <a:srgbClr val="123E52"/>
                </a:solidFill>
                <a:latin typeface="Noto Sans" pitchFamily="34" charset="0"/>
                <a:ea typeface="Noto Sans" pitchFamily="34" charset="-122"/>
                <a:cs typeface="Noto Sans" pitchFamily="34" charset="-120"/>
              </a:rPr>
              <a:t> cùng phương</a:t>
            </a:r>
            <a:r>
              <a:rPr lang="en-US" sz="1095" dirty="0" spc="-1" kern="0">
                <a:solidFill>
                  <a:srgbClr val="123E52"/>
                </a:solidFill>
                <a:latin typeface="Noto Sans" pitchFamily="34" charset="0"/>
                <a:ea typeface="Noto Sans" pitchFamily="34" charset="-122"/>
                <a:cs typeface="Noto Sans" pitchFamily="34" charset="-120"/>
              </a:rPr>
              <a:t> pháp</a:t>
            </a:r>
            <a:r>
              <a:rPr lang="en-US" sz="1095" dirty="0" spc="1" kern="0">
                <a:solidFill>
                  <a:srgbClr val="123E52"/>
                </a:solidFill>
                <a:latin typeface="Noto Sans" pitchFamily="34" charset="0"/>
                <a:ea typeface="Noto Sans" pitchFamily="34" charset="-122"/>
                <a:cs typeface="Noto Sans" pitchFamily="34" charset="-120"/>
              </a:rPr>
              <a:t> chọn</a:t>
            </a:r>
            <a:r>
              <a:rPr lang="en-US" sz="1095" dirty="0" spc="-1" kern="0">
                <a:solidFill>
                  <a:srgbClr val="123E52"/>
                </a:solidFill>
                <a:latin typeface="Noto Sans" pitchFamily="34" charset="0"/>
                <a:ea typeface="Noto Sans" pitchFamily="34" charset="-122"/>
                <a:cs typeface="Noto Sans" pitchFamily="34" charset="-120"/>
              </a:rPr>
              <a:t> phạm</a:t>
            </a:r>
            <a:r>
              <a:rPr lang="en-US" sz="1095" dirty="0" spc="-4" kern="0">
                <a:solidFill>
                  <a:srgbClr val="123E52"/>
                </a:solidFill>
                <a:latin typeface="Noto Sans" pitchFamily="34" charset="0"/>
                <a:ea typeface="Noto Sans" pitchFamily="34" charset="-122"/>
                <a:cs typeface="Noto Sans" pitchFamily="34" charset="-120"/>
              </a:rPr>
              <a:t> vi</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kiểm</a:t>
            </a:r>
            <a:r>
              <a:rPr lang="en-US" sz="1095" dirty="0" spc="-7" kern="0">
                <a:solidFill>
                  <a:srgbClr val="123E52"/>
                </a:solidFill>
                <a:latin typeface="Noto Sans" pitchFamily="34" charset="0"/>
                <a:ea typeface="Noto Sans" pitchFamily="34" charset="-122"/>
                <a:cs typeface="Noto Sans" pitchFamily="34" charset="-120"/>
              </a:rPr>
              <a:t> tra</a:t>
            </a:r>
            <a:r>
              <a:rPr lang="en-US" sz="1095" dirty="0" spc="0" kern="0">
                <a:solidFill>
                  <a:srgbClr val="123E52"/>
                </a:solidFill>
                <a:latin typeface="Noto Sans" pitchFamily="34" charset="0"/>
                <a:ea typeface="Noto Sans" pitchFamily="34" charset="-122"/>
                <a:cs typeface="Noto Sans" pitchFamily="34" charset="-120"/>
              </a:rPr>
              <a:t> điều</a:t>
            </a:r>
            <a:r>
              <a:rPr lang="en-US" sz="1095" dirty="0" spc="-1" kern="0">
                <a:solidFill>
                  <a:srgbClr val="123E52"/>
                </a:solidFill>
                <a:latin typeface="Noto Sans" pitchFamily="34" charset="0"/>
                <a:ea typeface="Noto Sans" pitchFamily="34" charset="-122"/>
                <a:cs typeface="Noto Sans" pitchFamily="34" charset="-120"/>
              </a:rPr>
              <a:t> kiện</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0" kern="0">
                <a:solidFill>
                  <a:srgbClr val="123E52"/>
                </a:solidFill>
                <a:latin typeface="Noto Sans" pitchFamily="34" charset="0"/>
                <a:ea typeface="Noto Sans" pitchFamily="34" charset="-122"/>
                <a:cs typeface="Noto Sans" pitchFamily="34" charset="-120"/>
              </a:rPr>
              <a:t> vào.</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JavaScript: A DIY guide to build your own React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C: Build Your Own Text Editor ↗</a:t>
            </a:r>
            <a:endParaRPr lang="en-US" sz="938" dirty="0"/>
          </a:p>
        </p:txBody>
      </p:sp>
      <p:sp>
        <p:nvSpPr>
          <p:cNvPr id="22" name="Connector line-1792810742558-562600357"/>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14</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01e75be1-2195-4399-9a0d-2d7b7e194c49"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2" kern="0">
                <a:solidFill>
                  <a:srgbClr val="123E52"/>
                </a:solidFill>
                <a:latin typeface="Lexend SemiBold" pitchFamily="34" charset="0"/>
                <a:ea typeface="Lexend SemiBold" pitchFamily="34" charset="-122"/>
                <a:cs typeface="Lexend SemiBold" pitchFamily="34" charset="-120"/>
              </a:rPr>
              <a:t>Ví</a:t>
            </a:r>
            <a:r>
              <a:rPr lang="en-US" sz="2175" dirty="0" spc="11" kern="0">
                <a:solidFill>
                  <a:srgbClr val="123E52"/>
                </a:solidFill>
                <a:latin typeface="Lexend SemiBold" pitchFamily="34" charset="0"/>
                <a:ea typeface="Lexend SemiBold" pitchFamily="34" charset="-122"/>
                <a:cs typeface="Lexend SemiBold" pitchFamily="34" charset="-120"/>
              </a:rPr>
              <a:t> dụ</a:t>
            </a:r>
            <a:r>
              <a:rPr lang="en-US" sz="2175" dirty="0" spc="0" kern="0">
                <a:solidFill>
                  <a:srgbClr val="123E52"/>
                </a:solidFill>
                <a:latin typeface="Lexend SemiBold" pitchFamily="34" charset="0"/>
                <a:ea typeface="Lexend SemiBold" pitchFamily="34" charset="-122"/>
                <a:cs typeface="Lexend SemiBold" pitchFamily="34" charset="-120"/>
              </a:rPr>
              <a:t> thật:</a:t>
            </a:r>
            <a:r>
              <a:rPr lang="en-US" sz="2175" dirty="0" spc="1" kern="0">
                <a:solidFill>
                  <a:srgbClr val="123E52"/>
                </a:solidFill>
                <a:latin typeface="Lexend SemiBold" pitchFamily="34" charset="0"/>
                <a:ea typeface="Lexend SemiBold" pitchFamily="34" charset="-122"/>
                <a:cs typeface="Lexend SemiBold" pitchFamily="34" charset="-120"/>
              </a:rPr>
              <a:t> bước</a:t>
            </a:r>
            <a:r>
              <a:rPr lang="en-US" sz="2175" dirty="0" spc="-5" kern="0">
                <a:solidFill>
                  <a:srgbClr val="123E52"/>
                </a:solidFill>
                <a:latin typeface="Lexend SemiBold" pitchFamily="34" charset="0"/>
                <a:ea typeface="Lexend SemiBold" pitchFamily="34" charset="-122"/>
                <a:cs typeface="Lexend SemiBold" pitchFamily="34" charset="-120"/>
              </a:rPr>
              <a:t> đầu</a:t>
            </a:r>
            <a:r>
              <a:rPr lang="en-US" sz="2175" dirty="0" spc="-3" kern="0">
                <a:solidFill>
                  <a:srgbClr val="123E52"/>
                </a:solidFill>
                <a:latin typeface="Lexend SemiBold" pitchFamily="34" charset="0"/>
                <a:ea typeface="Lexend SemiBold" pitchFamily="34" charset="-122"/>
                <a:cs typeface="Lexend SemiBold" pitchFamily="34" charset="-120"/>
              </a:rPr>
              <a:t> làm</a:t>
            </a:r>
            <a:r>
              <a:rPr lang="en-US" sz="2175" dirty="0" spc="0" kern="0">
                <a:solidFill>
                  <a:srgbClr val="123E52"/>
                </a:solidFill>
                <a:latin typeface="Lexend SemiBold" pitchFamily="34" charset="0"/>
                <a:ea typeface="Lexend SemiBold" pitchFamily="34" charset="-122"/>
                <a:cs typeface="Lexend SemiBold" pitchFamily="34" charset="-120"/>
              </a:rPr>
              <a:t> database</a:t>
            </a:r>
            <a:endParaRPr lang="en-US" sz="2175" dirty="0"/>
          </a:p>
        </p:txBody>
      </p:sp>
      <p:sp>
        <p:nvSpPr>
          <p:cNvPr id="5" name="Connector line-1792810745395-620427109"/>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2" kern="0">
                <a:solidFill>
                  <a:srgbClr val="123E52"/>
                </a:solidFill>
                <a:latin typeface="Noto Sans" pitchFamily="34" charset="0"/>
                <a:ea typeface="Noto Sans" pitchFamily="34" charset="-122"/>
                <a:cs typeface="Noto Sans" pitchFamily="34" charset="-120"/>
              </a:rPr>
              <a:t>Phần</a:t>
            </a:r>
            <a:r>
              <a:rPr lang="en-US" sz="1313" dirty="0" spc="2" kern="0">
                <a:solidFill>
                  <a:srgbClr val="123E52"/>
                </a:solidFill>
                <a:latin typeface="Noto Sans" pitchFamily="34" charset="0"/>
                <a:ea typeface="Noto Sans" pitchFamily="34" charset="-122"/>
                <a:cs typeface="Noto Sans" pitchFamily="34" charset="-120"/>
              </a:rPr>
              <a:t> 1 của</a:t>
            </a:r>
            <a:r>
              <a:rPr lang="en-US" sz="1313" dirty="0" spc="0" kern="0">
                <a:solidFill>
                  <a:srgbClr val="123E52"/>
                </a:solidFill>
                <a:latin typeface="Noto Sans" pitchFamily="34" charset="0"/>
                <a:ea typeface="Noto Sans" pitchFamily="34" charset="-122"/>
                <a:cs typeface="Noto Sans" pitchFamily="34" charset="-120"/>
              </a:rPr>
              <a:t> cstack/db_tutorial</a:t>
            </a:r>
            <a:r>
              <a:rPr lang="en-US" sz="1313" dirty="0" spc="1" kern="0">
                <a:solidFill>
                  <a:srgbClr val="123E52"/>
                </a:solidFill>
                <a:latin typeface="Noto Sans" pitchFamily="34" charset="0"/>
                <a:ea typeface="Noto Sans" pitchFamily="34" charset="-122"/>
                <a:cs typeface="Noto Sans" pitchFamily="34" charset="-120"/>
              </a:rPr>
              <a:t> chưa</a:t>
            </a:r>
            <a:r>
              <a:rPr lang="en-US" sz="1313" dirty="0" spc="-2" kern="0">
                <a:solidFill>
                  <a:srgbClr val="123E52"/>
                </a:solidFill>
                <a:latin typeface="Noto Sans" pitchFamily="34" charset="0"/>
                <a:ea typeface="Noto Sans" pitchFamily="34" charset="-122"/>
                <a:cs typeface="Noto Sans" pitchFamily="34" charset="-120"/>
              </a:rPr>
              <a:t> xây</a:t>
            </a:r>
            <a:r>
              <a:rPr lang="en-US" sz="1313" dirty="0" spc="0" kern="0">
                <a:solidFill>
                  <a:srgbClr val="123E52"/>
                </a:solidFill>
                <a:latin typeface="Noto Sans" pitchFamily="34" charset="0"/>
                <a:ea typeface="Noto Sans" pitchFamily="34" charset="-122"/>
                <a:cs typeface="Noto Sans" pitchFamily="34" charset="-120"/>
              </a:rPr>
              <a:t> một</a:t>
            </a:r>
            <a:r>
              <a:rPr lang="en-US" sz="1313" dirty="0" spc="2" kern="0">
                <a:solidFill>
                  <a:srgbClr val="123E52"/>
                </a:solidFill>
                <a:latin typeface="Noto Sans" pitchFamily="34" charset="0"/>
                <a:ea typeface="Noto Sans" pitchFamily="34" charset="-122"/>
                <a:cs typeface="Noto Sans" pitchFamily="34" charset="-120"/>
              </a:rPr>
              <a:t> cơ</a:t>
            </a:r>
            <a:r>
              <a:rPr lang="en-US" sz="1313" dirty="0" spc="1" kern="0">
                <a:solidFill>
                  <a:srgbClr val="123E52"/>
                </a:solidFill>
                <a:latin typeface="Noto Sans" pitchFamily="34" charset="0"/>
                <a:ea typeface="Noto Sans" pitchFamily="34" charset="-122"/>
                <a:cs typeface="Noto Sans" pitchFamily="34" charset="-120"/>
              </a:rPr>
              <a:t> sở</a:t>
            </a:r>
            <a:r>
              <a:rPr lang="en-US" sz="1313" dirty="0" spc="-1" kern="0">
                <a:solidFill>
                  <a:srgbClr val="123E52"/>
                </a:solidFill>
                <a:latin typeface="Noto Sans" pitchFamily="34" charset="0"/>
                <a:ea typeface="Noto Sans" pitchFamily="34" charset="-122"/>
                <a:cs typeface="Noto Sans" pitchFamily="34" charset="-120"/>
              </a:rPr>
              <a:t> dữ</a:t>
            </a:r>
            <a:r>
              <a:rPr lang="en-US" sz="1313" dirty="0" spc="2" kern="0">
                <a:solidFill>
                  <a:srgbClr val="123E52"/>
                </a:solidFill>
                <a:latin typeface="Noto Sans" pitchFamily="34" charset="0"/>
                <a:ea typeface="Noto Sans" pitchFamily="34" charset="-122"/>
                <a:cs typeface="Noto Sans" pitchFamily="34" charset="-120"/>
              </a:rPr>
              <a:t> liệu</a:t>
            </a:r>
            <a:r>
              <a:rPr lang="en-US" sz="1313" dirty="0" spc="-1" kern="0">
                <a:solidFill>
                  <a:srgbClr val="123E52"/>
                </a:solidFill>
                <a:latin typeface="Noto Sans" pitchFamily="34" charset="0"/>
                <a:ea typeface="Noto Sans" pitchFamily="34" charset="-122"/>
                <a:cs typeface="Noto Sans" pitchFamily="34" charset="-120"/>
              </a:rPr>
              <a:t> hoàn</a:t>
            </a:r>
            <a:r>
              <a:rPr lang="en-US" sz="1313" dirty="0" spc="1" kern="0">
                <a:solidFill>
                  <a:srgbClr val="123E52"/>
                </a:solidFill>
                <a:latin typeface="Noto Sans" pitchFamily="34" charset="0"/>
                <a:ea typeface="Noto Sans" pitchFamily="34" charset="-122"/>
                <a:cs typeface="Noto Sans" pitchFamily="34" charset="-120"/>
              </a:rPr>
              <a:t> chỉnh.</a:t>
            </a:r>
            <a:r>
              <a:rPr lang="en-US" sz="1313" dirty="0" spc="-1" kern="0">
                <a:solidFill>
                  <a:srgbClr val="123E52"/>
                </a:solidFill>
                <a:latin typeface="Noto Sans" pitchFamily="34" charset="0"/>
                <a:ea typeface="Noto Sans" pitchFamily="34" charset="-122"/>
                <a:cs typeface="Noto Sans" pitchFamily="34" charset="-120"/>
              </a:rPr>
              <a:t> Nó bắt</a:t>
            </a:r>
            <a:r>
              <a:rPr lang="en-US" sz="1313" dirty="0" spc="0" kern="0">
                <a:solidFill>
                  <a:srgbClr val="123E52"/>
                </a:solidFill>
                <a:latin typeface="Noto Sans" pitchFamily="34" charset="0"/>
                <a:ea typeface="Noto Sans" pitchFamily="34" charset="-122"/>
                <a:cs typeface="Noto Sans" pitchFamily="34" charset="-120"/>
              </a:rPr>
              <a:t> đầu</a:t>
            </a:r>
            <a:r>
              <a:rPr lang="en-US" sz="1313" dirty="0" spc="-1" kern="0">
                <a:solidFill>
                  <a:srgbClr val="123E52"/>
                </a:solidFill>
                <a:latin typeface="Noto Sans" pitchFamily="34" charset="0"/>
                <a:ea typeface="Noto Sans" pitchFamily="34" charset="-122"/>
                <a:cs typeface="Noto Sans" pitchFamily="34" charset="-120"/>
              </a:rPr>
              <a:t> bằng</a:t>
            </a:r>
            <a:r>
              <a:rPr lang="en-US" sz="1313" dirty="0" spc="1" kern="0">
                <a:solidFill>
                  <a:srgbClr val="123E52"/>
                </a:solidFill>
                <a:latin typeface="Noto Sans" pitchFamily="34" charset="0"/>
                <a:ea typeface="Noto Sans" pitchFamily="34" charset="-122"/>
                <a:cs typeface="Noto Sans" pitchFamily="34" charset="-120"/>
              </a:rPr>
              <a:t> REPL:</a:t>
            </a:r>
            <a:r>
              <a:rPr lang="en-US" sz="1313" dirty="0" spc="0" kern="0">
                <a:solidFill>
                  <a:srgbClr val="123E52"/>
                </a:solidFill>
                <a:latin typeface="Noto Sans" pitchFamily="34" charset="0"/>
                <a:ea typeface="Noto Sans" pitchFamily="34" charset="-122"/>
                <a:cs typeface="Noto Sans" pitchFamily="34" charset="-120"/>
              </a:rPr>
              <a:t> lặp</a:t>
            </a:r>
            <a:r>
              <a:rPr lang="en-US" sz="1313" dirty="0" spc="4" kern="0">
                <a:solidFill>
                  <a:srgbClr val="123E52"/>
                </a:solidFill>
                <a:latin typeface="Noto Sans" pitchFamily="34" charset="0"/>
                <a:ea typeface="Noto Sans" pitchFamily="34" charset="-122"/>
                <a:cs typeface="Noto Sans" pitchFamily="34" charset="-120"/>
              </a:rPr>
              <a:t> việc</a:t>
            </a:r>
            <a:r>
              <a:rPr lang="en-US" sz="1313" dirty="0" spc="0" kern="0">
                <a:solidFill>
                  <a:srgbClr val="123E52"/>
                </a:solidFill>
                <a:latin typeface="Noto Sans" pitchFamily="34" charset="0"/>
                <a:ea typeface="Noto Sans" pitchFamily="34" charset="-122"/>
                <a:cs typeface="Noto Sans" pitchFamily="34" charset="-120"/>
              </a:rPr>
              <a:t> đọc đầu</a:t>
            </a:r>
            <a:r>
              <a:rPr lang="en-US" sz="1313" dirty="0" spc="1" kern="0">
                <a:solidFill>
                  <a:srgbClr val="123E52"/>
                </a:solidFill>
                <a:latin typeface="Noto Sans" pitchFamily="34" charset="0"/>
                <a:ea typeface="Noto Sans" pitchFamily="34" charset="-122"/>
                <a:cs typeface="Noto Sans" pitchFamily="34" charset="-120"/>
              </a:rPr>
              <a:t> vào,</a:t>
            </a:r>
            <a:r>
              <a:rPr lang="en-US" sz="1313" dirty="0" spc="-2" kern="0">
                <a:solidFill>
                  <a:srgbClr val="123E52"/>
                </a:solidFill>
                <a:latin typeface="Noto Sans" pitchFamily="34" charset="0"/>
                <a:ea typeface="Noto Sans" pitchFamily="34" charset="-122"/>
                <a:cs typeface="Noto Sans" pitchFamily="34" charset="-120"/>
              </a:rPr>
              <a:t> xử</a:t>
            </a:r>
            <a:r>
              <a:rPr lang="en-US" sz="1313" dirty="0" spc="0" kern="0">
                <a:solidFill>
                  <a:srgbClr val="123E52"/>
                </a:solidFill>
                <a:latin typeface="Noto Sans" pitchFamily="34" charset="0"/>
                <a:ea typeface="Noto Sans" pitchFamily="34" charset="-122"/>
                <a:cs typeface="Noto Sans" pitchFamily="34" charset="-120"/>
              </a:rPr>
              <a:t> lý</a:t>
            </a:r>
            <a:r>
              <a:rPr lang="en-US" sz="1313" dirty="0" spc="2" kern="0">
                <a:solidFill>
                  <a:srgbClr val="123E52"/>
                </a:solidFill>
                <a:latin typeface="Noto Sans" pitchFamily="34" charset="0"/>
                <a:ea typeface="Noto Sans" pitchFamily="34" charset="-122"/>
                <a:cs typeface="Noto Sans" pitchFamily="34" charset="-120"/>
              </a:rPr>
              <a:t> và in kết</a:t>
            </a:r>
            <a:r>
              <a:rPr lang="en-US" sz="1313" dirty="0" spc="-1" kern="0">
                <a:solidFill>
                  <a:srgbClr val="123E52"/>
                </a:solidFill>
                <a:latin typeface="Noto Sans" pitchFamily="34" charset="0"/>
                <a:ea typeface="Noto Sans" pitchFamily="34" charset="-122"/>
                <a:cs typeface="Noto Sans" pitchFamily="34" charset="-120"/>
              </a:rPr>
              <a:t> quả. Đây</a:t>
            </a:r>
            <a:r>
              <a:rPr lang="en-US" sz="1313" dirty="0" spc="1" kern="0">
                <a:solidFill>
                  <a:srgbClr val="123E52"/>
                </a:solidFill>
                <a:latin typeface="Noto Sans" pitchFamily="34" charset="0"/>
                <a:ea typeface="Noto Sans" pitchFamily="34" charset="-122"/>
                <a:cs typeface="Noto Sans" pitchFamily="34" charset="-120"/>
              </a:rPr>
              <a:t> là</a:t>
            </a:r>
            <a:r>
              <a:rPr lang="en-US" sz="1313" dirty="0" spc="4" kern="0">
                <a:solidFill>
                  <a:srgbClr val="123E52"/>
                </a:solidFill>
                <a:latin typeface="Noto Sans" pitchFamily="34" charset="0"/>
                <a:ea typeface="Noto Sans" pitchFamily="34" charset="-122"/>
                <a:cs typeface="Noto Sans" pitchFamily="34" charset="-120"/>
              </a:rPr>
              <a:t> ví</a:t>
            </a:r>
            <a:r>
              <a:rPr lang="en-US" sz="1313" dirty="0" spc="-1" kern="0">
                <a:solidFill>
                  <a:srgbClr val="123E52"/>
                </a:solidFill>
                <a:latin typeface="Noto Sans" pitchFamily="34" charset="0"/>
                <a:ea typeface="Noto Sans" pitchFamily="34" charset="-122"/>
                <a:cs typeface="Noto Sans" pitchFamily="34" charset="-120"/>
              </a:rPr>
              <a:t> dụ</a:t>
            </a:r>
            <a:r>
              <a:rPr lang="en-US" sz="1313" dirty="0" spc="-8" kern="0">
                <a:solidFill>
                  <a:srgbClr val="123E52"/>
                </a:solidFill>
                <a:latin typeface="Noto Sans" pitchFamily="34" charset="0"/>
                <a:ea typeface="Noto Sans" pitchFamily="34" charset="-122"/>
                <a:cs typeface="Noto Sans" pitchFamily="34" charset="-120"/>
              </a:rPr>
              <a:t> rõ</a:t>
            </a:r>
            <a:r>
              <a:rPr lang="en-US" sz="1313" dirty="0" spc="4" kern="0">
                <a:solidFill>
                  <a:srgbClr val="123E52"/>
                </a:solidFill>
                <a:latin typeface="Noto Sans" pitchFamily="34" charset="0"/>
                <a:ea typeface="Noto Sans" pitchFamily="34" charset="-122"/>
                <a:cs typeface="Noto Sans" pitchFamily="34" charset="-120"/>
              </a:rPr>
              <a:t> về</a:t>
            </a:r>
            <a:r>
              <a:rPr lang="en-US" sz="1313" dirty="0" spc="2" kern="0">
                <a:solidFill>
                  <a:srgbClr val="123E52"/>
                </a:solidFill>
                <a:latin typeface="Noto Sans" pitchFamily="34" charset="0"/>
                <a:ea typeface="Noto Sans" pitchFamily="34" charset="-122"/>
                <a:cs typeface="Noto Sans" pitchFamily="34" charset="-120"/>
              </a:rPr>
              <a:t> cách</a:t>
            </a:r>
            <a:r>
              <a:rPr lang="en-US" sz="1313" dirty="0" spc="0" kern="0">
                <a:solidFill>
                  <a:srgbClr val="123E52"/>
                </a:solidFill>
                <a:latin typeface="Noto Sans" pitchFamily="34" charset="0"/>
                <a:ea typeface="Noto Sans" pitchFamily="34" charset="-122"/>
                <a:cs typeface="Noto Sans" pitchFamily="34" charset="-120"/>
              </a:rPr>
              <a:t> một</a:t>
            </a:r>
            <a:r>
              <a:rPr lang="en-US" sz="1313" dirty="0" spc="-1" kern="0">
                <a:solidFill>
                  <a:srgbClr val="123E52"/>
                </a:solidFill>
                <a:latin typeface="Noto Sans" pitchFamily="34" charset="0"/>
                <a:ea typeface="Noto Sans" pitchFamily="34" charset="-122"/>
                <a:cs typeface="Noto Sans" pitchFamily="34" charset="-120"/>
              </a:rPr>
              <a:t> dự</a:t>
            </a:r>
            <a:r>
              <a:rPr lang="en-US" sz="1313" dirty="0" spc="1" kern="0">
                <a:solidFill>
                  <a:srgbClr val="123E52"/>
                </a:solidFill>
                <a:latin typeface="Noto Sans" pitchFamily="34" charset="0"/>
                <a:ea typeface="Noto Sans" pitchFamily="34" charset="-122"/>
                <a:cs typeface="Noto Sans" pitchFamily="34" charset="-120"/>
              </a:rPr>
              <a:t> án</a:t>
            </a:r>
            <a:r>
              <a:rPr lang="en-US" sz="1313" dirty="0" spc="0" kern="0">
                <a:solidFill>
                  <a:srgbClr val="123E52"/>
                </a:solidFill>
                <a:latin typeface="Noto Sans" pitchFamily="34" charset="0"/>
                <a:ea typeface="Noto Sans" pitchFamily="34" charset="-122"/>
                <a:cs typeface="Noto Sans" pitchFamily="34" charset="-120"/>
              </a:rPr>
              <a:t> lớn</a:t>
            </a:r>
            <a:r>
              <a:rPr lang="en-US" sz="1313" dirty="0" spc="1" kern="0">
                <a:solidFill>
                  <a:srgbClr val="123E52"/>
                </a:solidFill>
                <a:latin typeface="Noto Sans" pitchFamily="34" charset="0"/>
                <a:ea typeface="Noto Sans" pitchFamily="34" charset="-122"/>
                <a:cs typeface="Noto Sans" pitchFamily="34" charset="-120"/>
              </a:rPr>
              <a:t> có thể</a:t>
            </a:r>
            <a:r>
              <a:rPr lang="en-US" sz="1313" dirty="0" spc="0" kern="0">
                <a:solidFill>
                  <a:srgbClr val="123E52"/>
                </a:solidFill>
                <a:latin typeface="Noto Sans" pitchFamily="34" charset="0"/>
                <a:ea typeface="Noto Sans" pitchFamily="34" charset="-122"/>
                <a:cs typeface="Noto Sans" pitchFamily="34" charset="-120"/>
              </a:rPr>
              <a:t> bắt đầu từ hành</a:t>
            </a:r>
            <a:r>
              <a:rPr lang="en-US" sz="1313" dirty="0" spc="3" kern="0">
                <a:solidFill>
                  <a:srgbClr val="123E52"/>
                </a:solidFill>
                <a:latin typeface="Noto Sans" pitchFamily="34" charset="0"/>
                <a:ea typeface="Noto Sans" pitchFamily="34" charset="-122"/>
                <a:cs typeface="Noto Sans" pitchFamily="34" charset="-120"/>
              </a:rPr>
              <a:t> vi</a:t>
            </a:r>
            <a:r>
              <a:rPr lang="en-US" sz="1313" dirty="0" spc="-5" kern="0">
                <a:solidFill>
                  <a:srgbClr val="123E52"/>
                </a:solidFill>
                <a:latin typeface="Noto Sans" pitchFamily="34" charset="0"/>
                <a:ea typeface="Noto Sans" pitchFamily="34" charset="-122"/>
                <a:cs typeface="Noto Sans" pitchFamily="34" charset="-120"/>
              </a:rPr>
              <a:t> rất</a:t>
            </a:r>
            <a:r>
              <a:rPr lang="en-US" sz="1313" dirty="0" spc="-1" kern="0">
                <a:solidFill>
                  <a:srgbClr val="123E52"/>
                </a:solidFill>
                <a:latin typeface="Noto Sans" pitchFamily="34" charset="0"/>
                <a:ea typeface="Noto Sans" pitchFamily="34" charset="-122"/>
                <a:cs typeface="Noto Sans" pitchFamily="34" charset="-120"/>
              </a:rPr>
              <a:t> nhỏ.</a:t>
            </a:r>
            <a:r>
              <a:rPr lang="en-US" sz="1313" dirty="0" spc="-2" kern="0">
                <a:solidFill>
                  <a:srgbClr val="123E52"/>
                </a:solidFill>
                <a:latin typeface="Noto Sans" pitchFamily="34" charset="0"/>
                <a:ea typeface="Noto Sans" pitchFamily="34" charset="-122"/>
                <a:cs typeface="Noto Sans" pitchFamily="34" charset="-120"/>
              </a:rPr>
              <a:t> [S2]</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3" kern="0">
                <a:solidFill>
                  <a:srgbClr val="123E52"/>
                </a:solidFill>
                <a:latin typeface="Lexend SemiBold" pitchFamily="34" charset="0"/>
                <a:ea typeface="Lexend SemiBold" pitchFamily="34" charset="-122"/>
                <a:cs typeface="Lexend SemiBold" pitchFamily="34" charset="-120"/>
              </a:rPr>
              <a:t>Nguồn</a:t>
            </a:r>
            <a:r>
              <a:rPr lang="en-US" sz="1275" dirty="0" spc="4" kern="0">
                <a:solidFill>
                  <a:srgbClr val="123E52"/>
                </a:solidFill>
                <a:latin typeface="Lexend SemiBold" pitchFamily="34" charset="0"/>
                <a:ea typeface="Lexend SemiBold" pitchFamily="34" charset="-122"/>
                <a:cs typeface="Lexend SemiBold" pitchFamily="34" charset="-120"/>
              </a:rPr>
              <a:t> thực</a:t>
            </a:r>
            <a:r>
              <a:rPr lang="en-US" sz="1275" dirty="0" spc="2" kern="0">
                <a:solidFill>
                  <a:srgbClr val="123E52"/>
                </a:solidFill>
                <a:latin typeface="Lexend SemiBold" pitchFamily="34" charset="0"/>
                <a:ea typeface="Lexend SemiBold" pitchFamily="34" charset="-122"/>
                <a:cs typeface="Lexend SemiBold" pitchFamily="34" charset="-120"/>
              </a:rPr>
              <a:t> sự</a:t>
            </a:r>
            <a:r>
              <a:rPr lang="en-US" sz="1275" dirty="0" spc="-1" kern="0">
                <a:solidFill>
                  <a:srgbClr val="123E52"/>
                </a:solidFill>
                <a:latin typeface="Lexend SemiBold" pitchFamily="34" charset="0"/>
                <a:ea typeface="Lexend SemiBold" pitchFamily="34" charset="-122"/>
                <a:cs typeface="Lexend SemiBold" pitchFamily="34" charset="-120"/>
              </a:rPr>
              <a:t> làm</a:t>
            </a:r>
            <a:r>
              <a:rPr lang="en-US" sz="1275" dirty="0" spc="0" kern="0">
                <a:solidFill>
                  <a:srgbClr val="123E52"/>
                </a:solidFill>
                <a:latin typeface="Lexend SemiBold" pitchFamily="34" charset="0"/>
                <a:ea typeface="Lexend SemiBold" pitchFamily="34" charset="-122"/>
                <a:cs typeface="Lexend SemiBold" pitchFamily="34" charset="-120"/>
              </a:rPr>
              <a:t> gì?</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Chương</a:t>
            </a:r>
            <a:r>
              <a:rPr lang="en-US" sz="1095" dirty="0" spc="-1" kern="0">
                <a:solidFill>
                  <a:srgbClr val="123E52"/>
                </a:solidFill>
                <a:latin typeface="Noto Sans" pitchFamily="34" charset="0"/>
                <a:ea typeface="Noto Sans" pitchFamily="34" charset="-122"/>
                <a:cs typeface="Noto Sans" pitchFamily="34" charset="-120"/>
              </a:rPr>
              <a:t> trình</a:t>
            </a:r>
            <a:r>
              <a:rPr lang="en-US" sz="1095" dirty="0" spc="-2" kern="0">
                <a:solidFill>
                  <a:srgbClr val="123E52"/>
                </a:solidFill>
                <a:latin typeface="Noto Sans" pitchFamily="34" charset="0"/>
                <a:ea typeface="Noto Sans" pitchFamily="34" charset="-122"/>
                <a:cs typeface="Noto Sans" pitchFamily="34" charset="-120"/>
              </a:rPr>
              <a:t> in</a:t>
            </a:r>
            <a:r>
              <a:rPr lang="en-US" sz="1095" dirty="0" spc="0" kern="0">
                <a:solidFill>
                  <a:srgbClr val="123E52"/>
                </a:solidFill>
                <a:latin typeface="Noto Sans" pitchFamily="34" charset="0"/>
                <a:ea typeface="Noto Sans" pitchFamily="34" charset="-122"/>
                <a:cs typeface="Noto Sans" pitchFamily="34" charset="-120"/>
              </a:rPr>
              <a:t> “db</a:t>
            </a:r>
            <a:r>
              <a:rPr lang="en-US" sz="1095" dirty="0" spc="-1" kern="0">
                <a:solidFill>
                  <a:srgbClr val="123E52"/>
                </a:solidFill>
                <a:latin typeface="Noto Sans" pitchFamily="34" charset="0"/>
                <a:ea typeface="Noto Sans" pitchFamily="34" charset="-122"/>
                <a:cs typeface="Noto Sans" pitchFamily="34" charset="-120"/>
              </a:rPr>
              <a:t> &gt;</a:t>
            </a:r>
            <a:r>
              <a:rPr lang="en-US" sz="1095" dirty="0" spc="3" kern="0">
                <a:solidFill>
                  <a:srgbClr val="123E52"/>
                </a:solidFill>
                <a:latin typeface="Noto Sans" pitchFamily="34" charset="0"/>
                <a:ea typeface="Noto Sans" pitchFamily="34" charset="-122"/>
                <a:cs typeface="Noto Sans" pitchFamily="34" charset="-120"/>
              </a:rPr>
              <a:t> ”,</a:t>
            </a:r>
            <a:r>
              <a:rPr lang="en-US" sz="1095" dirty="0" spc="-1" kern="0">
                <a:solidFill>
                  <a:srgbClr val="123E52"/>
                </a:solidFill>
                <a:latin typeface="Noto Sans" pitchFamily="34" charset="0"/>
                <a:ea typeface="Noto Sans" pitchFamily="34" charset="-122"/>
                <a:cs typeface="Noto Sans" pitchFamily="34" charset="-120"/>
              </a:rPr>
              <a:t> đọc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dòng;</a:t>
            </a:r>
            <a:r>
              <a:rPr lang="en-US" sz="1095" dirty="0" spc="1" kern="0">
                <a:solidFill>
                  <a:srgbClr val="123E52"/>
                </a:solidFill>
                <a:latin typeface="Noto Sans" pitchFamily="34" charset="0"/>
                <a:ea typeface="Noto Sans" pitchFamily="34" charset="-122"/>
                <a:cs typeface="Noto Sans" pitchFamily="34" charset="-120"/>
              </a:rPr>
              <a:t> nhận</a:t>
            </a:r>
            <a:r>
              <a:rPr lang="en-US" sz="1095" dirty="0" spc="-3" kern="0">
                <a:solidFill>
                  <a:srgbClr val="123E52"/>
                </a:solidFill>
                <a:latin typeface="Noto Sans" pitchFamily="34" charset="0"/>
                <a:ea typeface="Noto Sans" pitchFamily="34" charset="-122"/>
                <a:cs typeface="Noto Sans" pitchFamily="34" charset="-120"/>
              </a:rPr>
              <a:t> .exit</a:t>
            </a:r>
            <a:r>
              <a:rPr lang="en-US" sz="1095" dirty="0" spc="-2" kern="0">
                <a:solidFill>
                  <a:srgbClr val="123E52"/>
                </a:solidFill>
                <a:latin typeface="Noto Sans" pitchFamily="34" charset="0"/>
                <a:ea typeface="Noto Sans" pitchFamily="34" charset="-122"/>
                <a:cs typeface="Noto Sans" pitchFamily="34" charset="-120"/>
              </a:rPr>
              <a:t> thì</a:t>
            </a:r>
            <a:r>
              <a:rPr lang="en-US" sz="1095" dirty="0" spc="-3" kern="0">
                <a:solidFill>
                  <a:srgbClr val="123E52"/>
                </a:solidFill>
                <a:latin typeface="Noto Sans" pitchFamily="34" charset="0"/>
                <a:ea typeface="Noto Sans" pitchFamily="34" charset="-122"/>
                <a:cs typeface="Noto Sans" pitchFamily="34" charset="-120"/>
              </a:rPr>
              <a:t> giải</a:t>
            </a:r>
            <a:r>
              <a:rPr lang="en-US" sz="1095" dirty="0" spc="0" kern="0">
                <a:solidFill>
                  <a:srgbClr val="123E52"/>
                </a:solidFill>
                <a:latin typeface="Noto Sans" pitchFamily="34" charset="0"/>
                <a:ea typeface="Noto Sans" pitchFamily="34" charset="-122"/>
                <a:cs typeface="Noto Sans" pitchFamily="34" charset="-120"/>
              </a:rPr>
              <a:t> phóng</a:t>
            </a:r>
            <a:r>
              <a:rPr lang="en-US" sz="1095" dirty="0" spc="-2" kern="0">
                <a:solidFill>
                  <a:srgbClr val="123E52"/>
                </a:solidFill>
                <a:latin typeface="Noto Sans" pitchFamily="34" charset="0"/>
                <a:ea typeface="Noto Sans" pitchFamily="34" charset="-122"/>
                <a:cs typeface="Noto Sans" pitchFamily="34" charset="-120"/>
              </a:rPr>
              <a:t> bộ</a:t>
            </a:r>
            <a:r>
              <a:rPr lang="en-US" sz="1095" dirty="0" spc="0" kern="0">
                <a:solidFill>
                  <a:srgbClr val="123E52"/>
                </a:solidFill>
                <a:latin typeface="Noto Sans" pitchFamily="34" charset="0"/>
                <a:ea typeface="Noto Sans" pitchFamily="34" charset="-122"/>
                <a:cs typeface="Noto Sans" pitchFamily="34" charset="-120"/>
              </a:rPr>
              <a:t> nhớ</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thoát.</a:t>
            </a:r>
            <a:r>
              <a:rPr lang="en-US" sz="1095" dirty="0" spc="1" kern="0">
                <a:solidFill>
                  <a:srgbClr val="123E52"/>
                </a:solidFill>
                <a:latin typeface="Noto Sans" pitchFamily="34" charset="0"/>
                <a:ea typeface="Noto Sans" pitchFamily="34" charset="-122"/>
                <a:cs typeface="Noto Sans" pitchFamily="34" charset="-120"/>
              </a:rPr>
              <a:t> Lệnh</a:t>
            </a:r>
            <a:r>
              <a:rPr lang="en-US" sz="1095" dirty="0" spc="0" kern="0">
                <a:solidFill>
                  <a:srgbClr val="123E52"/>
                </a:solidFill>
                <a:latin typeface="Noto Sans" pitchFamily="34" charset="0"/>
                <a:ea typeface="Noto Sans" pitchFamily="34" charset="-122"/>
                <a:cs typeface="Noto Sans" pitchFamily="34" charset="-120"/>
              </a:rPr>
              <a:t> chưa</a:t>
            </a:r>
            <a:r>
              <a:rPr lang="en-US" sz="1095" dirty="0" spc="1" kern="0">
                <a:solidFill>
                  <a:srgbClr val="123E52"/>
                </a:solidFill>
                <a:latin typeface="Noto Sans" pitchFamily="34" charset="0"/>
                <a:ea typeface="Noto Sans" pitchFamily="34" charset="-122"/>
                <a:cs typeface="Noto Sans" pitchFamily="34" charset="-120"/>
              </a:rPr>
              <a:t> nhận</a:t>
            </a:r>
            <a:r>
              <a:rPr lang="en-US" sz="1095" dirty="0" spc="-1" kern="0">
                <a:solidFill>
                  <a:srgbClr val="123E52"/>
                </a:solidFill>
                <a:latin typeface="Noto Sans" pitchFamily="34" charset="0"/>
                <a:ea typeface="Noto Sans" pitchFamily="34" charset="-122"/>
                <a:cs typeface="Noto Sans" pitchFamily="34" charset="-120"/>
              </a:rPr>
              <a:t> diện</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1" kern="0">
                <a:solidFill>
                  <a:srgbClr val="123E52"/>
                </a:solidFill>
                <a:latin typeface="Noto Sans" pitchFamily="34" charset="0"/>
                <a:ea typeface="Noto Sans" pitchFamily="34" charset="-122"/>
                <a:cs typeface="Noto Sans" pitchFamily="34" charset="-120"/>
              </a:rPr>
              <a:t> sẽ</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0" kern="0">
                <a:solidFill>
                  <a:srgbClr val="123E52"/>
                </a:solidFill>
                <a:latin typeface="Noto Sans" pitchFamily="34" charset="0"/>
                <a:ea typeface="Noto Sans" pitchFamily="34" charset="-122"/>
                <a:cs typeface="Noto Sans" pitchFamily="34" charset="-120"/>
              </a:rPr>
              <a:t> báo</a:t>
            </a:r>
            <a:r>
              <a:rPr lang="en-US" sz="1095" dirty="0" spc="-3" kern="0">
                <a:solidFill>
                  <a:srgbClr val="123E52"/>
                </a:solidFill>
                <a:latin typeface="Noto Sans" pitchFamily="34" charset="0"/>
                <a:ea typeface="Noto Sans" pitchFamily="34" charset="-122"/>
                <a:cs typeface="Noto Sans" pitchFamily="34" charset="-120"/>
              </a:rPr>
              <a:t> lại</a:t>
            </a:r>
            <a:r>
              <a:rPr lang="en-US" sz="1095" dirty="0" spc="-7" kern="0">
                <a:solidFill>
                  <a:srgbClr val="123E52"/>
                </a:solidFill>
                <a:latin typeface="Noto Sans" pitchFamily="34" charset="0"/>
                <a:ea typeface="Noto Sans" pitchFamily="34" charset="-122"/>
                <a:cs typeface="Noto Sans" pitchFamily="34" charset="-120"/>
              </a:rPr>
              <a:t> rồi</a:t>
            </a:r>
            <a:r>
              <a:rPr lang="en-US" sz="1095" dirty="0" spc="-2" kern="0">
                <a:solidFill>
                  <a:srgbClr val="123E52"/>
                </a:solidFill>
                <a:latin typeface="Noto Sans" pitchFamily="34" charset="0"/>
                <a:ea typeface="Noto Sans" pitchFamily="34" charset="-122"/>
                <a:cs typeface="Noto Sans" pitchFamily="34" charset="-120"/>
              </a:rPr>
              <a:t> tiếp</a:t>
            </a:r>
            <a:r>
              <a:rPr lang="en-US" sz="1095" dirty="0" spc="-1" kern="0">
                <a:solidFill>
                  <a:srgbClr val="123E52"/>
                </a:solidFill>
                <a:latin typeface="Noto Sans" pitchFamily="34" charset="0"/>
                <a:ea typeface="Noto Sans" pitchFamily="34" charset="-122"/>
                <a:cs typeface="Noto Sans" pitchFamily="34" charset="-120"/>
              </a:rPr>
              <a:t> tục</a:t>
            </a:r>
            <a:r>
              <a:rPr lang="en-US" sz="1095" dirty="0" spc="-2" kern="0">
                <a:solidFill>
                  <a:srgbClr val="123E52"/>
                </a:solidFill>
                <a:latin typeface="Noto Sans" pitchFamily="34" charset="0"/>
                <a:ea typeface="Noto Sans" pitchFamily="34" charset="-122"/>
                <a:cs typeface="Noto Sans" pitchFamily="34" charset="-120"/>
              </a:rPr>
              <a:t> vòng</a:t>
            </a:r>
            <a:r>
              <a:rPr lang="en-US" sz="1095" dirty="0" spc="0" kern="0">
                <a:solidFill>
                  <a:srgbClr val="123E52"/>
                </a:solidFill>
                <a:latin typeface="Noto Sans" pitchFamily="34" charset="0"/>
                <a:ea typeface="Noto Sans" pitchFamily="34" charset="-122"/>
                <a:cs typeface="Noto Sans" pitchFamily="34" charset="-120"/>
              </a:rPr>
              <a:t> lặp.</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Một</a:t>
            </a:r>
            <a:r>
              <a:rPr lang="en-US" sz="1275" dirty="0" spc="0" kern="0">
                <a:solidFill>
                  <a:srgbClr val="123E52"/>
                </a:solidFill>
                <a:latin typeface="Lexend SemiBold" pitchFamily="34" charset="0"/>
                <a:ea typeface="Lexend SemiBold" pitchFamily="34" charset="-122"/>
                <a:cs typeface="Lexend SemiBold" pitchFamily="34" charset="-120"/>
              </a:rPr>
              <a:t> kiểm</a:t>
            </a:r>
            <a:r>
              <a:rPr lang="en-US" sz="1275" dirty="0" spc="-5" kern="0">
                <a:solidFill>
                  <a:srgbClr val="123E52"/>
                </a:solidFill>
                <a:latin typeface="Lexend SemiBold" pitchFamily="34" charset="0"/>
                <a:ea typeface="Lexend SemiBold" pitchFamily="34" charset="-122"/>
                <a:cs typeface="Lexend SemiBold" pitchFamily="34" charset="-120"/>
              </a:rPr>
              <a:t> tra</a:t>
            </a:r>
            <a:r>
              <a:rPr lang="en-US" sz="1275" dirty="0" spc="5" kern="0">
                <a:solidFill>
                  <a:srgbClr val="123E52"/>
                </a:solidFill>
                <a:latin typeface="Lexend SemiBold" pitchFamily="34" charset="0"/>
                <a:ea typeface="Lexend SemiBold" pitchFamily="34" charset="-122"/>
                <a:cs typeface="Lexend SemiBold" pitchFamily="34" charset="-120"/>
              </a:rPr>
              <a:t> được</a:t>
            </a:r>
            <a:r>
              <a:rPr lang="en-US" sz="1275" dirty="0" spc="0" kern="0">
                <a:solidFill>
                  <a:srgbClr val="123E52"/>
                </a:solidFill>
                <a:latin typeface="Lexend SemiBold" pitchFamily="34" charset="0"/>
                <a:ea typeface="Lexend SemiBold" pitchFamily="34" charset="-122"/>
                <a:cs typeface="Lexend SemiBold" pitchFamily="34" charset="-120"/>
              </a:rPr>
              <a:t> nguồn</a:t>
            </a:r>
            <a:r>
              <a:rPr lang="en-US" sz="1275" dirty="0" spc="3" kern="0">
                <a:solidFill>
                  <a:srgbClr val="123E52"/>
                </a:solidFill>
                <a:latin typeface="Lexend SemiBold" pitchFamily="34" charset="0"/>
                <a:ea typeface="Lexend SemiBold" pitchFamily="34" charset="-122"/>
                <a:cs typeface="Lexend SemiBold" pitchFamily="34" charset="-120"/>
              </a:rPr>
              <a:t> minh</a:t>
            </a:r>
            <a:r>
              <a:rPr lang="en-US" sz="1275" dirty="0" spc="2" kern="0">
                <a:solidFill>
                  <a:srgbClr val="123E52"/>
                </a:solidFill>
                <a:latin typeface="Lexend SemiBold" pitchFamily="34" charset="0"/>
                <a:ea typeface="Lexend SemiBold" pitchFamily="34" charset="-122"/>
                <a:cs typeface="Lexend SemiBold" pitchFamily="34" charset="-120"/>
              </a:rPr>
              <a:t> họa</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Mở</a:t>
            </a:r>
            <a:r>
              <a:rPr lang="en-US" sz="1095" dirty="0" spc="0" kern="0">
                <a:solidFill>
                  <a:srgbClr val="123E52"/>
                </a:solidFill>
                <a:latin typeface="Noto Sans" pitchFamily="34" charset="0"/>
                <a:ea typeface="Noto Sans" pitchFamily="34" charset="-122"/>
                <a:cs typeface="Noto Sans" pitchFamily="34" charset="-120"/>
              </a:rPr>
              <a:t> chương</a:t>
            </a:r>
            <a:r>
              <a:rPr lang="en-US" sz="1095" dirty="0" spc="-1" kern="0">
                <a:solidFill>
                  <a:srgbClr val="123E52"/>
                </a:solidFill>
                <a:latin typeface="Noto Sans" pitchFamily="34" charset="0"/>
                <a:ea typeface="Noto Sans" pitchFamily="34" charset="-122"/>
                <a:cs typeface="Noto Sans" pitchFamily="34" charset="-120"/>
              </a:rPr>
              <a:t> trình bằng</a:t>
            </a:r>
            <a:r>
              <a:rPr lang="en-US" sz="1095" dirty="0" spc="0" kern="0">
                <a:solidFill>
                  <a:srgbClr val="123E52"/>
                </a:solidFill>
                <a:latin typeface="Noto Sans" pitchFamily="34" charset="0"/>
                <a:ea typeface="Noto Sans" pitchFamily="34" charset="-122"/>
                <a:cs typeface="Noto Sans" pitchFamily="34" charset="-120"/>
              </a:rPr>
              <a:t> ./db, nhập</a:t>
            </a:r>
            <a:r>
              <a:rPr lang="en-US" sz="1095" dirty="0" spc="1" kern="0">
                <a:solidFill>
                  <a:srgbClr val="123E52"/>
                </a:solidFill>
                <a:latin typeface="Noto Sans" pitchFamily="34" charset="0"/>
                <a:ea typeface="Noto Sans" pitchFamily="34" charset="-122"/>
                <a:cs typeface="Noto Sans" pitchFamily="34" charset="-120"/>
              </a:rPr>
              <a:t> .tables:</a:t>
            </a:r>
            <a:r>
              <a:rPr lang="en-US" sz="1095" dirty="0" spc="0" kern="0">
                <a:solidFill>
                  <a:srgbClr val="123E52"/>
                </a:solidFill>
                <a:latin typeface="Noto Sans" pitchFamily="34" charset="0"/>
                <a:ea typeface="Noto Sans" pitchFamily="34" charset="-122"/>
                <a:cs typeface="Noto Sans" pitchFamily="34" charset="-120"/>
              </a:rPr>
              <a:t> chương</a:t>
            </a:r>
            <a:r>
              <a:rPr lang="en-US" sz="1095" dirty="0" spc="-2" kern="0">
                <a:solidFill>
                  <a:srgbClr val="123E52"/>
                </a:solidFill>
                <a:latin typeface="Noto Sans" pitchFamily="34" charset="0"/>
                <a:ea typeface="Noto Sans" pitchFamily="34" charset="-122"/>
                <a:cs typeface="Noto Sans" pitchFamily="34" charset="-120"/>
              </a:rPr>
              <a:t> trình</a:t>
            </a:r>
            <a:r>
              <a:rPr lang="en-US" sz="1095" dirty="0" spc="0" kern="0">
                <a:solidFill>
                  <a:srgbClr val="123E52"/>
                </a:solidFill>
                <a:latin typeface="Noto Sans" pitchFamily="34" charset="0"/>
                <a:ea typeface="Noto Sans" pitchFamily="34" charset="-122"/>
                <a:cs typeface="Noto Sans" pitchFamily="34" charset="-120"/>
              </a:rPr>
              <a:t> báo</a:t>
            </a:r>
            <a:r>
              <a:rPr lang="en-US" sz="1095" dirty="0" spc="-1" kern="0">
                <a:solidFill>
                  <a:srgbClr val="123E52"/>
                </a:solidFill>
                <a:latin typeface="Noto Sans" pitchFamily="34" charset="0"/>
                <a:ea typeface="Noto Sans" pitchFamily="34" charset="-122"/>
                <a:cs typeface="Noto Sans" pitchFamily="34" charset="-120"/>
              </a:rPr>
              <a:t> Unrecognized</a:t>
            </a:r>
            <a:r>
              <a:rPr lang="en-US" sz="1095" dirty="0" spc="0" kern="0">
                <a:solidFill>
                  <a:srgbClr val="123E52"/>
                </a:solidFill>
                <a:latin typeface="Noto Sans" pitchFamily="34" charset="0"/>
                <a:ea typeface="Noto Sans" pitchFamily="34" charset="-122"/>
                <a:cs typeface="Noto Sans" pitchFamily="34" charset="-120"/>
              </a:rPr>
              <a:t> command</a:t>
            </a:r>
            <a:r>
              <a:rPr lang="en-US" sz="1095" dirty="0" spc="-1" kern="0">
                <a:solidFill>
                  <a:srgbClr val="123E52"/>
                </a:solidFill>
                <a:latin typeface="Noto Sans" pitchFamily="34" charset="0"/>
                <a:ea typeface="Noto Sans" pitchFamily="34" charset="-122"/>
                <a:cs typeface="Noto Sans" pitchFamily="34" charset="-120"/>
              </a:rPr>
              <a:t> '.tables'.</a:t>
            </a:r>
            <a:r>
              <a:rPr lang="en-US" sz="1095" dirty="0" spc="0" kern="0">
                <a:solidFill>
                  <a:srgbClr val="123E52"/>
                </a:solidFill>
                <a:latin typeface="Noto Sans" pitchFamily="34" charset="0"/>
                <a:ea typeface="Noto Sans" pitchFamily="34" charset="-122"/>
                <a:cs typeface="Noto Sans" pitchFamily="34" charset="-120"/>
              </a:rPr>
              <a:t> Nhập</a:t>
            </a:r>
            <a:r>
              <a:rPr lang="en-US" sz="1095" dirty="0" spc="-2" kern="0">
                <a:solidFill>
                  <a:srgbClr val="123E52"/>
                </a:solidFill>
                <a:latin typeface="Noto Sans" pitchFamily="34" charset="0"/>
                <a:ea typeface="Noto Sans" pitchFamily="34" charset="-122"/>
                <a:cs typeface="Noto Sans" pitchFamily="34" charset="-120"/>
              </a:rPr>
              <a:t> .exit:</a:t>
            </a:r>
            <a:r>
              <a:rPr lang="en-US" sz="1095" dirty="0" spc="0" kern="0">
                <a:solidFill>
                  <a:srgbClr val="123E52"/>
                </a:solidFill>
                <a:latin typeface="Noto Sans" pitchFamily="34" charset="0"/>
                <a:ea typeface="Noto Sans" pitchFamily="34" charset="-122"/>
                <a:cs typeface="Noto Sans" pitchFamily="34" charset="-120"/>
              </a:rPr>
              <a:t> chương</a:t>
            </a:r>
            <a:r>
              <a:rPr lang="en-US" sz="1095" dirty="0" spc="-1" kern="0">
                <a:solidFill>
                  <a:srgbClr val="123E52"/>
                </a:solidFill>
                <a:latin typeface="Noto Sans" pitchFamily="34" charset="0"/>
                <a:ea typeface="Noto Sans" pitchFamily="34" charset="-122"/>
                <a:cs typeface="Noto Sans" pitchFamily="34" charset="-120"/>
              </a:rPr>
              <a:t> trình</a:t>
            </a:r>
            <a:r>
              <a:rPr lang="en-US" sz="1095" dirty="0" spc="-2" kern="0">
                <a:solidFill>
                  <a:srgbClr val="123E52"/>
                </a:solidFill>
                <a:latin typeface="Noto Sans" pitchFamily="34" charset="0"/>
                <a:ea typeface="Noto Sans" pitchFamily="34" charset="-122"/>
                <a:cs typeface="Noto Sans" pitchFamily="34" charset="-120"/>
              </a:rPr>
              <a:t> kết</a:t>
            </a:r>
            <a:r>
              <a:rPr lang="en-US" sz="1095" dirty="0" spc="1" kern="0">
                <a:solidFill>
                  <a:srgbClr val="123E52"/>
                </a:solidFill>
                <a:latin typeface="Noto Sans" pitchFamily="34" charset="0"/>
                <a:ea typeface="Noto Sans" pitchFamily="34" charset="-122"/>
                <a:cs typeface="Noto Sans" pitchFamily="34" charset="-120"/>
              </a:rPr>
              <a:t> thúc.</a:t>
            </a:r>
            <a:r>
              <a:rPr lang="en-US" sz="1095" dirty="0" spc="-2" kern="0">
                <a:solidFill>
                  <a:srgbClr val="123E52"/>
                </a:solidFill>
                <a:latin typeface="Noto Sans" pitchFamily="34" charset="0"/>
                <a:ea typeface="Noto Sans" pitchFamily="34" charset="-122"/>
                <a:cs typeface="Noto Sans" pitchFamily="34" charset="-120"/>
              </a:rPr>
              <a:t> Đây là</a:t>
            </a:r>
            <a:r>
              <a:rPr lang="en-US" sz="1095" dirty="0" spc="1" kern="0">
                <a:solidFill>
                  <a:srgbClr val="123E52"/>
                </a:solidFill>
                <a:latin typeface="Noto Sans" pitchFamily="34" charset="0"/>
                <a:ea typeface="Noto Sans" pitchFamily="34" charset="-122"/>
                <a:cs typeface="Noto Sans" pitchFamily="34" charset="-120"/>
              </a:rPr>
              <a:t> hành</a:t>
            </a:r>
            <a:r>
              <a:rPr lang="en-US" sz="1095" dirty="0" spc="-5" kern="0">
                <a:solidFill>
                  <a:srgbClr val="123E52"/>
                </a:solidFill>
                <a:latin typeface="Noto Sans" pitchFamily="34" charset="0"/>
                <a:ea typeface="Noto Sans" pitchFamily="34" charset="-122"/>
                <a:cs typeface="Noto Sans" pitchFamily="34" charset="-120"/>
              </a:rPr>
              <a:t> vi</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minh</a:t>
            </a:r>
            <a:r>
              <a:rPr lang="en-US" sz="1095" dirty="0" spc="1" kern="0">
                <a:solidFill>
                  <a:srgbClr val="123E52"/>
                </a:solidFill>
                <a:latin typeface="Noto Sans" pitchFamily="34" charset="0"/>
                <a:ea typeface="Noto Sans" pitchFamily="34" charset="-122"/>
                <a:cs typeface="Noto Sans" pitchFamily="34" charset="-120"/>
              </a:rPr>
              <a:t> họa</a:t>
            </a:r>
            <a:r>
              <a:rPr lang="en-US" sz="1095" dirty="0" spc="-5" kern="0">
                <a:solidFill>
                  <a:srgbClr val="123E52"/>
                </a:solidFill>
                <a:latin typeface="Noto Sans" pitchFamily="34" charset="0"/>
                <a:ea typeface="Noto Sans" pitchFamily="34" charset="-122"/>
                <a:cs typeface="Noto Sans" pitchFamily="34" charset="-120"/>
              </a:rPr>
              <a:t> trong</a:t>
            </a:r>
            <a:r>
              <a:rPr lang="en-US" sz="1095" dirty="0" spc="-2" kern="0">
                <a:solidFill>
                  <a:srgbClr val="123E52"/>
                </a:solidFill>
                <a:latin typeface="Noto Sans" pitchFamily="34" charset="0"/>
                <a:ea typeface="Noto Sans" pitchFamily="34" charset="-122"/>
                <a:cs typeface="Noto Sans" pitchFamily="34" charset="-120"/>
              </a:rPr>
              <a:t> tài</a:t>
            </a:r>
            <a:r>
              <a:rPr lang="en-US" sz="1095" dirty="0" spc="0" kern="0">
                <a:solidFill>
                  <a:srgbClr val="123E52"/>
                </a:solidFill>
                <a:latin typeface="Noto Sans" pitchFamily="34" charset="0"/>
                <a:ea typeface="Noto Sans" pitchFamily="34" charset="-122"/>
                <a:cs typeface="Noto Sans" pitchFamily="34" charset="-120"/>
              </a:rPr>
              <a:t> liệu,</a:t>
            </a:r>
            <a:r>
              <a:rPr lang="en-US" sz="1095" dirty="0" spc="-1" kern="0">
                <a:solidFill>
                  <a:srgbClr val="123E52"/>
                </a:solidFill>
                <a:latin typeface="Noto Sans" pitchFamily="34" charset="0"/>
                <a:ea typeface="Noto Sans" pitchFamily="34" charset="-122"/>
                <a:cs typeface="Noto Sans" pitchFamily="34" charset="-120"/>
              </a:rPr>
              <a:t> không phải</a:t>
            </a:r>
            <a:r>
              <a:rPr lang="en-US" sz="1095" dirty="0" spc="1" kern="0">
                <a:solidFill>
                  <a:srgbClr val="123E52"/>
                </a:solidFill>
                <a:latin typeface="Noto Sans" pitchFamily="34" charset="0"/>
                <a:ea typeface="Noto Sans" pitchFamily="34" charset="-122"/>
                <a:cs typeface="Noto Sans" pitchFamily="34" charset="-120"/>
              </a:rPr>
              <a:t> SQL</a:t>
            </a:r>
            <a:r>
              <a:rPr lang="en-US" sz="1095" dirty="0" spc="0" kern="0">
                <a:solidFill>
                  <a:srgbClr val="123E52"/>
                </a:solidFill>
                <a:latin typeface="Noto Sans" pitchFamily="34" charset="0"/>
                <a:ea typeface="Noto Sans" pitchFamily="34" charset="-122"/>
                <a:cs typeface="Noto Sans" pitchFamily="34" charset="-120"/>
              </a:rPr>
              <a:t> đã</a:t>
            </a:r>
            <a:r>
              <a:rPr lang="en-US" sz="1095" dirty="0" spc="-1" kern="0">
                <a:solidFill>
                  <a:srgbClr val="123E52"/>
                </a:solidFill>
                <a:latin typeface="Noto Sans" pitchFamily="34" charset="0"/>
                <a:ea typeface="Noto Sans" pitchFamily="34" charset="-122"/>
                <a:cs typeface="Noto Sans" pitchFamily="34" charset="-120"/>
              </a:rPr>
              <a:t> chạy</a:t>
            </a:r>
            <a:r>
              <a:rPr lang="en-US" sz="1095" dirty="0" spc="1" kern="0">
                <a:solidFill>
                  <a:srgbClr val="123E52"/>
                </a:solidFill>
                <a:latin typeface="Noto Sans" pitchFamily="34" charset="0"/>
                <a:ea typeface="Noto Sans" pitchFamily="34" charset="-122"/>
                <a:cs typeface="Noto Sans" pitchFamily="34" charset="-120"/>
              </a:rPr>
              <a:t> được.</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Điều kiện</a:t>
            </a:r>
            <a:r>
              <a:rPr lang="en-US" sz="1275" dirty="0" spc="5" kern="0">
                <a:solidFill>
                  <a:srgbClr val="123E52"/>
                </a:solidFill>
                <a:latin typeface="Lexend SemiBold" pitchFamily="34" charset="0"/>
                <a:ea typeface="Lexend SemiBold" pitchFamily="34" charset="-122"/>
                <a:cs typeface="Lexend SemiBold" pitchFamily="34" charset="-120"/>
              </a:rPr>
              <a:t> cần</a:t>
            </a:r>
            <a:r>
              <a:rPr lang="en-US" sz="1275" dirty="0" spc="-9" kern="0">
                <a:solidFill>
                  <a:srgbClr val="123E52"/>
                </a:solidFill>
                <a:latin typeface="Lexend SemiBold" pitchFamily="34" charset="0"/>
                <a:ea typeface="Lexend SemiBold" pitchFamily="34" charset="-122"/>
                <a:cs typeface="Lexend SemiBold" pitchFamily="34" charset="-120"/>
              </a:rPr>
              <a:t> xem</a:t>
            </a:r>
            <a:r>
              <a:rPr lang="en-US" sz="1275" dirty="0" spc="1" kern="0">
                <a:solidFill>
                  <a:srgbClr val="123E52"/>
                </a:solidFill>
                <a:latin typeface="Lexend SemiBold" pitchFamily="34" charset="0"/>
                <a:ea typeface="Lexend SemiBold" pitchFamily="34" charset="-122"/>
                <a:cs typeface="Lexend SemiBold" pitchFamily="34" charset="-120"/>
              </a:rPr>
              <a:t> trước</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Bài dùng</a:t>
            </a:r>
            <a:r>
              <a:rPr lang="en-US" sz="1095" dirty="0" spc="3" kern="0">
                <a:solidFill>
                  <a:srgbClr val="123E52"/>
                </a:solidFill>
                <a:latin typeface="Noto Sans" pitchFamily="34" charset="0"/>
                <a:ea typeface="Noto Sans" pitchFamily="34" charset="-122"/>
                <a:cs typeface="Noto Sans" pitchFamily="34" charset="-120"/>
              </a:rPr>
              <a:t> C,</a:t>
            </a:r>
            <a:r>
              <a:rPr lang="en-US" sz="1095" dirty="0" spc="0" kern="0">
                <a:solidFill>
                  <a:srgbClr val="123E52"/>
                </a:solidFill>
                <a:latin typeface="Noto Sans" pitchFamily="34" charset="0"/>
                <a:ea typeface="Noto Sans" pitchFamily="34" charset="-122"/>
                <a:cs typeface="Noto Sans" pitchFamily="34" charset="-120"/>
              </a:rPr>
              <a:t> cấu trúc InputBuffer</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getline().</a:t>
            </a:r>
            <a:r>
              <a:rPr lang="en-US" sz="1095" dirty="0" spc="1" kern="0">
                <a:solidFill>
                  <a:srgbClr val="123E52"/>
                </a:solidFill>
                <a:latin typeface="Noto Sans" pitchFamily="34" charset="0"/>
                <a:ea typeface="Noto Sans" pitchFamily="34" charset="-122"/>
                <a:cs typeface="Noto Sans" pitchFamily="34" charset="-120"/>
              </a:rPr>
              <a:t> Kiểm</a:t>
            </a:r>
            <a:r>
              <a:rPr lang="en-US" sz="1095" dirty="0" spc="-7" kern="0">
                <a:solidFill>
                  <a:srgbClr val="123E52"/>
                </a:solidFill>
                <a:latin typeface="Noto Sans" pitchFamily="34" charset="0"/>
                <a:ea typeface="Noto Sans" pitchFamily="34" charset="-122"/>
                <a:cs typeface="Noto Sans" pitchFamily="34" charset="-120"/>
              </a:rPr>
              <a:t> tra</a:t>
            </a:r>
            <a:r>
              <a:rPr lang="en-US" sz="1095" dirty="0" spc="-2" kern="0">
                <a:solidFill>
                  <a:srgbClr val="123E52"/>
                </a:solidFill>
                <a:latin typeface="Noto Sans" pitchFamily="34" charset="0"/>
                <a:ea typeface="Noto Sans" pitchFamily="34" charset="-122"/>
                <a:cs typeface="Noto Sans" pitchFamily="34" charset="-120"/>
              </a:rPr>
              <a:t> môi</a:t>
            </a:r>
            <a:r>
              <a:rPr lang="en-US" sz="1095" dirty="0" spc="-1" kern="0">
                <a:solidFill>
                  <a:srgbClr val="123E52"/>
                </a:solidFill>
                <a:latin typeface="Noto Sans" pitchFamily="34" charset="0"/>
                <a:ea typeface="Noto Sans" pitchFamily="34" charset="-122"/>
                <a:cs typeface="Noto Sans" pitchFamily="34" charset="-120"/>
              </a:rPr>
              <a:t> trường</a:t>
            </a:r>
            <a:r>
              <a:rPr lang="en-US" sz="1095" dirty="0" spc="1" kern="0">
                <a:solidFill>
                  <a:srgbClr val="123E52"/>
                </a:solidFill>
                <a:latin typeface="Noto Sans" pitchFamily="34" charset="0"/>
                <a:ea typeface="Noto Sans" pitchFamily="34" charset="-122"/>
                <a:cs typeface="Noto Sans" pitchFamily="34" charset="-120"/>
              </a:rPr>
              <a:t> của</a:t>
            </a:r>
            <a:r>
              <a:rPr lang="en-US" sz="1095" dirty="0" spc="0" kern="0">
                <a:solidFill>
                  <a:srgbClr val="123E52"/>
                </a:solidFill>
                <a:latin typeface="Noto Sans" pitchFamily="34" charset="0"/>
                <a:ea typeface="Noto Sans" pitchFamily="34" charset="-122"/>
                <a:cs typeface="Noto Sans" pitchFamily="34" charset="-120"/>
              </a:rPr>
              <a:t> bạn theo</a:t>
            </a:r>
            <a:r>
              <a:rPr lang="en-US" sz="1095" dirty="0" spc="1" kern="0">
                <a:solidFill>
                  <a:srgbClr val="123E52"/>
                </a:solidFill>
                <a:latin typeface="Noto Sans" pitchFamily="34" charset="0"/>
                <a:ea typeface="Noto Sans" pitchFamily="34" charset="-122"/>
                <a:cs typeface="Noto Sans" pitchFamily="34" charset="-120"/>
              </a:rPr>
              <a:t> nguồn;</a:t>
            </a:r>
            <a:r>
              <a:rPr lang="en-US" sz="1095" dirty="0" spc="0" kern="0">
                <a:solidFill>
                  <a:srgbClr val="123E52"/>
                </a:solidFill>
                <a:latin typeface="Noto Sans" pitchFamily="34" charset="0"/>
                <a:ea typeface="Noto Sans" pitchFamily="34" charset="-122"/>
                <a:cs typeface="Noto Sans" pitchFamily="34" charset="-120"/>
              </a:rPr>
              <a:t> phần</a:t>
            </a:r>
            <a:r>
              <a:rPr lang="en-US" sz="1095" dirty="0" spc="-1" kern="0">
                <a:solidFill>
                  <a:srgbClr val="123E52"/>
                </a:solidFill>
                <a:latin typeface="Noto Sans" pitchFamily="34" charset="0"/>
                <a:ea typeface="Noto Sans" pitchFamily="34" charset="-122"/>
                <a:cs typeface="Noto Sans" pitchFamily="34" charset="-120"/>
              </a:rPr>
              <a:t> này</a:t>
            </a:r>
            <a:r>
              <a:rPr lang="en-US" sz="1095" dirty="0" spc="0" kern="0">
                <a:solidFill>
                  <a:srgbClr val="123E52"/>
                </a:solidFill>
                <a:latin typeface="Noto Sans" pitchFamily="34" charset="0"/>
                <a:ea typeface="Noto Sans" pitchFamily="34" charset="-122"/>
                <a:cs typeface="Noto Sans" pitchFamily="34" charset="-120"/>
              </a:rPr>
              <a:t> chưa</a:t>
            </a:r>
            <a:r>
              <a:rPr lang="en-US" sz="1095" dirty="0" spc="1" kern="0">
                <a:solidFill>
                  <a:srgbClr val="123E52"/>
                </a:solidFill>
                <a:latin typeface="Noto Sans" pitchFamily="34" charset="0"/>
                <a:ea typeface="Noto Sans" pitchFamily="34" charset="-122"/>
                <a:cs typeface="Noto Sans" pitchFamily="34" charset="-120"/>
              </a:rPr>
              <a:t> nhằm</a:t>
            </a:r>
            <a:r>
              <a:rPr lang="en-US" sz="1095" dirty="0" spc="-1" kern="0">
                <a:solidFill>
                  <a:srgbClr val="123E52"/>
                </a:solidFill>
                <a:latin typeface="Noto Sans" pitchFamily="34" charset="0"/>
                <a:ea typeface="Noto Sans" pitchFamily="34" charset="-122"/>
                <a:cs typeface="Noto Sans" pitchFamily="34" charset="-120"/>
              </a:rPr>
              <a:t> hỗ</a:t>
            </a:r>
            <a:r>
              <a:rPr lang="en-US" sz="1095" dirty="0" spc="-7" kern="0">
                <a:solidFill>
                  <a:srgbClr val="123E52"/>
                </a:solidFill>
                <a:latin typeface="Noto Sans" pitchFamily="34" charset="0"/>
                <a:ea typeface="Noto Sans" pitchFamily="34" charset="-122"/>
                <a:cs typeface="Noto Sans" pitchFamily="34" charset="-120"/>
              </a:rPr>
              <a:t> trợ</a:t>
            </a:r>
            <a:r>
              <a:rPr lang="en-US" sz="1095" dirty="0" spc="0" kern="0">
                <a:solidFill>
                  <a:srgbClr val="123E52"/>
                </a:solidFill>
                <a:latin typeface="Noto Sans" pitchFamily="34" charset="0"/>
                <a:ea typeface="Noto Sans" pitchFamily="34" charset="-122"/>
                <a:cs typeface="Noto Sans" pitchFamily="34" charset="-120"/>
              </a:rPr>
              <a:t> nhiều</a:t>
            </a:r>
            <a:r>
              <a:rPr lang="en-US" sz="1095" dirty="0" spc="2" kern="0">
                <a:solidFill>
                  <a:srgbClr val="123E52"/>
                </a:solidFill>
                <a:latin typeface="Noto Sans" pitchFamily="34" charset="0"/>
                <a:ea typeface="Noto Sans" pitchFamily="34" charset="-122"/>
                <a:cs typeface="Noto Sans" pitchFamily="34" charset="-120"/>
              </a:rPr>
              <a:t> nền</a:t>
            </a:r>
            <a:r>
              <a:rPr lang="en-US" sz="1095" dirty="0" spc="0" kern="0">
                <a:solidFill>
                  <a:srgbClr val="123E52"/>
                </a:solidFill>
                <a:latin typeface="Noto Sans" pitchFamily="34" charset="0"/>
                <a:ea typeface="Noto Sans" pitchFamily="34" charset="-122"/>
                <a:cs typeface="Noto Sans" pitchFamily="34" charset="-120"/>
              </a:rPr>
              <a:t> tảng.</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61" kern="0">
                <a:solidFill>
                  <a:srgbClr val="123E52"/>
                </a:solidFill>
                <a:latin typeface="Lexend SemiBold" pitchFamily="34" charset="0"/>
                <a:ea typeface="Lexend SemiBold" pitchFamily="34" charset="-122"/>
                <a:cs typeface="Lexend SemiBold" pitchFamily="34" charset="-120"/>
              </a:rPr>
              <a:t>Tự</a:t>
            </a:r>
            <a:r>
              <a:rPr lang="en-US" sz="1275" dirty="0" spc="0" kern="0">
                <a:solidFill>
                  <a:srgbClr val="123E52"/>
                </a:solidFill>
                <a:latin typeface="Lexend SemiBold" pitchFamily="34" charset="0"/>
                <a:ea typeface="Lexend SemiBold" pitchFamily="34" charset="-122"/>
                <a:cs typeface="Lexend SemiBold" pitchFamily="34" charset="-120"/>
              </a:rPr>
              <a:t> kiểm</a:t>
            </a:r>
            <a:r>
              <a:rPr lang="en-US" sz="1275" dirty="0" spc="-5" kern="0">
                <a:solidFill>
                  <a:srgbClr val="123E52"/>
                </a:solidFill>
                <a:latin typeface="Lexend SemiBold" pitchFamily="34" charset="0"/>
                <a:ea typeface="Lexend SemiBold" pitchFamily="34" charset="-122"/>
                <a:cs typeface="Lexend SemiBold" pitchFamily="34" charset="-120"/>
              </a:rPr>
              <a:t> tra</a:t>
            </a:r>
            <a:r>
              <a:rPr lang="en-US" sz="1275" dirty="0" spc="2" kern="0">
                <a:solidFill>
                  <a:srgbClr val="123E52"/>
                </a:solidFill>
                <a:latin typeface="Lexend SemiBold" pitchFamily="34" charset="0"/>
                <a:ea typeface="Lexend SemiBold" pitchFamily="34" charset="-122"/>
                <a:cs typeface="Lexend SemiBold" pitchFamily="34" charset="-120"/>
              </a:rPr>
              <a:t> điều</a:t>
            </a:r>
            <a:r>
              <a:rPr lang="en-US" sz="1275" dirty="0" spc="3" kern="0">
                <a:solidFill>
                  <a:srgbClr val="123E52"/>
                </a:solidFill>
                <a:latin typeface="Lexend SemiBold" pitchFamily="34" charset="0"/>
                <a:ea typeface="Lexend SemiBold" pitchFamily="34" charset="-122"/>
                <a:cs typeface="Lexend SemiBold" pitchFamily="34" charset="-120"/>
              </a:rPr>
              <a:t> đã</a:t>
            </a:r>
            <a:r>
              <a:rPr lang="en-US" sz="1275" dirty="0" spc="2" kern="0">
                <a:solidFill>
                  <a:srgbClr val="123E52"/>
                </a:solidFill>
                <a:latin typeface="Lexend SemiBold" pitchFamily="34" charset="0"/>
                <a:ea typeface="Lexend SemiBold" pitchFamily="34" charset="-122"/>
                <a:cs typeface="Lexend SemiBold" pitchFamily="34" charset="-120"/>
              </a:rPr>
              <a:t> hiểu</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Bạn</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2" kern="0">
                <a:solidFill>
                  <a:srgbClr val="123E52"/>
                </a:solidFill>
                <a:latin typeface="Noto Sans" pitchFamily="34" charset="0"/>
                <a:ea typeface="Noto Sans" pitchFamily="34" charset="-122"/>
                <a:cs typeface="Noto Sans" pitchFamily="34" charset="-120"/>
              </a:rPr>
              <a:t> giải thích</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5" kern="0">
                <a:solidFill>
                  <a:srgbClr val="123E52"/>
                </a:solidFill>
                <a:latin typeface="Noto Sans" pitchFamily="34" charset="0"/>
                <a:ea typeface="Noto Sans" pitchFamily="34" charset="-122"/>
                <a:cs typeface="Noto Sans" pitchFamily="34" charset="-120"/>
              </a:rPr>
              <a:t> vì</a:t>
            </a:r>
            <a:r>
              <a:rPr lang="en-US" sz="1095" dirty="0" spc="0" kern="0">
                <a:solidFill>
                  <a:srgbClr val="123E52"/>
                </a:solidFill>
                <a:latin typeface="Noto Sans" pitchFamily="34" charset="0"/>
                <a:ea typeface="Noto Sans" pitchFamily="34" charset="-122"/>
                <a:cs typeface="Noto Sans" pitchFamily="34" charset="-120"/>
              </a:rPr>
              <a:t> sao cần</a:t>
            </a:r>
            <a:r>
              <a:rPr lang="en-US" sz="1095" dirty="0" spc="-2" kern="0">
                <a:solidFill>
                  <a:srgbClr val="123E52"/>
                </a:solidFill>
                <a:latin typeface="Noto Sans" pitchFamily="34" charset="0"/>
                <a:ea typeface="Noto Sans" pitchFamily="34" charset="-122"/>
                <a:cs typeface="Noto Sans" pitchFamily="34" charset="-120"/>
              </a:rPr>
              <a:t> vòng</a:t>
            </a:r>
            <a:r>
              <a:rPr lang="en-US" sz="1095" dirty="0" spc="0" kern="0">
                <a:solidFill>
                  <a:srgbClr val="123E52"/>
                </a:solidFill>
                <a:latin typeface="Noto Sans" pitchFamily="34" charset="0"/>
                <a:ea typeface="Noto Sans" pitchFamily="34" charset="-122"/>
                <a:cs typeface="Noto Sans" pitchFamily="34" charset="-120"/>
              </a:rPr>
              <a:t> lặp,</a:t>
            </a:r>
            <a:r>
              <a:rPr lang="en-US" sz="1095" dirty="0" spc="-3" kern="0">
                <a:solidFill>
                  <a:srgbClr val="123E52"/>
                </a:solidFill>
                <a:latin typeface="Noto Sans" pitchFamily="34" charset="0"/>
                <a:ea typeface="Noto Sans" pitchFamily="34" charset="-122"/>
                <a:cs typeface="Noto Sans" pitchFamily="34" charset="-120"/>
              </a:rPr>
              <a:t> ký</a:t>
            </a:r>
            <a:r>
              <a:rPr lang="en-US" sz="1095" dirty="0" spc="-2" kern="0">
                <a:solidFill>
                  <a:srgbClr val="123E52"/>
                </a:solidFill>
                <a:latin typeface="Noto Sans" pitchFamily="34" charset="0"/>
                <a:ea typeface="Noto Sans" pitchFamily="34" charset="-122"/>
                <a:cs typeface="Noto Sans" pitchFamily="34" charset="-120"/>
              </a:rPr>
              <a:t> tự</a:t>
            </a:r>
            <a:r>
              <a:rPr lang="en-US" sz="1095" dirty="0" spc="0" kern="0">
                <a:solidFill>
                  <a:srgbClr val="123E52"/>
                </a:solidFill>
                <a:latin typeface="Noto Sans" pitchFamily="34" charset="0"/>
                <a:ea typeface="Noto Sans" pitchFamily="34" charset="-122"/>
                <a:cs typeface="Noto Sans" pitchFamily="34" charset="-120"/>
              </a:rPr>
              <a:t> xuống dòng</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1"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2" kern="0">
                <a:solidFill>
                  <a:srgbClr val="123E52"/>
                </a:solidFill>
                <a:latin typeface="Noto Sans" pitchFamily="34" charset="0"/>
                <a:ea typeface="Noto Sans" pitchFamily="34" charset="-122"/>
                <a:cs typeface="Noto Sans" pitchFamily="34" charset="-120"/>
              </a:rPr>
              <a:t> ở</a:t>
            </a:r>
            <a:r>
              <a:rPr lang="en-US" sz="1095" dirty="0" spc="1" kern="0">
                <a:solidFill>
                  <a:srgbClr val="123E52"/>
                </a:solidFill>
                <a:latin typeface="Noto Sans" pitchFamily="34" charset="0"/>
                <a:ea typeface="Noto Sans" pitchFamily="34" charset="-122"/>
                <a:cs typeface="Noto Sans" pitchFamily="34" charset="-120"/>
              </a:rPr>
              <a:t> đâu</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bộ</a:t>
            </a:r>
            <a:r>
              <a:rPr lang="en-US" sz="1095" dirty="0" spc="0" kern="0">
                <a:solidFill>
                  <a:srgbClr val="123E52"/>
                </a:solidFill>
                <a:latin typeface="Noto Sans" pitchFamily="34" charset="0"/>
                <a:ea typeface="Noto Sans" pitchFamily="34" charset="-122"/>
                <a:cs typeface="Noto Sans" pitchFamily="34" charset="-120"/>
              </a:rPr>
              <a:t> nhớ</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giải</a:t>
            </a:r>
            <a:r>
              <a:rPr lang="en-US" sz="1095" dirty="0" spc="0" kern="0">
                <a:solidFill>
                  <a:srgbClr val="123E52"/>
                </a:solidFill>
                <a:latin typeface="Noto Sans" pitchFamily="34" charset="0"/>
                <a:ea typeface="Noto Sans" pitchFamily="34" charset="-122"/>
                <a:cs typeface="Noto Sans" pitchFamily="34" charset="-120"/>
              </a:rPr>
              <a:t> phóng</a:t>
            </a:r>
            <a:r>
              <a:rPr lang="en-US" sz="1095" dirty="0" spc="-3" kern="0">
                <a:solidFill>
                  <a:srgbClr val="123E52"/>
                </a:solidFill>
                <a:latin typeface="Noto Sans" pitchFamily="34" charset="0"/>
                <a:ea typeface="Noto Sans" pitchFamily="34" charset="-122"/>
                <a:cs typeface="Noto Sans" pitchFamily="34" charset="-120"/>
              </a:rPr>
              <a:t> khi</a:t>
            </a:r>
            <a:r>
              <a:rPr lang="en-US" sz="1095" dirty="0" spc="0" kern="0">
                <a:solidFill>
                  <a:srgbClr val="123E52"/>
                </a:solidFill>
                <a:latin typeface="Noto Sans" pitchFamily="34" charset="0"/>
                <a:ea typeface="Noto Sans" pitchFamily="34" charset="-122"/>
                <a:cs typeface="Noto Sans" pitchFamily="34" charset="-120"/>
              </a:rPr>
              <a:t> nào? Chỉ học phần</a:t>
            </a:r>
            <a:r>
              <a:rPr lang="en-US" sz="1095" dirty="0" spc="-2" kern="0">
                <a:solidFill>
                  <a:srgbClr val="123E52"/>
                </a:solidFill>
                <a:latin typeface="Noto Sans" pitchFamily="34" charset="0"/>
                <a:ea typeface="Noto Sans" pitchFamily="34" charset="-122"/>
                <a:cs typeface="Noto Sans" pitchFamily="34" charset="-120"/>
              </a:rPr>
              <a:t> tiếp</a:t>
            </a:r>
            <a:r>
              <a:rPr lang="en-US" sz="1095" dirty="0" spc="0" kern="0">
                <a:solidFill>
                  <a:srgbClr val="123E52"/>
                </a:solidFill>
                <a:latin typeface="Noto Sans" pitchFamily="34" charset="0"/>
                <a:ea typeface="Noto Sans" pitchFamily="34" charset="-122"/>
                <a:cs typeface="Noto Sans" pitchFamily="34" charset="-120"/>
              </a:rPr>
              <a:t> theo sau</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0" kern="0">
                <a:solidFill>
                  <a:srgbClr val="123E52"/>
                </a:solidFill>
                <a:latin typeface="Noto Sans" pitchFamily="34" charset="0"/>
                <a:ea typeface="Noto Sans" pitchFamily="34" charset="-122"/>
                <a:cs typeface="Noto Sans" pitchFamily="34" charset="-120"/>
              </a:rPr>
              <a:t> nắm những</a:t>
            </a:r>
            <a:r>
              <a:rPr lang="en-US" sz="1095" dirty="0" spc="-1" kern="0">
                <a:solidFill>
                  <a:srgbClr val="123E52"/>
                </a:solidFill>
                <a:latin typeface="Noto Sans" pitchFamily="34" charset="0"/>
                <a:ea typeface="Noto Sans" pitchFamily="34" charset="-122"/>
                <a:cs typeface="Noto Sans" pitchFamily="34" charset="-120"/>
              </a:rPr>
              <a:t> điểm</a:t>
            </a:r>
            <a:r>
              <a:rPr lang="en-US" sz="1095" dirty="0" spc="-8" kern="0">
                <a:solidFill>
                  <a:srgbClr val="123E52"/>
                </a:solidFill>
                <a:latin typeface="Noto Sans" pitchFamily="34" charset="0"/>
                <a:ea typeface="Noto Sans" pitchFamily="34" charset="-122"/>
                <a:cs typeface="Noto Sans" pitchFamily="34" charset="-120"/>
              </a:rPr>
              <a:t> này.</a:t>
            </a:r>
            <a:endParaRPr lang="en-US" sz="1095" dirty="0"/>
          </a:p>
        </p:txBody>
      </p:sp>
      <p:sp>
        <p:nvSpPr>
          <p:cNvPr id="20" name="Text 18"/>
          <p:cNvSpPr/>
          <p:nvPr/>
        </p:nvSpPr>
        <p:spPr>
          <a:xfrm>
            <a:off x="457200" y="9058275"/>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Cstack — Part 1: Introduction and Setting up the REPL ↗</a:t>
            </a:r>
            <a:endParaRPr lang="en-US" sz="938" dirty="0"/>
          </a:p>
        </p:txBody>
      </p:sp>
      <p:sp>
        <p:nvSpPr>
          <p:cNvPr id="21" name="Text 19"/>
          <p:cNvSpPr/>
          <p:nvPr/>
        </p:nvSpPr>
        <p:spPr>
          <a:xfrm>
            <a:off x="457200" y="9467850"/>
            <a:ext cx="6648450" cy="390525"/>
          </a:xfrm>
          <a:prstGeom prst="rect">
            <a:avLst/>
          </a:prstGeom>
          <a:noFill/>
          <a:ln/>
        </p:spPr>
        <p:txBody>
          <a:bodyPr wrap="square" lIns="0" tIns="4533" rIns="0" bIns="-4533" rtlCol="0" anchor="t"/>
          <a:lstStyle/>
          <a:p>
            <a:pPr algn="l" indent="0" marL="0">
              <a:lnSpc>
                <a:spcPts val="1313"/>
              </a:lnSpc>
              <a:buNone/>
            </a:pPr>
            <a:r>
              <a:rPr lang="en-US" sz="938" u="sng" dirty="0">
                <a:solidFill>
                  <a:srgbClr val="147D7A"/>
                </a:solidFill>
                <a:latin typeface="Noto Sans" pitchFamily="34" charset="0"/>
                <a:ea typeface="Noto Sans" pitchFamily="34" charset="-122"/>
                <a:cs typeface="Noto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Trang tutorial được BYOX giới thiệu ↗</a:t>
            </a:r>
            <a:endParaRPr lang="en-US" sz="938" dirty="0"/>
          </a:p>
        </p:txBody>
      </p:sp>
      <p:sp>
        <p:nvSpPr>
          <p:cNvPr id="22" name="Connector line-1792810745418-888708638"/>
          <p:cNvSpPr/>
          <p:nvPr/>
        </p:nvSpPr>
        <p:spPr>
          <a:xfrm>
            <a:off x="457200" y="10144125"/>
            <a:ext cx="6648450" cy="0"/>
          </a:xfrm>
          <a:prstGeom prst="line">
            <a:avLst/>
          </a:prstGeom>
          <a:noFill/>
          <a:ln w="9525">
            <a:solidFill>
              <a:srgbClr val="D3E1E5"/>
            </a:solidFill>
            <a:prstDash val="solid"/>
            <a:headEnd type="none"/>
            <a:tailEnd type="none"/>
          </a:ln>
        </p:spPr>
      </p:sp>
      <p:sp>
        <p:nvSpPr>
          <p:cNvPr id="23" name="Text 21"/>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[S1][S2]</a:t>
            </a:r>
            <a:endParaRPr lang="en-US" sz="863" dirty="0"/>
          </a:p>
        </p:txBody>
      </p:sp>
      <p:sp>
        <p:nvSpPr>
          <p:cNvPr id="24" name="Text 22"/>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15</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5" name="Shape 23"/>
          <p:cNvSpPr/>
          <p:nvPr/>
        </p:nvSpPr>
        <p:spPr>
          <a:xfrm>
            <a:off x="5868772" y="9806509"/>
            <a:ext cx="1210056" cy="406043"/>
          </a:xfrm>
          <a:prstGeom prst="roundRect">
            <a:avLst>
              <a:gd name="adj" fmla="val 28000"/>
            </a:avLst>
          </a:prstGeom>
          <a:solidFill>
            <a:srgbClr val="FFFFFF">
              <a:alpha val="82000"/>
            </a:srgbClr>
          </a:solidFill>
          <a:ln/>
        </p:spPr>
      </p:sp>
      <p:pic>
        <p:nvPicPr>
          <p:cNvPr id="26" name="Moda image moda-export-watermark-e6c10928-0d98-46c8-9523-158d946f9f9a" descr="">    </p:cNvPr>
          <p:cNvPicPr>
            <a:picLocks noChangeAspect="1"/>
          </p:cNvPicPr>
          <p:nvPr/>
        </p:nvPicPr>
        <p:blipFill>
          <a:blip r:embed="rId5"/>
          <a:srcRect l="0" r="0" t="0" b="0"/>
          <a:stretch/>
        </p:blipFill>
        <p:spPr>
          <a:xfrm>
            <a:off x="5961455" y="9899193"/>
            <a:ext cx="1024688" cy="22067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8" kern="0">
                <a:solidFill>
                  <a:srgbClr val="123E52"/>
                </a:solidFill>
                <a:latin typeface="Lexend SemiBold" pitchFamily="34" charset="0"/>
                <a:ea typeface="Lexend SemiBold" pitchFamily="34" charset="-122"/>
                <a:cs typeface="Lexend SemiBold" pitchFamily="34" charset="-120"/>
              </a:rPr>
              <a:t>Lộ</a:t>
            </a:r>
            <a:r>
              <a:rPr lang="en-US" sz="2175" dirty="0" spc="1" kern="0">
                <a:solidFill>
                  <a:srgbClr val="123E52"/>
                </a:solidFill>
                <a:latin typeface="Lexend SemiBold" pitchFamily="34" charset="0"/>
                <a:ea typeface="Lexend SemiBold" pitchFamily="34" charset="-122"/>
                <a:cs typeface="Lexend SemiBold" pitchFamily="34" charset="-120"/>
              </a:rPr>
              <a:t> trình</a:t>
            </a:r>
            <a:r>
              <a:rPr lang="en-US" sz="2175" dirty="0" spc="3" kern="0">
                <a:solidFill>
                  <a:srgbClr val="123E52"/>
                </a:solidFill>
                <a:latin typeface="Lexend SemiBold" pitchFamily="34" charset="0"/>
                <a:ea typeface="Lexend SemiBold" pitchFamily="34" charset="-122"/>
                <a:cs typeface="Lexend SemiBold" pitchFamily="34" charset="-120"/>
              </a:rPr>
              <a:t> gợi</a:t>
            </a:r>
            <a:r>
              <a:rPr lang="en-US" sz="2175" dirty="0" spc="0" kern="0">
                <a:solidFill>
                  <a:srgbClr val="123E52"/>
                </a:solidFill>
                <a:latin typeface="Lexend SemiBold" pitchFamily="34" charset="0"/>
                <a:ea typeface="Lexend SemiBold" pitchFamily="34" charset="-122"/>
                <a:cs typeface="Lexend SemiBold" pitchFamily="34" charset="-120"/>
              </a:rPr>
              <a:t> ý</a:t>
            </a:r>
            <a:r>
              <a:rPr lang="en-US" sz="2175" dirty="0" spc="1" kern="0">
                <a:solidFill>
                  <a:srgbClr val="123E52"/>
                </a:solidFill>
                <a:latin typeface="Lexend SemiBold" pitchFamily="34" charset="0"/>
                <a:ea typeface="Lexend SemiBold" pitchFamily="34" charset="-122"/>
                <a:cs typeface="Lexend SemiBold" pitchFamily="34" charset="-120"/>
              </a:rPr>
              <a:t> theo</a:t>
            </a:r>
            <a:r>
              <a:rPr lang="en-US" sz="2175" dirty="0" spc="3" kern="0">
                <a:solidFill>
                  <a:srgbClr val="123E52"/>
                </a:solidFill>
                <a:latin typeface="Lexend SemiBold" pitchFamily="34" charset="0"/>
                <a:ea typeface="Lexend SemiBold" pitchFamily="34" charset="-122"/>
                <a:cs typeface="Lexend SemiBold" pitchFamily="34" charset="-120"/>
              </a:rPr>
              <a:t> nền</a:t>
            </a:r>
            <a:r>
              <a:rPr lang="en-US" sz="2175" dirty="0" spc="0" kern="0">
                <a:solidFill>
                  <a:srgbClr val="123E52"/>
                </a:solidFill>
                <a:latin typeface="Lexend SemiBold" pitchFamily="34" charset="0"/>
                <a:ea typeface="Lexend SemiBold" pitchFamily="34" charset="-122"/>
                <a:cs typeface="Lexend SemiBold" pitchFamily="34" charset="-120"/>
              </a:rPr>
              <a:t> tảng</a:t>
            </a:r>
            <a:endParaRPr lang="en-US" sz="2175" dirty="0"/>
          </a:p>
        </p:txBody>
      </p:sp>
      <p:sp>
        <p:nvSpPr>
          <p:cNvPr id="5" name="Connector line-1792810846374-498591111"/>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3" kern="0">
                <a:solidFill>
                  <a:srgbClr val="123E52"/>
                </a:solidFill>
                <a:latin typeface="Noto Sans" pitchFamily="34" charset="0"/>
                <a:ea typeface="Noto Sans" pitchFamily="34" charset="-122"/>
                <a:cs typeface="Noto Sans" pitchFamily="34" charset="-120"/>
              </a:rPr>
              <a:t>Các</a:t>
            </a:r>
            <a:r>
              <a:rPr lang="en-US" sz="1313" dirty="0" spc="0" kern="0">
                <a:solidFill>
                  <a:srgbClr val="123E52"/>
                </a:solidFill>
                <a:latin typeface="Noto Sans" pitchFamily="34" charset="0"/>
                <a:ea typeface="Noto Sans" pitchFamily="34" charset="-122"/>
                <a:cs typeface="Noto Sans" pitchFamily="34" charset="-120"/>
              </a:rPr>
              <a:t> lộ</a:t>
            </a:r>
            <a:r>
              <a:rPr lang="en-US" sz="1313" dirty="0" spc="1" kern="0">
                <a:solidFill>
                  <a:srgbClr val="123E52"/>
                </a:solidFill>
                <a:latin typeface="Noto Sans" pitchFamily="34" charset="0"/>
                <a:ea typeface="Noto Sans" pitchFamily="34" charset="-122"/>
                <a:cs typeface="Noto Sans" pitchFamily="34" charset="-120"/>
              </a:rPr>
              <a:t> trình</a:t>
            </a:r>
            <a:r>
              <a:rPr lang="en-US" sz="1313" dirty="0" spc="-1" kern="0">
                <a:solidFill>
                  <a:srgbClr val="123E52"/>
                </a:solidFill>
                <a:latin typeface="Noto Sans" pitchFamily="34" charset="0"/>
                <a:ea typeface="Noto Sans" pitchFamily="34" charset="-122"/>
                <a:cs typeface="Noto Sans" pitchFamily="34" charset="-120"/>
              </a:rPr>
              <a:t> dưới đây</a:t>
            </a:r>
            <a:r>
              <a:rPr lang="en-US" sz="1313" dirty="0" spc="-3" kern="0">
                <a:solidFill>
                  <a:srgbClr val="123E52"/>
                </a:solidFill>
                <a:latin typeface="Noto Sans" pitchFamily="34" charset="0"/>
                <a:ea typeface="Noto Sans" pitchFamily="34" charset="-122"/>
                <a:cs typeface="Noto Sans" pitchFamily="34" charset="-120"/>
              </a:rPr>
              <a:t> do</a:t>
            </a:r>
            <a:r>
              <a:rPr lang="en-US" sz="1313" dirty="0" spc="-1" kern="0">
                <a:solidFill>
                  <a:srgbClr val="123E52"/>
                </a:solidFill>
                <a:latin typeface="Noto Sans" pitchFamily="34" charset="0"/>
                <a:ea typeface="Noto Sans" pitchFamily="34" charset="-122"/>
                <a:cs typeface="Noto Sans" pitchFamily="34" charset="-120"/>
              </a:rPr>
              <a:t> người</a:t>
            </a:r>
            <a:r>
              <a:rPr lang="en-US" sz="1313" dirty="0" spc="2" kern="0">
                <a:solidFill>
                  <a:srgbClr val="123E52"/>
                </a:solidFill>
                <a:latin typeface="Noto Sans" pitchFamily="34" charset="0"/>
                <a:ea typeface="Noto Sans" pitchFamily="34" charset="-122"/>
                <a:cs typeface="Noto Sans" pitchFamily="34" charset="-120"/>
              </a:rPr>
              <a:t> viết đề</a:t>
            </a:r>
            <a:r>
              <a:rPr lang="en-US" sz="1313" dirty="0" spc="-1" kern="0">
                <a:solidFill>
                  <a:srgbClr val="123E52"/>
                </a:solidFill>
                <a:latin typeface="Noto Sans" pitchFamily="34" charset="0"/>
                <a:ea typeface="Noto Sans" pitchFamily="34" charset="-122"/>
                <a:cs typeface="Noto Sans" pitchFamily="34" charset="-120"/>
              </a:rPr>
              <a:t> xuất</a:t>
            </a:r>
            <a:r>
              <a:rPr lang="en-US" sz="1313" dirty="0" spc="2" kern="0">
                <a:solidFill>
                  <a:srgbClr val="123E52"/>
                </a:solidFill>
                <a:latin typeface="Noto Sans" pitchFamily="34" charset="0"/>
                <a:ea typeface="Noto Sans" pitchFamily="34" charset="-122"/>
                <a:cs typeface="Noto Sans" pitchFamily="34" charset="-120"/>
              </a:rPr>
              <a:t> để</a:t>
            </a:r>
            <a:r>
              <a:rPr lang="en-US" sz="1313" dirty="0" spc="0" kern="0">
                <a:solidFill>
                  <a:srgbClr val="123E52"/>
                </a:solidFill>
                <a:latin typeface="Noto Sans" pitchFamily="34" charset="0"/>
                <a:ea typeface="Noto Sans" pitchFamily="34" charset="-122"/>
                <a:cs typeface="Noto Sans" pitchFamily="34" charset="-120"/>
              </a:rPr>
              <a:t> giảm</a:t>
            </a:r>
            <a:r>
              <a:rPr lang="en-US" sz="1313" dirty="0" spc="4" kern="0">
                <a:solidFill>
                  <a:srgbClr val="123E52"/>
                </a:solidFill>
                <a:latin typeface="Noto Sans" pitchFamily="34" charset="0"/>
                <a:ea typeface="Noto Sans" pitchFamily="34" charset="-122"/>
                <a:cs typeface="Noto Sans" pitchFamily="34" charset="-120"/>
              </a:rPr>
              <a:t> việc</a:t>
            </a:r>
            <a:r>
              <a:rPr lang="en-US" sz="1313" dirty="0" spc="-1" kern="0">
                <a:solidFill>
                  <a:srgbClr val="123E52"/>
                </a:solidFill>
                <a:latin typeface="Noto Sans" pitchFamily="34" charset="0"/>
                <a:ea typeface="Noto Sans" pitchFamily="34" charset="-122"/>
                <a:cs typeface="Noto Sans" pitchFamily="34" charset="-120"/>
              </a:rPr>
              <a:t> phải</a:t>
            </a:r>
            <a:r>
              <a:rPr lang="en-US" sz="1313" dirty="0" spc="1" kern="0">
                <a:solidFill>
                  <a:srgbClr val="123E52"/>
                </a:solidFill>
                <a:latin typeface="Noto Sans" pitchFamily="34" charset="0"/>
                <a:ea typeface="Noto Sans" pitchFamily="34" charset="-122"/>
                <a:cs typeface="Noto Sans" pitchFamily="34" charset="-120"/>
              </a:rPr>
              <a:t> học nhiều</a:t>
            </a:r>
            <a:r>
              <a:rPr lang="en-US" sz="1313" dirty="0" spc="0" kern="0">
                <a:solidFill>
                  <a:srgbClr val="123E52"/>
                </a:solidFill>
                <a:latin typeface="Noto Sans" pitchFamily="34" charset="0"/>
                <a:ea typeface="Noto Sans" pitchFamily="34" charset="-122"/>
                <a:cs typeface="Noto Sans" pitchFamily="34" charset="-120"/>
              </a:rPr>
              <a:t> thứ</a:t>
            </a:r>
            <a:r>
              <a:rPr lang="en-US" sz="1313" dirty="0" spc="1" kern="0">
                <a:solidFill>
                  <a:srgbClr val="123E52"/>
                </a:solidFill>
                <a:latin typeface="Noto Sans" pitchFamily="34" charset="0"/>
                <a:ea typeface="Noto Sans" pitchFamily="34" charset="-122"/>
                <a:cs typeface="Noto Sans" pitchFamily="34" charset="-120"/>
              </a:rPr>
              <a:t> mới</a:t>
            </a:r>
            <a:r>
              <a:rPr lang="en-US" sz="1313" dirty="0" spc="0" kern="0">
                <a:solidFill>
                  <a:srgbClr val="123E52"/>
                </a:solidFill>
                <a:latin typeface="Noto Sans" pitchFamily="34" charset="0"/>
                <a:ea typeface="Noto Sans" pitchFamily="34" charset="-122"/>
                <a:cs typeface="Noto Sans" pitchFamily="34" charset="-120"/>
              </a:rPr>
              <a:t> cùng</a:t>
            </a:r>
            <a:r>
              <a:rPr lang="en-US" sz="1313" dirty="0" spc="2" kern="0">
                <a:solidFill>
                  <a:srgbClr val="123E52"/>
                </a:solidFill>
                <a:latin typeface="Noto Sans" pitchFamily="34" charset="0"/>
                <a:ea typeface="Noto Sans" pitchFamily="34" charset="-122"/>
                <a:cs typeface="Noto Sans" pitchFamily="34" charset="-120"/>
              </a:rPr>
              <a:t> lúc.</a:t>
            </a:r>
            <a:r>
              <a:rPr lang="en-US" sz="1313" dirty="0" spc="0" kern="0">
                <a:solidFill>
                  <a:srgbClr val="123E52"/>
                </a:solidFill>
                <a:latin typeface="Noto Sans" pitchFamily="34" charset="0"/>
                <a:ea typeface="Noto Sans" pitchFamily="34" charset="-122"/>
                <a:cs typeface="Noto Sans" pitchFamily="34" charset="-120"/>
              </a:rPr>
              <a:t> Chúng</a:t>
            </a:r>
            <a:r>
              <a:rPr lang="en-US" sz="1313" dirty="0" spc="-1" kern="0">
                <a:solidFill>
                  <a:srgbClr val="123E52"/>
                </a:solidFill>
                <a:latin typeface="Noto Sans" pitchFamily="34" charset="0"/>
                <a:ea typeface="Noto Sans" pitchFamily="34" charset="-122"/>
                <a:cs typeface="Noto Sans" pitchFamily="34" charset="-120"/>
              </a:rPr>
              <a:t> không</a:t>
            </a:r>
            <a:r>
              <a:rPr lang="en-US" sz="1313" dirty="0" spc="0" kern="0">
                <a:solidFill>
                  <a:srgbClr val="123E52"/>
                </a:solidFill>
                <a:latin typeface="Noto Sans" pitchFamily="34" charset="0"/>
                <a:ea typeface="Noto Sans" pitchFamily="34" charset="-122"/>
                <a:cs typeface="Noto Sans" pitchFamily="34" charset="-120"/>
              </a:rPr>
              <a:t> phải</a:t>
            </a:r>
            <a:r>
              <a:rPr lang="en-US" sz="1313" dirty="0" spc="-1" kern="0">
                <a:solidFill>
                  <a:srgbClr val="123E52"/>
                </a:solidFill>
                <a:latin typeface="Noto Sans" pitchFamily="34" charset="0"/>
                <a:ea typeface="Noto Sans" pitchFamily="34" charset="-122"/>
                <a:cs typeface="Noto Sans" pitchFamily="34" charset="-120"/>
              </a:rPr>
              <a:t> thứ</a:t>
            </a:r>
            <a:r>
              <a:rPr lang="en-US" sz="1313" dirty="0" spc="1" kern="0">
                <a:solidFill>
                  <a:srgbClr val="123E52"/>
                </a:solidFill>
                <a:latin typeface="Noto Sans" pitchFamily="34" charset="0"/>
                <a:ea typeface="Noto Sans" pitchFamily="34" charset="-122"/>
                <a:cs typeface="Noto Sans" pitchFamily="34" charset="-120"/>
              </a:rPr>
              <a:t> tự</a:t>
            </a:r>
            <a:r>
              <a:rPr lang="en-US" sz="1313" dirty="0" spc="-1" kern="0">
                <a:solidFill>
                  <a:srgbClr val="123E52"/>
                </a:solidFill>
                <a:latin typeface="Noto Sans" pitchFamily="34" charset="0"/>
                <a:ea typeface="Noto Sans" pitchFamily="34" charset="-122"/>
                <a:cs typeface="Noto Sans" pitchFamily="34" charset="-120"/>
              </a:rPr>
              <a:t> bắt</a:t>
            </a:r>
            <a:r>
              <a:rPr lang="en-US" sz="1313" dirty="0" spc="0" kern="0">
                <a:solidFill>
                  <a:srgbClr val="123E52"/>
                </a:solidFill>
                <a:latin typeface="Noto Sans" pitchFamily="34" charset="0"/>
                <a:ea typeface="Noto Sans" pitchFamily="34" charset="-122"/>
                <a:cs typeface="Noto Sans" pitchFamily="34" charset="-120"/>
              </a:rPr>
              <a:t> buộc hoặc</a:t>
            </a:r>
            <a:r>
              <a:rPr lang="en-US" sz="1313" dirty="0" spc="-8" kern="0">
                <a:solidFill>
                  <a:srgbClr val="123E52"/>
                </a:solidFill>
                <a:latin typeface="Noto Sans" pitchFamily="34" charset="0"/>
                <a:ea typeface="Noto Sans" pitchFamily="34" charset="-122"/>
                <a:cs typeface="Noto Sans" pitchFamily="34" charset="-120"/>
              </a:rPr>
              <a:t> xếp</a:t>
            </a:r>
            <a:r>
              <a:rPr lang="en-US" sz="1313" dirty="0" spc="-1" kern="0">
                <a:solidFill>
                  <a:srgbClr val="123E52"/>
                </a:solidFill>
                <a:latin typeface="Noto Sans" pitchFamily="34" charset="0"/>
                <a:ea typeface="Noto Sans" pitchFamily="34" charset="-122"/>
                <a:cs typeface="Noto Sans" pitchFamily="34" charset="-120"/>
              </a:rPr>
              <a:t> hạng độ</a:t>
            </a:r>
            <a:r>
              <a:rPr lang="en-US" sz="1313" dirty="0" spc="0" kern="0">
                <a:solidFill>
                  <a:srgbClr val="123E52"/>
                </a:solidFill>
                <a:latin typeface="Noto Sans" pitchFamily="34" charset="0"/>
                <a:ea typeface="Noto Sans" pitchFamily="34" charset="-122"/>
                <a:cs typeface="Noto Sans" pitchFamily="34" charset="-120"/>
              </a:rPr>
              <a:t> khó</a:t>
            </a:r>
            <a:r>
              <a:rPr lang="en-US" sz="1313" dirty="0" spc="-2" kern="0">
                <a:solidFill>
                  <a:srgbClr val="123E52"/>
                </a:solidFill>
                <a:latin typeface="Noto Sans" pitchFamily="34" charset="0"/>
                <a:ea typeface="Noto Sans" pitchFamily="34" charset="-122"/>
                <a:cs typeface="Noto Sans" pitchFamily="34" charset="-120"/>
              </a:rPr>
              <a:t> do</a:t>
            </a:r>
            <a:r>
              <a:rPr lang="en-US" sz="1313" dirty="0" spc="-5" kern="0">
                <a:solidFill>
                  <a:srgbClr val="123E52"/>
                </a:solidFill>
                <a:latin typeface="Noto Sans" pitchFamily="34" charset="0"/>
                <a:ea typeface="Noto Sans" pitchFamily="34" charset="-122"/>
                <a:cs typeface="Noto Sans" pitchFamily="34" charset="-120"/>
              </a:rPr>
              <a:t> repo</a:t>
            </a:r>
            <a:r>
              <a:rPr lang="en-US" sz="1313" dirty="0" spc="-1" kern="0">
                <a:solidFill>
                  <a:srgbClr val="123E52"/>
                </a:solidFill>
                <a:latin typeface="Noto Sans" pitchFamily="34" charset="0"/>
                <a:ea typeface="Noto Sans" pitchFamily="34" charset="-122"/>
                <a:cs typeface="Noto Sans" pitchFamily="34" charset="-120"/>
              </a:rPr>
              <a:t> công bố.</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Bạn</a:t>
            </a:r>
            <a:r>
              <a:rPr lang="en-US" sz="1275" dirty="0" spc="4" kern="0">
                <a:solidFill>
                  <a:srgbClr val="123E52"/>
                </a:solidFill>
                <a:latin typeface="Lexend SemiBold" pitchFamily="34" charset="0"/>
                <a:ea typeface="Lexend SemiBold" pitchFamily="34" charset="-122"/>
                <a:cs typeface="Lexend SemiBold" pitchFamily="34" charset="-120"/>
              </a:rPr>
              <a:t> đã</a:t>
            </a:r>
            <a:r>
              <a:rPr lang="en-US" sz="1275" dirty="0" spc="2" kern="0">
                <a:solidFill>
                  <a:srgbClr val="123E52"/>
                </a:solidFill>
                <a:latin typeface="Lexend SemiBold" pitchFamily="34" charset="0"/>
                <a:ea typeface="Lexend SemiBold" pitchFamily="34" charset="-122"/>
                <a:cs typeface="Lexend SemiBold" pitchFamily="34" charset="-120"/>
              </a:rPr>
              <a:t> quen</a:t>
            </a:r>
            <a:r>
              <a:rPr lang="en-US" sz="1275" dirty="0" spc="3" kern="0">
                <a:solidFill>
                  <a:srgbClr val="123E52"/>
                </a:solidFill>
                <a:latin typeface="Lexend SemiBold" pitchFamily="34" charset="0"/>
                <a:ea typeface="Lexend SemiBold" pitchFamily="34" charset="-122"/>
                <a:cs typeface="Lexend SemiBold" pitchFamily="34" charset="-120"/>
              </a:rPr>
              <a:t> Python</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Xem</a:t>
            </a:r>
            <a:r>
              <a:rPr lang="en-US" sz="1095" dirty="0" spc="0" kern="0">
                <a:solidFill>
                  <a:srgbClr val="123E52"/>
                </a:solidFill>
                <a:latin typeface="Noto Sans" pitchFamily="34" charset="0"/>
                <a:ea typeface="Noto Sans" pitchFamily="34" charset="-122"/>
                <a:cs typeface="Noto Sans" pitchFamily="34" charset="-120"/>
              </a:rPr>
              <a:t> các</a:t>
            </a:r>
            <a:r>
              <a:rPr lang="en-US" sz="1095" dirty="0" spc="-2" kern="0">
                <a:solidFill>
                  <a:srgbClr val="123E52"/>
                </a:solidFill>
                <a:latin typeface="Noto Sans" pitchFamily="34" charset="0"/>
                <a:ea typeface="Noto Sans" pitchFamily="34" charset="-122"/>
                <a:cs typeface="Noto Sans" pitchFamily="34" charset="-120"/>
              </a:rPr>
              <a:t> lựa</a:t>
            </a:r>
            <a:r>
              <a:rPr lang="en-US" sz="1095" dirty="0" spc="1" kern="0">
                <a:solidFill>
                  <a:srgbClr val="123E52"/>
                </a:solidFill>
                <a:latin typeface="Noto Sans" pitchFamily="34" charset="0"/>
                <a:ea typeface="Noto Sans" pitchFamily="34" charset="-122"/>
                <a:cs typeface="Noto Sans" pitchFamily="34" charset="-120"/>
              </a:rPr>
              <a:t> chọn</a:t>
            </a:r>
            <a:r>
              <a:rPr lang="en-US" sz="1095" dirty="0" spc="-1" kern="0">
                <a:solidFill>
                  <a:srgbClr val="123E52"/>
                </a:solidFill>
                <a:latin typeface="Noto Sans" pitchFamily="34" charset="0"/>
                <a:ea typeface="Noto Sans" pitchFamily="34" charset="-122"/>
                <a:cs typeface="Noto Sans" pitchFamily="34" charset="-120"/>
              </a:rPr>
              <a:t> Python</a:t>
            </a:r>
            <a:r>
              <a:rPr lang="en-US" sz="1095" dirty="0" spc="-3" kern="0">
                <a:solidFill>
                  <a:srgbClr val="123E52"/>
                </a:solidFill>
                <a:latin typeface="Noto Sans" pitchFamily="34" charset="0"/>
                <a:ea typeface="Noto Sans" pitchFamily="34" charset="-122"/>
                <a:cs typeface="Noto Sans" pitchFamily="34" charset="-120"/>
              </a:rPr>
              <a:t> ở</a:t>
            </a:r>
            <a:r>
              <a:rPr lang="en-US" sz="1095" dirty="0" spc="-4" kern="0">
                <a:solidFill>
                  <a:srgbClr val="123E52"/>
                </a:solidFill>
                <a:latin typeface="Noto Sans" pitchFamily="34" charset="0"/>
                <a:ea typeface="Noto Sans" pitchFamily="34" charset="-122"/>
                <a:cs typeface="Noto Sans" pitchFamily="34" charset="-120"/>
              </a:rPr>
              <a:t> Web</a:t>
            </a:r>
            <a:r>
              <a:rPr lang="en-US" sz="1095" dirty="0" spc="-20" kern="0">
                <a:solidFill>
                  <a:srgbClr val="123E52"/>
                </a:solidFill>
                <a:latin typeface="Noto Sans" pitchFamily="34" charset="0"/>
                <a:ea typeface="Noto Sans" pitchFamily="34" charset="-122"/>
                <a:cs typeface="Noto Sans" pitchFamily="34" charset="-120"/>
              </a:rPr>
              <a:t> Server,</a:t>
            </a:r>
            <a:r>
              <a:rPr lang="en-US" sz="1095" dirty="0" spc="-4" kern="0">
                <a:solidFill>
                  <a:srgbClr val="123E52"/>
                </a:solidFill>
                <a:latin typeface="Noto Sans" pitchFamily="34" charset="0"/>
                <a:ea typeface="Noto Sans" pitchFamily="34" charset="-122"/>
                <a:cs typeface="Noto Sans" pitchFamily="34" charset="-120"/>
              </a:rPr>
              <a:t> Git</a:t>
            </a:r>
            <a:r>
              <a:rPr lang="en-US" sz="1095" dirty="0" spc="0" kern="0">
                <a:solidFill>
                  <a:srgbClr val="123E52"/>
                </a:solidFill>
                <a:latin typeface="Noto Sans" pitchFamily="34" charset="0"/>
                <a:ea typeface="Noto Sans" pitchFamily="34" charset="-122"/>
                <a:cs typeface="Noto Sans" pitchFamily="34" charset="-120"/>
              </a:rPr>
              <a:t> hoặc</a:t>
            </a:r>
            <a:r>
              <a:rPr lang="en-US" sz="1095" dirty="0" spc="1" kern="0">
                <a:solidFill>
                  <a:srgbClr val="123E52"/>
                </a:solidFill>
                <a:latin typeface="Noto Sans" pitchFamily="34" charset="0"/>
                <a:ea typeface="Noto Sans" pitchFamily="34" charset="-122"/>
                <a:cs typeface="Noto Sans" pitchFamily="34" charset="-120"/>
              </a:rPr>
              <a:t> Database.</a:t>
            </a:r>
            <a:r>
              <a:rPr lang="en-US" sz="1095" dirty="0" spc="0" kern="0">
                <a:solidFill>
                  <a:srgbClr val="123E52"/>
                </a:solidFill>
                <a:latin typeface="Noto Sans" pitchFamily="34" charset="0"/>
                <a:ea typeface="Noto Sans" pitchFamily="34" charset="-122"/>
                <a:cs typeface="Noto Sans" pitchFamily="34" charset="-120"/>
              </a:rPr>
              <a:t> Chọn</a:t>
            </a:r>
            <a:r>
              <a:rPr lang="en-US" sz="1095" dirty="0" spc="-2" kern="0">
                <a:solidFill>
                  <a:srgbClr val="123E52"/>
                </a:solidFill>
                <a:latin typeface="Noto Sans" pitchFamily="34" charset="0"/>
                <a:ea typeface="Noto Sans" pitchFamily="34" charset="-122"/>
                <a:cs typeface="Noto Sans" pitchFamily="34" charset="-120"/>
              </a:rPr>
              <a:t> một tutorial</a:t>
            </a:r>
            <a:r>
              <a:rPr lang="en-US" sz="1095" dirty="0" spc="0" kern="0">
                <a:solidFill>
                  <a:srgbClr val="123E52"/>
                </a:solidFill>
                <a:latin typeface="Noto Sans" pitchFamily="34" charset="0"/>
                <a:ea typeface="Noto Sans" pitchFamily="34" charset="-122"/>
                <a:cs typeface="Noto Sans" pitchFamily="34" charset="-120"/>
              </a:rPr>
              <a:t> có yêu cầu</a:t>
            </a:r>
            <a:r>
              <a:rPr lang="en-US" sz="1095" dirty="0" spc="-1" kern="0">
                <a:solidFill>
                  <a:srgbClr val="123E52"/>
                </a:solidFill>
                <a:latin typeface="Noto Sans" pitchFamily="34" charset="0"/>
                <a:ea typeface="Noto Sans" pitchFamily="34" charset="-122"/>
                <a:cs typeface="Noto Sans" pitchFamily="34" charset="-120"/>
              </a:rPr>
              <a:t> khớp</a:t>
            </a:r>
            <a:r>
              <a:rPr lang="en-US" sz="1095" dirty="0" spc="-4" kern="0">
                <a:solidFill>
                  <a:srgbClr val="123E52"/>
                </a:solidFill>
                <a:latin typeface="Noto Sans" pitchFamily="34" charset="0"/>
                <a:ea typeface="Noto Sans" pitchFamily="34" charset="-122"/>
                <a:cs typeface="Noto Sans" pitchFamily="34" charset="-120"/>
              </a:rPr>
              <a:t> với</a:t>
            </a:r>
            <a:r>
              <a:rPr lang="en-US" sz="1095" dirty="0" spc="0" kern="0">
                <a:solidFill>
                  <a:srgbClr val="123E52"/>
                </a:solidFill>
                <a:latin typeface="Noto Sans" pitchFamily="34" charset="0"/>
                <a:ea typeface="Noto Sans" pitchFamily="34" charset="-122"/>
                <a:cs typeface="Noto Sans" pitchFamily="34" charset="-120"/>
              </a:rPr>
              <a:t> điều bạn đã</a:t>
            </a:r>
            <a:r>
              <a:rPr lang="en-US" sz="1095" dirty="0" spc="-1" kern="0">
                <a:solidFill>
                  <a:srgbClr val="123E52"/>
                </a:solidFill>
                <a:latin typeface="Noto Sans" pitchFamily="34" charset="0"/>
                <a:ea typeface="Noto Sans" pitchFamily="34" charset="-122"/>
                <a:cs typeface="Noto Sans" pitchFamily="34" charset="-120"/>
              </a:rPr>
              <a:t> biết,</a:t>
            </a:r>
            <a:r>
              <a:rPr lang="en-US" sz="1095" dirty="0" spc="-6" kern="0">
                <a:solidFill>
                  <a:srgbClr val="123E52"/>
                </a:solidFill>
                <a:latin typeface="Noto Sans" pitchFamily="34" charset="0"/>
                <a:ea typeface="Noto Sans" pitchFamily="34" charset="-122"/>
                <a:cs typeface="Noto Sans" pitchFamily="34" charset="-120"/>
              </a:rPr>
              <a:t> rồi</a:t>
            </a:r>
            <a:r>
              <a:rPr lang="en-US" sz="1095" dirty="0" spc="0" kern="0">
                <a:solidFill>
                  <a:srgbClr val="123E52"/>
                </a:solidFill>
                <a:latin typeface="Noto Sans" pitchFamily="34" charset="0"/>
                <a:ea typeface="Noto Sans" pitchFamily="34" charset="-122"/>
                <a:cs typeface="Noto Sans" pitchFamily="34" charset="-120"/>
              </a:rPr>
              <a:t> hoàn thành</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mốc</a:t>
            </a:r>
            <a:r>
              <a:rPr lang="en-US" sz="1095" dirty="0" spc="1" kern="0">
                <a:solidFill>
                  <a:srgbClr val="123E52"/>
                </a:solidFill>
                <a:latin typeface="Noto Sans" pitchFamily="34" charset="0"/>
                <a:ea typeface="Noto Sans" pitchFamily="34" charset="-122"/>
                <a:cs typeface="Noto Sans" pitchFamily="34" charset="-120"/>
              </a:rPr>
              <a:t> nhỏ.</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Bạn</a:t>
            </a:r>
            <a:r>
              <a:rPr lang="en-US" sz="1275" dirty="0" spc="4" kern="0">
                <a:solidFill>
                  <a:srgbClr val="123E52"/>
                </a:solidFill>
                <a:latin typeface="Lexend SemiBold" pitchFamily="34" charset="0"/>
                <a:ea typeface="Lexend SemiBold" pitchFamily="34" charset="-122"/>
                <a:cs typeface="Lexend SemiBold" pitchFamily="34" charset="-120"/>
              </a:rPr>
              <a:t> đã</a:t>
            </a:r>
            <a:r>
              <a:rPr lang="en-US" sz="1275" dirty="0" spc="2" kern="0">
                <a:solidFill>
                  <a:srgbClr val="123E52"/>
                </a:solidFill>
                <a:latin typeface="Lexend SemiBold" pitchFamily="34" charset="0"/>
                <a:ea typeface="Lexend SemiBold" pitchFamily="34" charset="-122"/>
                <a:cs typeface="Lexend SemiBold" pitchFamily="34" charset="-120"/>
              </a:rPr>
              <a:t> quen</a:t>
            </a:r>
            <a:r>
              <a:rPr lang="en-US" sz="1275" dirty="0" spc="-7" kern="0">
                <a:solidFill>
                  <a:srgbClr val="123E52"/>
                </a:solidFill>
                <a:latin typeface="Lexend SemiBold" pitchFamily="34" charset="0"/>
                <a:ea typeface="Lexend SemiBold" pitchFamily="34" charset="-122"/>
                <a:cs typeface="Lexend SemiBold" pitchFamily="34" charset="-120"/>
              </a:rPr>
              <a:t> JavaScript</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Khám</a:t>
            </a:r>
            <a:r>
              <a:rPr lang="en-US" sz="1095" dirty="0" spc="0" kern="0">
                <a:solidFill>
                  <a:srgbClr val="123E52"/>
                </a:solidFill>
                <a:latin typeface="Noto Sans" pitchFamily="34" charset="0"/>
                <a:ea typeface="Noto Sans" pitchFamily="34" charset="-122"/>
                <a:cs typeface="Noto Sans" pitchFamily="34" charset="-120"/>
              </a:rPr>
              <a:t> phá</a:t>
            </a:r>
            <a:r>
              <a:rPr lang="en-US" sz="1095" dirty="0" spc="-9" kern="0">
                <a:solidFill>
                  <a:srgbClr val="123E52"/>
                </a:solidFill>
                <a:latin typeface="Noto Sans" pitchFamily="34" charset="0"/>
                <a:ea typeface="Noto Sans" pitchFamily="34" charset="-122"/>
                <a:cs typeface="Noto Sans" pitchFamily="34" charset="-120"/>
              </a:rPr>
              <a:t> Template</a:t>
            </a:r>
            <a:r>
              <a:rPr lang="en-US" sz="1095" dirty="0" spc="0" kern="0">
                <a:solidFill>
                  <a:srgbClr val="123E52"/>
                </a:solidFill>
                <a:latin typeface="Noto Sans" pitchFamily="34" charset="0"/>
                <a:ea typeface="Noto Sans" pitchFamily="34" charset="-122"/>
                <a:cs typeface="Noto Sans" pitchFamily="34" charset="-120"/>
              </a:rPr>
              <a:t> Engine,</a:t>
            </a:r>
            <a:r>
              <a:rPr lang="en-US" sz="1095" dirty="0" spc="-1" kern="0">
                <a:solidFill>
                  <a:srgbClr val="123E52"/>
                </a:solidFill>
                <a:latin typeface="Noto Sans" pitchFamily="34" charset="0"/>
                <a:ea typeface="Noto Sans" pitchFamily="34" charset="-122"/>
                <a:cs typeface="Noto Sans" pitchFamily="34" charset="-120"/>
              </a:rPr>
              <a:t> Front-end</a:t>
            </a:r>
            <a:r>
              <a:rPr lang="en-US" sz="1095" dirty="0" spc="-4" kern="0">
                <a:solidFill>
                  <a:srgbClr val="123E52"/>
                </a:solidFill>
                <a:latin typeface="Noto Sans" pitchFamily="34" charset="0"/>
                <a:ea typeface="Noto Sans" pitchFamily="34" charset="-122"/>
                <a:cs typeface="Noto Sans" pitchFamily="34" charset="-120"/>
              </a:rPr>
              <a:t> Framework</a:t>
            </a:r>
            <a:r>
              <a:rPr lang="en-US" sz="1095" dirty="0" spc="-3" kern="0">
                <a:solidFill>
                  <a:srgbClr val="123E52"/>
                </a:solidFill>
                <a:latin typeface="Noto Sans" pitchFamily="34" charset="0"/>
                <a:ea typeface="Noto Sans" pitchFamily="34" charset="-122"/>
                <a:cs typeface="Noto Sans" pitchFamily="34" charset="-120"/>
              </a:rPr>
              <a:t> /</a:t>
            </a:r>
            <a:r>
              <a:rPr lang="en-US" sz="1095" dirty="0" spc="-4" kern="0">
                <a:solidFill>
                  <a:srgbClr val="123E52"/>
                </a:solidFill>
                <a:latin typeface="Noto Sans" pitchFamily="34" charset="0"/>
                <a:ea typeface="Noto Sans" pitchFamily="34" charset="-122"/>
                <a:cs typeface="Noto Sans" pitchFamily="34" charset="-120"/>
              </a:rPr>
              <a:t> Library</a:t>
            </a:r>
            <a:r>
              <a:rPr lang="en-US" sz="1095" dirty="0" spc="1" kern="0">
                <a:solidFill>
                  <a:srgbClr val="123E52"/>
                </a:solidFill>
                <a:latin typeface="Noto Sans" pitchFamily="34" charset="0"/>
                <a:ea typeface="Noto Sans" pitchFamily="34" charset="-122"/>
                <a:cs typeface="Noto Sans" pitchFamily="34" charset="-120"/>
              </a:rPr>
              <a:t> hoặc</a:t>
            </a:r>
            <a:r>
              <a:rPr lang="en-US" sz="1095" dirty="0" spc="-3"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compiler</a:t>
            </a:r>
            <a:r>
              <a:rPr lang="en-US" sz="1095" dirty="0" spc="1" kern="0">
                <a:solidFill>
                  <a:srgbClr val="123E52"/>
                </a:solidFill>
                <a:latin typeface="Noto Sans" pitchFamily="34" charset="0"/>
                <a:ea typeface="Noto Sans" pitchFamily="34" charset="-122"/>
                <a:cs typeface="Noto Sans" pitchFamily="34" charset="-120"/>
              </a:rPr>
              <a:t> nhỏ</a:t>
            </a:r>
            <a:r>
              <a:rPr lang="en-US" sz="1095" dirty="0" spc="-1" kern="0">
                <a:solidFill>
                  <a:srgbClr val="123E52"/>
                </a:solidFill>
                <a:latin typeface="Noto Sans" pitchFamily="34" charset="0"/>
                <a:ea typeface="Noto Sans" pitchFamily="34" charset="-122"/>
                <a:cs typeface="Noto Sans" pitchFamily="34" charset="-120"/>
              </a:rPr>
              <a:t> bằng JavaScript.</a:t>
            </a:r>
            <a:r>
              <a:rPr lang="en-US" sz="1095" dirty="0" spc="0" kern="0">
                <a:solidFill>
                  <a:srgbClr val="123E52"/>
                </a:solidFill>
                <a:latin typeface="Noto Sans" pitchFamily="34" charset="0"/>
                <a:ea typeface="Noto Sans" pitchFamily="34" charset="-122"/>
                <a:cs typeface="Noto Sans" pitchFamily="34" charset="-120"/>
              </a:rPr>
              <a:t> Đặt</a:t>
            </a:r>
            <a:r>
              <a:rPr lang="en-US" sz="1095" dirty="0" spc="-1" kern="0">
                <a:solidFill>
                  <a:srgbClr val="123E52"/>
                </a:solidFill>
                <a:latin typeface="Noto Sans" pitchFamily="34" charset="0"/>
                <a:ea typeface="Noto Sans" pitchFamily="34" charset="-122"/>
                <a:cs typeface="Noto Sans" pitchFamily="34" charset="-120"/>
              </a:rPr>
              <a:t> mục tiêu</a:t>
            </a:r>
            <a:r>
              <a:rPr lang="en-US" sz="1095" dirty="0" spc="-2" kern="0">
                <a:solidFill>
                  <a:srgbClr val="123E52"/>
                </a:solidFill>
                <a:latin typeface="Noto Sans" pitchFamily="34" charset="0"/>
                <a:ea typeface="Noto Sans" pitchFamily="34" charset="-122"/>
                <a:cs typeface="Noto Sans" pitchFamily="34" charset="-120"/>
              </a:rPr>
              <a:t> giải thích</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cơ</a:t>
            </a:r>
            <a:r>
              <a:rPr lang="en-US" sz="1095" dirty="0" spc="2" kern="0">
                <a:solidFill>
                  <a:srgbClr val="123E52"/>
                </a:solidFill>
                <a:latin typeface="Noto Sans" pitchFamily="34" charset="0"/>
                <a:ea typeface="Noto Sans" pitchFamily="34" charset="-122"/>
                <a:cs typeface="Noto Sans" pitchFamily="34" charset="-120"/>
              </a:rPr>
              <a:t> chế.</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Bạn</a:t>
            </a:r>
            <a:r>
              <a:rPr lang="en-US" sz="1275" dirty="0" spc="4" kern="0">
                <a:solidFill>
                  <a:srgbClr val="123E52"/>
                </a:solidFill>
                <a:latin typeface="Lexend SemiBold" pitchFamily="34" charset="0"/>
                <a:ea typeface="Lexend SemiBold" pitchFamily="34" charset="-122"/>
                <a:cs typeface="Lexend SemiBold" pitchFamily="34" charset="-120"/>
              </a:rPr>
              <a:t> đã</a:t>
            </a:r>
            <a:r>
              <a:rPr lang="en-US" sz="1275" dirty="0" spc="2" kern="0">
                <a:solidFill>
                  <a:srgbClr val="123E52"/>
                </a:solidFill>
                <a:latin typeface="Lexend SemiBold" pitchFamily="34" charset="0"/>
                <a:ea typeface="Lexend SemiBold" pitchFamily="34" charset="-122"/>
                <a:cs typeface="Lexend SemiBold" pitchFamily="34" charset="-120"/>
              </a:rPr>
              <a:t> học</a:t>
            </a:r>
            <a:r>
              <a:rPr lang="en-US" sz="1275" dirty="0" spc="-7" kern="0">
                <a:solidFill>
                  <a:srgbClr val="123E52"/>
                </a:solidFill>
                <a:latin typeface="Lexend SemiBold" pitchFamily="34" charset="0"/>
                <a:ea typeface="Lexend SemiBold" pitchFamily="34" charset="-122"/>
                <a:cs typeface="Lexend SemiBold" pitchFamily="34" charset="-120"/>
              </a:rPr>
              <a:t> C/C++</a:t>
            </a:r>
            <a:r>
              <a:rPr lang="en-US" sz="1275" dirty="0" spc="2" kern="0">
                <a:solidFill>
                  <a:srgbClr val="123E52"/>
                </a:solidFill>
                <a:latin typeface="Lexend SemiBold" pitchFamily="34" charset="0"/>
                <a:ea typeface="Lexend SemiBold" pitchFamily="34" charset="-122"/>
                <a:cs typeface="Lexend SemiBold" pitchFamily="34" charset="-120"/>
              </a:rPr>
              <a:t> hoặc</a:t>
            </a:r>
            <a:r>
              <a:rPr lang="en-US" sz="1275" dirty="0" spc="3" kern="0">
                <a:solidFill>
                  <a:srgbClr val="123E52"/>
                </a:solidFill>
                <a:latin typeface="Lexend SemiBold" pitchFamily="34" charset="0"/>
                <a:ea typeface="Lexend SemiBold" pitchFamily="34" charset="-122"/>
                <a:cs typeface="Lexend SemiBold" pitchFamily="34" charset="-120"/>
              </a:rPr>
              <a:t> hệ</a:t>
            </a:r>
            <a:r>
              <a:rPr lang="en-US" sz="1275" dirty="0" spc="1" kern="0">
                <a:solidFill>
                  <a:srgbClr val="123E52"/>
                </a:solidFill>
                <a:latin typeface="Lexend SemiBold" pitchFamily="34" charset="0"/>
                <a:ea typeface="Lexend SemiBold" pitchFamily="34" charset="-122"/>
                <a:cs typeface="Lexend SemiBold" pitchFamily="34" charset="-120"/>
              </a:rPr>
              <a:t> thống</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Cân</a:t>
            </a:r>
            <a:r>
              <a:rPr lang="en-US" sz="1095" dirty="0" spc="0" kern="0">
                <a:solidFill>
                  <a:srgbClr val="123E52"/>
                </a:solidFill>
                <a:latin typeface="Noto Sans" pitchFamily="34" charset="0"/>
                <a:ea typeface="Noto Sans" pitchFamily="34" charset="-122"/>
                <a:cs typeface="Noto Sans" pitchFamily="34" charset="-120"/>
              </a:rPr>
              <a:t> nhắc</a:t>
            </a:r>
            <a:r>
              <a:rPr lang="en-US" sz="1095" dirty="0" spc="-20" kern="0">
                <a:solidFill>
                  <a:srgbClr val="123E52"/>
                </a:solidFill>
                <a:latin typeface="Noto Sans" pitchFamily="34" charset="0"/>
                <a:ea typeface="Noto Sans" pitchFamily="34" charset="-122"/>
                <a:cs typeface="Noto Sans" pitchFamily="34" charset="-120"/>
              </a:rPr>
              <a:t> Text</a:t>
            </a:r>
            <a:r>
              <a:rPr lang="en-US" sz="1095" dirty="0" spc="-23" kern="0">
                <a:solidFill>
                  <a:srgbClr val="123E52"/>
                </a:solidFill>
                <a:latin typeface="Noto Sans" pitchFamily="34" charset="0"/>
                <a:ea typeface="Noto Sans" pitchFamily="34" charset="-122"/>
                <a:cs typeface="Noto Sans" pitchFamily="34" charset="-120"/>
              </a:rPr>
              <a:t> Editor,</a:t>
            </a:r>
            <a:r>
              <a:rPr lang="en-US" sz="1095" dirty="0" spc="0" kern="0">
                <a:solidFill>
                  <a:srgbClr val="123E52"/>
                </a:solidFill>
                <a:latin typeface="Noto Sans" pitchFamily="34" charset="0"/>
                <a:ea typeface="Noto Sans" pitchFamily="34" charset="-122"/>
                <a:cs typeface="Noto Sans" pitchFamily="34" charset="-120"/>
              </a:rPr>
              <a:t> Shell,</a:t>
            </a:r>
            <a:r>
              <a:rPr lang="en-US" sz="1095" dirty="0" spc="1" kern="0">
                <a:solidFill>
                  <a:srgbClr val="123E52"/>
                </a:solidFill>
                <a:latin typeface="Noto Sans" pitchFamily="34" charset="0"/>
                <a:ea typeface="Noto Sans" pitchFamily="34" charset="-122"/>
                <a:cs typeface="Noto Sans" pitchFamily="34" charset="-120"/>
              </a:rPr>
              <a:t> Memory</a:t>
            </a:r>
            <a:r>
              <a:rPr lang="en-US" sz="1095" dirty="0" spc="-1" kern="0">
                <a:solidFill>
                  <a:srgbClr val="123E52"/>
                </a:solidFill>
                <a:latin typeface="Noto Sans" pitchFamily="34" charset="0"/>
                <a:ea typeface="Noto Sans" pitchFamily="34" charset="-122"/>
                <a:cs typeface="Noto Sans" pitchFamily="34" charset="-120"/>
              </a:rPr>
              <a:t> Allocator</a:t>
            </a:r>
            <a:r>
              <a:rPr lang="en-US" sz="1095" dirty="0" spc="0" kern="0">
                <a:solidFill>
                  <a:srgbClr val="123E52"/>
                </a:solidFill>
                <a:latin typeface="Noto Sans" pitchFamily="34" charset="0"/>
                <a:ea typeface="Noto Sans" pitchFamily="34" charset="-122"/>
                <a:cs typeface="Noto Sans" pitchFamily="34" charset="-120"/>
              </a:rPr>
              <a:t> hoặc</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0" kern="0">
                <a:solidFill>
                  <a:srgbClr val="123E52"/>
                </a:solidFill>
                <a:latin typeface="Noto Sans" pitchFamily="34" charset="0"/>
                <a:ea typeface="Noto Sans" pitchFamily="34" charset="-122"/>
                <a:cs typeface="Noto Sans" pitchFamily="34" charset="-120"/>
              </a:rPr>
              <a:t> Database</a:t>
            </a:r>
            <a:r>
              <a:rPr lang="en-US" sz="1095" dirty="0" spc="-1" kern="0">
                <a:solidFill>
                  <a:srgbClr val="123E52"/>
                </a:solidFill>
                <a:latin typeface="Noto Sans" pitchFamily="34" charset="0"/>
                <a:ea typeface="Noto Sans" pitchFamily="34" charset="-122"/>
                <a:cs typeface="Noto Sans" pitchFamily="34" charset="-120"/>
              </a:rPr>
              <a:t> bằng</a:t>
            </a:r>
            <a:r>
              <a:rPr lang="en-US" sz="1095" dirty="0" spc="3" kern="0">
                <a:solidFill>
                  <a:srgbClr val="123E52"/>
                </a:solidFill>
                <a:latin typeface="Noto Sans" pitchFamily="34" charset="0"/>
                <a:ea typeface="Noto Sans" pitchFamily="34" charset="-122"/>
                <a:cs typeface="Noto Sans" pitchFamily="34" charset="-120"/>
              </a:rPr>
              <a:t> C.</a:t>
            </a:r>
            <a:r>
              <a:rPr lang="en-US" sz="1095" dirty="0" spc="1" kern="0">
                <a:solidFill>
                  <a:srgbClr val="123E52"/>
                </a:solidFill>
                <a:latin typeface="Noto Sans" pitchFamily="34" charset="0"/>
                <a:ea typeface="Noto Sans" pitchFamily="34" charset="-122"/>
                <a:cs typeface="Noto Sans" pitchFamily="34" charset="-120"/>
              </a:rPr>
              <a:t> Xác</a:t>
            </a:r>
            <a:r>
              <a:rPr lang="en-US" sz="1095" dirty="0" spc="-1" kern="0">
                <a:solidFill>
                  <a:srgbClr val="123E52"/>
                </a:solidFill>
                <a:latin typeface="Noto Sans" pitchFamily="34" charset="0"/>
                <a:ea typeface="Noto Sans" pitchFamily="34" charset="-122"/>
                <a:cs typeface="Noto Sans" pitchFamily="34" charset="-120"/>
              </a:rPr>
              <a:t> minh</a:t>
            </a:r>
            <a:r>
              <a:rPr lang="en-US" sz="1095" dirty="0" spc="0" kern="0">
                <a:solidFill>
                  <a:srgbClr val="123E52"/>
                </a:solidFill>
                <a:latin typeface="Noto Sans" pitchFamily="34" charset="0"/>
                <a:ea typeface="Noto Sans" pitchFamily="34" charset="-122"/>
                <a:cs typeface="Noto Sans" pitchFamily="34" charset="-120"/>
              </a:rPr>
              <a:t> yêu cầu</a:t>
            </a:r>
            <a:r>
              <a:rPr lang="en-US" sz="1095" dirty="0" spc="-2" kern="0">
                <a:solidFill>
                  <a:srgbClr val="123E52"/>
                </a:solidFill>
                <a:latin typeface="Noto Sans" pitchFamily="34" charset="0"/>
                <a:ea typeface="Noto Sans" pitchFamily="34" charset="-122"/>
                <a:cs typeface="Noto Sans" pitchFamily="34" charset="-120"/>
              </a:rPr>
              <a:t> môi</a:t>
            </a:r>
            <a:r>
              <a:rPr lang="en-US" sz="1095" dirty="0" spc="-1" kern="0">
                <a:solidFill>
                  <a:srgbClr val="123E52"/>
                </a:solidFill>
                <a:latin typeface="Noto Sans" pitchFamily="34" charset="0"/>
                <a:ea typeface="Noto Sans" pitchFamily="34" charset="-122"/>
                <a:cs typeface="Noto Sans" pitchFamily="34" charset="-120"/>
              </a:rPr>
              <a:t> trường</a:t>
            </a:r>
            <a:r>
              <a:rPr lang="en-US" sz="1095" dirty="0" spc="1" kern="0">
                <a:solidFill>
                  <a:srgbClr val="123E52"/>
                </a:solidFill>
                <a:latin typeface="Noto Sans" pitchFamily="34" charset="0"/>
                <a:ea typeface="Noto Sans" pitchFamily="34" charset="-122"/>
                <a:cs typeface="Noto Sans" pitchFamily="34" charset="-120"/>
              </a:rPr>
              <a:t> của</a:t>
            </a:r>
            <a:r>
              <a:rPr lang="en-US" sz="1095" dirty="0" spc="-2" kern="0">
                <a:solidFill>
                  <a:srgbClr val="123E52"/>
                </a:solidFill>
                <a:latin typeface="Noto Sans" pitchFamily="34" charset="0"/>
                <a:ea typeface="Noto Sans" pitchFamily="34" charset="-122"/>
                <a:cs typeface="Noto Sans" pitchFamily="34" charset="-120"/>
              </a:rPr>
              <a:t> từng</a:t>
            </a:r>
            <a:r>
              <a:rPr lang="en-US" sz="1095" dirty="0" spc="0" kern="0">
                <a:solidFill>
                  <a:srgbClr val="123E52"/>
                </a:solidFill>
                <a:latin typeface="Noto Sans" pitchFamily="34" charset="0"/>
                <a:ea typeface="Noto Sans" pitchFamily="34" charset="-122"/>
                <a:cs typeface="Noto Sans" pitchFamily="34" charset="-120"/>
              </a:rPr>
              <a:t> nguồn</a:t>
            </a:r>
            <a:r>
              <a:rPr lang="en-US" sz="1095" dirty="0" spc="1" kern="0">
                <a:solidFill>
                  <a:srgbClr val="123E52"/>
                </a:solidFill>
                <a:latin typeface="Noto Sans" pitchFamily="34" charset="0"/>
                <a:ea typeface="Noto Sans" pitchFamily="34" charset="-122"/>
                <a:cs typeface="Noto Sans" pitchFamily="34" charset="-120"/>
              </a:rPr>
              <a:t> trước.</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Bạn</a:t>
            </a:r>
            <a:r>
              <a:rPr lang="en-US" sz="1275" dirty="0" spc="4" kern="0">
                <a:solidFill>
                  <a:srgbClr val="123E52"/>
                </a:solidFill>
                <a:latin typeface="Lexend SemiBold" pitchFamily="34" charset="0"/>
                <a:ea typeface="Lexend SemiBold" pitchFamily="34" charset="-122"/>
                <a:cs typeface="Lexend SemiBold" pitchFamily="34" charset="-120"/>
              </a:rPr>
              <a:t> chưa tự</a:t>
            </a:r>
            <a:r>
              <a:rPr lang="en-US" sz="1275" dirty="0" spc="0" kern="0">
                <a:solidFill>
                  <a:srgbClr val="123E52"/>
                </a:solidFill>
                <a:latin typeface="Lexend SemiBold" pitchFamily="34" charset="0"/>
                <a:ea typeface="Lexend SemiBold" pitchFamily="34" charset="-122"/>
                <a:cs typeface="Lexend SemiBold" pitchFamily="34" charset="-120"/>
              </a:rPr>
              <a:t> viết</a:t>
            </a:r>
            <a:r>
              <a:rPr lang="en-US" sz="1275" dirty="0" spc="2" kern="0">
                <a:solidFill>
                  <a:srgbClr val="123E52"/>
                </a:solidFill>
                <a:latin typeface="Lexend SemiBold" pitchFamily="34" charset="0"/>
                <a:ea typeface="Lexend SemiBold" pitchFamily="34" charset="-122"/>
                <a:cs typeface="Lexend SemiBold" pitchFamily="34" charset="-120"/>
              </a:rPr>
              <a:t> chương trình nhỏ</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Bổ sung</a:t>
            </a:r>
            <a:r>
              <a:rPr lang="en-US" sz="1095" dirty="0" spc="1" kern="0">
                <a:solidFill>
                  <a:srgbClr val="123E52"/>
                </a:solidFill>
                <a:latin typeface="Noto Sans" pitchFamily="34" charset="0"/>
                <a:ea typeface="Noto Sans" pitchFamily="34" charset="-122"/>
                <a:cs typeface="Noto Sans" pitchFamily="34" charset="-120"/>
              </a:rPr>
              <a:t> nền</a:t>
            </a:r>
            <a:r>
              <a:rPr lang="en-US" sz="1095" dirty="0" spc="-1" kern="0">
                <a:solidFill>
                  <a:srgbClr val="123E52"/>
                </a:solidFill>
                <a:latin typeface="Noto Sans" pitchFamily="34" charset="0"/>
                <a:ea typeface="Noto Sans" pitchFamily="34" charset="-122"/>
                <a:cs typeface="Noto Sans" pitchFamily="34" charset="-120"/>
              </a:rPr>
              <a:t> tảng</a:t>
            </a:r>
            <a:r>
              <a:rPr lang="en-US" sz="1095" dirty="0" spc="0" kern="0">
                <a:solidFill>
                  <a:srgbClr val="123E52"/>
                </a:solidFill>
                <a:latin typeface="Noto Sans" pitchFamily="34" charset="0"/>
                <a:ea typeface="Noto Sans" pitchFamily="34" charset="-122"/>
                <a:cs typeface="Noto Sans" pitchFamily="34" charset="-120"/>
              </a:rPr>
              <a:t> ngôn ngữ,</a:t>
            </a:r>
            <a:r>
              <a:rPr lang="en-US" sz="1095" dirty="0" spc="1" kern="0">
                <a:solidFill>
                  <a:srgbClr val="123E52"/>
                </a:solidFill>
                <a:latin typeface="Noto Sans" pitchFamily="34" charset="0"/>
                <a:ea typeface="Noto Sans" pitchFamily="34" charset="-122"/>
                <a:cs typeface="Noto Sans" pitchFamily="34" charset="-120"/>
              </a:rPr>
              <a:t> hàm,</a:t>
            </a:r>
            <a:r>
              <a:rPr lang="en-US" sz="1095" dirty="0" spc="-1" kern="0">
                <a:solidFill>
                  <a:srgbClr val="123E52"/>
                </a:solidFill>
                <a:latin typeface="Noto Sans" pitchFamily="34" charset="0"/>
                <a:ea typeface="Noto Sans" pitchFamily="34" charset="-122"/>
                <a:cs typeface="Noto Sans" pitchFamily="34" charset="-120"/>
              </a:rPr>
              <a:t> vòng</a:t>
            </a:r>
            <a:r>
              <a:rPr lang="en-US" sz="1095" dirty="0" spc="-2" kern="0">
                <a:solidFill>
                  <a:srgbClr val="123E52"/>
                </a:solidFill>
                <a:latin typeface="Noto Sans" pitchFamily="34" charset="0"/>
                <a:ea typeface="Noto Sans" pitchFamily="34" charset="-122"/>
                <a:cs typeface="Noto Sans" pitchFamily="34" charset="-120"/>
              </a:rPr>
              <a:t> lặp</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cách chạy chương</a:t>
            </a:r>
            <a:r>
              <a:rPr lang="en-US" sz="1095" dirty="0" spc="-1" kern="0">
                <a:solidFill>
                  <a:srgbClr val="123E52"/>
                </a:solidFill>
                <a:latin typeface="Noto Sans" pitchFamily="34" charset="0"/>
                <a:ea typeface="Noto Sans" pitchFamily="34" charset="-122"/>
                <a:cs typeface="Noto Sans" pitchFamily="34" charset="-120"/>
              </a:rPr>
              <a:t> trình</a:t>
            </a:r>
            <a:r>
              <a:rPr lang="en-US" sz="1095" dirty="0" spc="0" kern="0">
                <a:solidFill>
                  <a:srgbClr val="123E52"/>
                </a:solidFill>
                <a:latin typeface="Noto Sans" pitchFamily="34" charset="0"/>
                <a:ea typeface="Noto Sans" pitchFamily="34" charset="-122"/>
                <a:cs typeface="Noto Sans" pitchFamily="34" charset="-120"/>
              </a:rPr>
              <a:t> trước. Sau đó chọn</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2" kern="0">
                <a:solidFill>
                  <a:srgbClr val="123E52"/>
                </a:solidFill>
                <a:latin typeface="Noto Sans" pitchFamily="34" charset="0"/>
                <a:ea typeface="Noto Sans" pitchFamily="34" charset="-122"/>
                <a:cs typeface="Noto Sans" pitchFamily="34" charset="-120"/>
              </a:rPr>
              <a:t> hẹp,</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0" kern="0">
                <a:solidFill>
                  <a:srgbClr val="123E52"/>
                </a:solidFill>
                <a:latin typeface="Noto Sans" pitchFamily="34" charset="0"/>
                <a:ea typeface="Noto Sans" pitchFamily="34" charset="-122"/>
                <a:cs typeface="Noto Sans" pitchFamily="34" charset="-120"/>
              </a:rPr>
              <a:t> đầu</a:t>
            </a:r>
            <a:r>
              <a:rPr lang="en-US" sz="1095" dirty="0" spc="-1" kern="0">
                <a:solidFill>
                  <a:srgbClr val="123E52"/>
                </a:solidFill>
                <a:latin typeface="Noto Sans" pitchFamily="34" charset="0"/>
                <a:ea typeface="Noto Sans" pitchFamily="34" charset="-122"/>
                <a:cs typeface="Noto Sans" pitchFamily="34" charset="-120"/>
              </a:rPr>
              <a:t> vào/đầu</a:t>
            </a:r>
            <a:r>
              <a:rPr lang="en-US" sz="1095" dirty="0" spc="-6" kern="0">
                <a:solidFill>
                  <a:srgbClr val="123E52"/>
                </a:solidFill>
                <a:latin typeface="Noto Sans" pitchFamily="34" charset="0"/>
                <a:ea typeface="Noto Sans" pitchFamily="34" charset="-122"/>
                <a:cs typeface="Noto Sans" pitchFamily="34" charset="-120"/>
              </a:rPr>
              <a:t> ra</a:t>
            </a:r>
            <a:r>
              <a:rPr lang="en-US" sz="1095" dirty="0" spc="-4" kern="0">
                <a:solidFill>
                  <a:srgbClr val="123E52"/>
                </a:solidFill>
                <a:latin typeface="Noto Sans" pitchFamily="34" charset="0"/>
                <a:ea typeface="Noto Sans" pitchFamily="34" charset="-122"/>
                <a:cs typeface="Noto Sans" pitchFamily="34" charset="-120"/>
              </a:rPr>
              <a:t> rõ,</a:t>
            </a:r>
            <a:r>
              <a:rPr lang="en-US" sz="1095" dirty="0" spc="-2" kern="0">
                <a:solidFill>
                  <a:srgbClr val="123E52"/>
                </a:solidFill>
                <a:latin typeface="Noto Sans" pitchFamily="34" charset="0"/>
                <a:ea typeface="Noto Sans" pitchFamily="34" charset="-122"/>
                <a:cs typeface="Noto Sans" pitchFamily="34" charset="-120"/>
              </a:rPr>
              <a:t> thay</a:t>
            </a:r>
            <a:r>
              <a:rPr lang="en-US" sz="1095" dirty="0" spc="-5" kern="0">
                <a:solidFill>
                  <a:srgbClr val="123E52"/>
                </a:solidFill>
                <a:latin typeface="Noto Sans" pitchFamily="34" charset="0"/>
                <a:ea typeface="Noto Sans" pitchFamily="34" charset="-122"/>
                <a:cs typeface="Noto Sans" pitchFamily="34" charset="-120"/>
              </a:rPr>
              <a:t> vì</a:t>
            </a:r>
            <a:r>
              <a:rPr lang="en-US" sz="1095" dirty="0" spc="-2" kern="0">
                <a:solidFill>
                  <a:srgbClr val="123E52"/>
                </a:solidFill>
                <a:latin typeface="Noto Sans" pitchFamily="34" charset="0"/>
                <a:ea typeface="Noto Sans" pitchFamily="34" charset="-122"/>
                <a:cs typeface="Noto Sans" pitchFamily="34" charset="-120"/>
              </a:rPr>
              <a:t> bắt</a:t>
            </a:r>
            <a:r>
              <a:rPr lang="en-US" sz="1095" dirty="0" spc="1" kern="0">
                <a:solidFill>
                  <a:srgbClr val="123E52"/>
                </a:solidFill>
                <a:latin typeface="Noto Sans" pitchFamily="34" charset="0"/>
                <a:ea typeface="Noto Sans" pitchFamily="34" charset="-122"/>
                <a:cs typeface="Noto Sans" pitchFamily="34" charset="-120"/>
              </a:rPr>
              <a:t> đầu</a:t>
            </a:r>
            <a:r>
              <a:rPr lang="en-US" sz="1095" dirty="0" spc="-1" kern="0">
                <a:solidFill>
                  <a:srgbClr val="123E52"/>
                </a:solidFill>
                <a:latin typeface="Noto Sans" pitchFamily="34" charset="0"/>
                <a:ea typeface="Noto Sans" pitchFamily="34" charset="-122"/>
                <a:cs typeface="Noto Sans" pitchFamily="34" charset="-120"/>
              </a:rPr>
              <a:t> bằng</a:t>
            </a:r>
            <a:r>
              <a:rPr lang="en-US" sz="1095" dirty="0" spc="2" kern="0">
                <a:solidFill>
                  <a:srgbClr val="123E52"/>
                </a:solidFill>
                <a:latin typeface="Noto Sans" pitchFamily="34" charset="0"/>
                <a:ea typeface="Noto Sans" pitchFamily="34" charset="-122"/>
                <a:cs typeface="Noto Sans" pitchFamily="34" charset="-120"/>
              </a:rPr>
              <a:t> OS</a:t>
            </a:r>
            <a:r>
              <a:rPr lang="en-US" sz="1095" dirty="0" spc="-1" kern="0">
                <a:solidFill>
                  <a:srgbClr val="123E52"/>
                </a:solidFill>
                <a:latin typeface="Noto Sans" pitchFamily="34" charset="0"/>
                <a:ea typeface="Noto Sans" pitchFamily="34" charset="-122"/>
                <a:cs typeface="Noto Sans" pitchFamily="34" charset="-120"/>
              </a:rPr>
              <a:t> hay</a:t>
            </a:r>
            <a:r>
              <a:rPr lang="en-US" sz="1095" dirty="0" spc="-2" kern="0">
                <a:solidFill>
                  <a:srgbClr val="123E52"/>
                </a:solidFill>
                <a:latin typeface="Noto Sans" pitchFamily="34" charset="0"/>
                <a:ea typeface="Noto Sans" pitchFamily="34" charset="-122"/>
                <a:cs typeface="Noto Sans" pitchFamily="34" charset="-120"/>
              </a:rPr>
              <a:t> AI</a:t>
            </a:r>
            <a:r>
              <a:rPr lang="en-US" sz="1095" dirty="0" spc="-1" kern="0">
                <a:solidFill>
                  <a:srgbClr val="123E52"/>
                </a:solidFill>
                <a:latin typeface="Noto Sans" pitchFamily="34" charset="0"/>
                <a:ea typeface="Noto Sans" pitchFamily="34" charset="-122"/>
                <a:cs typeface="Noto Sans" pitchFamily="34" charset="-120"/>
              </a:rPr>
              <a:t> model</a:t>
            </a:r>
            <a:r>
              <a:rPr lang="en-US" sz="1095" dirty="0" spc="0" kern="0">
                <a:solidFill>
                  <a:srgbClr val="123E52"/>
                </a:solidFill>
                <a:latin typeface="Noto Sans" pitchFamily="34" charset="0"/>
                <a:ea typeface="Noto Sans" pitchFamily="34" charset="-122"/>
                <a:cs typeface="Noto Sans" pitchFamily="34" charset="-120"/>
              </a:rPr>
              <a:t> lớn.</a:t>
            </a:r>
            <a:endParaRPr lang="en-US" sz="1095" dirty="0"/>
          </a:p>
        </p:txBody>
      </p:sp>
      <p:sp>
        <p:nvSpPr>
          <p:cNvPr id="20" name="Connector line-1792810846392-125353696"/>
          <p:cNvSpPr/>
          <p:nvPr/>
        </p:nvSpPr>
        <p:spPr>
          <a:xfrm>
            <a:off x="457200" y="10144125"/>
            <a:ext cx="6648450" cy="0"/>
          </a:xfrm>
          <a:prstGeom prst="line">
            <a:avLst/>
          </a:prstGeom>
          <a:noFill/>
          <a:ln w="9525">
            <a:solidFill>
              <a:srgbClr val="D3E1E5"/>
            </a:solidFill>
            <a:prstDash val="solid"/>
            <a:headEnd type="none"/>
            <a:tailEnd type="none"/>
          </a:ln>
        </p:spPr>
      </p:sp>
      <p:sp>
        <p:nvSpPr>
          <p:cNvPr id="21" name="Text 1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2" name="Text 2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16</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3" name="Shape 21"/>
          <p:cNvSpPr/>
          <p:nvPr/>
        </p:nvSpPr>
        <p:spPr>
          <a:xfrm>
            <a:off x="5868772" y="9806509"/>
            <a:ext cx="1210056" cy="406043"/>
          </a:xfrm>
          <a:prstGeom prst="roundRect">
            <a:avLst>
              <a:gd name="adj" fmla="val 28000"/>
            </a:avLst>
          </a:prstGeom>
          <a:solidFill>
            <a:srgbClr val="FFFFFF">
              <a:alpha val="82000"/>
            </a:srgbClr>
          </a:solidFill>
          <a:ln/>
        </p:spPr>
      </p:sp>
      <p:pic>
        <p:nvPicPr>
          <p:cNvPr id="24" name="Moda image moda-export-watermark-0205ac98-b8e4-4a6c-96ad-984fb23544ff"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14" kern="0">
                <a:solidFill>
                  <a:srgbClr val="123E52"/>
                </a:solidFill>
                <a:latin typeface="Lexend SemiBold" pitchFamily="34" charset="0"/>
                <a:ea typeface="Lexend SemiBold" pitchFamily="34" charset="-122"/>
                <a:cs typeface="Lexend SemiBold" pitchFamily="34" charset="-120"/>
              </a:rPr>
              <a:t>Tự</a:t>
            </a:r>
            <a:r>
              <a:rPr lang="en-US" sz="2175" dirty="0" spc="1" kern="0">
                <a:solidFill>
                  <a:srgbClr val="123E52"/>
                </a:solidFill>
                <a:latin typeface="Lexend SemiBold" pitchFamily="34" charset="0"/>
                <a:ea typeface="Lexend SemiBold" pitchFamily="34" charset="-122"/>
                <a:cs typeface="Lexend SemiBold" pitchFamily="34" charset="-120"/>
              </a:rPr>
              <a:t> kiểm</a:t>
            </a:r>
            <a:r>
              <a:rPr lang="en-US" sz="2175" dirty="0" spc="-8" kern="0">
                <a:solidFill>
                  <a:srgbClr val="123E52"/>
                </a:solidFill>
                <a:latin typeface="Lexend SemiBold" pitchFamily="34" charset="0"/>
                <a:ea typeface="Lexend SemiBold" pitchFamily="34" charset="-122"/>
                <a:cs typeface="Lexend SemiBold" pitchFamily="34" charset="-120"/>
              </a:rPr>
              <a:t> tra:</a:t>
            </a:r>
            <a:r>
              <a:rPr lang="en-US" sz="2175" dirty="0" spc="1" kern="0">
                <a:solidFill>
                  <a:srgbClr val="123E52"/>
                </a:solidFill>
                <a:latin typeface="Lexend SemiBold" pitchFamily="34" charset="0"/>
                <a:ea typeface="Lexend SemiBold" pitchFamily="34" charset="-122"/>
                <a:cs typeface="Lexend SemiBold" pitchFamily="34" charset="-120"/>
              </a:rPr>
              <a:t> hiểu</a:t>
            </a:r>
            <a:r>
              <a:rPr lang="en-US" sz="2175" dirty="0" spc="-5" kern="0">
                <a:solidFill>
                  <a:srgbClr val="123E52"/>
                </a:solidFill>
                <a:latin typeface="Lexend SemiBold" pitchFamily="34" charset="0"/>
                <a:ea typeface="Lexend SemiBold" pitchFamily="34" charset="-122"/>
                <a:cs typeface="Lexend SemiBold" pitchFamily="34" charset="-120"/>
              </a:rPr>
              <a:t> hay</a:t>
            </a:r>
            <a:r>
              <a:rPr lang="en-US" sz="2175" dirty="0" spc="3" kern="0">
                <a:solidFill>
                  <a:srgbClr val="123E52"/>
                </a:solidFill>
                <a:latin typeface="Lexend SemiBold" pitchFamily="34" charset="0"/>
                <a:ea typeface="Lexend SemiBold" pitchFamily="34" charset="-122"/>
                <a:cs typeface="Lexend SemiBold" pitchFamily="34" charset="-120"/>
              </a:rPr>
              <a:t> mới</a:t>
            </a:r>
            <a:r>
              <a:rPr lang="en-US" sz="2175" dirty="0" spc="-3" kern="0">
                <a:solidFill>
                  <a:srgbClr val="123E52"/>
                </a:solidFill>
                <a:latin typeface="Lexend SemiBold" pitchFamily="34" charset="0"/>
                <a:ea typeface="Lexend SemiBold" pitchFamily="34" charset="-122"/>
                <a:cs typeface="Lexend SemiBold" pitchFamily="34" charset="-120"/>
              </a:rPr>
              <a:t> làm</a:t>
            </a:r>
            <a:r>
              <a:rPr lang="en-US" sz="2175" dirty="0" spc="0" kern="0">
                <a:solidFill>
                  <a:srgbClr val="123E52"/>
                </a:solidFill>
                <a:latin typeface="Lexend SemiBold" pitchFamily="34" charset="0"/>
                <a:ea typeface="Lexend SemiBold" pitchFamily="34" charset="-122"/>
                <a:cs typeface="Lexend SemiBold" pitchFamily="34" charset="-120"/>
              </a:rPr>
              <a:t> theo?</a:t>
            </a:r>
            <a:endParaRPr lang="en-US" sz="2175" dirty="0"/>
          </a:p>
        </p:txBody>
      </p:sp>
      <p:sp>
        <p:nvSpPr>
          <p:cNvPr id="5" name="Connector line-1792810849221-326742116"/>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1" kern="0">
                <a:solidFill>
                  <a:srgbClr val="123E52"/>
                </a:solidFill>
                <a:latin typeface="Noto Sans" pitchFamily="34" charset="0"/>
                <a:ea typeface="Noto Sans" pitchFamily="34" charset="-122"/>
                <a:cs typeface="Noto Sans" pitchFamily="34" charset="-120"/>
              </a:rPr>
              <a:t>Một chương</a:t>
            </a:r>
            <a:r>
              <a:rPr lang="en-US" sz="1313" dirty="0" spc="2" kern="0">
                <a:solidFill>
                  <a:srgbClr val="123E52"/>
                </a:solidFill>
                <a:latin typeface="Noto Sans" pitchFamily="34" charset="0"/>
                <a:ea typeface="Noto Sans" pitchFamily="34" charset="-122"/>
                <a:cs typeface="Noto Sans" pitchFamily="34" charset="-120"/>
              </a:rPr>
              <a:t> trình</a:t>
            </a:r>
            <a:r>
              <a:rPr lang="en-US" sz="1313" dirty="0" spc="0" kern="0">
                <a:solidFill>
                  <a:srgbClr val="123E52"/>
                </a:solidFill>
                <a:latin typeface="Noto Sans" pitchFamily="34" charset="0"/>
                <a:ea typeface="Noto Sans" pitchFamily="34" charset="-122"/>
                <a:cs typeface="Noto Sans" pitchFamily="34" charset="-120"/>
              </a:rPr>
              <a:t> chạy được</a:t>
            </a:r>
            <a:r>
              <a:rPr lang="en-US" sz="1313" dirty="0" spc="1" kern="0">
                <a:solidFill>
                  <a:srgbClr val="123E52"/>
                </a:solidFill>
                <a:latin typeface="Noto Sans" pitchFamily="34" charset="0"/>
                <a:ea typeface="Noto Sans" pitchFamily="34" charset="-122"/>
                <a:cs typeface="Noto Sans" pitchFamily="34" charset="-120"/>
              </a:rPr>
              <a:t> là tín hiệu</a:t>
            </a:r>
            <a:r>
              <a:rPr lang="en-US" sz="1313" dirty="0" spc="0" kern="0">
                <a:solidFill>
                  <a:srgbClr val="123E52"/>
                </a:solidFill>
                <a:latin typeface="Noto Sans" pitchFamily="34" charset="0"/>
                <a:ea typeface="Noto Sans" pitchFamily="34" charset="-122"/>
                <a:cs typeface="Noto Sans" pitchFamily="34" charset="-120"/>
              </a:rPr>
              <a:t> tốt,</a:t>
            </a:r>
            <a:r>
              <a:rPr lang="en-US" sz="1313" dirty="0" spc="-1" kern="0">
                <a:solidFill>
                  <a:srgbClr val="123E52"/>
                </a:solidFill>
                <a:latin typeface="Noto Sans" pitchFamily="34" charset="0"/>
                <a:ea typeface="Noto Sans" pitchFamily="34" charset="-122"/>
                <a:cs typeface="Noto Sans" pitchFamily="34" charset="-120"/>
              </a:rPr>
              <a:t> nhưng</a:t>
            </a:r>
            <a:r>
              <a:rPr lang="en-US" sz="1313" dirty="0" spc="1" kern="0">
                <a:solidFill>
                  <a:srgbClr val="123E52"/>
                </a:solidFill>
                <a:latin typeface="Noto Sans" pitchFamily="34" charset="0"/>
                <a:ea typeface="Noto Sans" pitchFamily="34" charset="-122"/>
                <a:cs typeface="Noto Sans" pitchFamily="34" charset="-120"/>
              </a:rPr>
              <a:t> chưa</a:t>
            </a:r>
            <a:r>
              <a:rPr lang="en-US" sz="1313" dirty="0" spc="-1" kern="0">
                <a:solidFill>
                  <a:srgbClr val="123E52"/>
                </a:solidFill>
                <a:latin typeface="Noto Sans" pitchFamily="34" charset="0"/>
                <a:ea typeface="Noto Sans" pitchFamily="34" charset="-122"/>
                <a:cs typeface="Noto Sans" pitchFamily="34" charset="-120"/>
              </a:rPr>
              <a:t> đủ</a:t>
            </a:r>
            <a:r>
              <a:rPr lang="en-US" sz="1313" dirty="0" spc="2" kern="0">
                <a:solidFill>
                  <a:srgbClr val="123E52"/>
                </a:solidFill>
                <a:latin typeface="Noto Sans" pitchFamily="34" charset="0"/>
                <a:ea typeface="Noto Sans" pitchFamily="34" charset="-122"/>
                <a:cs typeface="Noto Sans" pitchFamily="34" charset="-120"/>
              </a:rPr>
              <a:t> để</a:t>
            </a:r>
            <a:r>
              <a:rPr lang="en-US" sz="1313" dirty="0" spc="0" kern="0">
                <a:solidFill>
                  <a:srgbClr val="123E52"/>
                </a:solidFill>
                <a:latin typeface="Noto Sans" pitchFamily="34" charset="0"/>
                <a:ea typeface="Noto Sans" pitchFamily="34" charset="-122"/>
                <a:cs typeface="Noto Sans" pitchFamily="34" charset="-120"/>
              </a:rPr>
              <a:t> biết bạn đã</a:t>
            </a:r>
            <a:r>
              <a:rPr lang="en-US" sz="1313" dirty="0" spc="1" kern="0">
                <a:solidFill>
                  <a:srgbClr val="123E52"/>
                </a:solidFill>
                <a:latin typeface="Noto Sans" pitchFamily="34" charset="0"/>
                <a:ea typeface="Noto Sans" pitchFamily="34" charset="-122"/>
                <a:cs typeface="Noto Sans" pitchFamily="34" charset="-120"/>
              </a:rPr>
              <a:t> hiểu</a:t>
            </a:r>
            <a:r>
              <a:rPr lang="en-US" sz="1313" dirty="0" spc="2" kern="0">
                <a:solidFill>
                  <a:srgbClr val="123E52"/>
                </a:solidFill>
                <a:latin typeface="Noto Sans" pitchFamily="34" charset="0"/>
                <a:ea typeface="Noto Sans" pitchFamily="34" charset="-122"/>
                <a:cs typeface="Noto Sans" pitchFamily="34" charset="-120"/>
              </a:rPr>
              <a:t> cơ</a:t>
            </a:r>
            <a:r>
              <a:rPr lang="en-US" sz="1313" dirty="0" spc="3" kern="0">
                <a:solidFill>
                  <a:srgbClr val="123E52"/>
                </a:solidFill>
                <a:latin typeface="Noto Sans" pitchFamily="34" charset="0"/>
                <a:ea typeface="Noto Sans" pitchFamily="34" charset="-122"/>
                <a:cs typeface="Noto Sans" pitchFamily="34" charset="-120"/>
              </a:rPr>
              <a:t> chế.</a:t>
            </a:r>
            <a:r>
              <a:rPr lang="en-US" sz="1313" dirty="0" spc="-2" kern="0">
                <a:solidFill>
                  <a:srgbClr val="123E52"/>
                </a:solidFill>
                <a:latin typeface="Noto Sans" pitchFamily="34" charset="0"/>
                <a:ea typeface="Noto Sans" pitchFamily="34" charset="-122"/>
                <a:cs typeface="Noto Sans" pitchFamily="34" charset="-120"/>
              </a:rPr>
              <a:t> Dùng</a:t>
            </a:r>
            <a:r>
              <a:rPr lang="en-US" sz="1313" dirty="0" spc="3" kern="0">
                <a:solidFill>
                  <a:srgbClr val="123E52"/>
                </a:solidFill>
                <a:latin typeface="Noto Sans" pitchFamily="34" charset="0"/>
                <a:ea typeface="Noto Sans" pitchFamily="34" charset="-122"/>
                <a:cs typeface="Noto Sans" pitchFamily="34" charset="-120"/>
              </a:rPr>
              <a:t> các</a:t>
            </a:r>
            <a:r>
              <a:rPr lang="en-US" sz="1313" dirty="0" spc="2" kern="0">
                <a:solidFill>
                  <a:srgbClr val="123E52"/>
                </a:solidFill>
                <a:latin typeface="Noto Sans" pitchFamily="34" charset="0"/>
                <a:ea typeface="Noto Sans" pitchFamily="34" charset="-122"/>
                <a:cs typeface="Noto Sans" pitchFamily="34" charset="-120"/>
              </a:rPr>
              <a:t> câu</a:t>
            </a:r>
            <a:r>
              <a:rPr lang="en-US" sz="1313" dirty="0" spc="0" kern="0">
                <a:solidFill>
                  <a:srgbClr val="123E52"/>
                </a:solidFill>
                <a:latin typeface="Noto Sans" pitchFamily="34" charset="0"/>
                <a:ea typeface="Noto Sans" pitchFamily="34" charset="-122"/>
                <a:cs typeface="Noto Sans" pitchFamily="34" charset="-120"/>
              </a:rPr>
              <a:t> hỏi</a:t>
            </a:r>
            <a:r>
              <a:rPr lang="en-US" sz="1313" dirty="0" spc="-1" kern="0">
                <a:solidFill>
                  <a:srgbClr val="123E52"/>
                </a:solidFill>
                <a:latin typeface="Noto Sans" pitchFamily="34" charset="0"/>
                <a:ea typeface="Noto Sans" pitchFamily="34" charset="-122"/>
                <a:cs typeface="Noto Sans" pitchFamily="34" charset="-120"/>
              </a:rPr>
              <a:t> dưới</a:t>
            </a:r>
            <a:r>
              <a:rPr lang="en-US" sz="1313" dirty="0" spc="-2" kern="0">
                <a:solidFill>
                  <a:srgbClr val="123E52"/>
                </a:solidFill>
                <a:latin typeface="Noto Sans" pitchFamily="34" charset="0"/>
                <a:ea typeface="Noto Sans" pitchFamily="34" charset="-122"/>
                <a:cs typeface="Noto Sans" pitchFamily="34" charset="-120"/>
              </a:rPr>
              <a:t> đây</a:t>
            </a:r>
            <a:r>
              <a:rPr lang="en-US" sz="1313" dirty="0" spc="2" kern="0">
                <a:solidFill>
                  <a:srgbClr val="123E52"/>
                </a:solidFill>
                <a:latin typeface="Noto Sans" pitchFamily="34" charset="0"/>
                <a:ea typeface="Noto Sans" pitchFamily="34" charset="-122"/>
                <a:cs typeface="Noto Sans" pitchFamily="34" charset="-120"/>
              </a:rPr>
              <a:t> để</a:t>
            </a:r>
            <a:r>
              <a:rPr lang="en-US" sz="1313" dirty="0" spc="0" kern="0">
                <a:solidFill>
                  <a:srgbClr val="123E52"/>
                </a:solidFill>
                <a:latin typeface="Noto Sans" pitchFamily="34" charset="0"/>
                <a:ea typeface="Noto Sans" pitchFamily="34" charset="-122"/>
                <a:cs typeface="Noto Sans" pitchFamily="34" charset="-120"/>
              </a:rPr>
              <a:t> tự đánh giá</a:t>
            </a:r>
            <a:r>
              <a:rPr lang="en-US" sz="1313" dirty="0" spc="-1" kern="0">
                <a:solidFill>
                  <a:srgbClr val="123E52"/>
                </a:solidFill>
                <a:latin typeface="Noto Sans" pitchFamily="34" charset="0"/>
                <a:ea typeface="Noto Sans" pitchFamily="34" charset="-122"/>
                <a:cs typeface="Noto Sans" pitchFamily="34" charset="-120"/>
              </a:rPr>
              <a:t> bài</a:t>
            </a:r>
            <a:r>
              <a:rPr lang="en-US" sz="1313" dirty="0" spc="1" kern="0">
                <a:solidFill>
                  <a:srgbClr val="123E52"/>
                </a:solidFill>
                <a:latin typeface="Noto Sans" pitchFamily="34" charset="0"/>
                <a:ea typeface="Noto Sans" pitchFamily="34" charset="-122"/>
                <a:cs typeface="Noto Sans" pitchFamily="34" charset="-120"/>
              </a:rPr>
              <a:t> thực</a:t>
            </a:r>
            <a:r>
              <a:rPr lang="en-US" sz="1313" dirty="0" spc="0" kern="0">
                <a:solidFill>
                  <a:srgbClr val="123E52"/>
                </a:solidFill>
                <a:latin typeface="Noto Sans" pitchFamily="34" charset="0"/>
                <a:ea typeface="Noto Sans" pitchFamily="34" charset="-122"/>
                <a:cs typeface="Noto Sans" pitchFamily="34" charset="-120"/>
              </a:rPr>
              <a:t> hành.</a:t>
            </a:r>
            <a:r>
              <a:rPr lang="en-US" sz="1313" dirty="0" spc="-1" kern="0">
                <a:solidFill>
                  <a:srgbClr val="123E52"/>
                </a:solidFill>
                <a:latin typeface="Noto Sans" pitchFamily="34" charset="0"/>
                <a:ea typeface="Noto Sans" pitchFamily="34" charset="-122"/>
                <a:cs typeface="Noto Sans" pitchFamily="34" charset="-120"/>
              </a:rPr>
              <a:t> Đây</a:t>
            </a:r>
            <a:r>
              <a:rPr lang="en-US" sz="1313" dirty="0" spc="1" kern="0">
                <a:solidFill>
                  <a:srgbClr val="123E52"/>
                </a:solidFill>
                <a:latin typeface="Noto Sans" pitchFamily="34" charset="0"/>
                <a:ea typeface="Noto Sans" pitchFamily="34" charset="-122"/>
                <a:cs typeface="Noto Sans" pitchFamily="34" charset="-120"/>
              </a:rPr>
              <a:t> là</a:t>
            </a:r>
            <a:r>
              <a:rPr lang="en-US" sz="1313" dirty="0" spc="2" kern="0">
                <a:solidFill>
                  <a:srgbClr val="123E52"/>
                </a:solidFill>
                <a:latin typeface="Noto Sans" pitchFamily="34" charset="0"/>
                <a:ea typeface="Noto Sans" pitchFamily="34" charset="-122"/>
                <a:cs typeface="Noto Sans" pitchFamily="34" charset="-120"/>
              </a:rPr>
              <a:t> rubric</a:t>
            </a:r>
            <a:r>
              <a:rPr lang="en-US" sz="1313" dirty="0" spc="1" kern="0">
                <a:solidFill>
                  <a:srgbClr val="123E52"/>
                </a:solidFill>
                <a:latin typeface="Noto Sans" pitchFamily="34" charset="0"/>
                <a:ea typeface="Noto Sans" pitchFamily="34" charset="-122"/>
                <a:cs typeface="Noto Sans" pitchFamily="34" charset="-120"/>
              </a:rPr>
              <a:t> học</a:t>
            </a:r>
            <a:r>
              <a:rPr lang="en-US" sz="1313" dirty="0" spc="-1" kern="0">
                <a:solidFill>
                  <a:srgbClr val="123E52"/>
                </a:solidFill>
                <a:latin typeface="Noto Sans" pitchFamily="34" charset="0"/>
                <a:ea typeface="Noto Sans" pitchFamily="34" charset="-122"/>
                <a:cs typeface="Noto Sans" pitchFamily="34" charset="-120"/>
              </a:rPr>
              <a:t> tập</a:t>
            </a:r>
            <a:r>
              <a:rPr lang="en-US" sz="1313" dirty="0" spc="2" kern="0">
                <a:solidFill>
                  <a:srgbClr val="123E52"/>
                </a:solidFill>
                <a:latin typeface="Noto Sans" pitchFamily="34" charset="0"/>
                <a:ea typeface="Noto Sans" pitchFamily="34" charset="-122"/>
                <a:cs typeface="Noto Sans" pitchFamily="34" charset="-120"/>
              </a:rPr>
              <a:t> của</a:t>
            </a:r>
            <a:r>
              <a:rPr lang="en-US" sz="1313" dirty="0" spc="-1" kern="0">
                <a:solidFill>
                  <a:srgbClr val="123E52"/>
                </a:solidFill>
                <a:latin typeface="Noto Sans" pitchFamily="34" charset="0"/>
                <a:ea typeface="Noto Sans" pitchFamily="34" charset="-122"/>
                <a:cs typeface="Noto Sans" pitchFamily="34" charset="-120"/>
              </a:rPr>
              <a:t> người</a:t>
            </a:r>
            <a:r>
              <a:rPr lang="en-US" sz="1313" dirty="0" spc="2" kern="0">
                <a:solidFill>
                  <a:srgbClr val="123E52"/>
                </a:solidFill>
                <a:latin typeface="Noto Sans" pitchFamily="34" charset="0"/>
                <a:ea typeface="Noto Sans" pitchFamily="34" charset="-122"/>
                <a:cs typeface="Noto Sans" pitchFamily="34" charset="-120"/>
              </a:rPr>
              <a:t> viết.</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4" kern="0">
                <a:solidFill>
                  <a:srgbClr val="123E52"/>
                </a:solidFill>
                <a:latin typeface="Lexend SemiBold" pitchFamily="34" charset="0"/>
                <a:ea typeface="Lexend SemiBold" pitchFamily="34" charset="-122"/>
                <a:cs typeface="Lexend SemiBold" pitchFamily="34" charset="-120"/>
              </a:rPr>
              <a:t>1</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3" kern="0">
                <a:solidFill>
                  <a:srgbClr val="123E52"/>
                </a:solidFill>
                <a:latin typeface="Lexend SemiBold" pitchFamily="34" charset="0"/>
                <a:ea typeface="Lexend SemiBold" pitchFamily="34" charset="-122"/>
                <a:cs typeface="Lexend SemiBold" pitchFamily="34" charset="-120"/>
              </a:rPr>
              <a:t> Giải</a:t>
            </a:r>
            <a:r>
              <a:rPr lang="en-US" sz="1275" dirty="0" spc="4" kern="0">
                <a:solidFill>
                  <a:srgbClr val="123E52"/>
                </a:solidFill>
                <a:latin typeface="Lexend SemiBold" pitchFamily="34" charset="0"/>
                <a:ea typeface="Lexend SemiBold" pitchFamily="34" charset="-122"/>
                <a:cs typeface="Lexend SemiBold" pitchFamily="34" charset="-120"/>
              </a:rPr>
              <a:t> thích</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a:solidFill>
                  <a:srgbClr val="123E52"/>
                </a:solidFill>
                <a:latin typeface="Noto Sans" pitchFamily="34" charset="0"/>
                <a:ea typeface="Noto Sans" pitchFamily="34" charset="-122"/>
                <a:cs typeface="Noto Sans" pitchFamily="34" charset="-120"/>
              </a:rPr>
              <a:t>Mô tả đầu vào → các bước xử lý → đầu ra bằng lời của bạn. Nêu rõ phần mã hoặc dữ liệu tương ứng trong phiên bản đã xây.</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2</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2" kern="0">
                <a:solidFill>
                  <a:srgbClr val="123E52"/>
                </a:solidFill>
                <a:latin typeface="Lexend SemiBold" pitchFamily="34" charset="0"/>
                <a:ea typeface="Lexend SemiBold" pitchFamily="34" charset="-122"/>
                <a:cs typeface="Lexend SemiBold" pitchFamily="34" charset="-120"/>
              </a:rPr>
              <a:t> Dự đoán</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1" kern="0">
                <a:solidFill>
                  <a:srgbClr val="123E52"/>
                </a:solidFill>
                <a:latin typeface="Noto Sans" pitchFamily="34" charset="0"/>
                <a:ea typeface="Noto Sans" pitchFamily="34" charset="-122"/>
                <a:cs typeface="Noto Sans" pitchFamily="34" charset="-120"/>
              </a:rPr>
              <a:t>Trước</a:t>
            </a:r>
            <a:r>
              <a:rPr lang="en-US" sz="1095" dirty="0" spc="-2" kern="0">
                <a:solidFill>
                  <a:srgbClr val="123E52"/>
                </a:solidFill>
                <a:latin typeface="Noto Sans" pitchFamily="34" charset="0"/>
                <a:ea typeface="Noto Sans" pitchFamily="34" charset="-122"/>
                <a:cs typeface="Noto Sans" pitchFamily="34" charset="-120"/>
              </a:rPr>
              <a:t> khi thay một</a:t>
            </a:r>
            <a:r>
              <a:rPr lang="en-US" sz="1095" dirty="0" spc="0" kern="0">
                <a:solidFill>
                  <a:srgbClr val="123E52"/>
                </a:solidFill>
                <a:latin typeface="Noto Sans" pitchFamily="34" charset="0"/>
                <a:ea typeface="Noto Sans" pitchFamily="34" charset="-122"/>
                <a:cs typeface="Noto Sans" pitchFamily="34" charset="-120"/>
              </a:rPr>
              <a:t> đầu vào,</a:t>
            </a:r>
            <a:r>
              <a:rPr lang="en-US" sz="1095" dirty="0" spc="-1" kern="0">
                <a:solidFill>
                  <a:srgbClr val="123E52"/>
                </a:solidFill>
                <a:latin typeface="Noto Sans" pitchFamily="34" charset="0"/>
                <a:ea typeface="Noto Sans" pitchFamily="34" charset="-122"/>
                <a:cs typeface="Noto Sans" pitchFamily="34" charset="-120"/>
              </a:rPr>
              <a:t> hãy</a:t>
            </a:r>
            <a:r>
              <a:rPr lang="en-US" sz="1095" dirty="0" spc="-3" kern="0">
                <a:solidFill>
                  <a:srgbClr val="123E52"/>
                </a:solidFill>
                <a:latin typeface="Noto Sans" pitchFamily="34" charset="0"/>
                <a:ea typeface="Noto Sans" pitchFamily="34" charset="-122"/>
                <a:cs typeface="Noto Sans" pitchFamily="34" charset="-120"/>
              </a:rPr>
              <a:t> viết</a:t>
            </a:r>
            <a:r>
              <a:rPr lang="en-US" sz="1095" dirty="0" spc="0" kern="0">
                <a:solidFill>
                  <a:srgbClr val="123E52"/>
                </a:solidFill>
                <a:latin typeface="Noto Sans" pitchFamily="34" charset="0"/>
                <a:ea typeface="Noto Sans" pitchFamily="34" charset="-122"/>
                <a:cs typeface="Noto Sans" pitchFamily="34" charset="-120"/>
              </a:rPr>
              <a:t> điều bạn</a:t>
            </a:r>
            <a:r>
              <a:rPr lang="en-US" sz="1095" dirty="0" spc="-1" kern="0">
                <a:solidFill>
                  <a:srgbClr val="123E52"/>
                </a:solidFill>
                <a:latin typeface="Noto Sans" pitchFamily="34" charset="0"/>
                <a:ea typeface="Noto Sans" pitchFamily="34" charset="-122"/>
                <a:cs typeface="Noto Sans" pitchFamily="34" charset="-120"/>
              </a:rPr>
              <a:t> mong</a:t>
            </a:r>
            <a:r>
              <a:rPr lang="en-US" sz="1095" dirty="0" spc="0" kern="0">
                <a:solidFill>
                  <a:srgbClr val="123E52"/>
                </a:solidFill>
                <a:latin typeface="Noto Sans" pitchFamily="34" charset="0"/>
                <a:ea typeface="Noto Sans" pitchFamily="34" charset="-122"/>
                <a:cs typeface="Noto Sans" pitchFamily="34" charset="-120"/>
              </a:rPr>
              <a:t> đợi.</a:t>
            </a:r>
            <a:r>
              <a:rPr lang="en-US" sz="1095" dirty="0" spc="-1" kern="0">
                <a:solidFill>
                  <a:srgbClr val="123E52"/>
                </a:solidFill>
                <a:latin typeface="Noto Sans" pitchFamily="34" charset="0"/>
                <a:ea typeface="Noto Sans" pitchFamily="34" charset="-122"/>
                <a:cs typeface="Noto Sans" pitchFamily="34" charset="-120"/>
              </a:rPr>
              <a:t> So</a:t>
            </a:r>
            <a:r>
              <a:rPr lang="en-US" sz="1095" dirty="0" spc="1" kern="0">
                <a:solidFill>
                  <a:srgbClr val="123E52"/>
                </a:solidFill>
                <a:latin typeface="Noto Sans" pitchFamily="34" charset="0"/>
                <a:ea typeface="Noto Sans" pitchFamily="34" charset="-122"/>
                <a:cs typeface="Noto Sans" pitchFamily="34" charset="-120"/>
              </a:rPr>
              <a:t> sánh</a:t>
            </a:r>
            <a:r>
              <a:rPr lang="en-US" sz="1095" dirty="0" spc="-2" kern="0">
                <a:solidFill>
                  <a:srgbClr val="123E52"/>
                </a:solidFill>
                <a:latin typeface="Noto Sans" pitchFamily="34" charset="0"/>
                <a:ea typeface="Noto Sans" pitchFamily="34" charset="-122"/>
                <a:cs typeface="Noto Sans" pitchFamily="34" charset="-120"/>
              </a:rPr>
              <a:t> dự</a:t>
            </a:r>
            <a:r>
              <a:rPr lang="en-US" sz="1095" dirty="0" spc="0" kern="0">
                <a:solidFill>
                  <a:srgbClr val="123E52"/>
                </a:solidFill>
                <a:latin typeface="Noto Sans" pitchFamily="34" charset="0"/>
                <a:ea typeface="Noto Sans" pitchFamily="34" charset="-122"/>
                <a:cs typeface="Noto Sans" pitchFamily="34" charset="-120"/>
              </a:rPr>
              <a:t> đoán</a:t>
            </a:r>
            <a:r>
              <a:rPr lang="en-US" sz="1095" dirty="0" spc="-3" kern="0">
                <a:solidFill>
                  <a:srgbClr val="123E52"/>
                </a:solidFill>
                <a:latin typeface="Noto Sans" pitchFamily="34" charset="0"/>
                <a:ea typeface="Noto Sans" pitchFamily="34" charset="-122"/>
                <a:cs typeface="Noto Sans" pitchFamily="34" charset="-120"/>
              </a:rPr>
              <a:t> với</a:t>
            </a:r>
            <a:r>
              <a:rPr lang="en-US" sz="1095" dirty="0" spc="-1" kern="0">
                <a:solidFill>
                  <a:srgbClr val="123E52"/>
                </a:solidFill>
                <a:latin typeface="Noto Sans" pitchFamily="34" charset="0"/>
                <a:ea typeface="Noto Sans" pitchFamily="34" charset="-122"/>
                <a:cs typeface="Noto Sans" pitchFamily="34" charset="-120"/>
              </a:rPr>
              <a:t> kết quả</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3" kern="0">
                <a:solidFill>
                  <a:srgbClr val="123E52"/>
                </a:solidFill>
                <a:latin typeface="Noto Sans" pitchFamily="34" charset="0"/>
                <a:ea typeface="Noto Sans" pitchFamily="34" charset="-122"/>
                <a:cs typeface="Noto Sans" pitchFamily="34" charset="-120"/>
              </a:rPr>
              <a:t> giải</a:t>
            </a:r>
            <a:r>
              <a:rPr lang="en-US" sz="1095" dirty="0" spc="-1" kern="0">
                <a:solidFill>
                  <a:srgbClr val="123E52"/>
                </a:solidFill>
                <a:latin typeface="Noto Sans" pitchFamily="34" charset="0"/>
                <a:ea typeface="Noto Sans" pitchFamily="34" charset="-122"/>
                <a:cs typeface="Noto Sans" pitchFamily="34" charset="-120"/>
              </a:rPr>
              <a:t> thích</a:t>
            </a:r>
            <a:r>
              <a:rPr lang="en-US" sz="1095" dirty="0" spc="-2" kern="0">
                <a:solidFill>
                  <a:srgbClr val="123E52"/>
                </a:solidFill>
                <a:latin typeface="Noto Sans" pitchFamily="34" charset="0"/>
                <a:ea typeface="Noto Sans" pitchFamily="34" charset="-122"/>
                <a:cs typeface="Noto Sans" pitchFamily="34" charset="-120"/>
              </a:rPr>
              <a:t> khi</a:t>
            </a:r>
            <a:r>
              <a:rPr lang="en-US" sz="1095" dirty="0" spc="0" kern="0">
                <a:solidFill>
                  <a:srgbClr val="123E52"/>
                </a:solidFill>
                <a:latin typeface="Noto Sans" pitchFamily="34" charset="0"/>
                <a:ea typeface="Noto Sans" pitchFamily="34" charset="-122"/>
                <a:cs typeface="Noto Sans" pitchFamily="34" charset="-120"/>
              </a:rPr>
              <a:t> chúng khác</a:t>
            </a:r>
            <a:r>
              <a:rPr lang="en-US" sz="1095" dirty="0" spc="2" kern="0">
                <a:solidFill>
                  <a:srgbClr val="123E52"/>
                </a:solidFill>
                <a:latin typeface="Noto Sans" pitchFamily="34" charset="0"/>
                <a:ea typeface="Noto Sans" pitchFamily="34" charset="-122"/>
                <a:cs typeface="Noto Sans" pitchFamily="34" charset="-120"/>
              </a:rPr>
              <a:t> nhau.</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3" kern="0">
                <a:solidFill>
                  <a:srgbClr val="123E52"/>
                </a:solidFill>
                <a:latin typeface="Lexend SemiBold" pitchFamily="34" charset="0"/>
                <a:ea typeface="Lexend SemiBold" pitchFamily="34" charset="-122"/>
                <a:cs typeface="Lexend SemiBold" pitchFamily="34" charset="-120"/>
              </a:rPr>
              <a:t>3</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0" kern="0">
                <a:solidFill>
                  <a:srgbClr val="123E52"/>
                </a:solidFill>
                <a:latin typeface="Lexend SemiBold" pitchFamily="34" charset="0"/>
                <a:ea typeface="Lexend SemiBold" pitchFamily="34" charset="-122"/>
                <a:cs typeface="Lexend SemiBold" pitchFamily="34" charset="-120"/>
              </a:rPr>
              <a:t> Thay</a:t>
            </a:r>
            <a:r>
              <a:rPr lang="en-US" sz="1275" dirty="0" spc="1" kern="0">
                <a:solidFill>
                  <a:srgbClr val="123E52"/>
                </a:solidFill>
                <a:latin typeface="Lexend SemiBold" pitchFamily="34" charset="0"/>
                <a:ea typeface="Lexend SemiBold" pitchFamily="34" charset="-122"/>
                <a:cs typeface="Lexend SemiBold" pitchFamily="34" charset="-120"/>
              </a:rPr>
              <a:t> đổi</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Bổ sung</a:t>
            </a:r>
            <a:r>
              <a:rPr lang="en-US" sz="1095" dirty="0" spc="-3"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hành</a:t>
            </a:r>
            <a:r>
              <a:rPr lang="en-US" sz="1095" dirty="0" spc="-5" kern="0">
                <a:solidFill>
                  <a:srgbClr val="123E52"/>
                </a:solidFill>
                <a:latin typeface="Noto Sans" pitchFamily="34" charset="0"/>
                <a:ea typeface="Noto Sans" pitchFamily="34" charset="-122"/>
                <a:cs typeface="Noto Sans" pitchFamily="34" charset="-120"/>
              </a:rPr>
              <a:t> vi</a:t>
            </a:r>
            <a:r>
              <a:rPr lang="en-US" sz="1095" dirty="0" spc="0" kern="0">
                <a:solidFill>
                  <a:srgbClr val="123E52"/>
                </a:solidFill>
                <a:latin typeface="Noto Sans" pitchFamily="34" charset="0"/>
                <a:ea typeface="Noto Sans" pitchFamily="34" charset="-122"/>
                <a:cs typeface="Noto Sans" pitchFamily="34" charset="-120"/>
              </a:rPr>
              <a:t> nhỏ mà</a:t>
            </a:r>
            <a:r>
              <a:rPr lang="en-US" sz="1095" dirty="0" spc="-1" kern="0">
                <a:solidFill>
                  <a:srgbClr val="123E52"/>
                </a:solidFill>
                <a:latin typeface="Noto Sans" pitchFamily="34" charset="0"/>
                <a:ea typeface="Noto Sans" pitchFamily="34" charset="-122"/>
                <a:cs typeface="Noto Sans" pitchFamily="34" charset="-120"/>
              </a:rPr>
              <a:t> không</a:t>
            </a:r>
            <a:r>
              <a:rPr lang="en-US" sz="1095" dirty="0" spc="1" kern="0">
                <a:solidFill>
                  <a:srgbClr val="123E52"/>
                </a:solidFill>
                <a:latin typeface="Noto Sans" pitchFamily="34" charset="0"/>
                <a:ea typeface="Noto Sans" pitchFamily="34" charset="-122"/>
                <a:cs typeface="Noto Sans" pitchFamily="34" charset="-120"/>
              </a:rPr>
              <a:t> chép</a:t>
            </a:r>
            <a:r>
              <a:rPr lang="en-US" sz="1095" dirty="0" spc="0" kern="0">
                <a:solidFill>
                  <a:srgbClr val="123E52"/>
                </a:solidFill>
                <a:latin typeface="Noto Sans" pitchFamily="34" charset="0"/>
                <a:ea typeface="Noto Sans" pitchFamily="34" charset="-122"/>
                <a:cs typeface="Noto Sans" pitchFamily="34" charset="-120"/>
              </a:rPr>
              <a:t> nguyên</a:t>
            </a:r>
            <a:r>
              <a:rPr lang="en-US" sz="1095" dirty="0" spc="-3" kern="0">
                <a:solidFill>
                  <a:srgbClr val="123E52"/>
                </a:solidFill>
                <a:latin typeface="Noto Sans" pitchFamily="34" charset="0"/>
                <a:ea typeface="Noto Sans" pitchFamily="34" charset="-122"/>
                <a:cs typeface="Noto Sans" pitchFamily="34" charset="-120"/>
              </a:rPr>
              <a:t> lời</a:t>
            </a:r>
            <a:r>
              <a:rPr lang="en-US" sz="1095" dirty="0" spc="-1" kern="0">
                <a:solidFill>
                  <a:srgbClr val="123E52"/>
                </a:solidFill>
                <a:latin typeface="Noto Sans" pitchFamily="34" charset="0"/>
                <a:ea typeface="Noto Sans" pitchFamily="34" charset="-122"/>
                <a:cs typeface="Noto Sans" pitchFamily="34" charset="-120"/>
              </a:rPr>
              <a:t> giải.</a:t>
            </a:r>
            <a:r>
              <a:rPr lang="en-US" sz="1095" dirty="0" spc="0" kern="0">
                <a:solidFill>
                  <a:srgbClr val="123E52"/>
                </a:solidFill>
                <a:latin typeface="Noto Sans" pitchFamily="34" charset="0"/>
                <a:ea typeface="Noto Sans" pitchFamily="34" charset="-122"/>
                <a:cs typeface="Noto Sans" pitchFamily="34" charset="-120"/>
              </a:rPr>
              <a:t> Nếu</a:t>
            </a:r>
            <a:r>
              <a:rPr lang="en-US" sz="1095" dirty="0" spc="-1" kern="0">
                <a:solidFill>
                  <a:srgbClr val="123E52"/>
                </a:solidFill>
                <a:latin typeface="Noto Sans" pitchFamily="34" charset="0"/>
                <a:ea typeface="Noto Sans" pitchFamily="34" charset="-122"/>
                <a:cs typeface="Noto Sans" pitchFamily="34" charset="-120"/>
              </a:rPr>
              <a:t> mắc</a:t>
            </a:r>
            <a:r>
              <a:rPr lang="en-US" sz="1095" dirty="0" spc="0" kern="0">
                <a:solidFill>
                  <a:srgbClr val="123E52"/>
                </a:solidFill>
                <a:latin typeface="Noto Sans" pitchFamily="34" charset="0"/>
                <a:ea typeface="Noto Sans" pitchFamily="34" charset="-122"/>
                <a:cs typeface="Noto Sans" pitchFamily="34" charset="-120"/>
              </a:rPr>
              <a:t> kẹt,</a:t>
            </a:r>
            <a:r>
              <a:rPr lang="en-US" sz="1095" dirty="0" spc="1" kern="0">
                <a:solidFill>
                  <a:srgbClr val="123E52"/>
                </a:solidFill>
                <a:latin typeface="Noto Sans" pitchFamily="34" charset="0"/>
                <a:ea typeface="Noto Sans" pitchFamily="34" charset="-122"/>
                <a:cs typeface="Noto Sans" pitchFamily="34" charset="-120"/>
              </a:rPr>
              <a:t> xác</a:t>
            </a:r>
            <a:r>
              <a:rPr lang="en-US" sz="1095" dirty="0" spc="0" kern="0">
                <a:solidFill>
                  <a:srgbClr val="123E52"/>
                </a:solidFill>
                <a:latin typeface="Noto Sans" pitchFamily="34" charset="0"/>
                <a:ea typeface="Noto Sans" pitchFamily="34" charset="-122"/>
                <a:cs typeface="Noto Sans" pitchFamily="34" charset="-120"/>
              </a:rPr>
              <a:t> định</a:t>
            </a:r>
            <a:r>
              <a:rPr lang="en-US" sz="1095" dirty="0" spc="-1" kern="0">
                <a:solidFill>
                  <a:srgbClr val="123E52"/>
                </a:solidFill>
                <a:latin typeface="Noto Sans" pitchFamily="34" charset="0"/>
                <a:ea typeface="Noto Sans" pitchFamily="34" charset="-122"/>
                <a:cs typeface="Noto Sans" pitchFamily="34" charset="-120"/>
              </a:rPr>
              <a:t> chính</a:t>
            </a:r>
            <a:r>
              <a:rPr lang="en-US" sz="1095" dirty="0" spc="1" kern="0">
                <a:solidFill>
                  <a:srgbClr val="123E52"/>
                </a:solidFill>
                <a:latin typeface="Noto Sans" pitchFamily="34" charset="0"/>
                <a:ea typeface="Noto Sans" pitchFamily="34" charset="-122"/>
                <a:cs typeface="Noto Sans" pitchFamily="34" charset="-120"/>
              </a:rPr>
              <a:t> xác</a:t>
            </a:r>
            <a:r>
              <a:rPr lang="en-US" sz="1095" dirty="0" spc="0" kern="0">
                <a:solidFill>
                  <a:srgbClr val="123E52"/>
                </a:solidFill>
                <a:latin typeface="Noto Sans" pitchFamily="34" charset="0"/>
                <a:ea typeface="Noto Sans" pitchFamily="34" charset="-122"/>
                <a:cs typeface="Noto Sans" pitchFamily="34" charset="-120"/>
              </a:rPr>
              <a:t> điều</a:t>
            </a:r>
            <a:r>
              <a:rPr lang="en-US" sz="1095" dirty="0" spc="1" kern="0">
                <a:solidFill>
                  <a:srgbClr val="123E52"/>
                </a:solidFill>
                <a:latin typeface="Noto Sans" pitchFamily="34" charset="0"/>
                <a:ea typeface="Noto Sans" pitchFamily="34" charset="-122"/>
                <a:cs typeface="Noto Sans" pitchFamily="34" charset="-120"/>
              </a:rPr>
              <a:t> chưa</a:t>
            </a:r>
            <a:r>
              <a:rPr lang="en-US" sz="1095" dirty="0" spc="0" kern="0">
                <a:solidFill>
                  <a:srgbClr val="123E52"/>
                </a:solidFill>
                <a:latin typeface="Noto Sans" pitchFamily="34" charset="0"/>
                <a:ea typeface="Noto Sans" pitchFamily="34" charset="-122"/>
                <a:cs typeface="Noto Sans" pitchFamily="34" charset="-120"/>
              </a:rPr>
              <a:t> hiểu</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đọc</a:t>
            </a:r>
            <a:r>
              <a:rPr lang="en-US" sz="1095" dirty="0" spc="-3" kern="0">
                <a:solidFill>
                  <a:srgbClr val="123E52"/>
                </a:solidFill>
                <a:latin typeface="Noto Sans" pitchFamily="34" charset="0"/>
                <a:ea typeface="Noto Sans" pitchFamily="34" charset="-122"/>
                <a:cs typeface="Noto Sans" pitchFamily="34" charset="-120"/>
              </a:rPr>
              <a:t> lại</a:t>
            </a:r>
            <a:r>
              <a:rPr lang="en-US" sz="1095" dirty="0" spc="0" kern="0">
                <a:solidFill>
                  <a:srgbClr val="123E52"/>
                </a:solidFill>
                <a:latin typeface="Noto Sans" pitchFamily="34" charset="0"/>
                <a:ea typeface="Noto Sans" pitchFamily="34" charset="-122"/>
                <a:cs typeface="Noto Sans" pitchFamily="34" charset="-120"/>
              </a:rPr>
              <a:t> phần</a:t>
            </a:r>
            <a:r>
              <a:rPr lang="en-US" sz="1095" dirty="0" spc="-1" kern="0">
                <a:solidFill>
                  <a:srgbClr val="123E52"/>
                </a:solidFill>
                <a:latin typeface="Noto Sans" pitchFamily="34" charset="0"/>
                <a:ea typeface="Noto Sans" pitchFamily="34" charset="-122"/>
                <a:cs typeface="Noto Sans" pitchFamily="34" charset="-120"/>
              </a:rPr>
              <a:t> liên</a:t>
            </a:r>
            <a:r>
              <a:rPr lang="en-US" sz="1095" dirty="0" spc="1" kern="0">
                <a:solidFill>
                  <a:srgbClr val="123E52"/>
                </a:solidFill>
                <a:latin typeface="Noto Sans" pitchFamily="34" charset="0"/>
                <a:ea typeface="Noto Sans" pitchFamily="34" charset="-122"/>
                <a:cs typeface="Noto Sans" pitchFamily="34" charset="-120"/>
              </a:rPr>
              <a:t> quan.</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4</a:t>
            </a:r>
            <a:r>
              <a:rPr lang="en-US" sz="1275" dirty="0" spc="5" kern="0">
                <a:solidFill>
                  <a:srgbClr val="123E52"/>
                </a:solidFill>
                <a:latin typeface="Lexend SemiBold" pitchFamily="34" charset="0"/>
                <a:ea typeface="Lexend SemiBold" pitchFamily="34" charset="-122"/>
                <a:cs typeface="Lexend SemiBold" pitchFamily="34" charset="-120"/>
              </a:rPr>
              <a:t> /</a:t>
            </a:r>
            <a:r>
              <a:rPr lang="en-US" sz="1275" dirty="0" spc="1" kern="0">
                <a:solidFill>
                  <a:srgbClr val="123E52"/>
                </a:solidFill>
                <a:latin typeface="Lexend SemiBold" pitchFamily="34" charset="0"/>
                <a:ea typeface="Lexend SemiBold" pitchFamily="34" charset="-122"/>
                <a:cs typeface="Lexend SemiBold" pitchFamily="34" charset="-120"/>
              </a:rPr>
              <a:t> Biết</a:t>
            </a:r>
            <a:r>
              <a:rPr lang="en-US" sz="1275" dirty="0" spc="-1" kern="0">
                <a:solidFill>
                  <a:srgbClr val="123E52"/>
                </a:solidFill>
                <a:latin typeface="Lexend SemiBold" pitchFamily="34" charset="0"/>
                <a:ea typeface="Lexend SemiBold" pitchFamily="34" charset="-122"/>
                <a:cs typeface="Lexend SemiBold" pitchFamily="34" charset="-120"/>
              </a:rPr>
              <a:t> giới</a:t>
            </a:r>
            <a:r>
              <a:rPr lang="en-US" sz="1275" dirty="0" spc="6" kern="0">
                <a:solidFill>
                  <a:srgbClr val="123E52"/>
                </a:solidFill>
                <a:latin typeface="Lexend SemiBold" pitchFamily="34" charset="0"/>
                <a:ea typeface="Lexend SemiBold" pitchFamily="34" charset="-122"/>
                <a:cs typeface="Lexend SemiBold" pitchFamily="34" charset="-120"/>
              </a:rPr>
              <a:t> hạn</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Nêu</a:t>
            </a:r>
            <a:r>
              <a:rPr lang="en-US" sz="1095" dirty="0" spc="-4" kern="0">
                <a:solidFill>
                  <a:srgbClr val="123E52"/>
                </a:solidFill>
                <a:latin typeface="Noto Sans" pitchFamily="34" charset="0"/>
                <a:ea typeface="Noto Sans" pitchFamily="34" charset="-122"/>
                <a:cs typeface="Noto Sans" pitchFamily="34" charset="-120"/>
              </a:rPr>
              <a:t> ít</a:t>
            </a:r>
            <a:r>
              <a:rPr lang="en-US" sz="1095" dirty="0" spc="0" kern="0">
                <a:solidFill>
                  <a:srgbClr val="123E52"/>
                </a:solidFill>
                <a:latin typeface="Noto Sans" pitchFamily="34" charset="0"/>
                <a:ea typeface="Noto Sans" pitchFamily="34" charset="-122"/>
                <a:cs typeface="Noto Sans" pitchFamily="34" charset="-120"/>
              </a:rPr>
              <a:t> nhất</a:t>
            </a:r>
            <a:r>
              <a:rPr lang="en-US" sz="1095" dirty="0" spc="-2" kern="0">
                <a:solidFill>
                  <a:srgbClr val="123E52"/>
                </a:solidFill>
                <a:latin typeface="Noto Sans" pitchFamily="34" charset="0"/>
                <a:ea typeface="Noto Sans" pitchFamily="34" charset="-122"/>
                <a:cs typeface="Noto Sans" pitchFamily="34" charset="-120"/>
              </a:rPr>
              <a:t> một tình</a:t>
            </a:r>
            <a:r>
              <a:rPr lang="en-US" sz="1095" dirty="0" spc="0" kern="0">
                <a:solidFill>
                  <a:srgbClr val="123E52"/>
                </a:solidFill>
                <a:latin typeface="Noto Sans" pitchFamily="34" charset="0"/>
                <a:ea typeface="Noto Sans" pitchFamily="34" charset="-122"/>
                <a:cs typeface="Noto Sans" pitchFamily="34" charset="-120"/>
              </a:rPr>
              <a:t> huống phiên</a:t>
            </a:r>
            <a:r>
              <a:rPr lang="en-US" sz="1095" dirty="0" spc="-1" kern="0">
                <a:solidFill>
                  <a:srgbClr val="123E52"/>
                </a:solidFill>
                <a:latin typeface="Noto Sans" pitchFamily="34" charset="0"/>
                <a:ea typeface="Noto Sans" pitchFamily="34" charset="-122"/>
                <a:cs typeface="Noto Sans" pitchFamily="34" charset="-120"/>
              </a:rPr>
              <a:t> bản</a:t>
            </a:r>
            <a:r>
              <a:rPr lang="en-US" sz="1095" dirty="0" spc="1" kern="0">
                <a:solidFill>
                  <a:srgbClr val="123E52"/>
                </a:solidFill>
                <a:latin typeface="Noto Sans" pitchFamily="34" charset="0"/>
                <a:ea typeface="Noto Sans" pitchFamily="34" charset="-122"/>
                <a:cs typeface="Noto Sans" pitchFamily="34" charset="-120"/>
              </a:rPr>
              <a:t> chưa</a:t>
            </a:r>
            <a:r>
              <a:rPr lang="en-US" sz="1095" dirty="0" spc="0" kern="0">
                <a:solidFill>
                  <a:srgbClr val="123E52"/>
                </a:solidFill>
                <a:latin typeface="Noto Sans" pitchFamily="34" charset="0"/>
                <a:ea typeface="Noto Sans" pitchFamily="34" charset="-122"/>
                <a:cs typeface="Noto Sans" pitchFamily="34" charset="-120"/>
              </a:rPr>
              <a:t> xử</a:t>
            </a:r>
            <a:r>
              <a:rPr lang="en-US" sz="1095" dirty="0" spc="-12" kern="0">
                <a:solidFill>
                  <a:srgbClr val="123E52"/>
                </a:solidFill>
                <a:latin typeface="Noto Sans" pitchFamily="34" charset="0"/>
                <a:ea typeface="Noto Sans" pitchFamily="34" charset="-122"/>
                <a:cs typeface="Noto Sans" pitchFamily="34" charset="-120"/>
              </a:rPr>
              <a:t> lý.</a:t>
            </a:r>
            <a:r>
              <a:rPr lang="en-US" sz="1095" dirty="0" spc="-18" kern="0">
                <a:solidFill>
                  <a:srgbClr val="123E52"/>
                </a:solidFill>
                <a:latin typeface="Noto Sans" pitchFamily="34" charset="0"/>
                <a:ea typeface="Noto Sans" pitchFamily="34" charset="-122"/>
                <a:cs typeface="Noto Sans" pitchFamily="34" charset="-120"/>
              </a:rPr>
              <a:t> Tách</a:t>
            </a:r>
            <a:r>
              <a:rPr lang="en-US" sz="1095" dirty="0" spc="-8" kern="0">
                <a:solidFill>
                  <a:srgbClr val="123E52"/>
                </a:solidFill>
                <a:latin typeface="Noto Sans" pitchFamily="34" charset="0"/>
                <a:ea typeface="Noto Sans" pitchFamily="34" charset="-122"/>
                <a:cs typeface="Noto Sans" pitchFamily="34" charset="-120"/>
              </a:rPr>
              <a:t> rõ</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0" kern="0">
                <a:solidFill>
                  <a:srgbClr val="123E52"/>
                </a:solidFill>
                <a:latin typeface="Noto Sans" pitchFamily="34" charset="0"/>
                <a:ea typeface="Noto Sans" pitchFamily="34" charset="-122"/>
                <a:cs typeface="Noto Sans" pitchFamily="34" charset="-120"/>
              </a:rPr>
              <a:t> năng</a:t>
            </a:r>
            <a:r>
              <a:rPr lang="en-US" sz="1095" dirty="0" spc="1" kern="0">
                <a:solidFill>
                  <a:srgbClr val="123E52"/>
                </a:solidFill>
                <a:latin typeface="Noto Sans" pitchFamily="34" charset="0"/>
                <a:ea typeface="Noto Sans" pitchFamily="34" charset="-122"/>
                <a:cs typeface="Noto Sans" pitchFamily="34" charset="-120"/>
              </a:rPr>
              <a:t> đã</a:t>
            </a:r>
            <a:r>
              <a:rPr lang="en-US" sz="1095" dirty="0" spc="0" kern="0">
                <a:solidFill>
                  <a:srgbClr val="123E52"/>
                </a:solidFill>
                <a:latin typeface="Noto Sans" pitchFamily="34" charset="0"/>
                <a:ea typeface="Noto Sans" pitchFamily="34" charset="-122"/>
                <a:cs typeface="Noto Sans" pitchFamily="34" charset="-120"/>
              </a:rPr>
              <a:t> làm,</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0" kern="0">
                <a:solidFill>
                  <a:srgbClr val="123E52"/>
                </a:solidFill>
                <a:latin typeface="Noto Sans" pitchFamily="34" charset="0"/>
                <a:ea typeface="Noto Sans" pitchFamily="34" charset="-122"/>
                <a:cs typeface="Noto Sans" pitchFamily="34" charset="-120"/>
              </a:rPr>
              <a:t> năng</a:t>
            </a:r>
            <a:r>
              <a:rPr lang="en-US" sz="1095" dirty="0" spc="-2" kern="0">
                <a:solidFill>
                  <a:srgbClr val="123E52"/>
                </a:solidFill>
                <a:latin typeface="Noto Sans" pitchFamily="34" charset="0"/>
                <a:ea typeface="Noto Sans" pitchFamily="34" charset="-122"/>
                <a:cs typeface="Noto Sans" pitchFamily="34" charset="-120"/>
              </a:rPr>
              <a:t> mới</a:t>
            </a:r>
            <a:r>
              <a:rPr lang="en-US" sz="1095" dirty="0" spc="-1" kern="0">
                <a:solidFill>
                  <a:srgbClr val="123E52"/>
                </a:solidFill>
                <a:latin typeface="Noto Sans" pitchFamily="34" charset="0"/>
                <a:ea typeface="Noto Sans" pitchFamily="34" charset="-122"/>
                <a:cs typeface="Noto Sans" pitchFamily="34" charset="-120"/>
              </a:rPr>
              <a:t> đọc</a:t>
            </a:r>
            <a:r>
              <a:rPr lang="en-US" sz="1095" dirty="0" spc="-2" kern="0">
                <a:solidFill>
                  <a:srgbClr val="123E52"/>
                </a:solidFill>
                <a:latin typeface="Noto Sans" pitchFamily="34" charset="0"/>
                <a:ea typeface="Noto Sans" pitchFamily="34" charset="-122"/>
                <a:cs typeface="Noto Sans" pitchFamily="34" charset="-120"/>
              </a:rPr>
              <a:t> và tính</a:t>
            </a:r>
            <a:r>
              <a:rPr lang="en-US" sz="1095" dirty="0" spc="0" kern="0">
                <a:solidFill>
                  <a:srgbClr val="123E52"/>
                </a:solidFill>
                <a:latin typeface="Noto Sans" pitchFamily="34" charset="0"/>
                <a:ea typeface="Noto Sans" pitchFamily="34" charset="-122"/>
                <a:cs typeface="Noto Sans" pitchFamily="34" charset="-120"/>
              </a:rPr>
              <a:t> năng</a:t>
            </a:r>
            <a:r>
              <a:rPr lang="en-US" sz="1095" dirty="0" spc="1" kern="0">
                <a:solidFill>
                  <a:srgbClr val="123E52"/>
                </a:solidFill>
                <a:latin typeface="Noto Sans" pitchFamily="34" charset="0"/>
                <a:ea typeface="Noto Sans" pitchFamily="34" charset="-122"/>
                <a:cs typeface="Noto Sans" pitchFamily="34" charset="-120"/>
              </a:rPr>
              <a:t> chưa</a:t>
            </a:r>
            <a:r>
              <a:rPr lang="en-US" sz="1095" dirty="0" spc="0" kern="0">
                <a:solidFill>
                  <a:srgbClr val="123E52"/>
                </a:solidFill>
                <a:latin typeface="Noto Sans" pitchFamily="34" charset="0"/>
                <a:ea typeface="Noto Sans" pitchFamily="34" charset="-122"/>
                <a:cs typeface="Noto Sans" pitchFamily="34" charset="-120"/>
              </a:rPr>
              <a:t> thử.</a:t>
            </a:r>
            <a:endParaRPr lang="en-US" sz="1095" dirty="0"/>
          </a:p>
        </p:txBody>
      </p:sp>
      <p:sp>
        <p:nvSpPr>
          <p:cNvPr id="20" name="Connector line-1792810849237-600972665"/>
          <p:cNvSpPr/>
          <p:nvPr/>
        </p:nvSpPr>
        <p:spPr>
          <a:xfrm>
            <a:off x="457200" y="10144125"/>
            <a:ext cx="6648450" cy="0"/>
          </a:xfrm>
          <a:prstGeom prst="line">
            <a:avLst/>
          </a:prstGeom>
          <a:noFill/>
          <a:ln w="9525">
            <a:solidFill>
              <a:srgbClr val="D3E1E5"/>
            </a:solidFill>
            <a:prstDash val="solid"/>
            <a:headEnd type="none"/>
            <a:tailEnd type="none"/>
          </a:ln>
        </p:spPr>
      </p:sp>
      <p:sp>
        <p:nvSpPr>
          <p:cNvPr id="21" name="Text 1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2" name="Text 2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17</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3" name="Shape 21"/>
          <p:cNvSpPr/>
          <p:nvPr/>
        </p:nvSpPr>
        <p:spPr>
          <a:xfrm>
            <a:off x="5868772" y="9806509"/>
            <a:ext cx="1210056" cy="406043"/>
          </a:xfrm>
          <a:prstGeom prst="roundRect">
            <a:avLst>
              <a:gd name="adj" fmla="val 28000"/>
            </a:avLst>
          </a:prstGeom>
          <a:solidFill>
            <a:srgbClr val="FFFFFF">
              <a:alpha val="82000"/>
            </a:srgbClr>
          </a:solidFill>
          <a:ln/>
        </p:spPr>
      </p:sp>
      <p:pic>
        <p:nvPicPr>
          <p:cNvPr id="24" name="Moda image moda-export-watermark-c97ed417-7cb8-448a-a89b-f25336e02b04"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0" kern="0">
                <a:solidFill>
                  <a:srgbClr val="123E52"/>
                </a:solidFill>
                <a:latin typeface="Lexend SemiBold" pitchFamily="34" charset="0"/>
                <a:ea typeface="Lexend SemiBold" pitchFamily="34" charset="-122"/>
                <a:cs typeface="Lexend SemiBold" pitchFamily="34" charset="-120"/>
              </a:rPr>
              <a:t>Những điều dễ</a:t>
            </a:r>
            <a:r>
              <a:rPr lang="en-US" sz="2175" dirty="0" spc="1" kern="0">
                <a:solidFill>
                  <a:srgbClr val="123E52"/>
                </a:solidFill>
                <a:latin typeface="Lexend SemiBold" pitchFamily="34" charset="0"/>
                <a:ea typeface="Lexend SemiBold" pitchFamily="34" charset="-122"/>
                <a:cs typeface="Lexend SemiBold" pitchFamily="34" charset="-120"/>
              </a:rPr>
              <a:t> hiểu</a:t>
            </a:r>
            <a:r>
              <a:rPr lang="en-US" sz="2175" dirty="0" spc="4" kern="0">
                <a:solidFill>
                  <a:srgbClr val="123E52"/>
                </a:solidFill>
                <a:latin typeface="Lexend SemiBold" pitchFamily="34" charset="0"/>
                <a:ea typeface="Lexend SemiBold" pitchFamily="34" charset="-122"/>
                <a:cs typeface="Lexend SemiBold" pitchFamily="34" charset="-120"/>
              </a:rPr>
              <a:t> nhầm</a:t>
            </a:r>
            <a:endParaRPr lang="en-US" sz="2175" dirty="0"/>
          </a:p>
        </p:txBody>
      </p:sp>
      <p:sp>
        <p:nvSpPr>
          <p:cNvPr id="5" name="Connector line-1792810852189-153433002"/>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13" kern="0">
                <a:solidFill>
                  <a:srgbClr val="123E52"/>
                </a:solidFill>
                <a:latin typeface="Noto Sans" pitchFamily="34" charset="0"/>
                <a:ea typeface="Noto Sans" pitchFamily="34" charset="-122"/>
                <a:cs typeface="Noto Sans" pitchFamily="34" charset="-120"/>
              </a:rPr>
              <a:t>Tuyển</a:t>
            </a:r>
            <a:r>
              <a:rPr lang="en-US" sz="1313" dirty="0" spc="-1" kern="0">
                <a:solidFill>
                  <a:srgbClr val="123E52"/>
                </a:solidFill>
                <a:latin typeface="Noto Sans" pitchFamily="34" charset="0"/>
                <a:ea typeface="Noto Sans" pitchFamily="34" charset="-122"/>
                <a:cs typeface="Noto Sans" pitchFamily="34" charset="-120"/>
              </a:rPr>
              <a:t> tập hướng dẫn</a:t>
            </a:r>
            <a:r>
              <a:rPr lang="en-US" sz="1313" dirty="0" spc="0" kern="0">
                <a:solidFill>
                  <a:srgbClr val="123E52"/>
                </a:solidFill>
                <a:latin typeface="Noto Sans" pitchFamily="34" charset="0"/>
                <a:ea typeface="Noto Sans" pitchFamily="34" charset="-122"/>
                <a:cs typeface="Noto Sans" pitchFamily="34" charset="-120"/>
              </a:rPr>
              <a:t> mở</a:t>
            </a:r>
            <a:r>
              <a:rPr lang="en-US" sz="1313" dirty="0" spc="-6" kern="0">
                <a:solidFill>
                  <a:srgbClr val="123E52"/>
                </a:solidFill>
                <a:latin typeface="Noto Sans" pitchFamily="34" charset="0"/>
                <a:ea typeface="Noto Sans" pitchFamily="34" charset="-122"/>
                <a:cs typeface="Noto Sans" pitchFamily="34" charset="-120"/>
              </a:rPr>
              <a:t> ra</a:t>
            </a:r>
            <a:r>
              <a:rPr lang="en-US" sz="1313" dirty="0" spc="1" kern="0">
                <a:solidFill>
                  <a:srgbClr val="123E52"/>
                </a:solidFill>
                <a:latin typeface="Noto Sans" pitchFamily="34" charset="0"/>
                <a:ea typeface="Noto Sans" pitchFamily="34" charset="-122"/>
                <a:cs typeface="Noto Sans" pitchFamily="34" charset="-120"/>
              </a:rPr>
              <a:t> nhiều</a:t>
            </a:r>
            <a:r>
              <a:rPr lang="en-US" sz="1313" dirty="0" spc="2" kern="0">
                <a:solidFill>
                  <a:srgbClr val="123E52"/>
                </a:solidFill>
                <a:latin typeface="Noto Sans" pitchFamily="34" charset="0"/>
                <a:ea typeface="Noto Sans" pitchFamily="34" charset="-122"/>
                <a:cs typeface="Noto Sans" pitchFamily="34" charset="-120"/>
              </a:rPr>
              <a:t> cách</a:t>
            </a:r>
            <a:r>
              <a:rPr lang="en-US" sz="1313" dirty="0" spc="1" kern="0">
                <a:solidFill>
                  <a:srgbClr val="123E52"/>
                </a:solidFill>
                <a:latin typeface="Noto Sans" pitchFamily="34" charset="0"/>
                <a:ea typeface="Noto Sans" pitchFamily="34" charset="-122"/>
                <a:cs typeface="Noto Sans" pitchFamily="34" charset="-120"/>
              </a:rPr>
              <a:t> học,</a:t>
            </a:r>
            <a:r>
              <a:rPr lang="en-US" sz="1313" dirty="0" spc="-1" kern="0">
                <a:solidFill>
                  <a:srgbClr val="123E52"/>
                </a:solidFill>
                <a:latin typeface="Noto Sans" pitchFamily="34" charset="0"/>
                <a:ea typeface="Noto Sans" pitchFamily="34" charset="-122"/>
                <a:cs typeface="Noto Sans" pitchFamily="34" charset="-120"/>
              </a:rPr>
              <a:t> nhưng</a:t>
            </a:r>
            <a:r>
              <a:rPr lang="en-US" sz="1313" dirty="0" spc="3" kern="0">
                <a:solidFill>
                  <a:srgbClr val="123E52"/>
                </a:solidFill>
                <a:latin typeface="Noto Sans" pitchFamily="34" charset="0"/>
                <a:ea typeface="Noto Sans" pitchFamily="34" charset="-122"/>
                <a:cs typeface="Noto Sans" pitchFamily="34" charset="-120"/>
              </a:rPr>
              <a:t> các</a:t>
            </a:r>
            <a:r>
              <a:rPr lang="en-US" sz="1313" dirty="0" spc="1" kern="0">
                <a:solidFill>
                  <a:srgbClr val="123E52"/>
                </a:solidFill>
                <a:latin typeface="Noto Sans" pitchFamily="34" charset="0"/>
                <a:ea typeface="Noto Sans" pitchFamily="34" charset="-122"/>
                <a:cs typeface="Noto Sans" pitchFamily="34" charset="-120"/>
              </a:rPr>
              <a:t> tài</a:t>
            </a:r>
            <a:r>
              <a:rPr lang="en-US" sz="1313" dirty="0" spc="2" kern="0">
                <a:solidFill>
                  <a:srgbClr val="123E52"/>
                </a:solidFill>
                <a:latin typeface="Noto Sans" pitchFamily="34" charset="0"/>
                <a:ea typeface="Noto Sans" pitchFamily="34" charset="-122"/>
                <a:cs typeface="Noto Sans" pitchFamily="34" charset="-120"/>
              </a:rPr>
              <a:t> liệu</a:t>
            </a:r>
            <a:r>
              <a:rPr lang="en-US" sz="1313" dirty="0" spc="1" kern="0">
                <a:solidFill>
                  <a:srgbClr val="123E52"/>
                </a:solidFill>
                <a:latin typeface="Noto Sans" pitchFamily="34" charset="0"/>
                <a:ea typeface="Noto Sans" pitchFamily="34" charset="-122"/>
                <a:cs typeface="Noto Sans" pitchFamily="34" charset="-120"/>
              </a:rPr>
              <a:t> đích</a:t>
            </a:r>
            <a:r>
              <a:rPr lang="en-US" sz="1313" dirty="0" spc="2" kern="0">
                <a:solidFill>
                  <a:srgbClr val="123E52"/>
                </a:solidFill>
                <a:latin typeface="Noto Sans" pitchFamily="34" charset="0"/>
                <a:ea typeface="Noto Sans" pitchFamily="34" charset="-122"/>
                <a:cs typeface="Noto Sans" pitchFamily="34" charset="-120"/>
              </a:rPr>
              <a:t> có</a:t>
            </a:r>
            <a:r>
              <a:rPr lang="en-US" sz="1313" dirty="0" spc="-1" kern="0">
                <a:solidFill>
                  <a:srgbClr val="123E52"/>
                </a:solidFill>
                <a:latin typeface="Noto Sans" pitchFamily="34" charset="0"/>
                <a:ea typeface="Noto Sans" pitchFamily="34" charset="-122"/>
                <a:cs typeface="Noto Sans" pitchFamily="34" charset="-120"/>
              </a:rPr>
              <a:t> tuổi</a:t>
            </a:r>
            <a:r>
              <a:rPr lang="en-US" sz="1313" dirty="0" spc="0" kern="0">
                <a:solidFill>
                  <a:srgbClr val="123E52"/>
                </a:solidFill>
                <a:latin typeface="Noto Sans" pitchFamily="34" charset="0"/>
                <a:ea typeface="Noto Sans" pitchFamily="34" charset="-122"/>
                <a:cs typeface="Noto Sans" pitchFamily="34" charset="-120"/>
              </a:rPr>
              <a:t> đời, phạm</a:t>
            </a:r>
            <a:r>
              <a:rPr lang="en-US" sz="1313" dirty="0" spc="4" kern="0">
                <a:solidFill>
                  <a:srgbClr val="123E52"/>
                </a:solidFill>
                <a:latin typeface="Noto Sans" pitchFamily="34" charset="0"/>
                <a:ea typeface="Noto Sans" pitchFamily="34" charset="-122"/>
                <a:cs typeface="Noto Sans" pitchFamily="34" charset="-120"/>
              </a:rPr>
              <a:t> vi</a:t>
            </a:r>
            <a:r>
              <a:rPr lang="en-US" sz="1313" dirty="0" spc="2" kern="0">
                <a:solidFill>
                  <a:srgbClr val="123E52"/>
                </a:solidFill>
                <a:latin typeface="Noto Sans" pitchFamily="34" charset="0"/>
                <a:ea typeface="Noto Sans" pitchFamily="34" charset="-122"/>
                <a:cs typeface="Noto Sans" pitchFamily="34" charset="-120"/>
              </a:rPr>
              <a:t> và</a:t>
            </a:r>
            <a:r>
              <a:rPr lang="en-US" sz="1313" dirty="0" spc="1" kern="0">
                <a:solidFill>
                  <a:srgbClr val="123E52"/>
                </a:solidFill>
                <a:latin typeface="Noto Sans" pitchFamily="34" charset="0"/>
                <a:ea typeface="Noto Sans" pitchFamily="34" charset="-122"/>
                <a:cs typeface="Noto Sans" pitchFamily="34" charset="-120"/>
              </a:rPr>
              <a:t> điều</a:t>
            </a:r>
            <a:r>
              <a:rPr lang="en-US" sz="1313" dirty="0" spc="2" kern="0">
                <a:solidFill>
                  <a:srgbClr val="123E52"/>
                </a:solidFill>
                <a:latin typeface="Noto Sans" pitchFamily="34" charset="0"/>
                <a:ea typeface="Noto Sans" pitchFamily="34" charset="-122"/>
                <a:cs typeface="Noto Sans" pitchFamily="34" charset="-120"/>
              </a:rPr>
              <a:t> kiện</a:t>
            </a:r>
            <a:r>
              <a:rPr lang="en-US" sz="1313" dirty="0" spc="1" kern="0">
                <a:solidFill>
                  <a:srgbClr val="123E52"/>
                </a:solidFill>
                <a:latin typeface="Noto Sans" pitchFamily="34" charset="0"/>
                <a:ea typeface="Noto Sans" pitchFamily="34" charset="-122"/>
                <a:cs typeface="Noto Sans" pitchFamily="34" charset="-120"/>
              </a:rPr>
              <a:t> riêng.</a:t>
            </a:r>
            <a:r>
              <a:rPr lang="en-US" sz="1313" dirty="0" spc="0" kern="0">
                <a:solidFill>
                  <a:srgbClr val="123E52"/>
                </a:solidFill>
                <a:latin typeface="Noto Sans" pitchFamily="34" charset="0"/>
                <a:ea typeface="Noto Sans" pitchFamily="34" charset="-122"/>
                <a:cs typeface="Noto Sans" pitchFamily="34" charset="-120"/>
              </a:rPr>
              <a:t> Đọc</a:t>
            </a:r>
            <a:r>
              <a:rPr lang="en-US" sz="1313" dirty="0" spc="-1" kern="0">
                <a:solidFill>
                  <a:srgbClr val="123E52"/>
                </a:solidFill>
                <a:latin typeface="Noto Sans" pitchFamily="34" charset="0"/>
                <a:ea typeface="Noto Sans" pitchFamily="34" charset="-122"/>
                <a:cs typeface="Noto Sans" pitchFamily="34" charset="-120"/>
              </a:rPr>
              <a:t> đúng</a:t>
            </a:r>
            <a:r>
              <a:rPr lang="en-US" sz="1313" dirty="0" spc="2" kern="0">
                <a:solidFill>
                  <a:srgbClr val="123E52"/>
                </a:solidFill>
                <a:latin typeface="Noto Sans" pitchFamily="34" charset="0"/>
                <a:ea typeface="Noto Sans" pitchFamily="34" charset="-122"/>
                <a:cs typeface="Noto Sans" pitchFamily="34" charset="-120"/>
              </a:rPr>
              <a:t> vai</a:t>
            </a:r>
            <a:r>
              <a:rPr lang="en-US" sz="1313" dirty="0" spc="-6" kern="0">
                <a:solidFill>
                  <a:srgbClr val="123E52"/>
                </a:solidFill>
                <a:latin typeface="Noto Sans" pitchFamily="34" charset="0"/>
                <a:ea typeface="Noto Sans" pitchFamily="34" charset="-122"/>
                <a:cs typeface="Noto Sans" pitchFamily="34" charset="-120"/>
              </a:rPr>
              <a:t> trò</a:t>
            </a:r>
            <a:r>
              <a:rPr lang="en-US" sz="1313" dirty="0" spc="2" kern="0">
                <a:solidFill>
                  <a:srgbClr val="123E52"/>
                </a:solidFill>
                <a:latin typeface="Noto Sans" pitchFamily="34" charset="0"/>
                <a:ea typeface="Noto Sans" pitchFamily="34" charset="-122"/>
                <a:cs typeface="Noto Sans" pitchFamily="34" charset="-120"/>
              </a:rPr>
              <a:t> của</a:t>
            </a:r>
            <a:r>
              <a:rPr lang="en-US" sz="1313" dirty="0" spc="-5" kern="0">
                <a:solidFill>
                  <a:srgbClr val="123E52"/>
                </a:solidFill>
                <a:latin typeface="Noto Sans" pitchFamily="34" charset="0"/>
                <a:ea typeface="Noto Sans" pitchFamily="34" charset="-122"/>
                <a:cs typeface="Noto Sans" pitchFamily="34" charset="-120"/>
              </a:rPr>
              <a:t> repo</a:t>
            </a:r>
            <a:r>
              <a:rPr lang="en-US" sz="1313" dirty="0" spc="3" kern="0">
                <a:solidFill>
                  <a:srgbClr val="123E52"/>
                </a:solidFill>
                <a:latin typeface="Noto Sans" pitchFamily="34" charset="0"/>
                <a:ea typeface="Noto Sans" pitchFamily="34" charset="-122"/>
                <a:cs typeface="Noto Sans" pitchFamily="34" charset="-120"/>
              </a:rPr>
              <a:t> sẽ</a:t>
            </a:r>
            <a:r>
              <a:rPr lang="en-US" sz="1313" dirty="0" spc="-1" kern="0">
                <a:solidFill>
                  <a:srgbClr val="123E52"/>
                </a:solidFill>
                <a:latin typeface="Noto Sans" pitchFamily="34" charset="0"/>
                <a:ea typeface="Noto Sans" pitchFamily="34" charset="-122"/>
                <a:cs typeface="Noto Sans" pitchFamily="34" charset="-120"/>
              </a:rPr>
              <a:t> giúp bạn</a:t>
            </a:r>
            <a:r>
              <a:rPr lang="en-US" sz="1313" dirty="0" spc="0" kern="0">
                <a:solidFill>
                  <a:srgbClr val="123E52"/>
                </a:solidFill>
                <a:latin typeface="Noto Sans" pitchFamily="34" charset="0"/>
                <a:ea typeface="Noto Sans" pitchFamily="34" charset="-122"/>
                <a:cs typeface="Noto Sans" pitchFamily="34" charset="-120"/>
              </a:rPr>
              <a:t> đặt kỳ</a:t>
            </a:r>
            <a:r>
              <a:rPr lang="en-US" sz="1313" dirty="0" spc="-1" kern="0">
                <a:solidFill>
                  <a:srgbClr val="123E52"/>
                </a:solidFill>
                <a:latin typeface="Noto Sans" pitchFamily="34" charset="0"/>
                <a:ea typeface="Noto Sans" pitchFamily="34" charset="-122"/>
                <a:cs typeface="Noto Sans" pitchFamily="34" charset="-120"/>
              </a:rPr>
              <a:t> vọng</a:t>
            </a:r>
            <a:r>
              <a:rPr lang="en-US" sz="1313" dirty="0" spc="0" kern="0">
                <a:solidFill>
                  <a:srgbClr val="123E52"/>
                </a:solidFill>
                <a:latin typeface="Noto Sans" pitchFamily="34" charset="0"/>
                <a:ea typeface="Noto Sans" pitchFamily="34" charset="-122"/>
                <a:cs typeface="Noto Sans" pitchFamily="34" charset="-120"/>
              </a:rPr>
              <a:t> phù</a:t>
            </a:r>
            <a:r>
              <a:rPr lang="en-US" sz="1313" dirty="0" spc="-1" kern="0">
                <a:solidFill>
                  <a:srgbClr val="123E52"/>
                </a:solidFill>
                <a:latin typeface="Noto Sans" pitchFamily="34" charset="0"/>
                <a:ea typeface="Noto Sans" pitchFamily="34" charset="-122"/>
                <a:cs typeface="Noto Sans" pitchFamily="34" charset="-120"/>
              </a:rPr>
              <a:t> hợp.</a:t>
            </a:r>
            <a:r>
              <a:rPr lang="en-US" sz="1313" dirty="0" spc="-2" kern="0">
                <a:solidFill>
                  <a:srgbClr val="123E52"/>
                </a:solidFill>
                <a:latin typeface="Noto Sans" pitchFamily="34" charset="0"/>
                <a:ea typeface="Noto Sans" pitchFamily="34" charset="-122"/>
                <a:cs typeface="Noto Sans" pitchFamily="34" charset="-120"/>
              </a:rPr>
              <a:t> [S1]</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Clone</a:t>
            </a:r>
            <a:r>
              <a:rPr lang="en-US" sz="1275" dirty="0" spc="-6" kern="0">
                <a:solidFill>
                  <a:srgbClr val="123E52"/>
                </a:solidFill>
                <a:latin typeface="Lexend SemiBold" pitchFamily="34" charset="0"/>
                <a:ea typeface="Lexend SemiBold" pitchFamily="34" charset="-122"/>
                <a:cs typeface="Lexend SemiBold" pitchFamily="34" charset="-120"/>
              </a:rPr>
              <a:t> repo</a:t>
            </a:r>
            <a:r>
              <a:rPr lang="en-US" sz="1275" dirty="0" spc="-2" kern="0">
                <a:solidFill>
                  <a:srgbClr val="123E52"/>
                </a:solidFill>
                <a:latin typeface="Lexend SemiBold" pitchFamily="34" charset="0"/>
                <a:ea typeface="Lexend SemiBold" pitchFamily="34" charset="-122"/>
                <a:cs typeface="Lexend SemiBold" pitchFamily="34" charset="-120"/>
              </a:rPr>
              <a:t> ≠</a:t>
            </a:r>
            <a:r>
              <a:rPr lang="en-US" sz="1275" dirty="0" spc="2" kern="0">
                <a:solidFill>
                  <a:srgbClr val="123E52"/>
                </a:solidFill>
                <a:latin typeface="Lexend SemiBold" pitchFamily="34" charset="0"/>
                <a:ea typeface="Lexend SemiBold" pitchFamily="34" charset="-122"/>
                <a:cs typeface="Lexend SemiBold" pitchFamily="34" charset="-120"/>
              </a:rPr>
              <a:t> tải</a:t>
            </a:r>
            <a:r>
              <a:rPr lang="en-US" sz="1275" dirty="0" spc="0" kern="0">
                <a:solidFill>
                  <a:srgbClr val="123E52"/>
                </a:solidFill>
                <a:latin typeface="Lexend SemiBold" pitchFamily="34" charset="0"/>
                <a:ea typeface="Lexend SemiBold" pitchFamily="34" charset="-122"/>
                <a:cs typeface="Lexend SemiBold" pitchFamily="34" charset="-120"/>
              </a:rPr>
              <a:t> mọi khóa</a:t>
            </a:r>
            <a:r>
              <a:rPr lang="en-US" sz="1275" dirty="0" spc="2" kern="0">
                <a:solidFill>
                  <a:srgbClr val="123E52"/>
                </a:solidFill>
                <a:latin typeface="Lexend SemiBold" pitchFamily="34" charset="0"/>
                <a:ea typeface="Lexend SemiBold" pitchFamily="34" charset="-122"/>
                <a:cs typeface="Lexend SemiBold" pitchFamily="34" charset="-120"/>
              </a:rPr>
              <a:t> học</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Clone</a:t>
            </a:r>
            <a:r>
              <a:rPr lang="en-US" sz="1095" dirty="0" spc="-2" kern="0">
                <a:solidFill>
                  <a:srgbClr val="123E52"/>
                </a:solidFill>
                <a:latin typeface="Noto Sans" pitchFamily="34" charset="0"/>
                <a:ea typeface="Noto Sans" pitchFamily="34" charset="-122"/>
                <a:cs typeface="Noto Sans" pitchFamily="34" charset="-120"/>
              </a:rPr>
              <a:t> lấy nội</a:t>
            </a:r>
            <a:r>
              <a:rPr lang="en-US" sz="1095" dirty="0" spc="0" kern="0">
                <a:solidFill>
                  <a:srgbClr val="123E52"/>
                </a:solidFill>
                <a:latin typeface="Noto Sans" pitchFamily="34" charset="0"/>
                <a:ea typeface="Noto Sans" pitchFamily="34" charset="-122"/>
                <a:cs typeface="Noto Sans" pitchFamily="34" charset="-120"/>
              </a:rPr>
              <a:t> dung của</a:t>
            </a:r>
            <a:r>
              <a:rPr lang="en-US" sz="1095" dirty="0" spc="-4" kern="0">
                <a:solidFill>
                  <a:srgbClr val="123E52"/>
                </a:solidFill>
                <a:latin typeface="Noto Sans" pitchFamily="34" charset="0"/>
                <a:ea typeface="Noto Sans" pitchFamily="34" charset="-122"/>
                <a:cs typeface="Noto Sans" pitchFamily="34" charset="-120"/>
              </a:rPr>
              <a:t> repo</a:t>
            </a:r>
            <a:r>
              <a:rPr lang="en-US" sz="1095" dirty="0" spc="0" kern="0">
                <a:solidFill>
                  <a:srgbClr val="123E52"/>
                </a:solidFill>
                <a:latin typeface="Noto Sans" pitchFamily="34" charset="0"/>
                <a:ea typeface="Noto Sans" pitchFamily="34" charset="-122"/>
                <a:cs typeface="Noto Sans" pitchFamily="34" charset="-120"/>
              </a:rPr>
              <a:t> tổng.</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1" kern="0">
                <a:solidFill>
                  <a:srgbClr val="123E52"/>
                </a:solidFill>
                <a:latin typeface="Noto Sans" pitchFamily="34" charset="0"/>
                <a:ea typeface="Noto Sans" pitchFamily="34" charset="-122"/>
                <a:cs typeface="Noto Sans" pitchFamily="34" charset="-120"/>
              </a:rPr>
              <a:t> viết,</a:t>
            </a:r>
            <a:r>
              <a:rPr lang="en-US" sz="1095" dirty="0" spc="0" kern="0">
                <a:solidFill>
                  <a:srgbClr val="123E52"/>
                </a:solidFill>
                <a:latin typeface="Noto Sans" pitchFamily="34" charset="0"/>
                <a:ea typeface="Noto Sans" pitchFamily="34" charset="-122"/>
                <a:cs typeface="Noto Sans" pitchFamily="34" charset="-120"/>
              </a:rPr>
              <a:t> sách</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mã</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liên</a:t>
            </a:r>
            <a:r>
              <a:rPr lang="en-US" sz="1095" dirty="0" spc="-1" kern="0">
                <a:solidFill>
                  <a:srgbClr val="123E52"/>
                </a:solidFill>
                <a:latin typeface="Noto Sans" pitchFamily="34" charset="0"/>
                <a:ea typeface="Noto Sans" pitchFamily="34" charset="-122"/>
                <a:cs typeface="Noto Sans" pitchFamily="34" charset="-120"/>
              </a:rPr>
              <a:t> kết</a:t>
            </a:r>
            <a:r>
              <a:rPr lang="en-US" sz="1095" dirty="0" spc="0" kern="0">
                <a:solidFill>
                  <a:srgbClr val="123E52"/>
                </a:solidFill>
                <a:latin typeface="Noto Sans" pitchFamily="34" charset="0"/>
                <a:ea typeface="Noto Sans" pitchFamily="34" charset="-122"/>
                <a:cs typeface="Noto Sans" pitchFamily="34" charset="-120"/>
              </a:rPr>
              <a:t> có</a:t>
            </a:r>
            <a:r>
              <a:rPr lang="en-US" sz="1095" dirty="0" spc="-1" kern="0">
                <a:solidFill>
                  <a:srgbClr val="123E52"/>
                </a:solidFill>
                <a:latin typeface="Noto Sans" pitchFamily="34" charset="0"/>
                <a:ea typeface="Noto Sans" pitchFamily="34" charset="-122"/>
                <a:cs typeface="Noto Sans" pitchFamily="34" charset="-120"/>
              </a:rPr>
              <a:t> thể</a:t>
            </a:r>
            <a:r>
              <a:rPr lang="en-US" sz="1095" dirty="0" spc="0" kern="0">
                <a:solidFill>
                  <a:srgbClr val="123E52"/>
                </a:solidFill>
                <a:latin typeface="Noto Sans" pitchFamily="34" charset="0"/>
                <a:ea typeface="Noto Sans" pitchFamily="34" charset="-122"/>
                <a:cs typeface="Noto Sans" pitchFamily="34" charset="-120"/>
              </a:rPr>
              <a:t> nằm</a:t>
            </a:r>
            <a:r>
              <a:rPr lang="en-US" sz="1095" dirty="0" spc="-1" kern="0">
                <a:solidFill>
                  <a:srgbClr val="123E52"/>
                </a:solidFill>
                <a:latin typeface="Noto Sans" pitchFamily="34" charset="0"/>
                <a:ea typeface="Noto Sans" pitchFamily="34" charset="-122"/>
                <a:cs typeface="Noto Sans" pitchFamily="34" charset="-120"/>
              </a:rPr>
              <a:t> ở</a:t>
            </a:r>
            <a:r>
              <a:rPr lang="en-US" sz="1095" dirty="0" spc="0" kern="0">
                <a:solidFill>
                  <a:srgbClr val="123E52"/>
                </a:solidFill>
                <a:latin typeface="Noto Sans" pitchFamily="34" charset="0"/>
                <a:ea typeface="Noto Sans" pitchFamily="34" charset="-122"/>
                <a:cs typeface="Noto Sans" pitchFamily="34" charset="-120"/>
              </a:rPr>
              <a:t> những</a:t>
            </a:r>
            <a:r>
              <a:rPr lang="en-US" sz="1095" dirty="0" spc="-1" kern="0">
                <a:solidFill>
                  <a:srgbClr val="123E52"/>
                </a:solidFill>
                <a:latin typeface="Noto Sans" pitchFamily="34" charset="0"/>
                <a:ea typeface="Noto Sans" pitchFamily="34" charset="-122"/>
                <a:cs typeface="Noto Sans" pitchFamily="34" charset="-120"/>
              </a:rPr>
              <a:t> nơi</a:t>
            </a:r>
            <a:r>
              <a:rPr lang="en-US" sz="1095" dirty="0" spc="1" kern="0">
                <a:solidFill>
                  <a:srgbClr val="123E52"/>
                </a:solidFill>
                <a:latin typeface="Noto Sans" pitchFamily="34" charset="0"/>
                <a:ea typeface="Noto Sans" pitchFamily="34" charset="-122"/>
                <a:cs typeface="Noto Sans" pitchFamily="34" charset="-120"/>
              </a:rPr>
              <a:t> khác.</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14" kern="0">
                <a:solidFill>
                  <a:srgbClr val="123E52"/>
                </a:solidFill>
                <a:latin typeface="Lexend SemiBold" pitchFamily="34" charset="0"/>
                <a:ea typeface="Lexend SemiBold" pitchFamily="34" charset="-122"/>
                <a:cs typeface="Lexend SemiBold" pitchFamily="34" charset="-120"/>
              </a:rPr>
              <a:t>From</a:t>
            </a:r>
            <a:r>
              <a:rPr lang="en-US" sz="1275" dirty="0" spc="-2" kern="0">
                <a:solidFill>
                  <a:srgbClr val="123E52"/>
                </a:solidFill>
                <a:latin typeface="Lexend SemiBold" pitchFamily="34" charset="0"/>
                <a:ea typeface="Lexend SemiBold" pitchFamily="34" charset="-122"/>
                <a:cs typeface="Lexend SemiBold" pitchFamily="34" charset="-120"/>
              </a:rPr>
              <a:t> scratch</a:t>
            </a:r>
            <a:r>
              <a:rPr lang="en-US" sz="1275" dirty="0" spc="-1" kern="0">
                <a:solidFill>
                  <a:srgbClr val="123E52"/>
                </a:solidFill>
                <a:latin typeface="Lexend SemiBold" pitchFamily="34" charset="0"/>
                <a:ea typeface="Lexend SemiBold" pitchFamily="34" charset="-122"/>
                <a:cs typeface="Lexend SemiBold" pitchFamily="34" charset="-120"/>
              </a:rPr>
              <a:t> ≠</a:t>
            </a:r>
            <a:r>
              <a:rPr lang="en-US" sz="1275" dirty="0" spc="0" kern="0">
                <a:solidFill>
                  <a:srgbClr val="123E52"/>
                </a:solidFill>
                <a:latin typeface="Lexend SemiBold" pitchFamily="34" charset="0"/>
                <a:ea typeface="Lexend SemiBold" pitchFamily="34" charset="-122"/>
                <a:cs typeface="Lexend SemiBold" pitchFamily="34" charset="-120"/>
              </a:rPr>
              <a:t> không</a:t>
            </a:r>
            <a:r>
              <a:rPr lang="en-US" sz="1275" dirty="0" spc="5" kern="0">
                <a:solidFill>
                  <a:srgbClr val="123E52"/>
                </a:solidFill>
                <a:latin typeface="Lexend SemiBold" pitchFamily="34" charset="0"/>
                <a:ea typeface="Lexend SemiBold" pitchFamily="34" charset="-122"/>
                <a:cs typeface="Lexend SemiBold" pitchFamily="34" charset="-120"/>
              </a:rPr>
              <a:t> dùng</a:t>
            </a:r>
            <a:r>
              <a:rPr lang="en-US" sz="1275" dirty="0" spc="0" kern="0">
                <a:solidFill>
                  <a:srgbClr val="123E52"/>
                </a:solidFill>
                <a:latin typeface="Lexend SemiBold" pitchFamily="34" charset="0"/>
                <a:ea typeface="Lexend SemiBold" pitchFamily="34" charset="-122"/>
                <a:cs typeface="Lexend SemiBold" pitchFamily="34" charset="-120"/>
              </a:rPr>
              <a:t> gì</a:t>
            </a:r>
            <a:r>
              <a:rPr lang="en-US" sz="1275" dirty="0" spc="1" kern="0">
                <a:solidFill>
                  <a:srgbClr val="123E52"/>
                </a:solidFill>
                <a:latin typeface="Lexend SemiBold" pitchFamily="34" charset="0"/>
                <a:ea typeface="Lexend SemiBold" pitchFamily="34" charset="-122"/>
                <a:cs typeface="Lexend SemiBold" pitchFamily="34" charset="-120"/>
              </a:rPr>
              <a:t> có</a:t>
            </a:r>
            <a:r>
              <a:rPr lang="en-US" sz="1275" dirty="0" spc="3" kern="0">
                <a:solidFill>
                  <a:srgbClr val="123E52"/>
                </a:solidFill>
                <a:latin typeface="Lexend SemiBold" pitchFamily="34" charset="0"/>
                <a:ea typeface="Lexend SemiBold" pitchFamily="34" charset="-122"/>
                <a:cs typeface="Lexend SemiBold" pitchFamily="34" charset="-120"/>
              </a:rPr>
              <a:t> sẵn</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Mỗi nguồn</a:t>
            </a:r>
            <a:r>
              <a:rPr lang="en-US" sz="1095" dirty="0" spc="1" kern="0">
                <a:solidFill>
                  <a:srgbClr val="123E52"/>
                </a:solidFill>
                <a:latin typeface="Noto Sans" pitchFamily="34" charset="0"/>
                <a:ea typeface="Noto Sans" pitchFamily="34" charset="-122"/>
                <a:cs typeface="Noto Sans" pitchFamily="34" charset="-120"/>
              </a:rPr>
              <a:t> chọn</a:t>
            </a:r>
            <a:r>
              <a:rPr lang="en-US" sz="1095" dirty="0" spc="-3"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mức</a:t>
            </a:r>
            <a:r>
              <a:rPr lang="en-US" sz="1095" dirty="0" spc="1" kern="0">
                <a:solidFill>
                  <a:srgbClr val="123E52"/>
                </a:solidFill>
                <a:latin typeface="Noto Sans" pitchFamily="34" charset="0"/>
                <a:ea typeface="Noto Sans" pitchFamily="34" charset="-122"/>
                <a:cs typeface="Noto Sans" pitchFamily="34" charset="-120"/>
              </a:rPr>
              <a:t> nền</a:t>
            </a:r>
            <a:r>
              <a:rPr lang="en-US" sz="1095" dirty="0" spc="-1" kern="0">
                <a:solidFill>
                  <a:srgbClr val="123E52"/>
                </a:solidFill>
                <a:latin typeface="Noto Sans" pitchFamily="34" charset="0"/>
                <a:ea typeface="Noto Sans" pitchFamily="34" charset="-122"/>
                <a:cs typeface="Noto Sans" pitchFamily="34" charset="-120"/>
              </a:rPr>
              <a:t> tảng</a:t>
            </a:r>
            <a:r>
              <a:rPr lang="en-US" sz="1095" dirty="0" spc="0" kern="0">
                <a:solidFill>
                  <a:srgbClr val="123E52"/>
                </a:solidFill>
                <a:latin typeface="Noto Sans" pitchFamily="34" charset="0"/>
                <a:ea typeface="Noto Sans" pitchFamily="34" charset="-122"/>
                <a:cs typeface="Noto Sans" pitchFamily="34" charset="-120"/>
              </a:rPr>
              <a:t> khác</a:t>
            </a:r>
            <a:r>
              <a:rPr lang="en-US" sz="1095" dirty="0" spc="1" kern="0">
                <a:solidFill>
                  <a:srgbClr val="123E52"/>
                </a:solidFill>
                <a:latin typeface="Noto Sans" pitchFamily="34" charset="0"/>
                <a:ea typeface="Noto Sans" pitchFamily="34" charset="-122"/>
                <a:cs typeface="Noto Sans" pitchFamily="34" charset="-120"/>
              </a:rPr>
              <a:t> nhau.</a:t>
            </a:r>
            <a:r>
              <a:rPr lang="en-US" sz="1095" dirty="0" spc="0" kern="0">
                <a:solidFill>
                  <a:srgbClr val="123E52"/>
                </a:solidFill>
                <a:latin typeface="Noto Sans" pitchFamily="34" charset="0"/>
                <a:ea typeface="Noto Sans" pitchFamily="34" charset="-122"/>
                <a:cs typeface="Noto Sans" pitchFamily="34" charset="-120"/>
              </a:rPr>
              <a:t> Đọc</a:t>
            </a:r>
            <a:r>
              <a:rPr lang="en-US" sz="1095" dirty="0" spc="-2" kern="0">
                <a:solidFill>
                  <a:srgbClr val="123E52"/>
                </a:solidFill>
                <a:latin typeface="Noto Sans" pitchFamily="34" charset="0"/>
                <a:ea typeface="Noto Sans" pitchFamily="34" charset="-122"/>
                <a:cs typeface="Noto Sans" pitchFamily="34" charset="-120"/>
              </a:rPr>
              <a:t> giả</a:t>
            </a:r>
            <a:r>
              <a:rPr lang="en-US" sz="1095" dirty="0" spc="0" kern="0">
                <a:solidFill>
                  <a:srgbClr val="123E52"/>
                </a:solidFill>
                <a:latin typeface="Noto Sans" pitchFamily="34" charset="0"/>
                <a:ea typeface="Noto Sans" pitchFamily="34" charset="-122"/>
                <a:cs typeface="Noto Sans" pitchFamily="34" charset="-120"/>
              </a:rPr>
              <a:t> định,</a:t>
            </a:r>
            <a:r>
              <a:rPr lang="en-US" sz="1095" dirty="0" spc="-1" kern="0">
                <a:solidFill>
                  <a:srgbClr val="123E52"/>
                </a:solidFill>
                <a:latin typeface="Noto Sans" pitchFamily="34" charset="0"/>
                <a:ea typeface="Noto Sans" pitchFamily="34" charset="-122"/>
                <a:cs typeface="Noto Sans" pitchFamily="34" charset="-120"/>
              </a:rPr>
              <a:t> thư viện</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thành phần</a:t>
            </a:r>
            <a:r>
              <a:rPr lang="en-US" sz="1095" dirty="0" spc="-1" kern="0">
                <a:solidFill>
                  <a:srgbClr val="123E52"/>
                </a:solidFill>
                <a:latin typeface="Noto Sans" pitchFamily="34" charset="0"/>
                <a:ea typeface="Noto Sans" pitchFamily="34" charset="-122"/>
                <a:cs typeface="Noto Sans" pitchFamily="34" charset="-120"/>
              </a:rPr>
              <a:t> mà</a:t>
            </a:r>
            <a:r>
              <a:rPr lang="en-US" sz="1095" dirty="0" spc="-2" kern="0">
                <a:solidFill>
                  <a:srgbClr val="123E52"/>
                </a:solidFill>
                <a:latin typeface="Noto Sans" pitchFamily="34" charset="0"/>
                <a:ea typeface="Noto Sans" pitchFamily="34" charset="-122"/>
                <a:cs typeface="Noto Sans" pitchFamily="34" charset="-120"/>
              </a:rPr>
              <a:t> bài</a:t>
            </a:r>
            <a:r>
              <a:rPr lang="en-US" sz="1095" dirty="0" spc="0" kern="0">
                <a:solidFill>
                  <a:srgbClr val="123E52"/>
                </a:solidFill>
                <a:latin typeface="Noto Sans" pitchFamily="34" charset="0"/>
                <a:ea typeface="Noto Sans" pitchFamily="34" charset="-122"/>
                <a:cs typeface="Noto Sans" pitchFamily="34" charset="-120"/>
              </a:rPr>
              <a:t> yêu</a:t>
            </a:r>
            <a:r>
              <a:rPr lang="en-US" sz="1095" dirty="0" spc="1" kern="0">
                <a:solidFill>
                  <a:srgbClr val="123E52"/>
                </a:solidFill>
                <a:latin typeface="Noto Sans" pitchFamily="34" charset="0"/>
                <a:ea typeface="Noto Sans" pitchFamily="34" charset="-122"/>
                <a:cs typeface="Noto Sans" pitchFamily="34" charset="-120"/>
              </a:rPr>
              <a:t> cầu</a:t>
            </a:r>
            <a:r>
              <a:rPr lang="en-US" sz="1095" dirty="0" spc="-2" kern="0">
                <a:solidFill>
                  <a:srgbClr val="123E52"/>
                </a:solidFill>
                <a:latin typeface="Noto Sans" pitchFamily="34" charset="0"/>
                <a:ea typeface="Noto Sans" pitchFamily="34" charset="-122"/>
                <a:cs typeface="Noto Sans" pitchFamily="34" charset="-120"/>
              </a:rPr>
              <a:t> thay</a:t>
            </a:r>
            <a:r>
              <a:rPr lang="en-US" sz="1095" dirty="0" spc="-5" kern="0">
                <a:solidFill>
                  <a:srgbClr val="123E52"/>
                </a:solidFill>
                <a:latin typeface="Noto Sans" pitchFamily="34" charset="0"/>
                <a:ea typeface="Noto Sans" pitchFamily="34" charset="-122"/>
                <a:cs typeface="Noto Sans" pitchFamily="34" charset="-120"/>
              </a:rPr>
              <a:t> vì</a:t>
            </a:r>
            <a:r>
              <a:rPr lang="en-US" sz="1095" dirty="0" spc="-1" kern="0">
                <a:solidFill>
                  <a:srgbClr val="123E52"/>
                </a:solidFill>
                <a:latin typeface="Noto Sans" pitchFamily="34" charset="0"/>
                <a:ea typeface="Noto Sans" pitchFamily="34" charset="-122"/>
                <a:cs typeface="Noto Sans" pitchFamily="34" charset="-120"/>
              </a:rPr>
              <a:t> suy</a:t>
            </a:r>
            <a:r>
              <a:rPr lang="en-US" sz="1095" dirty="0" spc="-7" kern="0">
                <a:solidFill>
                  <a:srgbClr val="123E52"/>
                </a:solidFill>
                <a:latin typeface="Noto Sans" pitchFamily="34" charset="0"/>
                <a:ea typeface="Noto Sans" pitchFamily="34" charset="-122"/>
                <a:cs typeface="Noto Sans" pitchFamily="34" charset="-120"/>
              </a:rPr>
              <a:t> ra</a:t>
            </a:r>
            <a:r>
              <a:rPr lang="en-US" sz="1095" dirty="0" spc="-2" kern="0">
                <a:solidFill>
                  <a:srgbClr val="123E52"/>
                </a:solidFill>
                <a:latin typeface="Noto Sans" pitchFamily="34" charset="0"/>
                <a:ea typeface="Noto Sans" pitchFamily="34" charset="-122"/>
                <a:cs typeface="Noto Sans" pitchFamily="34" charset="-120"/>
              </a:rPr>
              <a:t> từ</a:t>
            </a:r>
            <a:r>
              <a:rPr lang="en-US" sz="1095" dirty="0" spc="-1" kern="0">
                <a:solidFill>
                  <a:srgbClr val="123E52"/>
                </a:solidFill>
                <a:latin typeface="Noto Sans" pitchFamily="34" charset="0"/>
                <a:ea typeface="Noto Sans" pitchFamily="34" charset="-122"/>
                <a:cs typeface="Noto Sans" pitchFamily="34" charset="-120"/>
              </a:rPr>
              <a:t> tiêu</a:t>
            </a:r>
            <a:r>
              <a:rPr lang="en-US" sz="1095" dirty="0" spc="2" kern="0">
                <a:solidFill>
                  <a:srgbClr val="123E52"/>
                </a:solidFill>
                <a:latin typeface="Noto Sans" pitchFamily="34" charset="0"/>
                <a:ea typeface="Noto Sans" pitchFamily="34" charset="-122"/>
                <a:cs typeface="Noto Sans" pitchFamily="34" charset="-120"/>
              </a:rPr>
              <a:t> đề.</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39" kern="0">
                <a:solidFill>
                  <a:srgbClr val="123E52"/>
                </a:solidFill>
                <a:latin typeface="Lexend SemiBold" pitchFamily="34" charset="0"/>
                <a:ea typeface="Lexend SemiBold" pitchFamily="34" charset="-122"/>
                <a:cs typeface="Lexend SemiBold" pitchFamily="34" charset="-120"/>
              </a:rPr>
              <a:t>Tất</a:t>
            </a:r>
            <a:r>
              <a:rPr lang="en-US" sz="1275" dirty="0" spc="4" kern="0">
                <a:solidFill>
                  <a:srgbClr val="123E52"/>
                </a:solidFill>
                <a:latin typeface="Lexend SemiBold" pitchFamily="34" charset="0"/>
                <a:ea typeface="Lexend SemiBold" pitchFamily="34" charset="-122"/>
                <a:cs typeface="Lexend SemiBold" pitchFamily="34" charset="-120"/>
              </a:rPr>
              <a:t> cả</a:t>
            </a:r>
            <a:r>
              <a:rPr lang="en-US" sz="1275" dirty="0" spc="3" kern="0">
                <a:solidFill>
                  <a:srgbClr val="123E52"/>
                </a:solidFill>
                <a:latin typeface="Lexend SemiBold" pitchFamily="34" charset="0"/>
                <a:ea typeface="Lexend SemiBold" pitchFamily="34" charset="-122"/>
                <a:cs typeface="Lexend SemiBold" pitchFamily="34" charset="-120"/>
              </a:rPr>
              <a:t> liên</a:t>
            </a:r>
            <a:r>
              <a:rPr lang="en-US" sz="1275" dirty="0" spc="-7" kern="0">
                <a:solidFill>
                  <a:srgbClr val="123E52"/>
                </a:solidFill>
                <a:latin typeface="Lexend SemiBold" pitchFamily="34" charset="0"/>
                <a:ea typeface="Lexend SemiBold" pitchFamily="34" charset="-122"/>
                <a:cs typeface="Lexend SemiBold" pitchFamily="34" charset="-120"/>
              </a:rPr>
              <a:t> kết</a:t>
            </a:r>
            <a:r>
              <a:rPr lang="en-US" sz="1275" dirty="0" spc="-1" kern="0">
                <a:solidFill>
                  <a:srgbClr val="123E52"/>
                </a:solidFill>
                <a:latin typeface="Lexend SemiBold" pitchFamily="34" charset="0"/>
                <a:ea typeface="Lexend SemiBold" pitchFamily="34" charset="-122"/>
                <a:cs typeface="Lexend SemiBold" pitchFamily="34" charset="-120"/>
              </a:rPr>
              <a:t> ≠</a:t>
            </a:r>
            <a:r>
              <a:rPr lang="en-US" sz="1275" dirty="0" spc="2" kern="0">
                <a:solidFill>
                  <a:srgbClr val="123E52"/>
                </a:solidFill>
                <a:latin typeface="Lexend SemiBold" pitchFamily="34" charset="0"/>
                <a:ea typeface="Lexend SemiBold" pitchFamily="34" charset="-122"/>
                <a:cs typeface="Lexend SemiBold" pitchFamily="34" charset="-120"/>
              </a:rPr>
              <a:t> cùng điều kiện</a:t>
            </a:r>
            <a:r>
              <a:rPr lang="en-US" sz="1275" dirty="0" spc="1" kern="0">
                <a:solidFill>
                  <a:srgbClr val="123E52"/>
                </a:solidFill>
                <a:latin typeface="Lexend SemiBold" pitchFamily="34" charset="0"/>
                <a:ea typeface="Lexend SemiBold" pitchFamily="34" charset="-122"/>
                <a:cs typeface="Lexend SemiBold" pitchFamily="34" charset="-120"/>
              </a:rPr>
              <a:t> truy</a:t>
            </a:r>
            <a:r>
              <a:rPr lang="en-US" sz="1275" dirty="0" spc="4" kern="0">
                <a:solidFill>
                  <a:srgbClr val="123E52"/>
                </a:solidFill>
                <a:latin typeface="Lexend SemiBold" pitchFamily="34" charset="0"/>
                <a:ea typeface="Lexend SemiBold" pitchFamily="34" charset="-122"/>
                <a:cs typeface="Lexend SemiBold" pitchFamily="34" charset="-120"/>
              </a:rPr>
              <a:t> cập</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1" kern="0">
                <a:solidFill>
                  <a:srgbClr val="123E52"/>
                </a:solidFill>
                <a:latin typeface="Noto Sans" pitchFamily="34" charset="0"/>
                <a:ea typeface="Noto Sans" pitchFamily="34" charset="-122"/>
                <a:cs typeface="Noto Sans" pitchFamily="34" charset="-120"/>
              </a:rPr>
              <a:t>Hãy kiểm</a:t>
            </a:r>
            <a:r>
              <a:rPr lang="en-US" sz="1095" dirty="0" spc="-7" kern="0">
                <a:solidFill>
                  <a:srgbClr val="123E52"/>
                </a:solidFill>
                <a:latin typeface="Noto Sans" pitchFamily="34" charset="0"/>
                <a:ea typeface="Noto Sans" pitchFamily="34" charset="-122"/>
                <a:cs typeface="Noto Sans" pitchFamily="34" charset="-120"/>
              </a:rPr>
              <a:t> tra</a:t>
            </a:r>
            <a:r>
              <a:rPr lang="en-US" sz="1095" dirty="0" spc="0" kern="0">
                <a:solidFill>
                  <a:srgbClr val="123E52"/>
                </a:solidFill>
                <a:latin typeface="Noto Sans" pitchFamily="34" charset="0"/>
                <a:ea typeface="Noto Sans" pitchFamily="34" charset="-122"/>
                <a:cs typeface="Noto Sans" pitchFamily="34" charset="-120"/>
              </a:rPr>
              <a:t> nguồn còn</a:t>
            </a:r>
            <a:r>
              <a:rPr lang="en-US" sz="1095" dirty="0" spc="-1" kern="0">
                <a:solidFill>
                  <a:srgbClr val="123E52"/>
                </a:solidFill>
                <a:latin typeface="Noto Sans" pitchFamily="34" charset="0"/>
                <a:ea typeface="Noto Sans" pitchFamily="34" charset="-122"/>
                <a:cs typeface="Noto Sans" pitchFamily="34" charset="-120"/>
              </a:rPr>
              <a:t> truy cập</a:t>
            </a:r>
            <a:r>
              <a:rPr lang="en-US" sz="1095" dirty="0" spc="0" kern="0">
                <a:solidFill>
                  <a:srgbClr val="123E52"/>
                </a:solidFill>
                <a:latin typeface="Noto Sans" pitchFamily="34" charset="0"/>
                <a:ea typeface="Noto Sans" pitchFamily="34" charset="-122"/>
                <a:cs typeface="Noto Sans" pitchFamily="34" charset="-120"/>
              </a:rPr>
              <a:t> được không, có yêu cầu</a:t>
            </a:r>
            <a:r>
              <a:rPr lang="en-US" sz="1095" dirty="0" spc="-3" kern="0">
                <a:solidFill>
                  <a:srgbClr val="123E52"/>
                </a:solidFill>
                <a:latin typeface="Noto Sans" pitchFamily="34" charset="0"/>
                <a:ea typeface="Noto Sans" pitchFamily="34" charset="-122"/>
                <a:cs typeface="Noto Sans" pitchFamily="34" charset="-120"/>
              </a:rPr>
              <a:t> tài</a:t>
            </a:r>
            <a:r>
              <a:rPr lang="en-US" sz="1095" dirty="0" spc="0" kern="0">
                <a:solidFill>
                  <a:srgbClr val="123E52"/>
                </a:solidFill>
                <a:latin typeface="Noto Sans" pitchFamily="34" charset="0"/>
                <a:ea typeface="Noto Sans" pitchFamily="34" charset="-122"/>
                <a:cs typeface="Noto Sans" pitchFamily="34" charset="-120"/>
              </a:rPr>
              <a:t> khoản hoặc</a:t>
            </a:r>
            <a:r>
              <a:rPr lang="en-US" sz="1095" dirty="0" spc="1" kern="0">
                <a:solidFill>
                  <a:srgbClr val="123E52"/>
                </a:solidFill>
                <a:latin typeface="Noto Sans" pitchFamily="34" charset="0"/>
                <a:ea typeface="Noto Sans" pitchFamily="34" charset="-122"/>
                <a:cs typeface="Noto Sans" pitchFamily="34" charset="-120"/>
              </a:rPr>
              <a:t> phần</a:t>
            </a:r>
            <a:r>
              <a:rPr lang="en-US" sz="1095" dirty="0" spc="-2" kern="0">
                <a:solidFill>
                  <a:srgbClr val="123E52"/>
                </a:solidFill>
                <a:latin typeface="Noto Sans" pitchFamily="34" charset="0"/>
                <a:ea typeface="Noto Sans" pitchFamily="34" charset="-122"/>
                <a:cs typeface="Noto Sans" pitchFamily="34" charset="-120"/>
              </a:rPr>
              <a:t> nội</a:t>
            </a:r>
            <a:r>
              <a:rPr lang="en-US" sz="1095" dirty="0" spc="-1" kern="0">
                <a:solidFill>
                  <a:srgbClr val="123E52"/>
                </a:solidFill>
                <a:latin typeface="Noto Sans" pitchFamily="34" charset="0"/>
                <a:ea typeface="Noto Sans" pitchFamily="34" charset="-122"/>
                <a:cs typeface="Noto Sans" pitchFamily="34" charset="-120"/>
              </a:rPr>
              <a:t> dung</a:t>
            </a:r>
            <a:r>
              <a:rPr lang="en-US" sz="1095" dirty="0" spc="-6" kern="0">
                <a:solidFill>
                  <a:srgbClr val="123E52"/>
                </a:solidFill>
                <a:latin typeface="Noto Sans" pitchFamily="34" charset="0"/>
                <a:ea typeface="Noto Sans" pitchFamily="34" charset="-122"/>
                <a:cs typeface="Noto Sans" pitchFamily="34" charset="-120"/>
              </a:rPr>
              <a:t> trả</a:t>
            </a:r>
            <a:r>
              <a:rPr lang="en-US" sz="1095" dirty="0" spc="-2" kern="0">
                <a:solidFill>
                  <a:srgbClr val="123E52"/>
                </a:solidFill>
                <a:latin typeface="Noto Sans" pitchFamily="34" charset="0"/>
                <a:ea typeface="Noto Sans" pitchFamily="34" charset="-122"/>
                <a:cs typeface="Noto Sans" pitchFamily="34" charset="-120"/>
              </a:rPr>
              <a:t> phí</a:t>
            </a:r>
            <a:r>
              <a:rPr lang="en-US" sz="1095" dirty="0" spc="1" kern="0">
                <a:solidFill>
                  <a:srgbClr val="123E52"/>
                </a:solidFill>
                <a:latin typeface="Noto Sans" pitchFamily="34" charset="0"/>
                <a:ea typeface="Noto Sans" pitchFamily="34" charset="-122"/>
                <a:cs typeface="Noto Sans" pitchFamily="34" charset="-120"/>
              </a:rPr>
              <a:t> không.</a:t>
            </a:r>
            <a:r>
              <a:rPr lang="en-US" sz="1095" dirty="0" spc="0" kern="0">
                <a:solidFill>
                  <a:srgbClr val="123E52"/>
                </a:solidFill>
                <a:latin typeface="Noto Sans" pitchFamily="34" charset="0"/>
                <a:ea typeface="Noto Sans" pitchFamily="34" charset="-122"/>
                <a:cs typeface="Noto Sans" pitchFamily="34" charset="-120"/>
              </a:rPr>
              <a:t> Report không xác</a:t>
            </a:r>
            <a:r>
              <a:rPr lang="en-US" sz="1095" dirty="0" spc="1" kern="0">
                <a:solidFill>
                  <a:srgbClr val="123E52"/>
                </a:solidFill>
                <a:latin typeface="Noto Sans" pitchFamily="34" charset="0"/>
                <a:ea typeface="Noto Sans" pitchFamily="34" charset="-122"/>
                <a:cs typeface="Noto Sans" pitchFamily="34" charset="-120"/>
              </a:rPr>
              <a:t> nhận</a:t>
            </a:r>
            <a:r>
              <a:rPr lang="en-US" sz="1095" dirty="0" spc="-1" kern="0">
                <a:solidFill>
                  <a:srgbClr val="123E52"/>
                </a:solidFill>
                <a:latin typeface="Noto Sans" pitchFamily="34" charset="0"/>
                <a:ea typeface="Noto Sans" pitchFamily="34" charset="-122"/>
                <a:cs typeface="Noto Sans" pitchFamily="34" charset="-120"/>
              </a:rPr>
              <a:t> toàn bộ liên</a:t>
            </a:r>
            <a:r>
              <a:rPr lang="en-US" sz="1095" dirty="0" spc="-2" kern="0">
                <a:solidFill>
                  <a:srgbClr val="123E52"/>
                </a:solidFill>
                <a:latin typeface="Noto Sans" pitchFamily="34" charset="0"/>
                <a:ea typeface="Noto Sans" pitchFamily="34" charset="-122"/>
                <a:cs typeface="Noto Sans" pitchFamily="34" charset="-120"/>
              </a:rPr>
              <a:t> kết</a:t>
            </a:r>
            <a:r>
              <a:rPr lang="en-US" sz="1095" dirty="0" spc="2" kern="0">
                <a:solidFill>
                  <a:srgbClr val="123E52"/>
                </a:solidFill>
                <a:latin typeface="Noto Sans" pitchFamily="34" charset="0"/>
                <a:ea typeface="Noto Sans" pitchFamily="34" charset="-122"/>
                <a:cs typeface="Noto Sans" pitchFamily="34" charset="-120"/>
              </a:rPr>
              <a:t> đều</a:t>
            </a:r>
            <a:r>
              <a:rPr lang="en-US" sz="1095" dirty="0" spc="-1" kern="0">
                <a:solidFill>
                  <a:srgbClr val="123E52"/>
                </a:solidFill>
                <a:latin typeface="Noto Sans" pitchFamily="34" charset="0"/>
                <a:ea typeface="Noto Sans" pitchFamily="34" charset="-122"/>
                <a:cs typeface="Noto Sans" pitchFamily="34" charset="-120"/>
              </a:rPr>
              <a:t> miễn</a:t>
            </a:r>
            <a:r>
              <a:rPr lang="en-US" sz="1095" dirty="0" spc="-2" kern="0">
                <a:solidFill>
                  <a:srgbClr val="123E52"/>
                </a:solidFill>
                <a:latin typeface="Noto Sans" pitchFamily="34" charset="0"/>
                <a:ea typeface="Noto Sans" pitchFamily="34" charset="-122"/>
                <a:cs typeface="Noto Sans" pitchFamily="34" charset="-120"/>
              </a:rPr>
              <a:t> phí</a:t>
            </a:r>
            <a:r>
              <a:rPr lang="en-US" sz="1095" dirty="0" spc="0" kern="0">
                <a:solidFill>
                  <a:srgbClr val="123E52"/>
                </a:solidFill>
                <a:latin typeface="Noto Sans" pitchFamily="34" charset="0"/>
                <a:ea typeface="Noto Sans" pitchFamily="34" charset="-122"/>
                <a:cs typeface="Noto Sans" pitchFamily="34" charset="-120"/>
              </a:rPr>
              <a:t> hoặc còn hoạt động.</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2" kern="0">
                <a:solidFill>
                  <a:srgbClr val="123E52"/>
                </a:solidFill>
                <a:latin typeface="Lexend SemiBold" pitchFamily="34" charset="0"/>
                <a:ea typeface="Lexend SemiBold" pitchFamily="34" charset="-122"/>
                <a:cs typeface="Lexend SemiBold" pitchFamily="34" charset="-120"/>
              </a:rPr>
              <a:t>Bản học tập</a:t>
            </a:r>
            <a:r>
              <a:rPr lang="en-US" sz="1275" dirty="0" spc="-1" kern="0">
                <a:solidFill>
                  <a:srgbClr val="123E52"/>
                </a:solidFill>
                <a:latin typeface="Lexend SemiBold" pitchFamily="34" charset="0"/>
                <a:ea typeface="Lexend SemiBold" pitchFamily="34" charset="-122"/>
                <a:cs typeface="Lexend SemiBold" pitchFamily="34" charset="-120"/>
              </a:rPr>
              <a:t> ≠</a:t>
            </a:r>
            <a:r>
              <a:rPr lang="en-US" sz="1275" dirty="0" spc="4" kern="0">
                <a:solidFill>
                  <a:srgbClr val="123E52"/>
                </a:solidFill>
                <a:latin typeface="Lexend SemiBold" pitchFamily="34" charset="0"/>
                <a:ea typeface="Lexend SemiBold" pitchFamily="34" charset="-122"/>
                <a:cs typeface="Lexend SemiBold" pitchFamily="34" charset="-120"/>
              </a:rPr>
              <a:t> sản</a:t>
            </a:r>
            <a:r>
              <a:rPr lang="en-US" sz="1275" dirty="0" spc="3" kern="0">
                <a:solidFill>
                  <a:srgbClr val="123E52"/>
                </a:solidFill>
                <a:latin typeface="Lexend SemiBold" pitchFamily="34" charset="0"/>
                <a:ea typeface="Lexend SemiBold" pitchFamily="34" charset="-122"/>
                <a:cs typeface="Lexend SemiBold" pitchFamily="34" charset="-120"/>
              </a:rPr>
              <a:t> phẩm</a:t>
            </a:r>
            <a:r>
              <a:rPr lang="en-US" sz="1275" dirty="0" spc="4" kern="0">
                <a:solidFill>
                  <a:srgbClr val="123E52"/>
                </a:solidFill>
                <a:latin typeface="Lexend SemiBold" pitchFamily="34" charset="0"/>
                <a:ea typeface="Lexend SemiBold" pitchFamily="34" charset="-122"/>
                <a:cs typeface="Lexend SemiBold" pitchFamily="34" charset="-120"/>
              </a:rPr>
              <a:t> sẵn</a:t>
            </a:r>
            <a:r>
              <a:rPr lang="en-US" sz="1275" dirty="0" spc="2" kern="0">
                <a:solidFill>
                  <a:srgbClr val="123E52"/>
                </a:solidFill>
                <a:latin typeface="Lexend SemiBold" pitchFamily="34" charset="0"/>
                <a:ea typeface="Lexend SemiBold" pitchFamily="34" charset="-122"/>
                <a:cs typeface="Lexend SemiBold" pitchFamily="34" charset="-120"/>
              </a:rPr>
              <a:t> sàng</a:t>
            </a:r>
            <a:r>
              <a:rPr lang="en-US" sz="1275" dirty="0" spc="1" kern="0">
                <a:solidFill>
                  <a:srgbClr val="123E52"/>
                </a:solidFill>
                <a:latin typeface="Lexend SemiBold" pitchFamily="34" charset="0"/>
                <a:ea typeface="Lexend SemiBold" pitchFamily="34" charset="-122"/>
                <a:cs typeface="Lexend SemiBold" pitchFamily="34" charset="-120"/>
              </a:rPr>
              <a:t> triển</a:t>
            </a:r>
            <a:r>
              <a:rPr lang="en-US" sz="1275" dirty="0" spc="2" kern="0">
                <a:solidFill>
                  <a:srgbClr val="123E52"/>
                </a:solidFill>
                <a:latin typeface="Lexend SemiBold" pitchFamily="34" charset="0"/>
                <a:ea typeface="Lexend SemiBold" pitchFamily="34" charset="-122"/>
                <a:cs typeface="Lexend SemiBold" pitchFamily="34" charset="-120"/>
              </a:rPr>
              <a:t> khai</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Giấy</a:t>
            </a:r>
            <a:r>
              <a:rPr lang="en-US" sz="1095" dirty="0" spc="1" kern="0">
                <a:solidFill>
                  <a:srgbClr val="123E52"/>
                </a:solidFill>
                <a:latin typeface="Noto Sans" pitchFamily="34" charset="0"/>
                <a:ea typeface="Noto Sans" pitchFamily="34" charset="-122"/>
                <a:cs typeface="Noto Sans" pitchFamily="34" charset="-120"/>
              </a:rPr>
              <a:t> phép,</a:t>
            </a:r>
            <a:r>
              <a:rPr lang="en-US" sz="1095" dirty="0" spc="-1" kern="0">
                <a:solidFill>
                  <a:srgbClr val="123E52"/>
                </a:solidFill>
                <a:latin typeface="Noto Sans" pitchFamily="34" charset="0"/>
                <a:ea typeface="Noto Sans" pitchFamily="34" charset="-122"/>
                <a:cs typeface="Noto Sans" pitchFamily="34" charset="-120"/>
              </a:rPr>
              <a:t> tính tương thích,</a:t>
            </a:r>
            <a:r>
              <a:rPr lang="en-US" sz="1095" dirty="0" spc="1" kern="0">
                <a:solidFill>
                  <a:srgbClr val="123E52"/>
                </a:solidFill>
                <a:latin typeface="Noto Sans" pitchFamily="34" charset="0"/>
                <a:ea typeface="Noto Sans" pitchFamily="34" charset="-122"/>
                <a:cs typeface="Noto Sans" pitchFamily="34" charset="-120"/>
              </a:rPr>
              <a:t> xử</a:t>
            </a:r>
            <a:r>
              <a:rPr lang="en-US" sz="1095" dirty="0" spc="-4" kern="0">
                <a:solidFill>
                  <a:srgbClr val="123E52"/>
                </a:solidFill>
                <a:latin typeface="Noto Sans" pitchFamily="34" charset="0"/>
                <a:ea typeface="Noto Sans" pitchFamily="34" charset="-122"/>
                <a:cs typeface="Noto Sans" pitchFamily="34" charset="-120"/>
              </a:rPr>
              <a:t> lý</a:t>
            </a:r>
            <a:r>
              <a:rPr lang="en-US" sz="1095" dirty="0" spc="-3" kern="0">
                <a:solidFill>
                  <a:srgbClr val="123E52"/>
                </a:solidFill>
                <a:latin typeface="Noto Sans" pitchFamily="34" charset="0"/>
                <a:ea typeface="Noto Sans" pitchFamily="34" charset="-122"/>
                <a:cs typeface="Noto Sans" pitchFamily="34" charset="-120"/>
              </a:rPr>
              <a:t> lỗi</a:t>
            </a:r>
            <a:r>
              <a:rPr lang="en-US" sz="1095" dirty="0" spc="-2" kern="0">
                <a:solidFill>
                  <a:srgbClr val="123E52"/>
                </a:solidFill>
                <a:latin typeface="Noto Sans" pitchFamily="34" charset="0"/>
                <a:ea typeface="Noto Sans" pitchFamily="34" charset="-122"/>
                <a:cs typeface="Noto Sans" pitchFamily="34" charset="-120"/>
              </a:rPr>
              <a:t> và</a:t>
            </a:r>
            <a:r>
              <a:rPr lang="en-US" sz="1095" dirty="0" spc="-1" kern="0">
                <a:solidFill>
                  <a:srgbClr val="123E52"/>
                </a:solidFill>
                <a:latin typeface="Noto Sans" pitchFamily="34" charset="0"/>
                <a:ea typeface="Noto Sans" pitchFamily="34" charset="-122"/>
                <a:cs typeface="Noto Sans" pitchFamily="34" charset="-120"/>
              </a:rPr>
              <a:t> độ đầy</a:t>
            </a:r>
            <a:r>
              <a:rPr lang="en-US" sz="1095" dirty="0" spc="0" kern="0">
                <a:solidFill>
                  <a:srgbClr val="123E52"/>
                </a:solidFill>
                <a:latin typeface="Noto Sans" pitchFamily="34" charset="0"/>
                <a:ea typeface="Noto Sans" pitchFamily="34" charset="-122"/>
                <a:cs typeface="Noto Sans" pitchFamily="34" charset="-120"/>
              </a:rPr>
              <a:t> đủ</a:t>
            </a:r>
            <a:r>
              <a:rPr lang="en-US" sz="1095" dirty="0" spc="-2" kern="0">
                <a:solidFill>
                  <a:srgbClr val="123E52"/>
                </a:solidFill>
                <a:latin typeface="Noto Sans" pitchFamily="34" charset="0"/>
                <a:ea typeface="Noto Sans" pitchFamily="34" charset="-122"/>
                <a:cs typeface="Noto Sans" pitchFamily="34" charset="-120"/>
              </a:rPr>
              <a:t> tính</a:t>
            </a:r>
            <a:r>
              <a:rPr lang="en-US" sz="1095" dirty="0" spc="0" kern="0">
                <a:solidFill>
                  <a:srgbClr val="123E52"/>
                </a:solidFill>
                <a:latin typeface="Noto Sans" pitchFamily="34" charset="0"/>
                <a:ea typeface="Noto Sans" pitchFamily="34" charset="-122"/>
                <a:cs typeface="Noto Sans" pitchFamily="34" charset="-120"/>
              </a:rPr>
              <a:t> năng cần được</a:t>
            </a:r>
            <a:r>
              <a:rPr lang="en-US" sz="1095" dirty="0" spc="1" kern="0">
                <a:solidFill>
                  <a:srgbClr val="123E52"/>
                </a:solidFill>
                <a:latin typeface="Noto Sans" pitchFamily="34" charset="0"/>
                <a:ea typeface="Noto Sans" pitchFamily="34" charset="-122"/>
                <a:cs typeface="Noto Sans" pitchFamily="34" charset="-120"/>
              </a:rPr>
              <a:t> đánh</a:t>
            </a:r>
            <a:r>
              <a:rPr lang="en-US" sz="1095" dirty="0" spc="-2" kern="0">
                <a:solidFill>
                  <a:srgbClr val="123E52"/>
                </a:solidFill>
                <a:latin typeface="Noto Sans" pitchFamily="34" charset="0"/>
                <a:ea typeface="Noto Sans" pitchFamily="34" charset="-122"/>
                <a:cs typeface="Noto Sans" pitchFamily="34" charset="-120"/>
              </a:rPr>
              <a:t> giá</a:t>
            </a:r>
            <a:r>
              <a:rPr lang="en-US" sz="1095" dirty="0" spc="0" kern="0">
                <a:solidFill>
                  <a:srgbClr val="123E52"/>
                </a:solidFill>
                <a:latin typeface="Noto Sans" pitchFamily="34" charset="0"/>
                <a:ea typeface="Noto Sans" pitchFamily="34" charset="-122"/>
                <a:cs typeface="Noto Sans" pitchFamily="34" charset="-120"/>
              </a:rPr>
              <a:t> riêng</a:t>
            </a:r>
            <a:r>
              <a:rPr lang="en-US" sz="1095" dirty="0" spc="1" kern="0">
                <a:solidFill>
                  <a:srgbClr val="123E52"/>
                </a:solidFill>
                <a:latin typeface="Noto Sans" pitchFamily="34" charset="0"/>
                <a:ea typeface="Noto Sans" pitchFamily="34" charset="-122"/>
                <a:cs typeface="Noto Sans" pitchFamily="34" charset="-120"/>
              </a:rPr>
              <a:t> nếu</a:t>
            </a:r>
            <a:r>
              <a:rPr lang="en-US" sz="1095" dirty="0" spc="0" kern="0">
                <a:solidFill>
                  <a:srgbClr val="123E52"/>
                </a:solidFill>
                <a:latin typeface="Noto Sans" pitchFamily="34" charset="0"/>
                <a:ea typeface="Noto Sans" pitchFamily="34" charset="-122"/>
                <a:cs typeface="Noto Sans" pitchFamily="34" charset="-120"/>
              </a:rPr>
              <a:t> muốn</a:t>
            </a:r>
            <a:r>
              <a:rPr lang="en-US" sz="1095" dirty="0" spc="-1" kern="0">
                <a:solidFill>
                  <a:srgbClr val="123E52"/>
                </a:solidFill>
                <a:latin typeface="Noto Sans" pitchFamily="34" charset="0"/>
                <a:ea typeface="Noto Sans" pitchFamily="34" charset="-122"/>
                <a:cs typeface="Noto Sans" pitchFamily="34" charset="-120"/>
              </a:rPr>
              <a:t> dùng</a:t>
            </a:r>
            <a:r>
              <a:rPr lang="en-US" sz="1095" dirty="0" spc="-4" kern="0">
                <a:solidFill>
                  <a:srgbClr val="123E52"/>
                </a:solidFill>
                <a:latin typeface="Noto Sans" pitchFamily="34" charset="0"/>
                <a:ea typeface="Noto Sans" pitchFamily="34" charset="-122"/>
                <a:cs typeface="Noto Sans" pitchFamily="34" charset="-120"/>
              </a:rPr>
              <a:t> trong</a:t>
            </a:r>
            <a:r>
              <a:rPr lang="en-US" sz="1095" dirty="0" spc="-2" kern="0">
                <a:solidFill>
                  <a:srgbClr val="123E52"/>
                </a:solidFill>
                <a:latin typeface="Noto Sans" pitchFamily="34" charset="0"/>
                <a:ea typeface="Noto Sans" pitchFamily="34" charset="-122"/>
                <a:cs typeface="Noto Sans" pitchFamily="34" charset="-120"/>
              </a:rPr>
              <a:t> dự</a:t>
            </a:r>
            <a:r>
              <a:rPr lang="en-US" sz="1095" dirty="0" spc="1" kern="0">
                <a:solidFill>
                  <a:srgbClr val="123E52"/>
                </a:solidFill>
                <a:latin typeface="Noto Sans" pitchFamily="34" charset="0"/>
                <a:ea typeface="Noto Sans" pitchFamily="34" charset="-122"/>
                <a:cs typeface="Noto Sans" pitchFamily="34" charset="-120"/>
              </a:rPr>
              <a:t> án</a:t>
            </a:r>
            <a:r>
              <a:rPr lang="en-US" sz="1095" dirty="0" spc="-1" kern="0">
                <a:solidFill>
                  <a:srgbClr val="123E52"/>
                </a:solidFill>
                <a:latin typeface="Noto Sans" pitchFamily="34" charset="0"/>
                <a:ea typeface="Noto Sans" pitchFamily="34" charset="-122"/>
                <a:cs typeface="Noto Sans" pitchFamily="34" charset="-120"/>
              </a:rPr>
              <a:t> thật.</a:t>
            </a:r>
            <a:endParaRPr lang="en-US" sz="1095" dirty="0"/>
          </a:p>
        </p:txBody>
      </p:sp>
      <p:sp>
        <p:nvSpPr>
          <p:cNvPr id="20" name="Connector line-1792810852205-404158293"/>
          <p:cNvSpPr/>
          <p:nvPr/>
        </p:nvSpPr>
        <p:spPr>
          <a:xfrm>
            <a:off x="457200" y="10144125"/>
            <a:ext cx="6648450" cy="0"/>
          </a:xfrm>
          <a:prstGeom prst="line">
            <a:avLst/>
          </a:prstGeom>
          <a:noFill/>
          <a:ln w="9525">
            <a:solidFill>
              <a:srgbClr val="D3E1E5"/>
            </a:solidFill>
            <a:prstDash val="solid"/>
            <a:headEnd type="none"/>
            <a:tailEnd type="none"/>
          </a:ln>
        </p:spPr>
      </p:sp>
      <p:sp>
        <p:nvSpPr>
          <p:cNvPr id="21" name="Text 1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2" name="Text 2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18</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3" name="Shape 21"/>
          <p:cNvSpPr/>
          <p:nvPr/>
        </p:nvSpPr>
        <p:spPr>
          <a:xfrm>
            <a:off x="5868772" y="9806509"/>
            <a:ext cx="1210056" cy="406043"/>
          </a:xfrm>
          <a:prstGeom prst="roundRect">
            <a:avLst>
              <a:gd name="adj" fmla="val 28000"/>
            </a:avLst>
          </a:prstGeom>
          <a:solidFill>
            <a:srgbClr val="FFFFFF">
              <a:alpha val="82000"/>
            </a:srgbClr>
          </a:solidFill>
          <a:ln/>
        </p:spPr>
      </p:sp>
      <p:pic>
        <p:nvPicPr>
          <p:cNvPr id="24" name="Moda image moda-export-watermark-1fe88bea-ec9e-416d-bc8c-b50e7c22a371"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1" kern="0">
                <a:solidFill>
                  <a:srgbClr val="123E52"/>
                </a:solidFill>
                <a:latin typeface="Lexend SemiBold" pitchFamily="34" charset="0"/>
                <a:ea typeface="Lexend SemiBold" pitchFamily="34" charset="-122"/>
                <a:cs typeface="Lexend SemiBold" pitchFamily="34" charset="-120"/>
              </a:rPr>
              <a:t>Phiếu</a:t>
            </a:r>
            <a:r>
              <a:rPr lang="en-US" sz="2175" dirty="0" spc="1" kern="0">
                <a:solidFill>
                  <a:srgbClr val="123E52"/>
                </a:solidFill>
                <a:latin typeface="Lexend SemiBold" pitchFamily="34" charset="0"/>
                <a:ea typeface="Lexend SemiBold" pitchFamily="34" charset="-122"/>
                <a:cs typeface="Lexend SemiBold" pitchFamily="34" charset="-120"/>
              </a:rPr>
              <a:t> bắt</a:t>
            </a:r>
            <a:r>
              <a:rPr lang="en-US" sz="2175" dirty="0" spc="-5" kern="0">
                <a:solidFill>
                  <a:srgbClr val="123E52"/>
                </a:solidFill>
                <a:latin typeface="Lexend SemiBold" pitchFamily="34" charset="0"/>
                <a:ea typeface="Lexend SemiBold" pitchFamily="34" charset="-122"/>
                <a:cs typeface="Lexend SemiBold" pitchFamily="34" charset="-120"/>
              </a:rPr>
              <a:t> đầu</a:t>
            </a:r>
            <a:r>
              <a:rPr lang="en-US" sz="2175" dirty="0" spc="10" kern="0">
                <a:solidFill>
                  <a:srgbClr val="123E52"/>
                </a:solidFill>
                <a:latin typeface="Lexend SemiBold" pitchFamily="34" charset="0"/>
                <a:ea typeface="Lexend SemiBold" pitchFamily="34" charset="-122"/>
                <a:cs typeface="Lexend SemiBold" pitchFamily="34" charset="-120"/>
              </a:rPr>
              <a:t> dự</a:t>
            </a:r>
            <a:r>
              <a:rPr lang="en-US" sz="2175" dirty="0" spc="4" kern="0">
                <a:solidFill>
                  <a:srgbClr val="123E52"/>
                </a:solidFill>
                <a:latin typeface="Lexend SemiBold" pitchFamily="34" charset="0"/>
                <a:ea typeface="Lexend SemiBold" pitchFamily="34" charset="-122"/>
                <a:cs typeface="Lexend SemiBold" pitchFamily="34" charset="-120"/>
              </a:rPr>
              <a:t> án</a:t>
            </a:r>
            <a:r>
              <a:rPr lang="en-US" sz="2175" dirty="0" spc="2" kern="0">
                <a:solidFill>
                  <a:srgbClr val="123E52"/>
                </a:solidFill>
                <a:latin typeface="Lexend SemiBold" pitchFamily="34" charset="0"/>
                <a:ea typeface="Lexend SemiBold" pitchFamily="34" charset="-122"/>
                <a:cs typeface="Lexend SemiBold" pitchFamily="34" charset="-120"/>
              </a:rPr>
              <a:t> của</a:t>
            </a:r>
            <a:r>
              <a:rPr lang="en-US" sz="2175" dirty="0" spc="3" kern="0">
                <a:solidFill>
                  <a:srgbClr val="123E52"/>
                </a:solidFill>
                <a:latin typeface="Lexend SemiBold" pitchFamily="34" charset="0"/>
                <a:ea typeface="Lexend SemiBold" pitchFamily="34" charset="-122"/>
                <a:cs typeface="Lexend SemiBold" pitchFamily="34" charset="-120"/>
              </a:rPr>
              <a:t> bạn</a:t>
            </a:r>
            <a:endParaRPr lang="en-US" sz="2175" dirty="0"/>
          </a:p>
        </p:txBody>
      </p:sp>
      <p:sp>
        <p:nvSpPr>
          <p:cNvPr id="5" name="Connector line-1792810855166-555562849"/>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1933575"/>
            <a:ext cx="6648450" cy="219075"/>
          </a:xfrm>
          <a:prstGeom prst="rect">
            <a:avLst/>
          </a:prstGeom>
          <a:noFill/>
          <a:ln/>
        </p:spPr>
        <p:txBody>
          <a:bodyPr wrap="square" lIns="0" tIns="4343" rIns="0" bIns="-4343" rtlCol="0" anchor="t"/>
          <a:lstStyle/>
          <a:p>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Đọc phần này trên GitHub Radar ↗</a:t>
            </a:r>
            <a:pPr algn="l" indent="0" marL="0">
              <a:lnSpc>
                <a:spcPts val="1260"/>
              </a:lnSpc>
              <a:buNone/>
            </a:pPr>
            <a:r>
              <a:rPr lang="en-US" sz="900" dirty="0" spc="0" kern="0">
                <a:solidFill>
                  <a:srgbClr val="147D7A"/>
                </a:solidFill>
                <a:latin typeface="Noto Sans" pitchFamily="34" charset="0"/>
                <a:ea typeface="Noto Sans" pitchFamily="34" charset="-122"/>
                <a:cs typeface="Noto Sans" pitchFamily="34" charset="-120"/>
              </a:rPr>
              <a:t> ·</a:t>
            </a:r>
            <a:r>
              <a:rPr lang="en-US" sz="900" dirty="0" spc="-3" kern="0">
                <a:solidFill>
                  <a:srgbClr val="147D7A"/>
                </a:solidFill>
                <a:latin typeface="Noto Sans" pitchFamily="34" charset="0"/>
                <a:ea typeface="Noto Sans" pitchFamily="34" charset="-122"/>
                <a:cs typeface="Noto Sans" pitchFamily="34" charset="-120"/>
              </a:rPr>
              <a:t> </a:t>
            </a:r>
            <a:pPr algn="l" indent="0" marL="0">
              <a:lnSpc>
                <a:spcPts val="1260"/>
              </a:lnSpc>
              <a:buNone/>
            </a:pPr>
            <a:r>
              <a:rPr lang="en-US" sz="900" u="sng" dirty="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Tài liệu gốc ↗</a:t>
            </a:r>
            <a:endParaRPr lang="en-US" sz="900" dirty="0"/>
          </a:p>
        </p:txBody>
      </p:sp>
      <p:sp>
        <p:nvSpPr>
          <p:cNvPr id="7" name="Text 5"/>
          <p:cNvSpPr/>
          <p:nvPr/>
        </p:nvSpPr>
        <p:spPr>
          <a:xfrm>
            <a:off x="457200" y="2352675"/>
            <a:ext cx="6648450" cy="1476375"/>
          </a:xfrm>
          <a:prstGeom prst="rect">
            <a:avLst/>
          </a:prstGeom>
          <a:noFill/>
          <a:ln/>
        </p:spPr>
        <p:txBody>
          <a:bodyPr wrap="square" lIns="0" tIns="6343" rIns="0" bIns="-6343" rtlCol="0" anchor="t"/>
          <a:lstStyle/>
          <a:p>
            <a:pPr algn="l" indent="0" marL="0">
              <a:lnSpc>
                <a:spcPts val="1838"/>
              </a:lnSpc>
              <a:buNone/>
            </a:pPr>
            <a:r>
              <a:rPr lang="en-US" sz="1313" dirty="0" spc="-3" kern="0">
                <a:solidFill>
                  <a:srgbClr val="123E52"/>
                </a:solidFill>
                <a:latin typeface="Noto Sans" pitchFamily="34" charset="0"/>
                <a:ea typeface="Noto Sans" pitchFamily="34" charset="-122"/>
                <a:cs typeface="Noto Sans" pitchFamily="34" charset="-120"/>
              </a:rPr>
              <a:t>Dùng</a:t>
            </a:r>
            <a:r>
              <a:rPr lang="en-US" sz="1313" dirty="0" spc="0" kern="0">
                <a:solidFill>
                  <a:srgbClr val="123E52"/>
                </a:solidFill>
                <a:latin typeface="Noto Sans" pitchFamily="34" charset="0"/>
                <a:ea typeface="Noto Sans" pitchFamily="34" charset="-122"/>
                <a:cs typeface="Noto Sans" pitchFamily="34" charset="-120"/>
              </a:rPr>
              <a:t> phiếu này</a:t>
            </a:r>
            <a:r>
              <a:rPr lang="en-US" sz="1313" dirty="0" spc="1" kern="0">
                <a:solidFill>
                  <a:srgbClr val="123E52"/>
                </a:solidFill>
                <a:latin typeface="Noto Sans" pitchFamily="34" charset="0"/>
                <a:ea typeface="Noto Sans" pitchFamily="34" charset="-122"/>
                <a:cs typeface="Noto Sans" pitchFamily="34" charset="-120"/>
              </a:rPr>
              <a:t> để chuyển</a:t>
            </a:r>
            <a:r>
              <a:rPr lang="en-US" sz="1313" dirty="0" spc="-1" kern="0">
                <a:solidFill>
                  <a:srgbClr val="123E52"/>
                </a:solidFill>
                <a:latin typeface="Noto Sans" pitchFamily="34" charset="0"/>
                <a:ea typeface="Noto Sans" pitchFamily="34" charset="-122"/>
                <a:cs typeface="Noto Sans" pitchFamily="34" charset="-120"/>
              </a:rPr>
              <a:t> từ</a:t>
            </a:r>
            <a:r>
              <a:rPr lang="en-US" sz="1313" dirty="0" spc="0" kern="0">
                <a:solidFill>
                  <a:srgbClr val="123E52"/>
                </a:solidFill>
                <a:latin typeface="Noto Sans" pitchFamily="34" charset="0"/>
                <a:ea typeface="Noto Sans" pitchFamily="34" charset="-122"/>
                <a:cs typeface="Noto Sans" pitchFamily="34" charset="-120"/>
              </a:rPr>
              <a:t> đọc</a:t>
            </a:r>
            <a:r>
              <a:rPr lang="en-US" sz="1313" dirty="0" spc="-2" kern="0">
                <a:solidFill>
                  <a:srgbClr val="123E52"/>
                </a:solidFill>
                <a:latin typeface="Noto Sans" pitchFamily="34" charset="0"/>
                <a:ea typeface="Noto Sans" pitchFamily="34" charset="-122"/>
                <a:cs typeface="Noto Sans" pitchFamily="34" charset="-120"/>
              </a:rPr>
              <a:t> tổng</a:t>
            </a:r>
            <a:r>
              <a:rPr lang="en-US" sz="1313" dirty="0" spc="0" kern="0">
                <a:solidFill>
                  <a:srgbClr val="123E52"/>
                </a:solidFill>
                <a:latin typeface="Noto Sans" pitchFamily="34" charset="0"/>
                <a:ea typeface="Noto Sans" pitchFamily="34" charset="-122"/>
                <a:cs typeface="Noto Sans" pitchFamily="34" charset="-120"/>
              </a:rPr>
              <a:t> quan sang một lần</a:t>
            </a:r>
            <a:r>
              <a:rPr lang="en-US" sz="1313" dirty="0" spc="1" kern="0">
                <a:solidFill>
                  <a:srgbClr val="123E52"/>
                </a:solidFill>
                <a:latin typeface="Noto Sans" pitchFamily="34" charset="0"/>
                <a:ea typeface="Noto Sans" pitchFamily="34" charset="-122"/>
                <a:cs typeface="Noto Sans" pitchFamily="34" charset="-120"/>
              </a:rPr>
              <a:t> thực</a:t>
            </a:r>
            <a:r>
              <a:rPr lang="en-US" sz="1313" dirty="0" spc="0" kern="0">
                <a:solidFill>
                  <a:srgbClr val="123E52"/>
                </a:solidFill>
                <a:latin typeface="Noto Sans" pitchFamily="34" charset="0"/>
                <a:ea typeface="Noto Sans" pitchFamily="34" charset="-122"/>
                <a:cs typeface="Noto Sans" pitchFamily="34" charset="-120"/>
              </a:rPr>
              <a:t> hành</a:t>
            </a:r>
            <a:r>
              <a:rPr lang="en-US" sz="1313" dirty="0" spc="2" kern="0">
                <a:solidFill>
                  <a:srgbClr val="123E52"/>
                </a:solidFill>
                <a:latin typeface="Noto Sans" pitchFamily="34" charset="0"/>
                <a:ea typeface="Noto Sans" pitchFamily="34" charset="-122"/>
                <a:cs typeface="Noto Sans" pitchFamily="34" charset="-120"/>
              </a:rPr>
              <a:t> có mục tiêu.</a:t>
            </a:r>
            <a:r>
              <a:rPr lang="en-US" sz="1313" dirty="0" spc="0" kern="0">
                <a:solidFill>
                  <a:srgbClr val="123E52"/>
                </a:solidFill>
                <a:latin typeface="Noto Sans" pitchFamily="34" charset="0"/>
                <a:ea typeface="Noto Sans" pitchFamily="34" charset="-122"/>
                <a:cs typeface="Noto Sans" pitchFamily="34" charset="-120"/>
              </a:rPr>
              <a:t> Có</a:t>
            </a:r>
            <a:r>
              <a:rPr lang="en-US" sz="1313" dirty="0" spc="-1" kern="0">
                <a:solidFill>
                  <a:srgbClr val="123E52"/>
                </a:solidFill>
                <a:latin typeface="Noto Sans" pitchFamily="34" charset="0"/>
                <a:ea typeface="Noto Sans" pitchFamily="34" charset="-122"/>
                <a:cs typeface="Noto Sans" pitchFamily="34" charset="-120"/>
              </a:rPr>
              <a:t> bản</a:t>
            </a:r>
            <a:r>
              <a:rPr lang="en-US" sz="1313" dirty="0" spc="-3" kern="0">
                <a:solidFill>
                  <a:srgbClr val="123E52"/>
                </a:solidFill>
                <a:latin typeface="Noto Sans" pitchFamily="34" charset="0"/>
                <a:ea typeface="Noto Sans" pitchFamily="34" charset="-122"/>
                <a:cs typeface="Noto Sans" pitchFamily="34" charset="-120"/>
              </a:rPr>
              <a:t> Markdown</a:t>
            </a:r>
            <a:r>
              <a:rPr lang="en-US" sz="1313" dirty="0" spc="0" kern="0">
                <a:solidFill>
                  <a:srgbClr val="123E52"/>
                </a:solidFill>
                <a:latin typeface="Noto Sans" pitchFamily="34" charset="0"/>
                <a:ea typeface="Noto Sans" pitchFamily="34" charset="-122"/>
                <a:cs typeface="Noto Sans" pitchFamily="34" charset="-120"/>
              </a:rPr>
              <a:t> đi</a:t>
            </a:r>
            <a:r>
              <a:rPr lang="en-US" sz="1313" dirty="0" spc="3" kern="0">
                <a:solidFill>
                  <a:srgbClr val="123E52"/>
                </a:solidFill>
                <a:latin typeface="Noto Sans" pitchFamily="34" charset="0"/>
                <a:ea typeface="Noto Sans" pitchFamily="34" charset="-122"/>
                <a:cs typeface="Noto Sans" pitchFamily="34" charset="-120"/>
              </a:rPr>
              <a:t> kèm</a:t>
            </a:r>
            <a:r>
              <a:rPr lang="en-US" sz="1313" dirty="0" spc="-5" kern="0">
                <a:solidFill>
                  <a:srgbClr val="123E52"/>
                </a:solidFill>
                <a:latin typeface="Noto Sans" pitchFamily="34" charset="0"/>
                <a:ea typeface="Noto Sans" pitchFamily="34" charset="-122"/>
                <a:cs typeface="Noto Sans" pitchFamily="34" charset="-120"/>
              </a:rPr>
              <a:t> trong repo</a:t>
            </a:r>
            <a:r>
              <a:rPr lang="en-US" sz="1313" dirty="0" spc="1" kern="0">
                <a:solidFill>
                  <a:srgbClr val="123E52"/>
                </a:solidFill>
                <a:latin typeface="Noto Sans" pitchFamily="34" charset="0"/>
                <a:ea typeface="Noto Sans" pitchFamily="34" charset="-122"/>
                <a:cs typeface="Noto Sans" pitchFamily="34" charset="-120"/>
              </a:rPr>
              <a:t> để</a:t>
            </a:r>
            <a:r>
              <a:rPr lang="en-US" sz="1313" dirty="0" spc="-1" kern="0">
                <a:solidFill>
                  <a:srgbClr val="123E52"/>
                </a:solidFill>
                <a:latin typeface="Noto Sans" pitchFamily="34" charset="0"/>
                <a:ea typeface="Noto Sans" pitchFamily="34" charset="-122"/>
                <a:cs typeface="Noto Sans" pitchFamily="34" charset="-120"/>
              </a:rPr>
              <a:t> bạn</a:t>
            </a:r>
            <a:r>
              <a:rPr lang="en-US" sz="1313" dirty="0" spc="0" kern="0">
                <a:solidFill>
                  <a:srgbClr val="123E52"/>
                </a:solidFill>
                <a:latin typeface="Noto Sans" pitchFamily="34" charset="0"/>
                <a:ea typeface="Noto Sans" pitchFamily="34" charset="-122"/>
                <a:cs typeface="Noto Sans" pitchFamily="34" charset="-120"/>
              </a:rPr>
              <a:t> tự</a:t>
            </a:r>
            <a:r>
              <a:rPr lang="en-US" sz="1313" dirty="0" spc="1" kern="0">
                <a:solidFill>
                  <a:srgbClr val="123E52"/>
                </a:solidFill>
                <a:latin typeface="Noto Sans" pitchFamily="34" charset="0"/>
                <a:ea typeface="Noto Sans" pitchFamily="34" charset="-122"/>
                <a:cs typeface="Noto Sans" pitchFamily="34" charset="-120"/>
              </a:rPr>
              <a:t> điền.</a:t>
            </a:r>
            <a:r>
              <a:rPr lang="en-US" sz="1313" dirty="0" spc="4" kern="0">
                <a:solidFill>
                  <a:srgbClr val="123E52"/>
                </a:solidFill>
                <a:latin typeface="Noto Sans" pitchFamily="34" charset="0"/>
                <a:ea typeface="Noto Sans" pitchFamily="34" charset="-122"/>
                <a:cs typeface="Noto Sans" pitchFamily="34" charset="-120"/>
              </a:rPr>
              <a:t> Các</a:t>
            </a:r>
            <a:r>
              <a:rPr lang="en-US" sz="1313" dirty="0" spc="0" kern="0">
                <a:solidFill>
                  <a:srgbClr val="123E52"/>
                </a:solidFill>
                <a:latin typeface="Noto Sans" pitchFamily="34" charset="0"/>
                <a:ea typeface="Noto Sans" pitchFamily="34" charset="-122"/>
                <a:cs typeface="Noto Sans" pitchFamily="34" charset="-120"/>
              </a:rPr>
              <a:t> lựa chọn</a:t>
            </a:r>
            <a:r>
              <a:rPr lang="en-US" sz="1313" dirty="0" spc="-1" kern="0">
                <a:solidFill>
                  <a:srgbClr val="123E52"/>
                </a:solidFill>
                <a:latin typeface="Noto Sans" pitchFamily="34" charset="0"/>
                <a:ea typeface="Noto Sans" pitchFamily="34" charset="-122"/>
                <a:cs typeface="Noto Sans" pitchFamily="34" charset="-120"/>
              </a:rPr>
              <a:t> dưới đây</a:t>
            </a:r>
            <a:r>
              <a:rPr lang="en-US" sz="1313" dirty="0" spc="1" kern="0">
                <a:solidFill>
                  <a:srgbClr val="123E52"/>
                </a:solidFill>
                <a:latin typeface="Noto Sans" pitchFamily="34" charset="0"/>
                <a:ea typeface="Noto Sans" pitchFamily="34" charset="-122"/>
                <a:cs typeface="Noto Sans" pitchFamily="34" charset="-120"/>
              </a:rPr>
              <a:t> là</a:t>
            </a:r>
            <a:r>
              <a:rPr lang="en-US" sz="1313" dirty="0" spc="-1" kern="0">
                <a:solidFill>
                  <a:srgbClr val="123E52"/>
                </a:solidFill>
                <a:latin typeface="Noto Sans" pitchFamily="34" charset="0"/>
                <a:ea typeface="Noto Sans" pitchFamily="34" charset="-122"/>
                <a:cs typeface="Noto Sans" pitchFamily="34" charset="-120"/>
              </a:rPr>
              <a:t> gợi</a:t>
            </a:r>
            <a:r>
              <a:rPr lang="en-US" sz="1313" dirty="0" spc="0" kern="0">
                <a:solidFill>
                  <a:srgbClr val="123E52"/>
                </a:solidFill>
                <a:latin typeface="Noto Sans" pitchFamily="34" charset="0"/>
                <a:ea typeface="Noto Sans" pitchFamily="34" charset="-122"/>
                <a:cs typeface="Noto Sans" pitchFamily="34" charset="-120"/>
              </a:rPr>
              <a:t> ý</a:t>
            </a:r>
            <a:r>
              <a:rPr lang="en-US" sz="1313" dirty="0" spc="2" kern="0">
                <a:solidFill>
                  <a:srgbClr val="123E52"/>
                </a:solidFill>
                <a:latin typeface="Noto Sans" pitchFamily="34" charset="0"/>
                <a:ea typeface="Noto Sans" pitchFamily="34" charset="-122"/>
                <a:cs typeface="Noto Sans" pitchFamily="34" charset="-120"/>
              </a:rPr>
              <a:t> của</a:t>
            </a:r>
            <a:r>
              <a:rPr lang="en-US" sz="1313" dirty="0" spc="-1" kern="0">
                <a:solidFill>
                  <a:srgbClr val="123E52"/>
                </a:solidFill>
                <a:latin typeface="Noto Sans" pitchFamily="34" charset="0"/>
                <a:ea typeface="Noto Sans" pitchFamily="34" charset="-122"/>
                <a:cs typeface="Noto Sans" pitchFamily="34" charset="-120"/>
              </a:rPr>
              <a:t> người</a:t>
            </a:r>
            <a:r>
              <a:rPr lang="en-US" sz="1313" dirty="0" spc="2" kern="0">
                <a:solidFill>
                  <a:srgbClr val="123E52"/>
                </a:solidFill>
                <a:latin typeface="Noto Sans" pitchFamily="34" charset="0"/>
                <a:ea typeface="Noto Sans" pitchFamily="34" charset="-122"/>
                <a:cs typeface="Noto Sans" pitchFamily="34" charset="-120"/>
              </a:rPr>
              <a:t> viết.</a:t>
            </a:r>
            <a:endParaRPr lang="en-US" sz="1313" dirty="0"/>
          </a:p>
        </p:txBody>
      </p:sp>
      <p:sp>
        <p:nvSpPr>
          <p:cNvPr id="8" name="Shape 6"/>
          <p:cNvSpPr/>
          <p:nvPr/>
        </p:nvSpPr>
        <p:spPr>
          <a:xfrm>
            <a:off x="457200" y="4200525"/>
            <a:ext cx="3209925" cy="2190750"/>
          </a:xfrm>
          <a:prstGeom prst="roundRect">
            <a:avLst>
              <a:gd name="adj" fmla="val 1304"/>
            </a:avLst>
          </a:prstGeom>
          <a:solidFill>
            <a:srgbClr val="EFF5F6"/>
          </a:solidFill>
          <a:ln/>
        </p:spPr>
      </p:sp>
      <p:sp>
        <p:nvSpPr>
          <p:cNvPr id="9" name="Text 7"/>
          <p:cNvSpPr/>
          <p:nvPr/>
        </p:nvSpPr>
        <p:spPr>
          <a:xfrm>
            <a:off x="609600"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0" kern="0">
                <a:solidFill>
                  <a:srgbClr val="123E52"/>
                </a:solidFill>
                <a:latin typeface="Lexend SemiBold" pitchFamily="34" charset="0"/>
                <a:ea typeface="Lexend SemiBold" pitchFamily="34" charset="-122"/>
                <a:cs typeface="Lexend SemiBold" pitchFamily="34" charset="-120"/>
              </a:rPr>
              <a:t>Câu</a:t>
            </a:r>
            <a:r>
              <a:rPr lang="en-US" sz="1275" dirty="0" spc="1" kern="0">
                <a:solidFill>
                  <a:srgbClr val="123E52"/>
                </a:solidFill>
                <a:latin typeface="Lexend SemiBold" pitchFamily="34" charset="0"/>
                <a:ea typeface="Lexend SemiBold" pitchFamily="34" charset="-122"/>
                <a:cs typeface="Lexend SemiBold" pitchFamily="34" charset="-120"/>
              </a:rPr>
              <a:t> hỏi</a:t>
            </a:r>
            <a:r>
              <a:rPr lang="en-US" sz="1275" dirty="0" spc="0" kern="0">
                <a:solidFill>
                  <a:srgbClr val="123E52"/>
                </a:solidFill>
                <a:latin typeface="Lexend SemiBold" pitchFamily="34" charset="0"/>
                <a:ea typeface="Lexend SemiBold" pitchFamily="34" charset="-122"/>
                <a:cs typeface="Lexend SemiBold" pitchFamily="34" charset="-120"/>
              </a:rPr>
              <a:t> tôi</a:t>
            </a:r>
            <a:r>
              <a:rPr lang="en-US" sz="1275" dirty="0" spc="1" kern="0">
                <a:solidFill>
                  <a:srgbClr val="123E52"/>
                </a:solidFill>
                <a:latin typeface="Lexend SemiBold" pitchFamily="34" charset="0"/>
                <a:ea typeface="Lexend SemiBold" pitchFamily="34" charset="-122"/>
                <a:cs typeface="Lexend SemiBold" pitchFamily="34" charset="-120"/>
              </a:rPr>
              <a:t> muốn</a:t>
            </a:r>
            <a:r>
              <a:rPr lang="en-US" sz="1275" dirty="0" spc="-6" kern="0">
                <a:solidFill>
                  <a:srgbClr val="123E52"/>
                </a:solidFill>
                <a:latin typeface="Lexend SemiBold" pitchFamily="34" charset="0"/>
                <a:ea typeface="Lexend SemiBold" pitchFamily="34" charset="-122"/>
                <a:cs typeface="Lexend SemiBold" pitchFamily="34" charset="-120"/>
              </a:rPr>
              <a:t> trả</a:t>
            </a:r>
            <a:r>
              <a:rPr lang="en-US" sz="1275" dirty="0" spc="-2" kern="0">
                <a:solidFill>
                  <a:srgbClr val="123E52"/>
                </a:solidFill>
                <a:latin typeface="Lexend SemiBold" pitchFamily="34" charset="0"/>
                <a:ea typeface="Lexend SemiBold" pitchFamily="34" charset="-122"/>
                <a:cs typeface="Lexend SemiBold" pitchFamily="34" charset="-120"/>
              </a:rPr>
              <a:t> lời</a:t>
            </a:r>
            <a:endParaRPr lang="en-US" sz="1275" dirty="0"/>
          </a:p>
        </p:txBody>
      </p:sp>
      <p:sp>
        <p:nvSpPr>
          <p:cNvPr id="10" name="Text 8"/>
          <p:cNvSpPr/>
          <p:nvPr/>
        </p:nvSpPr>
        <p:spPr>
          <a:xfrm>
            <a:off x="609600"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3" kern="0">
                <a:solidFill>
                  <a:srgbClr val="123E52"/>
                </a:solidFill>
                <a:latin typeface="Noto Sans" pitchFamily="34" charset="0"/>
                <a:ea typeface="Noto Sans" pitchFamily="34" charset="-122"/>
                <a:cs typeface="Noto Sans" pitchFamily="34" charset="-120"/>
              </a:rPr>
              <a:t>Viết</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2" kern="0">
                <a:solidFill>
                  <a:srgbClr val="123E52"/>
                </a:solidFill>
                <a:latin typeface="Noto Sans" pitchFamily="34" charset="0"/>
                <a:ea typeface="Noto Sans" pitchFamily="34" charset="-122"/>
                <a:cs typeface="Noto Sans" pitchFamily="34" charset="-120"/>
              </a:rPr>
              <a:t> câu:</a:t>
            </a:r>
            <a:r>
              <a:rPr lang="en-US" sz="1095" dirty="0" spc="-17" kern="0">
                <a:solidFill>
                  <a:srgbClr val="123E52"/>
                </a:solidFill>
                <a:latin typeface="Noto Sans" pitchFamily="34" charset="0"/>
                <a:ea typeface="Noto Sans" pitchFamily="34" charset="-122"/>
                <a:cs typeface="Noto Sans" pitchFamily="34" charset="-120"/>
              </a:rPr>
              <a:t> “Tôi</a:t>
            </a:r>
            <a:r>
              <a:rPr lang="en-US" sz="1095" dirty="0" spc="0" kern="0">
                <a:solidFill>
                  <a:srgbClr val="123E52"/>
                </a:solidFill>
                <a:latin typeface="Noto Sans" pitchFamily="34" charset="0"/>
                <a:ea typeface="Noto Sans" pitchFamily="34" charset="-122"/>
                <a:cs typeface="Noto Sans" pitchFamily="34" charset="-120"/>
              </a:rPr>
              <a:t> muốn hiểu</a:t>
            </a:r>
            <a:r>
              <a:rPr lang="en-US" sz="1095" dirty="0" spc="1" kern="0">
                <a:solidFill>
                  <a:srgbClr val="123E52"/>
                </a:solidFill>
                <a:latin typeface="Noto Sans" pitchFamily="34" charset="0"/>
                <a:ea typeface="Noto Sans" pitchFamily="34" charset="-122"/>
                <a:cs typeface="Noto Sans" pitchFamily="34" charset="-120"/>
              </a:rPr>
              <a:t> …</a:t>
            </a:r>
            <a:r>
              <a:rPr lang="en-US" sz="1095" dirty="0" spc="-1" kern="0">
                <a:solidFill>
                  <a:srgbClr val="123E52"/>
                </a:solidFill>
                <a:latin typeface="Noto Sans" pitchFamily="34" charset="0"/>
                <a:ea typeface="Noto Sans" pitchFamily="34" charset="-122"/>
                <a:cs typeface="Noto Sans" pitchFamily="34" charset="-120"/>
              </a:rPr>
              <a:t> bằng</a:t>
            </a:r>
            <a:r>
              <a:rPr lang="en-US" sz="1095" dirty="0" spc="1" kern="0">
                <a:solidFill>
                  <a:srgbClr val="123E52"/>
                </a:solidFill>
                <a:latin typeface="Noto Sans" pitchFamily="34" charset="0"/>
                <a:ea typeface="Noto Sans" pitchFamily="34" charset="-122"/>
                <a:cs typeface="Noto Sans" pitchFamily="34" charset="-120"/>
              </a:rPr>
              <a:t> cách</a:t>
            </a:r>
            <a:r>
              <a:rPr lang="en-US" sz="1095" dirty="0" spc="-3" kern="0">
                <a:solidFill>
                  <a:srgbClr val="123E52"/>
                </a:solidFill>
                <a:latin typeface="Noto Sans" pitchFamily="34" charset="0"/>
                <a:ea typeface="Noto Sans" pitchFamily="34" charset="-122"/>
                <a:cs typeface="Noto Sans" pitchFamily="34" charset="-120"/>
              </a:rPr>
              <a:t> tự</a:t>
            </a:r>
            <a:r>
              <a:rPr lang="en-US" sz="1095" dirty="0" spc="0" kern="0">
                <a:solidFill>
                  <a:srgbClr val="123E52"/>
                </a:solidFill>
                <a:latin typeface="Noto Sans" pitchFamily="34" charset="0"/>
                <a:ea typeface="Noto Sans" pitchFamily="34" charset="-122"/>
                <a:cs typeface="Noto Sans" pitchFamily="34" charset="-120"/>
              </a:rPr>
              <a:t> xây</a:t>
            </a:r>
            <a:r>
              <a:rPr lang="en-US" sz="1095" dirty="0" spc="3" kern="0">
                <a:solidFill>
                  <a:srgbClr val="123E52"/>
                </a:solidFill>
                <a:latin typeface="Noto Sans" pitchFamily="34" charset="0"/>
                <a:ea typeface="Noto Sans" pitchFamily="34" charset="-122"/>
                <a:cs typeface="Noto Sans" pitchFamily="34" charset="-120"/>
              </a:rPr>
              <a:t> …”.</a:t>
            </a:r>
            <a:r>
              <a:rPr lang="en-US" sz="1095" dirty="0" spc="1" kern="0">
                <a:solidFill>
                  <a:srgbClr val="123E52"/>
                </a:solidFill>
                <a:latin typeface="Noto Sans" pitchFamily="34" charset="0"/>
                <a:ea typeface="Noto Sans" pitchFamily="34" charset="-122"/>
                <a:cs typeface="Noto Sans" pitchFamily="34" charset="-120"/>
              </a:rPr>
              <a:t> Chọn</a:t>
            </a:r>
            <a:r>
              <a:rPr lang="en-US" sz="1095" dirty="0" spc="0" kern="0">
                <a:solidFill>
                  <a:srgbClr val="123E52"/>
                </a:solidFill>
                <a:latin typeface="Noto Sans" pitchFamily="34" charset="0"/>
                <a:ea typeface="Noto Sans" pitchFamily="34" charset="-122"/>
                <a:cs typeface="Noto Sans" pitchFamily="34" charset="-120"/>
              </a:rPr>
              <a:t> đúng</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nhóm</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0" kern="0">
                <a:solidFill>
                  <a:srgbClr val="123E52"/>
                </a:solidFill>
                <a:latin typeface="Noto Sans" pitchFamily="34" charset="0"/>
                <a:ea typeface="Noto Sans" pitchFamily="34" charset="-122"/>
                <a:cs typeface="Noto Sans" pitchFamily="34" charset="-120"/>
              </a:rPr>
              <a:t> hướng dẫn</a:t>
            </a:r>
            <a:r>
              <a:rPr lang="en-US" sz="1095" dirty="0" spc="-1" kern="0">
                <a:solidFill>
                  <a:srgbClr val="123E52"/>
                </a:solidFill>
                <a:latin typeface="Noto Sans" pitchFamily="34" charset="0"/>
                <a:ea typeface="Noto Sans" pitchFamily="34" charset="-122"/>
                <a:cs typeface="Noto Sans" pitchFamily="34" charset="-120"/>
              </a:rPr>
              <a:t> chính</a:t>
            </a:r>
            <a:r>
              <a:rPr lang="en-US" sz="1095" dirty="0" spc="2" kern="0">
                <a:solidFill>
                  <a:srgbClr val="123E52"/>
                </a:solidFill>
                <a:latin typeface="Noto Sans" pitchFamily="34" charset="0"/>
                <a:ea typeface="Noto Sans" pitchFamily="34" charset="-122"/>
                <a:cs typeface="Noto Sans" pitchFamily="34" charset="-120"/>
              </a:rPr>
              <a:t> để</a:t>
            </a:r>
            <a:r>
              <a:rPr lang="en-US" sz="1095" dirty="0" spc="-2" kern="0">
                <a:solidFill>
                  <a:srgbClr val="123E52"/>
                </a:solidFill>
                <a:latin typeface="Noto Sans" pitchFamily="34" charset="0"/>
                <a:ea typeface="Noto Sans" pitchFamily="34" charset="-122"/>
                <a:cs typeface="Noto Sans" pitchFamily="34" charset="-120"/>
              </a:rPr>
              <a:t> bắt</a:t>
            </a:r>
            <a:r>
              <a:rPr lang="en-US" sz="1095" dirty="0" spc="2" kern="0">
                <a:solidFill>
                  <a:srgbClr val="123E52"/>
                </a:solidFill>
                <a:latin typeface="Noto Sans" pitchFamily="34" charset="0"/>
                <a:ea typeface="Noto Sans" pitchFamily="34" charset="-122"/>
                <a:cs typeface="Noto Sans" pitchFamily="34" charset="-120"/>
              </a:rPr>
              <a:t> đầu.</a:t>
            </a:r>
            <a:endParaRPr lang="en-US" sz="1095" dirty="0"/>
          </a:p>
        </p:txBody>
      </p:sp>
      <p:sp>
        <p:nvSpPr>
          <p:cNvPr id="11" name="Shape 9"/>
          <p:cNvSpPr/>
          <p:nvPr/>
        </p:nvSpPr>
        <p:spPr>
          <a:xfrm>
            <a:off x="3895725" y="4200525"/>
            <a:ext cx="3209925" cy="2190750"/>
          </a:xfrm>
          <a:prstGeom prst="roundRect">
            <a:avLst>
              <a:gd name="adj" fmla="val 1304"/>
            </a:avLst>
          </a:prstGeom>
          <a:solidFill>
            <a:srgbClr val="EFF5F6"/>
          </a:solidFill>
          <a:ln/>
        </p:spPr>
      </p:sp>
      <p:sp>
        <p:nvSpPr>
          <p:cNvPr id="12" name="Text 10"/>
          <p:cNvSpPr/>
          <p:nvPr/>
        </p:nvSpPr>
        <p:spPr>
          <a:xfrm>
            <a:off x="4048125" y="4352925"/>
            <a:ext cx="2905125" cy="552450"/>
          </a:xfrm>
          <a:prstGeom prst="rect">
            <a:avLst/>
          </a:prstGeom>
          <a:noFill/>
          <a:ln/>
        </p:spPr>
        <p:txBody>
          <a:bodyPr wrap="square" lIns="0" tIns="4048" rIns="0" bIns="-4048" rtlCol="0" anchor="t"/>
          <a:lstStyle/>
          <a:p>
            <a:pPr algn="l" indent="0" marL="0">
              <a:lnSpc>
                <a:spcPts val="1785"/>
              </a:lnSpc>
              <a:buNone/>
            </a:pPr>
            <a:r>
              <a:rPr lang="en-US" sz="1275" dirty="0" spc="-3" kern="0">
                <a:solidFill>
                  <a:srgbClr val="123E52"/>
                </a:solidFill>
                <a:latin typeface="Lexend SemiBold" pitchFamily="34" charset="0"/>
                <a:ea typeface="Lexend SemiBold" pitchFamily="34" charset="-122"/>
                <a:cs typeface="Lexend SemiBold" pitchFamily="34" charset="-120"/>
              </a:rPr>
              <a:t>Nguồn</a:t>
            </a:r>
            <a:r>
              <a:rPr lang="en-US" sz="1275" dirty="0" spc="-4" kern="0">
                <a:solidFill>
                  <a:srgbClr val="123E52"/>
                </a:solidFill>
                <a:latin typeface="Lexend SemiBold" pitchFamily="34" charset="0"/>
                <a:ea typeface="Lexend SemiBold" pitchFamily="34" charset="-122"/>
                <a:cs typeface="Lexend SemiBold" pitchFamily="34" charset="-120"/>
              </a:rPr>
              <a:t> và</a:t>
            </a:r>
            <a:r>
              <a:rPr lang="en-US" sz="1275" dirty="0" spc="1" kern="0">
                <a:solidFill>
                  <a:srgbClr val="123E52"/>
                </a:solidFill>
                <a:latin typeface="Lexend SemiBold" pitchFamily="34" charset="0"/>
                <a:ea typeface="Lexend SemiBold" pitchFamily="34" charset="-122"/>
                <a:cs typeface="Lexend SemiBold" pitchFamily="34" charset="-120"/>
              </a:rPr>
              <a:t> điều</a:t>
            </a:r>
            <a:r>
              <a:rPr lang="en-US" sz="1275" dirty="0" spc="2" kern="0">
                <a:solidFill>
                  <a:srgbClr val="123E52"/>
                </a:solidFill>
                <a:latin typeface="Lexend SemiBold" pitchFamily="34" charset="0"/>
                <a:ea typeface="Lexend SemiBold" pitchFamily="34" charset="-122"/>
                <a:cs typeface="Lexend SemiBold" pitchFamily="34" charset="-120"/>
              </a:rPr>
              <a:t> kiện</a:t>
            </a:r>
            <a:r>
              <a:rPr lang="en-US" sz="1275" dirty="0" spc="0" kern="0">
                <a:solidFill>
                  <a:srgbClr val="123E52"/>
                </a:solidFill>
                <a:latin typeface="Lexend SemiBold" pitchFamily="34" charset="0"/>
                <a:ea typeface="Lexend SemiBold" pitchFamily="34" charset="-122"/>
                <a:cs typeface="Lexend SemiBold" pitchFamily="34" charset="-120"/>
              </a:rPr>
              <a:t> đầu</a:t>
            </a:r>
            <a:r>
              <a:rPr lang="en-US" sz="1275" dirty="0" spc="-5" kern="0">
                <a:solidFill>
                  <a:srgbClr val="123E52"/>
                </a:solidFill>
                <a:latin typeface="Lexend SemiBold" pitchFamily="34" charset="0"/>
                <a:ea typeface="Lexend SemiBold" pitchFamily="34" charset="-122"/>
                <a:cs typeface="Lexend SemiBold" pitchFamily="34" charset="-120"/>
              </a:rPr>
              <a:t> vào</a:t>
            </a:r>
            <a:endParaRPr lang="en-US" sz="1275" dirty="0"/>
          </a:p>
        </p:txBody>
      </p:sp>
      <p:sp>
        <p:nvSpPr>
          <p:cNvPr id="13" name="Text 11"/>
          <p:cNvSpPr/>
          <p:nvPr/>
        </p:nvSpPr>
        <p:spPr>
          <a:xfrm>
            <a:off x="4048125" y="5029200"/>
            <a:ext cx="2905125" cy="1266825"/>
          </a:xfrm>
          <a:prstGeom prst="rect">
            <a:avLst/>
          </a:prstGeom>
          <a:noFill/>
          <a:ln/>
        </p:spPr>
        <p:txBody>
          <a:bodyPr wrap="square" lIns="0" tIns="5284" rIns="0" bIns="-5284" rtlCol="0" anchor="t"/>
          <a:lstStyle/>
          <a:p>
            <a:pPr algn="l" indent="0" marL="0">
              <a:lnSpc>
                <a:spcPts val="1533"/>
              </a:lnSpc>
              <a:buNone/>
            </a:pPr>
            <a:r>
              <a:rPr lang="en-US" sz="1095" dirty="0" spc="-2" kern="0">
                <a:solidFill>
                  <a:srgbClr val="123E52"/>
                </a:solidFill>
                <a:latin typeface="Noto Sans" pitchFamily="34" charset="0"/>
                <a:ea typeface="Noto Sans" pitchFamily="34" charset="-122"/>
                <a:cs typeface="Noto Sans" pitchFamily="34" charset="-120"/>
              </a:rPr>
              <a:t>Ghi</a:t>
            </a:r>
            <a:r>
              <a:rPr lang="en-US" sz="1095" dirty="0" spc="1" kern="0">
                <a:solidFill>
                  <a:srgbClr val="123E52"/>
                </a:solidFill>
                <a:latin typeface="Noto Sans" pitchFamily="34" charset="0"/>
                <a:ea typeface="Noto Sans" pitchFamily="34" charset="-122"/>
                <a:cs typeface="Noto Sans" pitchFamily="34" charset="-120"/>
              </a:rPr>
              <a:t> URL</a:t>
            </a:r>
            <a:r>
              <a:rPr lang="en-US" sz="1095" dirty="0" spc="0" kern="0">
                <a:solidFill>
                  <a:srgbClr val="123E52"/>
                </a:solidFill>
                <a:latin typeface="Noto Sans" pitchFamily="34" charset="0"/>
                <a:ea typeface="Noto Sans" pitchFamily="34" charset="-122"/>
                <a:cs typeface="Noto Sans" pitchFamily="34" charset="-120"/>
              </a:rPr>
              <a:t> gốc, ngôn</a:t>
            </a:r>
            <a:r>
              <a:rPr lang="en-US" sz="1095" dirty="0" spc="1" kern="0">
                <a:solidFill>
                  <a:srgbClr val="123E52"/>
                </a:solidFill>
                <a:latin typeface="Noto Sans" pitchFamily="34" charset="0"/>
                <a:ea typeface="Noto Sans" pitchFamily="34" charset="-122"/>
                <a:cs typeface="Noto Sans" pitchFamily="34" charset="-120"/>
              </a:rPr>
              <a:t> ngữ,</a:t>
            </a:r>
            <a:r>
              <a:rPr lang="en-US" sz="1095" dirty="0" spc="-3" kern="0">
                <a:solidFill>
                  <a:srgbClr val="123E52"/>
                </a:solidFill>
                <a:latin typeface="Noto Sans" pitchFamily="34" charset="0"/>
                <a:ea typeface="Noto Sans" pitchFamily="34" charset="-122"/>
                <a:cs typeface="Noto Sans" pitchFamily="34" charset="-120"/>
              </a:rPr>
              <a:t> môi</a:t>
            </a:r>
            <a:r>
              <a:rPr lang="en-US" sz="1095" dirty="0" spc="0" kern="0">
                <a:solidFill>
                  <a:srgbClr val="123E52"/>
                </a:solidFill>
                <a:latin typeface="Noto Sans" pitchFamily="34" charset="0"/>
                <a:ea typeface="Noto Sans" pitchFamily="34" charset="-122"/>
                <a:cs typeface="Noto Sans" pitchFamily="34" charset="-120"/>
              </a:rPr>
              <a:t> trường, kiến</a:t>
            </a:r>
            <a:r>
              <a:rPr lang="en-US" sz="1095" dirty="0" spc="-1" kern="0">
                <a:solidFill>
                  <a:srgbClr val="123E52"/>
                </a:solidFill>
                <a:latin typeface="Noto Sans" pitchFamily="34" charset="0"/>
                <a:ea typeface="Noto Sans" pitchFamily="34" charset="-122"/>
                <a:cs typeface="Noto Sans" pitchFamily="34" charset="-120"/>
              </a:rPr>
              <a:t> thức</a:t>
            </a:r>
            <a:r>
              <a:rPr lang="en-US" sz="1095" dirty="0" spc="0" kern="0">
                <a:solidFill>
                  <a:srgbClr val="123E52"/>
                </a:solidFill>
                <a:latin typeface="Noto Sans" pitchFamily="34" charset="0"/>
                <a:ea typeface="Noto Sans" pitchFamily="34" charset="-122"/>
                <a:cs typeface="Noto Sans" pitchFamily="34" charset="-120"/>
              </a:rPr>
              <a:t> đang</a:t>
            </a:r>
            <a:r>
              <a:rPr lang="en-US" sz="1095" dirty="0" spc="-1" kern="0">
                <a:solidFill>
                  <a:srgbClr val="123E52"/>
                </a:solidFill>
                <a:latin typeface="Noto Sans" pitchFamily="34" charset="0"/>
                <a:ea typeface="Noto Sans" pitchFamily="34" charset="-122"/>
                <a:cs typeface="Noto Sans" pitchFamily="34" charset="-120"/>
              </a:rPr>
              <a:t> có</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0" kern="0">
                <a:solidFill>
                  <a:srgbClr val="123E52"/>
                </a:solidFill>
                <a:latin typeface="Noto Sans" pitchFamily="34" charset="0"/>
                <a:ea typeface="Noto Sans" pitchFamily="34" charset="-122"/>
                <a:cs typeface="Noto Sans" pitchFamily="34" charset="-120"/>
              </a:rPr>
              <a:t> điều</a:t>
            </a:r>
            <a:r>
              <a:rPr lang="en-US" sz="1095" dirty="0" spc="1" kern="0">
                <a:solidFill>
                  <a:srgbClr val="123E52"/>
                </a:solidFill>
                <a:latin typeface="Noto Sans" pitchFamily="34" charset="0"/>
                <a:ea typeface="Noto Sans" pitchFamily="34" charset="-122"/>
                <a:cs typeface="Noto Sans" pitchFamily="34" charset="-120"/>
              </a:rPr>
              <a:t> cần</a:t>
            </a:r>
            <a:r>
              <a:rPr lang="en-US" sz="1095" dirty="0" spc="-2" kern="0">
                <a:solidFill>
                  <a:srgbClr val="123E52"/>
                </a:solidFill>
                <a:latin typeface="Noto Sans" pitchFamily="34" charset="0"/>
                <a:ea typeface="Noto Sans" pitchFamily="34" charset="-122"/>
                <a:cs typeface="Noto Sans" pitchFamily="34" charset="-120"/>
              </a:rPr>
              <a:t> bổ</a:t>
            </a:r>
            <a:r>
              <a:rPr lang="en-US" sz="1095" dirty="0" spc="1" kern="0">
                <a:solidFill>
                  <a:srgbClr val="123E52"/>
                </a:solidFill>
                <a:latin typeface="Noto Sans" pitchFamily="34" charset="0"/>
                <a:ea typeface="Noto Sans" pitchFamily="34" charset="-122"/>
                <a:cs typeface="Noto Sans" pitchFamily="34" charset="-120"/>
              </a:rPr>
              <a:t> sung. Chưa xác</a:t>
            </a:r>
            <a:r>
              <a:rPr lang="en-US" sz="1095" dirty="0" spc="-1" kern="0">
                <a:solidFill>
                  <a:srgbClr val="123E52"/>
                </a:solidFill>
                <a:latin typeface="Noto Sans" pitchFamily="34" charset="0"/>
                <a:ea typeface="Noto Sans" pitchFamily="34" charset="-122"/>
                <a:cs typeface="Noto Sans" pitchFamily="34" charset="-120"/>
              </a:rPr>
              <a:t> minh được</a:t>
            </a:r>
            <a:r>
              <a:rPr lang="en-US" sz="1095" dirty="0" spc="0" kern="0">
                <a:solidFill>
                  <a:srgbClr val="123E52"/>
                </a:solidFill>
                <a:latin typeface="Noto Sans" pitchFamily="34" charset="0"/>
                <a:ea typeface="Noto Sans" pitchFamily="34" charset="-122"/>
                <a:cs typeface="Noto Sans" pitchFamily="34" charset="-120"/>
              </a:rPr>
              <a:t> mục nào</a:t>
            </a:r>
            <a:r>
              <a:rPr lang="en-US" sz="1095" dirty="0" spc="-3" kern="0">
                <a:solidFill>
                  <a:srgbClr val="123E52"/>
                </a:solidFill>
                <a:latin typeface="Noto Sans" pitchFamily="34" charset="0"/>
                <a:ea typeface="Noto Sans" pitchFamily="34" charset="-122"/>
                <a:cs typeface="Noto Sans" pitchFamily="34" charset="-120"/>
              </a:rPr>
              <a:t> thì</a:t>
            </a:r>
            <a:r>
              <a:rPr lang="en-US" sz="1095" dirty="0" spc="-1" kern="0">
                <a:solidFill>
                  <a:srgbClr val="123E52"/>
                </a:solidFill>
                <a:latin typeface="Noto Sans" pitchFamily="34" charset="0"/>
                <a:ea typeface="Noto Sans" pitchFamily="34" charset="-122"/>
                <a:cs typeface="Noto Sans" pitchFamily="34" charset="-120"/>
              </a:rPr>
              <a:t> ghi</a:t>
            </a:r>
            <a:r>
              <a:rPr lang="en-US" sz="1095" dirty="0" spc="-5" kern="0">
                <a:solidFill>
                  <a:srgbClr val="123E52"/>
                </a:solidFill>
                <a:latin typeface="Noto Sans" pitchFamily="34" charset="0"/>
                <a:ea typeface="Noto Sans" pitchFamily="34" charset="-122"/>
                <a:cs typeface="Noto Sans" pitchFamily="34" charset="-120"/>
              </a:rPr>
              <a:t> rõ.</a:t>
            </a:r>
            <a:endParaRPr lang="en-US" sz="1095" dirty="0"/>
          </a:p>
        </p:txBody>
      </p:sp>
      <p:sp>
        <p:nvSpPr>
          <p:cNvPr id="14" name="Shape 12"/>
          <p:cNvSpPr/>
          <p:nvPr/>
        </p:nvSpPr>
        <p:spPr>
          <a:xfrm>
            <a:off x="457200" y="6543675"/>
            <a:ext cx="3209925" cy="2190750"/>
          </a:xfrm>
          <a:prstGeom prst="roundRect">
            <a:avLst>
              <a:gd name="adj" fmla="val 1304"/>
            </a:avLst>
          </a:prstGeom>
          <a:solidFill>
            <a:srgbClr val="EFF5F6"/>
          </a:solidFill>
          <a:ln/>
        </p:spPr>
      </p:sp>
      <p:sp>
        <p:nvSpPr>
          <p:cNvPr id="15" name="Text 13"/>
          <p:cNvSpPr/>
          <p:nvPr/>
        </p:nvSpPr>
        <p:spPr>
          <a:xfrm>
            <a:off x="609600"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Phiên</a:t>
            </a:r>
            <a:r>
              <a:rPr lang="en-US" sz="1275" dirty="0" spc="4" kern="0">
                <a:solidFill>
                  <a:srgbClr val="123E52"/>
                </a:solidFill>
                <a:latin typeface="Lexend SemiBold" pitchFamily="34" charset="0"/>
                <a:ea typeface="Lexend SemiBold" pitchFamily="34" charset="-122"/>
                <a:cs typeface="Lexend SemiBold" pitchFamily="34" charset="-120"/>
              </a:rPr>
              <a:t> bản</a:t>
            </a:r>
            <a:r>
              <a:rPr lang="en-US" sz="1275" dirty="0" spc="3" kern="0">
                <a:solidFill>
                  <a:srgbClr val="123E52"/>
                </a:solidFill>
                <a:latin typeface="Lexend SemiBold" pitchFamily="34" charset="0"/>
                <a:ea typeface="Lexend SemiBold" pitchFamily="34" charset="-122"/>
                <a:cs typeface="Lexend SemiBold" pitchFamily="34" charset="-120"/>
              </a:rPr>
              <a:t> nhỏ</a:t>
            </a:r>
            <a:r>
              <a:rPr lang="en-US" sz="1275" dirty="0" spc="4" kern="0">
                <a:solidFill>
                  <a:srgbClr val="123E52"/>
                </a:solidFill>
                <a:latin typeface="Lexend SemiBold" pitchFamily="34" charset="0"/>
                <a:ea typeface="Lexend SemiBold" pitchFamily="34" charset="-122"/>
                <a:cs typeface="Lexend SemiBold" pitchFamily="34" charset="-120"/>
              </a:rPr>
              <a:t> nhất</a:t>
            </a:r>
            <a:endParaRPr lang="en-US" sz="1275" dirty="0"/>
          </a:p>
        </p:txBody>
      </p:sp>
      <p:sp>
        <p:nvSpPr>
          <p:cNvPr id="16" name="Text 14"/>
          <p:cNvSpPr/>
          <p:nvPr/>
        </p:nvSpPr>
        <p:spPr>
          <a:xfrm>
            <a:off x="609600"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0" kern="0">
                <a:solidFill>
                  <a:srgbClr val="123E52"/>
                </a:solidFill>
                <a:latin typeface="Noto Sans" pitchFamily="34" charset="0"/>
                <a:ea typeface="Noto Sans" pitchFamily="34" charset="-122"/>
                <a:cs typeface="Noto Sans" pitchFamily="34" charset="-120"/>
              </a:rPr>
              <a:t>Chốt</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hành</a:t>
            </a:r>
            <a:r>
              <a:rPr lang="en-US" sz="1095" dirty="0" spc="-5" kern="0">
                <a:solidFill>
                  <a:srgbClr val="123E52"/>
                </a:solidFill>
                <a:latin typeface="Noto Sans" pitchFamily="34" charset="0"/>
                <a:ea typeface="Noto Sans" pitchFamily="34" charset="-122"/>
                <a:cs typeface="Noto Sans" pitchFamily="34" charset="-120"/>
              </a:rPr>
              <a:t> vi</a:t>
            </a:r>
            <a:r>
              <a:rPr lang="en-US" sz="1095" dirty="0" spc="0" kern="0">
                <a:solidFill>
                  <a:srgbClr val="123E52"/>
                </a:solidFill>
                <a:latin typeface="Noto Sans" pitchFamily="34" charset="0"/>
                <a:ea typeface="Noto Sans" pitchFamily="34" charset="-122"/>
                <a:cs typeface="Noto Sans" pitchFamily="34" charset="-120"/>
              </a:rPr>
              <a:t> có đầu</a:t>
            </a:r>
            <a:r>
              <a:rPr lang="en-US" sz="1095" dirty="0" spc="-1" kern="0">
                <a:solidFill>
                  <a:srgbClr val="123E52"/>
                </a:solidFill>
                <a:latin typeface="Noto Sans" pitchFamily="34" charset="0"/>
                <a:ea typeface="Noto Sans" pitchFamily="34" charset="-122"/>
                <a:cs typeface="Noto Sans" pitchFamily="34" charset="-120"/>
              </a:rPr>
              <a:t> vào/đầu</a:t>
            </a:r>
            <a:r>
              <a:rPr lang="en-US" sz="1095" dirty="0" spc="-7" kern="0">
                <a:solidFill>
                  <a:srgbClr val="123E52"/>
                </a:solidFill>
                <a:latin typeface="Noto Sans" pitchFamily="34" charset="0"/>
                <a:ea typeface="Noto Sans" pitchFamily="34" charset="-122"/>
                <a:cs typeface="Noto Sans" pitchFamily="34" charset="-120"/>
              </a:rPr>
              <a:t> ra</a:t>
            </a:r>
            <a:r>
              <a:rPr lang="en-US" sz="1095" dirty="0" spc="0" kern="0">
                <a:solidFill>
                  <a:srgbClr val="123E52"/>
                </a:solidFill>
                <a:latin typeface="Noto Sans" pitchFamily="34" charset="0"/>
                <a:ea typeface="Noto Sans" pitchFamily="34" charset="-122"/>
                <a:cs typeface="Noto Sans" pitchFamily="34" charset="-120"/>
              </a:rPr>
              <a:t> quan</a:t>
            </a:r>
            <a:r>
              <a:rPr lang="en-US" sz="1095" dirty="0" spc="-1" kern="0">
                <a:solidFill>
                  <a:srgbClr val="123E52"/>
                </a:solidFill>
                <a:latin typeface="Noto Sans" pitchFamily="34" charset="0"/>
                <a:ea typeface="Noto Sans" pitchFamily="34" charset="-122"/>
                <a:cs typeface="Noto Sans" pitchFamily="34" charset="-120"/>
              </a:rPr>
              <a:t> sát</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3" kern="0">
                <a:solidFill>
                  <a:srgbClr val="123E52"/>
                </a:solidFill>
                <a:latin typeface="Noto Sans" pitchFamily="34" charset="0"/>
                <a:ea typeface="Noto Sans" pitchFamily="34" charset="-122"/>
                <a:cs typeface="Noto Sans" pitchFamily="34" charset="-120"/>
              </a:rPr>
              <a:t> Ghi</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mốc kiểm</a:t>
            </a:r>
            <a:r>
              <a:rPr lang="en-US" sz="1095" dirty="0" spc="-7" kern="0">
                <a:solidFill>
                  <a:srgbClr val="123E52"/>
                </a:solidFill>
                <a:latin typeface="Noto Sans" pitchFamily="34" charset="0"/>
                <a:ea typeface="Noto Sans" pitchFamily="34" charset="-122"/>
                <a:cs typeface="Noto Sans" pitchFamily="34" charset="-120"/>
              </a:rPr>
              <a:t> tra</a:t>
            </a:r>
            <a:r>
              <a:rPr lang="en-US" sz="1095" dirty="0" spc="-2" kern="0">
                <a:solidFill>
                  <a:srgbClr val="123E52"/>
                </a:solidFill>
                <a:latin typeface="Noto Sans" pitchFamily="34" charset="0"/>
                <a:ea typeface="Noto Sans" pitchFamily="34" charset="-122"/>
                <a:cs typeface="Noto Sans" pitchFamily="34" charset="-120"/>
              </a:rPr>
              <a:t> và một tình</a:t>
            </a:r>
            <a:r>
              <a:rPr lang="en-US" sz="1095" dirty="0" spc="0" kern="0">
                <a:solidFill>
                  <a:srgbClr val="123E52"/>
                </a:solidFill>
                <a:latin typeface="Noto Sans" pitchFamily="34" charset="0"/>
                <a:ea typeface="Noto Sans" pitchFamily="34" charset="-122"/>
                <a:cs typeface="Noto Sans" pitchFamily="34" charset="-120"/>
              </a:rPr>
              <a:t> huống</a:t>
            </a:r>
            <a:r>
              <a:rPr lang="en-US" sz="1095" dirty="0" spc="-3" kern="0">
                <a:solidFill>
                  <a:srgbClr val="123E52"/>
                </a:solidFill>
                <a:latin typeface="Noto Sans" pitchFamily="34" charset="0"/>
                <a:ea typeface="Noto Sans" pitchFamily="34" charset="-122"/>
                <a:cs typeface="Noto Sans" pitchFamily="34" charset="-120"/>
              </a:rPr>
              <a:t> lỗi</a:t>
            </a:r>
            <a:r>
              <a:rPr lang="en-US" sz="1095" dirty="0" spc="0" kern="0">
                <a:solidFill>
                  <a:srgbClr val="123E52"/>
                </a:solidFill>
                <a:latin typeface="Noto Sans" pitchFamily="34" charset="0"/>
                <a:ea typeface="Noto Sans" pitchFamily="34" charset="-122"/>
                <a:cs typeface="Noto Sans" pitchFamily="34" charset="-120"/>
              </a:rPr>
              <a:t> cần</a:t>
            </a:r>
            <a:r>
              <a:rPr lang="en-US" sz="1095" dirty="0" spc="-2" kern="0">
                <a:solidFill>
                  <a:srgbClr val="123E52"/>
                </a:solidFill>
                <a:latin typeface="Noto Sans" pitchFamily="34" charset="0"/>
                <a:ea typeface="Noto Sans" pitchFamily="34" charset="-122"/>
                <a:cs typeface="Noto Sans" pitchFamily="34" charset="-120"/>
              </a:rPr>
              <a:t> xem.</a:t>
            </a:r>
            <a:endParaRPr lang="en-US" sz="1095" dirty="0"/>
          </a:p>
        </p:txBody>
      </p:sp>
      <p:sp>
        <p:nvSpPr>
          <p:cNvPr id="17" name="Shape 15"/>
          <p:cNvSpPr/>
          <p:nvPr/>
        </p:nvSpPr>
        <p:spPr>
          <a:xfrm>
            <a:off x="3895725" y="6543675"/>
            <a:ext cx="3209925" cy="2190750"/>
          </a:xfrm>
          <a:prstGeom prst="roundRect">
            <a:avLst>
              <a:gd name="adj" fmla="val 1304"/>
            </a:avLst>
          </a:prstGeom>
          <a:solidFill>
            <a:srgbClr val="EFF5F6"/>
          </a:solidFill>
          <a:ln/>
        </p:spPr>
      </p:sp>
      <p:sp>
        <p:nvSpPr>
          <p:cNvPr id="18" name="Text 16"/>
          <p:cNvSpPr/>
          <p:nvPr/>
        </p:nvSpPr>
        <p:spPr>
          <a:xfrm>
            <a:off x="4048125" y="6696075"/>
            <a:ext cx="2905125" cy="552450"/>
          </a:xfrm>
          <a:prstGeom prst="rect">
            <a:avLst/>
          </a:prstGeom>
          <a:noFill/>
          <a:ln/>
        </p:spPr>
        <p:txBody>
          <a:bodyPr wrap="square" lIns="0" tIns="4048" rIns="0" bIns="-4048" rtlCol="0" anchor="t"/>
          <a:lstStyle/>
          <a:p>
            <a:pPr algn="l" indent="0" marL="0">
              <a:lnSpc>
                <a:spcPts val="1785"/>
              </a:lnSpc>
              <a:buNone/>
            </a:pPr>
            <a:r>
              <a:rPr lang="en-US" sz="1275" dirty="0" spc="1" kern="0">
                <a:solidFill>
                  <a:srgbClr val="123E52"/>
                </a:solidFill>
                <a:latin typeface="Lexend SemiBold" pitchFamily="34" charset="0"/>
                <a:ea typeface="Lexend SemiBold" pitchFamily="34" charset="-122"/>
                <a:cs typeface="Lexend SemiBold" pitchFamily="34" charset="-120"/>
              </a:rPr>
              <a:t>Điều kiện</a:t>
            </a:r>
            <a:r>
              <a:rPr lang="en-US" sz="1275" dirty="0" spc="3" kern="0">
                <a:solidFill>
                  <a:srgbClr val="123E52"/>
                </a:solidFill>
                <a:latin typeface="Lexend SemiBold" pitchFamily="34" charset="0"/>
                <a:ea typeface="Lexend SemiBold" pitchFamily="34" charset="-122"/>
                <a:cs typeface="Lexend SemiBold" pitchFamily="34" charset="-120"/>
              </a:rPr>
              <a:t> hoàn</a:t>
            </a:r>
            <a:r>
              <a:rPr lang="en-US" sz="1275" dirty="0" spc="5" kern="0">
                <a:solidFill>
                  <a:srgbClr val="123E52"/>
                </a:solidFill>
                <a:latin typeface="Lexend SemiBold" pitchFamily="34" charset="0"/>
                <a:ea typeface="Lexend SemiBold" pitchFamily="34" charset="-122"/>
                <a:cs typeface="Lexend SemiBold" pitchFamily="34" charset="-120"/>
              </a:rPr>
              <a:t> thành</a:t>
            </a:r>
            <a:endParaRPr lang="en-US" sz="1275" dirty="0"/>
          </a:p>
        </p:txBody>
      </p:sp>
      <p:sp>
        <p:nvSpPr>
          <p:cNvPr id="19" name="Text 17"/>
          <p:cNvSpPr/>
          <p:nvPr/>
        </p:nvSpPr>
        <p:spPr>
          <a:xfrm>
            <a:off x="4048125" y="7372350"/>
            <a:ext cx="2905125" cy="1266825"/>
          </a:xfrm>
          <a:prstGeom prst="rect">
            <a:avLst/>
          </a:prstGeom>
          <a:noFill/>
          <a:ln/>
        </p:spPr>
        <p:txBody>
          <a:bodyPr wrap="square" lIns="0" tIns="5284" rIns="0" bIns="-5284" rtlCol="0" anchor="t"/>
          <a:lstStyle/>
          <a:p>
            <a:pPr algn="l" indent="0" marL="0">
              <a:lnSpc>
                <a:spcPts val="1533"/>
              </a:lnSpc>
              <a:buNone/>
            </a:pPr>
            <a:r>
              <a:rPr lang="en-US" sz="1095" dirty="0" spc="-28" kern="0">
                <a:solidFill>
                  <a:srgbClr val="123E52"/>
                </a:solidFill>
                <a:latin typeface="Noto Sans" pitchFamily="34" charset="0"/>
                <a:ea typeface="Noto Sans" pitchFamily="34" charset="-122"/>
                <a:cs typeface="Noto Sans" pitchFamily="34" charset="-120"/>
              </a:rPr>
              <a:t>Tôi</a:t>
            </a:r>
            <a:r>
              <a:rPr lang="en-US" sz="1095" dirty="0" spc="-1" kern="0">
                <a:solidFill>
                  <a:srgbClr val="123E52"/>
                </a:solidFill>
                <a:latin typeface="Noto Sans" pitchFamily="34" charset="0"/>
                <a:ea typeface="Noto Sans" pitchFamily="34" charset="-122"/>
                <a:cs typeface="Noto Sans" pitchFamily="34" charset="-120"/>
              </a:rPr>
              <a:t> chạy</a:t>
            </a:r>
            <a:r>
              <a:rPr lang="en-US" sz="1095" dirty="0" spc="0" kern="0">
                <a:solidFill>
                  <a:srgbClr val="123E52"/>
                </a:solidFill>
                <a:latin typeface="Noto Sans" pitchFamily="34" charset="0"/>
                <a:ea typeface="Noto Sans" pitchFamily="34" charset="-122"/>
                <a:cs typeface="Noto Sans" pitchFamily="34" charset="-120"/>
              </a:rPr>
              <a:t> được</a:t>
            </a:r>
            <a:r>
              <a:rPr lang="en-US" sz="1095" dirty="0" spc="-1" kern="0">
                <a:solidFill>
                  <a:srgbClr val="123E52"/>
                </a:solidFill>
                <a:latin typeface="Noto Sans" pitchFamily="34" charset="0"/>
                <a:ea typeface="Noto Sans" pitchFamily="34" charset="-122"/>
                <a:cs typeface="Noto Sans" pitchFamily="34" charset="-120"/>
              </a:rPr>
              <a:t> mốc</a:t>
            </a:r>
            <a:r>
              <a:rPr lang="en-US" sz="1095" dirty="0" spc="1" kern="0">
                <a:solidFill>
                  <a:srgbClr val="123E52"/>
                </a:solidFill>
                <a:latin typeface="Noto Sans" pitchFamily="34" charset="0"/>
                <a:ea typeface="Noto Sans" pitchFamily="34" charset="-122"/>
                <a:cs typeface="Noto Sans" pitchFamily="34" charset="-120"/>
              </a:rPr>
              <a:t> nhỏ,</a:t>
            </a:r>
            <a:r>
              <a:rPr lang="en-US" sz="1095" dirty="0" spc="-2" kern="0">
                <a:solidFill>
                  <a:srgbClr val="123E52"/>
                </a:solidFill>
                <a:latin typeface="Noto Sans" pitchFamily="34" charset="0"/>
                <a:ea typeface="Noto Sans" pitchFamily="34" charset="-122"/>
                <a:cs typeface="Noto Sans" pitchFamily="34" charset="-120"/>
              </a:rPr>
              <a:t> tự</a:t>
            </a:r>
            <a:r>
              <a:rPr lang="en-US" sz="1095" dirty="0" spc="-1" kern="0">
                <a:solidFill>
                  <a:srgbClr val="123E52"/>
                </a:solidFill>
                <a:latin typeface="Noto Sans" pitchFamily="34" charset="0"/>
                <a:ea typeface="Noto Sans" pitchFamily="34" charset="-122"/>
                <a:cs typeface="Noto Sans" pitchFamily="34" charset="-120"/>
              </a:rPr>
              <a:t> thay</a:t>
            </a:r>
            <a:r>
              <a:rPr lang="en-US" sz="1095" dirty="0" spc="-2" kern="0">
                <a:solidFill>
                  <a:srgbClr val="123E52"/>
                </a:solidFill>
                <a:latin typeface="Noto Sans" pitchFamily="34" charset="0"/>
                <a:ea typeface="Noto Sans" pitchFamily="34" charset="-122"/>
                <a:cs typeface="Noto Sans" pitchFamily="34" charset="-120"/>
              </a:rPr>
              <a:t> đổi</a:t>
            </a:r>
            <a:r>
              <a:rPr lang="en-US" sz="1095" dirty="0" spc="-1" kern="0">
                <a:solidFill>
                  <a:srgbClr val="123E52"/>
                </a:solidFill>
                <a:latin typeface="Noto Sans" pitchFamily="34" charset="0"/>
                <a:ea typeface="Noto Sans" pitchFamily="34" charset="-122"/>
                <a:cs typeface="Noto Sans" pitchFamily="34" charset="-120"/>
              </a:rPr>
              <a:t> được</a:t>
            </a:r>
            <a:r>
              <a:rPr lang="en-US" sz="1095" dirty="0" spc="-2" kern="0">
                <a:solidFill>
                  <a:srgbClr val="123E52"/>
                </a:solidFill>
                <a:latin typeface="Noto Sans" pitchFamily="34" charset="0"/>
                <a:ea typeface="Noto Sans" pitchFamily="34" charset="-122"/>
                <a:cs typeface="Noto Sans" pitchFamily="34" charset="-120"/>
              </a:rPr>
              <a:t> một</a:t>
            </a:r>
            <a:r>
              <a:rPr lang="en-US" sz="1095" dirty="0" spc="1" kern="0">
                <a:solidFill>
                  <a:srgbClr val="123E52"/>
                </a:solidFill>
                <a:latin typeface="Noto Sans" pitchFamily="34" charset="0"/>
                <a:ea typeface="Noto Sans" pitchFamily="34" charset="-122"/>
                <a:cs typeface="Noto Sans" pitchFamily="34" charset="-120"/>
              </a:rPr>
              <a:t> phần,</a:t>
            </a:r>
            <a:r>
              <a:rPr lang="en-US" sz="1095" dirty="0" spc="-2" kern="0">
                <a:solidFill>
                  <a:srgbClr val="123E52"/>
                </a:solidFill>
                <a:latin typeface="Noto Sans" pitchFamily="34" charset="0"/>
                <a:ea typeface="Noto Sans" pitchFamily="34" charset="-122"/>
                <a:cs typeface="Noto Sans" pitchFamily="34" charset="-120"/>
              </a:rPr>
              <a:t> giải thích</a:t>
            </a:r>
            <a:r>
              <a:rPr lang="en-US" sz="1095" dirty="0" spc="0" kern="0">
                <a:solidFill>
                  <a:srgbClr val="123E52"/>
                </a:solidFill>
                <a:latin typeface="Noto Sans" pitchFamily="34" charset="0"/>
                <a:ea typeface="Noto Sans" pitchFamily="34" charset="-122"/>
                <a:cs typeface="Noto Sans" pitchFamily="34" charset="-120"/>
              </a:rPr>
              <a:t> được cơ</a:t>
            </a:r>
            <a:r>
              <a:rPr lang="en-US" sz="1095" dirty="0" spc="1" kern="0">
                <a:solidFill>
                  <a:srgbClr val="123E52"/>
                </a:solidFill>
                <a:latin typeface="Noto Sans" pitchFamily="34" charset="0"/>
                <a:ea typeface="Noto Sans" pitchFamily="34" charset="-122"/>
                <a:cs typeface="Noto Sans" pitchFamily="34" charset="-120"/>
              </a:rPr>
              <a:t> chế</a:t>
            </a:r>
            <a:r>
              <a:rPr lang="en-US" sz="1095" dirty="0" spc="-3" kern="0">
                <a:solidFill>
                  <a:srgbClr val="123E52"/>
                </a:solidFill>
                <a:latin typeface="Noto Sans" pitchFamily="34" charset="0"/>
                <a:ea typeface="Noto Sans" pitchFamily="34" charset="-122"/>
                <a:cs typeface="Noto Sans" pitchFamily="34" charset="-120"/>
              </a:rPr>
              <a:t> và</a:t>
            </a:r>
            <a:r>
              <a:rPr lang="en-US" sz="1095" dirty="0" spc="-2" kern="0">
                <a:solidFill>
                  <a:srgbClr val="123E52"/>
                </a:solidFill>
                <a:latin typeface="Noto Sans" pitchFamily="34" charset="0"/>
                <a:ea typeface="Noto Sans" pitchFamily="34" charset="-122"/>
                <a:cs typeface="Noto Sans" pitchFamily="34" charset="-120"/>
              </a:rPr>
              <a:t> biết</a:t>
            </a:r>
            <a:r>
              <a:rPr lang="en-US" sz="1095" dirty="0" spc="-3" kern="0">
                <a:solidFill>
                  <a:srgbClr val="123E52"/>
                </a:solidFill>
                <a:latin typeface="Noto Sans" pitchFamily="34" charset="0"/>
                <a:ea typeface="Noto Sans" pitchFamily="34" charset="-122"/>
                <a:cs typeface="Noto Sans" pitchFamily="34" charset="-120"/>
              </a:rPr>
              <a:t> giới</a:t>
            </a:r>
            <a:r>
              <a:rPr lang="en-US" sz="1095" dirty="0" spc="2" kern="0">
                <a:solidFill>
                  <a:srgbClr val="123E52"/>
                </a:solidFill>
                <a:latin typeface="Noto Sans" pitchFamily="34" charset="0"/>
                <a:ea typeface="Noto Sans" pitchFamily="34" charset="-122"/>
                <a:cs typeface="Noto Sans" pitchFamily="34" charset="-120"/>
              </a:rPr>
              <a:t> hạn.</a:t>
            </a:r>
            <a:r>
              <a:rPr lang="en-US" sz="1095" dirty="0" spc="1" kern="0">
                <a:solidFill>
                  <a:srgbClr val="123E52"/>
                </a:solidFill>
                <a:latin typeface="Noto Sans" pitchFamily="34" charset="0"/>
                <a:ea typeface="Noto Sans" pitchFamily="34" charset="-122"/>
                <a:cs typeface="Noto Sans" pitchFamily="34" charset="-120"/>
              </a:rPr>
              <a:t> Sau</a:t>
            </a:r>
            <a:r>
              <a:rPr lang="en-US" sz="1095" dirty="0" spc="-1" kern="0">
                <a:solidFill>
                  <a:srgbClr val="123E52"/>
                </a:solidFill>
                <a:latin typeface="Noto Sans" pitchFamily="34" charset="0"/>
                <a:ea typeface="Noto Sans" pitchFamily="34" charset="-122"/>
                <a:cs typeface="Noto Sans" pitchFamily="34" charset="-120"/>
              </a:rPr>
              <a:t> đó</a:t>
            </a:r>
            <a:r>
              <a:rPr lang="en-US" sz="1095" dirty="0" spc="-3" kern="0">
                <a:solidFill>
                  <a:srgbClr val="123E52"/>
                </a:solidFill>
                <a:latin typeface="Noto Sans" pitchFamily="34" charset="0"/>
                <a:ea typeface="Noto Sans" pitchFamily="34" charset="-122"/>
                <a:cs typeface="Noto Sans" pitchFamily="34" charset="-120"/>
              </a:rPr>
              <a:t> mới</a:t>
            </a:r>
            <a:r>
              <a:rPr lang="en-US" sz="1095" dirty="0" spc="-1" kern="0">
                <a:solidFill>
                  <a:srgbClr val="123E52"/>
                </a:solidFill>
                <a:latin typeface="Noto Sans" pitchFamily="34" charset="0"/>
                <a:ea typeface="Noto Sans" pitchFamily="34" charset="-122"/>
                <a:cs typeface="Noto Sans" pitchFamily="34" charset="-120"/>
              </a:rPr>
              <a:t> quyết</a:t>
            </a:r>
            <a:r>
              <a:rPr lang="en-US" sz="1095" dirty="0" spc="0" kern="0">
                <a:solidFill>
                  <a:srgbClr val="123E52"/>
                </a:solidFill>
                <a:latin typeface="Noto Sans" pitchFamily="34" charset="0"/>
                <a:ea typeface="Noto Sans" pitchFamily="34" charset="-122"/>
                <a:cs typeface="Noto Sans" pitchFamily="34" charset="-120"/>
              </a:rPr>
              <a:t> định</a:t>
            </a:r>
            <a:r>
              <a:rPr lang="en-US" sz="1095" dirty="0" spc="-2" kern="0">
                <a:solidFill>
                  <a:srgbClr val="123E52"/>
                </a:solidFill>
                <a:latin typeface="Noto Sans" pitchFamily="34" charset="0"/>
                <a:ea typeface="Noto Sans" pitchFamily="34" charset="-122"/>
                <a:cs typeface="Noto Sans" pitchFamily="34" charset="-120"/>
              </a:rPr>
              <a:t> mở</a:t>
            </a:r>
            <a:r>
              <a:rPr lang="en-US" sz="1095" dirty="0" spc="-5" kern="0">
                <a:solidFill>
                  <a:srgbClr val="123E52"/>
                </a:solidFill>
                <a:latin typeface="Noto Sans" pitchFamily="34" charset="0"/>
                <a:ea typeface="Noto Sans" pitchFamily="34" charset="-122"/>
                <a:cs typeface="Noto Sans" pitchFamily="34" charset="-120"/>
              </a:rPr>
              <a:t> rộng</a:t>
            </a:r>
            <a:r>
              <a:rPr lang="en-US" sz="1095" dirty="0" spc="0" kern="0">
                <a:solidFill>
                  <a:srgbClr val="123E52"/>
                </a:solidFill>
                <a:latin typeface="Noto Sans" pitchFamily="34" charset="0"/>
                <a:ea typeface="Noto Sans" pitchFamily="34" charset="-122"/>
                <a:cs typeface="Noto Sans" pitchFamily="34" charset="-120"/>
              </a:rPr>
              <a:t> hay chuyển</a:t>
            </a:r>
            <a:r>
              <a:rPr lang="en-US" sz="1095" dirty="0" spc="1" kern="0">
                <a:solidFill>
                  <a:srgbClr val="123E52"/>
                </a:solidFill>
                <a:latin typeface="Noto Sans" pitchFamily="34" charset="0"/>
                <a:ea typeface="Noto Sans" pitchFamily="34" charset="-122"/>
                <a:cs typeface="Noto Sans" pitchFamily="34" charset="-120"/>
              </a:rPr>
              <a:t> chủ</a:t>
            </a:r>
            <a:r>
              <a:rPr lang="en-US" sz="1095" dirty="0" spc="2" kern="0">
                <a:solidFill>
                  <a:srgbClr val="123E52"/>
                </a:solidFill>
                <a:latin typeface="Noto Sans" pitchFamily="34" charset="0"/>
                <a:ea typeface="Noto Sans" pitchFamily="34" charset="-122"/>
                <a:cs typeface="Noto Sans" pitchFamily="34" charset="-120"/>
              </a:rPr>
              <a:t> đề.</a:t>
            </a:r>
            <a:endParaRPr lang="en-US" sz="1095" dirty="0"/>
          </a:p>
        </p:txBody>
      </p:sp>
      <p:sp>
        <p:nvSpPr>
          <p:cNvPr id="20" name="Connector line-1792810855183-670988793"/>
          <p:cNvSpPr/>
          <p:nvPr/>
        </p:nvSpPr>
        <p:spPr>
          <a:xfrm>
            <a:off x="457200" y="10144125"/>
            <a:ext cx="6648450" cy="0"/>
          </a:xfrm>
          <a:prstGeom prst="line">
            <a:avLst/>
          </a:prstGeom>
          <a:noFill/>
          <a:ln w="9525">
            <a:solidFill>
              <a:srgbClr val="D3E1E5"/>
            </a:solidFill>
            <a:prstDash val="solid"/>
            <a:headEnd type="none"/>
            <a:tailEnd type="none"/>
          </a:ln>
        </p:spPr>
      </p:sp>
      <p:sp>
        <p:nvSpPr>
          <p:cNvPr id="21" name="Text 19"/>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22" name="Text 20"/>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19</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23" name="Shape 21"/>
          <p:cNvSpPr/>
          <p:nvPr/>
        </p:nvSpPr>
        <p:spPr>
          <a:xfrm>
            <a:off x="5868772" y="9806509"/>
            <a:ext cx="1210056" cy="406043"/>
          </a:xfrm>
          <a:prstGeom prst="roundRect">
            <a:avLst>
              <a:gd name="adj" fmla="val 28000"/>
            </a:avLst>
          </a:prstGeom>
          <a:solidFill>
            <a:srgbClr val="FFFFFF">
              <a:alpha val="82000"/>
            </a:srgbClr>
          </a:solidFill>
          <a:ln/>
        </p:spPr>
      </p:sp>
      <p:pic>
        <p:nvPicPr>
          <p:cNvPr id="24" name="Moda image moda-export-watermark-da3b5c42-1fe8-49e4-84f7-62ef167b1f2c"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409575"/>
            <a:ext cx="114300" cy="742950"/>
          </a:xfrm>
          <a:prstGeom prst="roundRect">
            <a:avLst>
              <a:gd name="adj" fmla="val 25000"/>
            </a:avLst>
          </a:prstGeom>
          <a:solidFill>
            <a:srgbClr val="B6482E"/>
          </a:solidFill>
          <a:ln/>
        </p:spPr>
      </p:sp>
      <p:sp>
        <p:nvSpPr>
          <p:cNvPr id="3" name="Text 1"/>
          <p:cNvSpPr/>
          <p:nvPr/>
        </p:nvSpPr>
        <p:spPr>
          <a:xfrm>
            <a:off x="457200" y="428625"/>
            <a:ext cx="6648450" cy="247650"/>
          </a:xfrm>
          <a:prstGeom prst="rect">
            <a:avLst/>
          </a:prstGeom>
          <a:noFill/>
          <a:ln/>
        </p:spPr>
        <p:txBody>
          <a:bodyPr wrap="square" lIns="0" tIns="4343" rIns="0" bIns="-4343" rtlCol="0" anchor="t"/>
          <a:lstStyle/>
          <a:p>
            <a:pPr algn="l" indent="0" marL="0">
              <a:lnSpc>
                <a:spcPts val="1260"/>
              </a:lnSpc>
              <a:buNone/>
            </a:pPr>
            <a:r>
              <a:rPr lang="en-US" sz="900" b="1" dirty="0" spc="1" kern="0">
                <a:solidFill>
                  <a:srgbClr val="B6482E"/>
                </a:solidFill>
                <a:latin typeface="Noto Sans" pitchFamily="34" charset="0"/>
                <a:ea typeface="Noto Sans" pitchFamily="34" charset="-122"/>
                <a:cs typeface="Noto Sans" pitchFamily="34" charset="-120"/>
              </a:rPr>
              <a:t>BUILD</a:t>
            </a:r>
            <a:r>
              <a:rPr lang="en-US" sz="900" b="1" dirty="0" spc="-13" kern="0">
                <a:solidFill>
                  <a:srgbClr val="B6482E"/>
                </a:solidFill>
                <a:latin typeface="Noto Sans" pitchFamily="34" charset="0"/>
                <a:ea typeface="Noto Sans" pitchFamily="34" charset="-122"/>
                <a:cs typeface="Noto Sans" pitchFamily="34" charset="-120"/>
              </a:rPr>
              <a:t> ATLAS</a:t>
            </a:r>
            <a:r>
              <a:rPr lang="en-US" sz="900" b="1" dirty="0" spc="-3" kern="0">
                <a:solidFill>
                  <a:srgbClr val="B6482E"/>
                </a:solidFill>
                <a:latin typeface="Noto Sans" pitchFamily="34" charset="0"/>
                <a:ea typeface="Noto Sans" pitchFamily="34" charset="-122"/>
                <a:cs typeface="Noto Sans" pitchFamily="34" charset="-120"/>
              </a:rPr>
              <a:t> /</a:t>
            </a:r>
            <a:r>
              <a:rPr lang="en-US" sz="900" b="1" dirty="0" spc="-6" kern="0">
                <a:solidFill>
                  <a:srgbClr val="B6482E"/>
                </a:solidFill>
                <a:latin typeface="Noto Sans" pitchFamily="34" charset="0"/>
                <a:ea typeface="Noto Sans" pitchFamily="34" charset="-122"/>
                <a:cs typeface="Noto Sans" pitchFamily="34" charset="-120"/>
              </a:rPr>
              <a:t> TỔNG</a:t>
            </a:r>
            <a:r>
              <a:rPr lang="en-US" sz="900" b="1" dirty="0" spc="-4" kern="0">
                <a:solidFill>
                  <a:srgbClr val="B6482E"/>
                </a:solidFill>
                <a:latin typeface="Noto Sans" pitchFamily="34" charset="0"/>
                <a:ea typeface="Noto Sans" pitchFamily="34" charset="-122"/>
                <a:cs typeface="Noto Sans" pitchFamily="34" charset="-120"/>
              </a:rPr>
              <a:t> QUAN</a:t>
            </a:r>
            <a:endParaRPr lang="en-US" sz="900" dirty="0"/>
          </a:p>
        </p:txBody>
      </p:sp>
      <p:sp>
        <p:nvSpPr>
          <p:cNvPr id="4" name="Text 2"/>
          <p:cNvSpPr/>
          <p:nvPr/>
        </p:nvSpPr>
        <p:spPr>
          <a:xfrm>
            <a:off x="457200" y="800100"/>
            <a:ext cx="6648450" cy="990600"/>
          </a:xfrm>
          <a:prstGeom prst="rect">
            <a:avLst/>
          </a:prstGeom>
          <a:noFill/>
          <a:ln/>
        </p:spPr>
        <p:txBody>
          <a:bodyPr wrap="square" lIns="0" tIns="6906" rIns="0" bIns="-6906" rtlCol="0" anchor="t"/>
          <a:lstStyle/>
          <a:p>
            <a:pPr algn="l" indent="0" marL="0">
              <a:lnSpc>
                <a:spcPts val="3045"/>
              </a:lnSpc>
              <a:buNone/>
            </a:pPr>
            <a:r>
              <a:rPr lang="en-US" sz="2175" dirty="0" spc="-4" kern="0">
                <a:solidFill>
                  <a:srgbClr val="123E52"/>
                </a:solidFill>
                <a:latin typeface="Lexend SemiBold" pitchFamily="34" charset="0"/>
                <a:ea typeface="Lexend SemiBold" pitchFamily="34" charset="-122"/>
                <a:cs typeface="Lexend SemiBold" pitchFamily="34" charset="-120"/>
              </a:rPr>
              <a:t>Nguồn</a:t>
            </a:r>
            <a:r>
              <a:rPr lang="en-US" sz="2175" dirty="0" spc="3" kern="0">
                <a:solidFill>
                  <a:srgbClr val="123E52"/>
                </a:solidFill>
                <a:latin typeface="Lexend SemiBold" pitchFamily="34" charset="0"/>
                <a:ea typeface="Lexend SemiBold" pitchFamily="34" charset="-122"/>
                <a:cs typeface="Lexend SemiBold" pitchFamily="34" charset="-120"/>
              </a:rPr>
              <a:t> &amp; phạm</a:t>
            </a:r>
            <a:r>
              <a:rPr lang="en-US" sz="2175" dirty="0" spc="0" kern="0">
                <a:solidFill>
                  <a:srgbClr val="123E52"/>
                </a:solidFill>
                <a:latin typeface="Lexend SemiBold" pitchFamily="34" charset="0"/>
                <a:ea typeface="Lexend SemiBold" pitchFamily="34" charset="-122"/>
                <a:cs typeface="Lexend SemiBold" pitchFamily="34" charset="-120"/>
              </a:rPr>
              <a:t> vi</a:t>
            </a:r>
            <a:r>
              <a:rPr lang="en-US" sz="2175" dirty="0" spc="1" kern="0">
                <a:solidFill>
                  <a:srgbClr val="123E52"/>
                </a:solidFill>
                <a:latin typeface="Lexend SemiBold" pitchFamily="34" charset="0"/>
                <a:ea typeface="Lexend SemiBold" pitchFamily="34" charset="-122"/>
                <a:cs typeface="Lexend SemiBold" pitchFamily="34" charset="-120"/>
              </a:rPr>
              <a:t> kiểm</a:t>
            </a:r>
            <a:r>
              <a:rPr lang="en-US" sz="2175" dirty="0" spc="3" kern="0">
                <a:solidFill>
                  <a:srgbClr val="123E52"/>
                </a:solidFill>
                <a:latin typeface="Lexend SemiBold" pitchFamily="34" charset="0"/>
                <a:ea typeface="Lexend SemiBold" pitchFamily="34" charset="-122"/>
                <a:cs typeface="Lexend SemiBold" pitchFamily="34" charset="-120"/>
              </a:rPr>
              <a:t> chứng</a:t>
            </a:r>
            <a:endParaRPr lang="en-US" sz="2175" dirty="0"/>
          </a:p>
        </p:txBody>
      </p:sp>
      <p:sp>
        <p:nvSpPr>
          <p:cNvPr id="5" name="Connector line-1792810858679-721482625"/>
          <p:cNvSpPr/>
          <p:nvPr/>
        </p:nvSpPr>
        <p:spPr>
          <a:xfrm>
            <a:off x="457200" y="1866900"/>
            <a:ext cx="6648450" cy="0"/>
          </a:xfrm>
          <a:prstGeom prst="line">
            <a:avLst/>
          </a:prstGeom>
          <a:noFill/>
          <a:ln w="9525">
            <a:solidFill>
              <a:srgbClr val="123E52"/>
            </a:solidFill>
            <a:prstDash val="solid"/>
            <a:headEnd type="none"/>
            <a:tailEnd type="none"/>
          </a:ln>
        </p:spPr>
      </p:sp>
      <p:sp>
        <p:nvSpPr>
          <p:cNvPr id="6" name="Text 4"/>
          <p:cNvSpPr/>
          <p:nvPr/>
        </p:nvSpPr>
        <p:spPr>
          <a:xfrm>
            <a:off x="457200" y="2219325"/>
            <a:ext cx="6648450" cy="952500"/>
          </a:xfrm>
          <a:prstGeom prst="rect">
            <a:avLst/>
          </a:prstGeom>
          <a:noFill/>
          <a:ln/>
        </p:spPr>
        <p:txBody>
          <a:bodyPr wrap="square" lIns="0" tIns="6515" rIns="0" bIns="-6515" rtlCol="0" anchor="t"/>
          <a:lstStyle/>
          <a:p>
            <a:pPr algn="l" indent="0" marL="0">
              <a:lnSpc>
                <a:spcPts val="1890"/>
              </a:lnSpc>
              <a:buNone/>
            </a:pPr>
            <a:r>
              <a:rPr lang="en-US" sz="1350" dirty="0" spc="4" kern="0">
                <a:solidFill>
                  <a:srgbClr val="123E52"/>
                </a:solidFill>
                <a:latin typeface="Noto Sans" pitchFamily="34" charset="0"/>
                <a:ea typeface="Noto Sans" pitchFamily="34" charset="-122"/>
                <a:cs typeface="Noto Sans" pitchFamily="34" charset="-120"/>
              </a:rPr>
              <a:t>Số</a:t>
            </a:r>
            <a:r>
              <a:rPr lang="en-US" sz="1350" dirty="0" spc="0" kern="0">
                <a:solidFill>
                  <a:srgbClr val="123E52"/>
                </a:solidFill>
                <a:latin typeface="Noto Sans" pitchFamily="34" charset="0"/>
                <a:ea typeface="Noto Sans" pitchFamily="34" charset="-122"/>
                <a:cs typeface="Noto Sans" pitchFamily="34" charset="-120"/>
              </a:rPr>
              <a:t> nhóm</a:t>
            </a:r>
            <a:r>
              <a:rPr lang="en-US" sz="1350" dirty="0" spc="-2" kern="0">
                <a:solidFill>
                  <a:srgbClr val="123E52"/>
                </a:solidFill>
                <a:latin typeface="Noto Sans" pitchFamily="34" charset="0"/>
                <a:ea typeface="Noto Sans" pitchFamily="34" charset="-122"/>
                <a:cs typeface="Noto Sans" pitchFamily="34" charset="-120"/>
              </a:rPr>
              <a:t> và các liên</a:t>
            </a:r>
            <a:r>
              <a:rPr lang="en-US" sz="1350" dirty="0" spc="-1" kern="0">
                <a:solidFill>
                  <a:srgbClr val="123E52"/>
                </a:solidFill>
                <a:latin typeface="Noto Sans" pitchFamily="34" charset="0"/>
                <a:ea typeface="Noto Sans" pitchFamily="34" charset="-122"/>
                <a:cs typeface="Noto Sans" pitchFamily="34" charset="-120"/>
              </a:rPr>
              <a:t> kết</a:t>
            </a:r>
            <a:r>
              <a:rPr lang="en-US" sz="1350" dirty="0" spc="-3" kern="0">
                <a:solidFill>
                  <a:srgbClr val="123E52"/>
                </a:solidFill>
                <a:latin typeface="Noto Sans" pitchFamily="34" charset="0"/>
                <a:ea typeface="Noto Sans" pitchFamily="34" charset="-122"/>
                <a:cs typeface="Noto Sans" pitchFamily="34" charset="-120"/>
              </a:rPr>
              <a:t> được</a:t>
            </a:r>
            <a:r>
              <a:rPr lang="en-US" sz="1350" dirty="0" spc="0" kern="0">
                <a:solidFill>
                  <a:srgbClr val="123E52"/>
                </a:solidFill>
                <a:latin typeface="Noto Sans" pitchFamily="34" charset="0"/>
                <a:ea typeface="Noto Sans" pitchFamily="34" charset="-122"/>
                <a:cs typeface="Noto Sans" pitchFamily="34" charset="-120"/>
              </a:rPr>
              <a:t> đối</a:t>
            </a:r>
            <a:r>
              <a:rPr lang="en-US" sz="1350" dirty="0" spc="-1" kern="0">
                <a:solidFill>
                  <a:srgbClr val="123E52"/>
                </a:solidFill>
                <a:latin typeface="Noto Sans" pitchFamily="34" charset="0"/>
                <a:ea typeface="Noto Sans" pitchFamily="34" charset="-122"/>
                <a:cs typeface="Noto Sans" pitchFamily="34" charset="-120"/>
              </a:rPr>
              <a:t> chiếu</a:t>
            </a:r>
            <a:r>
              <a:rPr lang="en-US" sz="1350" dirty="0" spc="-3" kern="0">
                <a:solidFill>
                  <a:srgbClr val="123E52"/>
                </a:solidFill>
                <a:latin typeface="Noto Sans" pitchFamily="34" charset="0"/>
                <a:ea typeface="Noto Sans" pitchFamily="34" charset="-122"/>
                <a:cs typeface="Noto Sans" pitchFamily="34" charset="-120"/>
              </a:rPr>
              <a:t> với</a:t>
            </a:r>
            <a:r>
              <a:rPr lang="en-US" sz="1350" dirty="0" spc="0" kern="0">
                <a:solidFill>
                  <a:srgbClr val="123E52"/>
                </a:solidFill>
                <a:latin typeface="Noto Sans" pitchFamily="34" charset="0"/>
                <a:ea typeface="Noto Sans" pitchFamily="34" charset="-122"/>
                <a:cs typeface="Noto Sans" pitchFamily="34" charset="-120"/>
              </a:rPr>
              <a:t> README</a:t>
            </a:r>
            <a:r>
              <a:rPr lang="en-US" sz="1350" dirty="0" spc="-1" kern="0">
                <a:solidFill>
                  <a:srgbClr val="123E52"/>
                </a:solidFill>
                <a:latin typeface="Noto Sans" pitchFamily="34" charset="0"/>
                <a:ea typeface="Noto Sans" pitchFamily="34" charset="-122"/>
                <a:cs typeface="Noto Sans" pitchFamily="34" charset="-120"/>
              </a:rPr>
              <a:t> ở</a:t>
            </a:r>
            <a:r>
              <a:rPr lang="en-US" sz="1350" dirty="0" spc="0" kern="0">
                <a:solidFill>
                  <a:srgbClr val="123E52"/>
                </a:solidFill>
                <a:latin typeface="Noto Sans" pitchFamily="34" charset="0"/>
                <a:ea typeface="Noto Sans" pitchFamily="34" charset="-122"/>
                <a:cs typeface="Noto Sans" pitchFamily="34" charset="-120"/>
              </a:rPr>
              <a:t> commit ghim.</a:t>
            </a:r>
            <a:r>
              <a:rPr lang="en-US" sz="1350" dirty="0" spc="-1" kern="0">
                <a:solidFill>
                  <a:srgbClr val="123E52"/>
                </a:solidFill>
                <a:latin typeface="Noto Sans" pitchFamily="34" charset="0"/>
                <a:ea typeface="Noto Sans" pitchFamily="34" charset="-122"/>
                <a:cs typeface="Noto Sans" pitchFamily="34" charset="-120"/>
              </a:rPr>
              <a:t> Ví</a:t>
            </a:r>
            <a:r>
              <a:rPr lang="en-US" sz="1350" dirty="0" spc="1" kern="0">
                <a:solidFill>
                  <a:srgbClr val="123E52"/>
                </a:solidFill>
                <a:latin typeface="Noto Sans" pitchFamily="34" charset="0"/>
                <a:ea typeface="Noto Sans" pitchFamily="34" charset="-122"/>
                <a:cs typeface="Noto Sans" pitchFamily="34" charset="-120"/>
              </a:rPr>
              <a:t> dụ</a:t>
            </a:r>
            <a:r>
              <a:rPr lang="en-US" sz="1350" dirty="0" spc="-1" kern="0">
                <a:solidFill>
                  <a:srgbClr val="123E52"/>
                </a:solidFill>
                <a:latin typeface="Noto Sans" pitchFamily="34" charset="0"/>
                <a:ea typeface="Noto Sans" pitchFamily="34" charset="-122"/>
                <a:cs typeface="Noto Sans" pitchFamily="34" charset="-120"/>
              </a:rPr>
              <a:t> database</a:t>
            </a:r>
            <a:r>
              <a:rPr lang="en-US" sz="1350" dirty="0" spc="0" kern="0">
                <a:solidFill>
                  <a:srgbClr val="123E52"/>
                </a:solidFill>
                <a:latin typeface="Noto Sans" pitchFamily="34" charset="0"/>
                <a:ea typeface="Noto Sans" pitchFamily="34" charset="-122"/>
                <a:cs typeface="Noto Sans" pitchFamily="34" charset="-120"/>
              </a:rPr>
              <a:t> dựa</a:t>
            </a:r>
            <a:r>
              <a:rPr lang="en-US" sz="1350" dirty="0" spc="-7" kern="0">
                <a:solidFill>
                  <a:srgbClr val="123E52"/>
                </a:solidFill>
                <a:latin typeface="Noto Sans" pitchFamily="34" charset="0"/>
                <a:ea typeface="Noto Sans" pitchFamily="34" charset="-122"/>
                <a:cs typeface="Noto Sans" pitchFamily="34" charset="-120"/>
              </a:rPr>
              <a:t> trên</a:t>
            </a:r>
            <a:r>
              <a:rPr lang="en-US" sz="1350" dirty="0" spc="0" kern="0">
                <a:solidFill>
                  <a:srgbClr val="123E52"/>
                </a:solidFill>
                <a:latin typeface="Noto Sans" pitchFamily="34" charset="0"/>
                <a:ea typeface="Noto Sans" pitchFamily="34" charset="-122"/>
                <a:cs typeface="Noto Sans" pitchFamily="34" charset="-120"/>
              </a:rPr>
              <a:t> nội</a:t>
            </a:r>
            <a:r>
              <a:rPr lang="en-US" sz="1350" dirty="0" spc="1" kern="0">
                <a:solidFill>
                  <a:srgbClr val="123E52"/>
                </a:solidFill>
                <a:latin typeface="Noto Sans" pitchFamily="34" charset="0"/>
                <a:ea typeface="Noto Sans" pitchFamily="34" charset="-122"/>
                <a:cs typeface="Noto Sans" pitchFamily="34" charset="-120"/>
              </a:rPr>
              <a:t> dung</a:t>
            </a:r>
            <a:r>
              <a:rPr lang="en-US" sz="1350" dirty="0" spc="-1" kern="0">
                <a:solidFill>
                  <a:srgbClr val="123E52"/>
                </a:solidFill>
                <a:latin typeface="Noto Sans" pitchFamily="34" charset="0"/>
                <a:ea typeface="Noto Sans" pitchFamily="34" charset="-122"/>
                <a:cs typeface="Noto Sans" pitchFamily="34" charset="-120"/>
              </a:rPr>
              <a:t> thật</a:t>
            </a:r>
            <a:r>
              <a:rPr lang="en-US" sz="1350" dirty="0" spc="-3" kern="0">
                <a:solidFill>
                  <a:srgbClr val="123E52"/>
                </a:solidFill>
                <a:latin typeface="Noto Sans" pitchFamily="34" charset="0"/>
                <a:ea typeface="Noto Sans" pitchFamily="34" charset="-122"/>
                <a:cs typeface="Noto Sans" pitchFamily="34" charset="-120"/>
              </a:rPr>
              <a:t> của</a:t>
            </a:r>
            <a:r>
              <a:rPr lang="en-US" sz="1350" dirty="0" spc="-1" kern="0">
                <a:solidFill>
                  <a:srgbClr val="123E52"/>
                </a:solidFill>
                <a:latin typeface="Noto Sans" pitchFamily="34" charset="0"/>
                <a:ea typeface="Noto Sans" pitchFamily="34" charset="-122"/>
                <a:cs typeface="Noto Sans" pitchFamily="34" charset="-120"/>
              </a:rPr>
              <a:t> Part 1.</a:t>
            </a:r>
            <a:r>
              <a:rPr lang="en-US" sz="1350" dirty="0" spc="-2" kern="0">
                <a:solidFill>
                  <a:srgbClr val="123E52"/>
                </a:solidFill>
                <a:latin typeface="Noto Sans" pitchFamily="34" charset="0"/>
                <a:ea typeface="Noto Sans" pitchFamily="34" charset="-122"/>
                <a:cs typeface="Noto Sans" pitchFamily="34" charset="-120"/>
              </a:rPr>
              <a:t> [S1][S2]</a:t>
            </a:r>
            <a:endParaRPr lang="en-US" sz="1350" dirty="0"/>
          </a:p>
        </p:txBody>
      </p:sp>
      <p:sp>
        <p:nvSpPr>
          <p:cNvPr id="7" name="Text 5"/>
          <p:cNvSpPr/>
          <p:nvPr/>
        </p:nvSpPr>
        <p:spPr>
          <a:xfrm>
            <a:off x="457200" y="3714750"/>
            <a:ext cx="6648450" cy="476250"/>
          </a:xfrm>
          <a:prstGeom prst="rect">
            <a:avLst/>
          </a:prstGeom>
          <a:noFill/>
          <a:ln/>
        </p:spPr>
        <p:txBody>
          <a:bodyPr wrap="square" lIns="0" tIns="4286" rIns="0" bIns="-4286" rtlCol="0" anchor="t"/>
          <a:lstStyle/>
          <a:p>
            <a:pPr algn="l" indent="0" marL="0">
              <a:lnSpc>
                <a:spcPts val="1890"/>
              </a:lnSpc>
              <a:buNone/>
            </a:pPr>
            <a:r>
              <a:rPr lang="en-US" sz="1350" dirty="0" spc="-2" kern="0">
                <a:solidFill>
                  <a:srgbClr val="123E52"/>
                </a:solidFill>
                <a:latin typeface="Lexend SemiBold" pitchFamily="34" charset="0"/>
                <a:ea typeface="Lexend SemiBold" pitchFamily="34" charset="-122"/>
                <a:cs typeface="Lexend SemiBold" pitchFamily="34" charset="-120"/>
              </a:rPr>
              <a:t>S1</a:t>
            </a:r>
            <a:r>
              <a:rPr lang="en-US" sz="1350" dirty="0" spc="1" kern="0">
                <a:solidFill>
                  <a:srgbClr val="123E52"/>
                </a:solidFill>
                <a:latin typeface="Lexend SemiBold" pitchFamily="34" charset="0"/>
                <a:ea typeface="Lexend SemiBold" pitchFamily="34" charset="-122"/>
                <a:cs typeface="Lexend SemiBold" pitchFamily="34" charset="-120"/>
              </a:rPr>
              <a:t> /</a:t>
            </a:r>
            <a:r>
              <a:rPr lang="en-US" sz="1350" dirty="0" spc="0" kern="0">
                <a:solidFill>
                  <a:srgbClr val="123E52"/>
                </a:solidFill>
                <a:latin typeface="Lexend SemiBold" pitchFamily="34" charset="0"/>
                <a:ea typeface="Lexend SemiBold" pitchFamily="34" charset="-122"/>
                <a:cs typeface="Lexend SemiBold" pitchFamily="34" charset="-120"/>
              </a:rPr>
              <a:t> CodeCrafters</a:t>
            </a:r>
            <a:r>
              <a:rPr lang="en-US" sz="1350" dirty="0" spc="5" kern="0">
                <a:solidFill>
                  <a:srgbClr val="123E52"/>
                </a:solidFill>
                <a:latin typeface="Lexend SemiBold" pitchFamily="34" charset="0"/>
                <a:ea typeface="Lexend SemiBold" pitchFamily="34" charset="-122"/>
                <a:cs typeface="Lexend SemiBold" pitchFamily="34" charset="-120"/>
              </a:rPr>
              <a:t> —</a:t>
            </a:r>
            <a:r>
              <a:rPr lang="en-US" sz="1350" dirty="0" spc="-4" kern="0">
                <a:solidFill>
                  <a:srgbClr val="123E52"/>
                </a:solidFill>
                <a:latin typeface="Lexend SemiBold" pitchFamily="34" charset="0"/>
                <a:ea typeface="Lexend SemiBold" pitchFamily="34" charset="-122"/>
                <a:cs typeface="Lexend SemiBold" pitchFamily="34" charset="-120"/>
              </a:rPr>
              <a:t> build-your-own-x</a:t>
            </a:r>
            <a:r>
              <a:rPr lang="en-US" sz="1350" dirty="0" spc="5" kern="0">
                <a:solidFill>
                  <a:srgbClr val="123E52"/>
                </a:solidFill>
                <a:latin typeface="Lexend SemiBold" pitchFamily="34" charset="0"/>
                <a:ea typeface="Lexend SemiBold" pitchFamily="34" charset="-122"/>
                <a:cs typeface="Lexend SemiBold" pitchFamily="34" charset="-120"/>
              </a:rPr>
              <a:t> /</a:t>
            </a:r>
            <a:r>
              <a:rPr lang="en-US" sz="1350" dirty="0" spc="-2" kern="0">
                <a:solidFill>
                  <a:srgbClr val="123E52"/>
                </a:solidFill>
                <a:latin typeface="Lexend SemiBold" pitchFamily="34" charset="0"/>
                <a:ea typeface="Lexend SemiBold" pitchFamily="34" charset="-122"/>
                <a:cs typeface="Lexend SemiBold" pitchFamily="34" charset="-120"/>
              </a:rPr>
              <a:t> README</a:t>
            </a:r>
            <a:endParaRPr lang="en-US" sz="1350" dirty="0"/>
          </a:p>
        </p:txBody>
      </p:sp>
      <p:sp>
        <p:nvSpPr>
          <p:cNvPr id="8" name="Text 6"/>
          <p:cNvSpPr/>
          <p:nvPr/>
        </p:nvSpPr>
        <p:spPr>
          <a:xfrm>
            <a:off x="457200" y="4362450"/>
            <a:ext cx="6648450" cy="742950"/>
          </a:xfrm>
          <a:prstGeom prst="rect">
            <a:avLst/>
          </a:prstGeom>
          <a:noFill/>
          <a:ln/>
        </p:spPr>
        <p:txBody>
          <a:bodyPr wrap="square" lIns="0" tIns="4471" rIns="0" bIns="-4471" rtlCol="0" anchor="t"/>
          <a:lstStyle/>
          <a:p>
            <a:pPr algn="l" indent="0" marL="0">
              <a:lnSpc>
                <a:spcPts val="1301"/>
              </a:lnSpc>
              <a:buNone/>
            </a:pPr>
            <a:r>
              <a:rPr lang="en-US" sz="929" u="sng" dirty="0" spc="-3" kern="0">
                <a:solidFill>
                  <a:srgbClr val="147D7A"/>
                </a:solidFill>
                <a:latin typeface="Noto Sans" pitchFamily="34" charset="0"/>
                <a:ea typeface="Noto Sans" pitchFamily="34" charset="-122"/>
                <a:cs typeface="Noto Sans"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https://github.com/codecrafters-io/build-your-own-x/blob/aa17439b62f384511a5561ce308e9598b94d8989/README.md</a:t>
            </a:r>
            <a:endParaRPr lang="en-US" sz="929" dirty="0"/>
          </a:p>
        </p:txBody>
      </p:sp>
      <p:sp>
        <p:nvSpPr>
          <p:cNvPr id="9" name="Text 7"/>
          <p:cNvSpPr/>
          <p:nvPr/>
        </p:nvSpPr>
        <p:spPr>
          <a:xfrm>
            <a:off x="457200" y="5619750"/>
            <a:ext cx="6648450" cy="476250"/>
          </a:xfrm>
          <a:prstGeom prst="rect">
            <a:avLst/>
          </a:prstGeom>
          <a:noFill/>
          <a:ln/>
        </p:spPr>
        <p:txBody>
          <a:bodyPr wrap="square" lIns="0" tIns="4286" rIns="0" bIns="-4286" rtlCol="0" anchor="t"/>
          <a:lstStyle/>
          <a:p>
            <a:pPr algn="l" indent="0" marL="0">
              <a:lnSpc>
                <a:spcPts val="1890"/>
              </a:lnSpc>
              <a:buNone/>
            </a:pPr>
            <a:r>
              <a:rPr lang="en-US" sz="1350" dirty="0" spc="2" kern="0">
                <a:solidFill>
                  <a:srgbClr val="123E52"/>
                </a:solidFill>
                <a:latin typeface="Lexend SemiBold" pitchFamily="34" charset="0"/>
                <a:ea typeface="Lexend SemiBold" pitchFamily="34" charset="-122"/>
                <a:cs typeface="Lexend SemiBold" pitchFamily="34" charset="-120"/>
              </a:rPr>
              <a:t>S2</a:t>
            </a:r>
            <a:r>
              <a:rPr lang="en-US" sz="1350" dirty="0" spc="1" kern="0">
                <a:solidFill>
                  <a:srgbClr val="123E52"/>
                </a:solidFill>
                <a:latin typeface="Lexend SemiBold" pitchFamily="34" charset="0"/>
                <a:ea typeface="Lexend SemiBold" pitchFamily="34" charset="-122"/>
                <a:cs typeface="Lexend SemiBold" pitchFamily="34" charset="-120"/>
              </a:rPr>
              <a:t> /</a:t>
            </a:r>
            <a:r>
              <a:rPr lang="en-US" sz="1350" dirty="0" spc="-2" kern="0">
                <a:solidFill>
                  <a:srgbClr val="123E52"/>
                </a:solidFill>
                <a:latin typeface="Lexend SemiBold" pitchFamily="34" charset="0"/>
                <a:ea typeface="Lexend SemiBold" pitchFamily="34" charset="-122"/>
                <a:cs typeface="Lexend SemiBold" pitchFamily="34" charset="-120"/>
              </a:rPr>
              <a:t> Cstack</a:t>
            </a:r>
            <a:r>
              <a:rPr lang="en-US" sz="1350" dirty="0" spc="4" kern="0">
                <a:solidFill>
                  <a:srgbClr val="123E52"/>
                </a:solidFill>
                <a:latin typeface="Lexend SemiBold" pitchFamily="34" charset="0"/>
                <a:ea typeface="Lexend SemiBold" pitchFamily="34" charset="-122"/>
                <a:cs typeface="Lexend SemiBold" pitchFamily="34" charset="-120"/>
              </a:rPr>
              <a:t> —</a:t>
            </a:r>
            <a:r>
              <a:rPr lang="en-US" sz="1350" dirty="0" spc="0" kern="0">
                <a:solidFill>
                  <a:srgbClr val="123E52"/>
                </a:solidFill>
                <a:latin typeface="Lexend SemiBold" pitchFamily="34" charset="0"/>
                <a:ea typeface="Lexend SemiBold" pitchFamily="34" charset="-122"/>
                <a:cs typeface="Lexend SemiBold" pitchFamily="34" charset="-120"/>
              </a:rPr>
              <a:t> db_tutorial</a:t>
            </a:r>
            <a:r>
              <a:rPr lang="en-US" sz="1350" dirty="0" spc="2" kern="0">
                <a:solidFill>
                  <a:srgbClr val="123E52"/>
                </a:solidFill>
                <a:latin typeface="Lexend SemiBold" pitchFamily="34" charset="0"/>
                <a:ea typeface="Lexend SemiBold" pitchFamily="34" charset="-122"/>
                <a:cs typeface="Lexend SemiBold" pitchFamily="34" charset="-120"/>
              </a:rPr>
              <a:t> / Part</a:t>
            </a:r>
            <a:r>
              <a:rPr lang="en-US" sz="1350" dirty="0" spc="-1" kern="0">
                <a:solidFill>
                  <a:srgbClr val="123E52"/>
                </a:solidFill>
                <a:latin typeface="Lexend SemiBold" pitchFamily="34" charset="0"/>
                <a:ea typeface="Lexend SemiBold" pitchFamily="34" charset="-122"/>
                <a:cs typeface="Lexend SemiBold" pitchFamily="34" charset="-120"/>
              </a:rPr>
              <a:t> 1</a:t>
            </a:r>
            <a:endParaRPr lang="en-US" sz="1350" dirty="0"/>
          </a:p>
        </p:txBody>
      </p:sp>
      <p:sp>
        <p:nvSpPr>
          <p:cNvPr id="10" name="Text 8"/>
          <p:cNvSpPr/>
          <p:nvPr/>
        </p:nvSpPr>
        <p:spPr>
          <a:xfrm>
            <a:off x="457200" y="6267450"/>
            <a:ext cx="6648450" cy="742950"/>
          </a:xfrm>
          <a:prstGeom prst="rect">
            <a:avLst/>
          </a:prstGeom>
          <a:noFill/>
          <a:ln/>
        </p:spPr>
        <p:txBody>
          <a:bodyPr wrap="square" lIns="0" tIns="4533" rIns="0" bIns="-4533" rtlCol="0" anchor="t"/>
          <a:lstStyle/>
          <a:p>
            <a:pPr algn="l" indent="0" marL="0">
              <a:lnSpc>
                <a:spcPts val="1313"/>
              </a:lnSpc>
              <a:buNone/>
            </a:pPr>
            <a:r>
              <a:rPr lang="en-US" sz="938" u="sng" dirty="0" spc="1" kern="0">
                <a:solidFill>
                  <a:srgbClr val="147D7A"/>
                </a:solidFill>
                <a:latin typeface="Noto Sans" pitchFamily="34" charset="0"/>
                <a:ea typeface="Noto Sans" pitchFamily="34" charset="-122"/>
                <a:cs typeface="Noto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https://github.com/cstack/db_tutorial/blob/60b50c5b7be787a4aaa1e50ab8a90c6cabb75159/_parts/part1.md</a:t>
            </a:r>
            <a:endParaRPr lang="en-US" sz="938" dirty="0"/>
          </a:p>
        </p:txBody>
      </p:sp>
      <p:sp>
        <p:nvSpPr>
          <p:cNvPr id="11" name="Shape 9"/>
          <p:cNvSpPr/>
          <p:nvPr/>
        </p:nvSpPr>
        <p:spPr>
          <a:xfrm>
            <a:off x="457200" y="8115300"/>
            <a:ext cx="6648450" cy="1647825"/>
          </a:xfrm>
          <a:prstGeom prst="roundRect">
            <a:avLst>
              <a:gd name="adj" fmla="val 1734"/>
            </a:avLst>
          </a:prstGeom>
          <a:solidFill>
            <a:srgbClr val="EFF5F6"/>
          </a:solidFill>
          <a:ln/>
        </p:spPr>
      </p:sp>
      <p:sp>
        <p:nvSpPr>
          <p:cNvPr id="12" name="Text 10"/>
          <p:cNvSpPr/>
          <p:nvPr/>
        </p:nvSpPr>
        <p:spPr>
          <a:xfrm>
            <a:off x="647700" y="8324850"/>
            <a:ext cx="6267450" cy="1238250"/>
          </a:xfrm>
          <a:prstGeom prst="rect">
            <a:avLst/>
          </a:prstGeom>
          <a:noFill/>
          <a:ln/>
        </p:spPr>
        <p:txBody>
          <a:bodyPr wrap="square" lIns="0" tIns="5429" rIns="0" bIns="-5429" rtlCol="0" anchor="t"/>
          <a:lstStyle/>
          <a:p>
            <a:pPr algn="l" indent="0" marL="0">
              <a:lnSpc>
                <a:spcPts val="1575"/>
              </a:lnSpc>
              <a:buNone/>
            </a:pPr>
            <a:r>
              <a:rPr lang="en-US" sz="1125" dirty="0" spc="-1" kern="0">
                <a:solidFill>
                  <a:srgbClr val="123E52"/>
                </a:solidFill>
                <a:latin typeface="Noto Sans" pitchFamily="34" charset="0"/>
                <a:ea typeface="Noto Sans" pitchFamily="34" charset="-122"/>
                <a:cs typeface="Noto Sans" pitchFamily="34" charset="-120"/>
              </a:rPr>
              <a:t>Chưa</a:t>
            </a:r>
            <a:r>
              <a:rPr lang="en-US" sz="1125" dirty="0" spc="1" kern="0">
                <a:solidFill>
                  <a:srgbClr val="123E52"/>
                </a:solidFill>
                <a:latin typeface="Noto Sans" pitchFamily="34" charset="0"/>
                <a:ea typeface="Noto Sans" pitchFamily="34" charset="-122"/>
                <a:cs typeface="Noto Sans" pitchFamily="34" charset="-120"/>
              </a:rPr>
              <a:t> chạy thử</a:t>
            </a:r>
            <a:r>
              <a:rPr lang="en-US" sz="1125" dirty="0" spc="4" kern="0">
                <a:solidFill>
                  <a:srgbClr val="123E52"/>
                </a:solidFill>
                <a:latin typeface="Noto Sans" pitchFamily="34" charset="0"/>
                <a:ea typeface="Noto Sans" pitchFamily="34" charset="-122"/>
                <a:cs typeface="Noto Sans" pitchFamily="34" charset="-120"/>
              </a:rPr>
              <a:t> toàn bộ tutorial</a:t>
            </a:r>
            <a:r>
              <a:rPr lang="en-US" sz="1125" dirty="0" spc="2" kern="0">
                <a:solidFill>
                  <a:srgbClr val="123E52"/>
                </a:solidFill>
                <a:latin typeface="Noto Sans" pitchFamily="34" charset="0"/>
                <a:ea typeface="Noto Sans" pitchFamily="34" charset="-122"/>
                <a:cs typeface="Noto Sans" pitchFamily="34" charset="-120"/>
              </a:rPr>
              <a:t> hoặc</a:t>
            </a:r>
            <a:r>
              <a:rPr lang="en-US" sz="1125" dirty="0" spc="3" kern="0">
                <a:solidFill>
                  <a:srgbClr val="123E52"/>
                </a:solidFill>
                <a:latin typeface="Noto Sans" pitchFamily="34" charset="0"/>
                <a:ea typeface="Noto Sans" pitchFamily="34" charset="-122"/>
                <a:cs typeface="Noto Sans" pitchFamily="34" charset="-120"/>
              </a:rPr>
              <a:t> xác</a:t>
            </a:r>
            <a:r>
              <a:rPr lang="en-US" sz="1125" dirty="0" spc="0" kern="0">
                <a:solidFill>
                  <a:srgbClr val="123E52"/>
                </a:solidFill>
                <a:latin typeface="Noto Sans" pitchFamily="34" charset="0"/>
                <a:ea typeface="Noto Sans" pitchFamily="34" charset="-122"/>
                <a:cs typeface="Noto Sans" pitchFamily="34" charset="-120"/>
              </a:rPr>
              <a:t> minh</a:t>
            </a:r>
            <a:r>
              <a:rPr lang="en-US" sz="1125" dirty="0" spc="3" kern="0">
                <a:solidFill>
                  <a:srgbClr val="123E52"/>
                </a:solidFill>
                <a:latin typeface="Noto Sans" pitchFamily="34" charset="0"/>
                <a:ea typeface="Noto Sans" pitchFamily="34" charset="-122"/>
                <a:cs typeface="Noto Sans" pitchFamily="34" charset="-120"/>
              </a:rPr>
              <a:t> mọi</a:t>
            </a:r>
            <a:r>
              <a:rPr lang="en-US" sz="1125" dirty="0" spc="1" kern="0">
                <a:solidFill>
                  <a:srgbClr val="123E52"/>
                </a:solidFill>
                <a:latin typeface="Noto Sans" pitchFamily="34" charset="0"/>
                <a:ea typeface="Noto Sans" pitchFamily="34" charset="-122"/>
                <a:cs typeface="Noto Sans" pitchFamily="34" charset="-120"/>
              </a:rPr>
              <a:t> liên</a:t>
            </a:r>
            <a:r>
              <a:rPr lang="en-US" sz="1125" dirty="0" spc="2" kern="0">
                <a:solidFill>
                  <a:srgbClr val="123E52"/>
                </a:solidFill>
                <a:latin typeface="Noto Sans" pitchFamily="34" charset="0"/>
                <a:ea typeface="Noto Sans" pitchFamily="34" charset="-122"/>
                <a:cs typeface="Noto Sans" pitchFamily="34" charset="-120"/>
              </a:rPr>
              <a:t> kết</a:t>
            </a:r>
            <a:r>
              <a:rPr lang="en-US" sz="1125" dirty="0" spc="0" kern="0">
                <a:solidFill>
                  <a:srgbClr val="123E52"/>
                </a:solidFill>
                <a:latin typeface="Noto Sans" pitchFamily="34" charset="0"/>
                <a:ea typeface="Noto Sans" pitchFamily="34" charset="-122"/>
                <a:cs typeface="Noto Sans" pitchFamily="34" charset="-120"/>
              </a:rPr>
              <a:t> đích</a:t>
            </a:r>
            <a:r>
              <a:rPr lang="en-US" sz="1125" dirty="0" spc="2" kern="0">
                <a:solidFill>
                  <a:srgbClr val="123E52"/>
                </a:solidFill>
                <a:latin typeface="Noto Sans" pitchFamily="34" charset="0"/>
                <a:ea typeface="Noto Sans" pitchFamily="34" charset="-122"/>
                <a:cs typeface="Noto Sans" pitchFamily="34" charset="-120"/>
              </a:rPr>
              <a:t> còn</a:t>
            </a:r>
            <a:r>
              <a:rPr lang="en-US" sz="1125" dirty="0" spc="4" kern="0">
                <a:solidFill>
                  <a:srgbClr val="123E52"/>
                </a:solidFill>
                <a:latin typeface="Noto Sans" pitchFamily="34" charset="0"/>
                <a:ea typeface="Noto Sans" pitchFamily="34" charset="-122"/>
                <a:cs typeface="Noto Sans" pitchFamily="34" charset="-120"/>
              </a:rPr>
              <a:t> hoạt</a:t>
            </a:r>
            <a:r>
              <a:rPr lang="en-US" sz="1125" dirty="0" spc="1" kern="0">
                <a:solidFill>
                  <a:srgbClr val="123E52"/>
                </a:solidFill>
                <a:latin typeface="Noto Sans" pitchFamily="34" charset="0"/>
                <a:ea typeface="Noto Sans" pitchFamily="34" charset="-122"/>
                <a:cs typeface="Noto Sans" pitchFamily="34" charset="-120"/>
              </a:rPr>
              <a:t> động.</a:t>
            </a:r>
            <a:r>
              <a:rPr lang="en-US" sz="1125" dirty="0" spc="3" kern="0">
                <a:solidFill>
                  <a:srgbClr val="123E52"/>
                </a:solidFill>
                <a:latin typeface="Noto Sans" pitchFamily="34" charset="0"/>
                <a:ea typeface="Noto Sans" pitchFamily="34" charset="-122"/>
                <a:cs typeface="Noto Sans" pitchFamily="34" charset="-120"/>
              </a:rPr>
              <a:t> Các</a:t>
            </a:r>
            <a:r>
              <a:rPr lang="en-US" sz="1125" dirty="0" spc="1" kern="0">
                <a:solidFill>
                  <a:srgbClr val="123E52"/>
                </a:solidFill>
                <a:latin typeface="Noto Sans" pitchFamily="34" charset="0"/>
                <a:ea typeface="Noto Sans" pitchFamily="34" charset="-122"/>
                <a:cs typeface="Noto Sans" pitchFamily="34" charset="-120"/>
              </a:rPr>
              <a:t> mục tiêu, nhóm diễn</a:t>
            </a:r>
            <a:r>
              <a:rPr lang="en-US" sz="1125" dirty="0" spc="3" kern="0">
                <a:solidFill>
                  <a:srgbClr val="123E52"/>
                </a:solidFill>
                <a:latin typeface="Noto Sans" pitchFamily="34" charset="0"/>
                <a:ea typeface="Noto Sans" pitchFamily="34" charset="-122"/>
                <a:cs typeface="Noto Sans" pitchFamily="34" charset="-120"/>
              </a:rPr>
              <a:t> giải,</a:t>
            </a:r>
            <a:r>
              <a:rPr lang="en-US" sz="1125" dirty="0" spc="5" kern="0">
                <a:solidFill>
                  <a:srgbClr val="123E52"/>
                </a:solidFill>
                <a:latin typeface="Noto Sans" pitchFamily="34" charset="0"/>
                <a:ea typeface="Noto Sans" pitchFamily="34" charset="-122"/>
                <a:cs typeface="Noto Sans" pitchFamily="34" charset="-120"/>
              </a:rPr>
              <a:t> lộ</a:t>
            </a:r>
            <a:r>
              <a:rPr lang="en-US" sz="1125" dirty="0" spc="1" kern="0">
                <a:solidFill>
                  <a:srgbClr val="123E52"/>
                </a:solidFill>
                <a:latin typeface="Noto Sans" pitchFamily="34" charset="0"/>
                <a:ea typeface="Noto Sans" pitchFamily="34" charset="-122"/>
                <a:cs typeface="Noto Sans" pitchFamily="34" charset="-120"/>
              </a:rPr>
              <a:t> trình</a:t>
            </a:r>
            <a:r>
              <a:rPr lang="en-US" sz="1125" dirty="0" spc="3" kern="0">
                <a:solidFill>
                  <a:srgbClr val="123E52"/>
                </a:solidFill>
                <a:latin typeface="Noto Sans" pitchFamily="34" charset="0"/>
                <a:ea typeface="Noto Sans" pitchFamily="34" charset="-122"/>
                <a:cs typeface="Noto Sans" pitchFamily="34" charset="-120"/>
              </a:rPr>
              <a:t> và</a:t>
            </a:r>
            <a:r>
              <a:rPr lang="en-US" sz="1125" dirty="0" spc="1" kern="0">
                <a:solidFill>
                  <a:srgbClr val="123E52"/>
                </a:solidFill>
                <a:latin typeface="Noto Sans" pitchFamily="34" charset="0"/>
                <a:ea typeface="Noto Sans" pitchFamily="34" charset="-122"/>
                <a:cs typeface="Noto Sans" pitchFamily="34" charset="-120"/>
              </a:rPr>
              <a:t> tiêu</a:t>
            </a:r>
            <a:r>
              <a:rPr lang="en-US" sz="1125" dirty="0" spc="2" kern="0">
                <a:solidFill>
                  <a:srgbClr val="123E52"/>
                </a:solidFill>
                <a:latin typeface="Noto Sans" pitchFamily="34" charset="0"/>
                <a:ea typeface="Noto Sans" pitchFamily="34" charset="-122"/>
                <a:cs typeface="Noto Sans" pitchFamily="34" charset="-120"/>
              </a:rPr>
              <a:t> chí tự</a:t>
            </a:r>
            <a:r>
              <a:rPr lang="en-US" sz="1125" dirty="0" spc="1" kern="0">
                <a:solidFill>
                  <a:srgbClr val="123E52"/>
                </a:solidFill>
                <a:latin typeface="Noto Sans" pitchFamily="34" charset="0"/>
                <a:ea typeface="Noto Sans" pitchFamily="34" charset="-122"/>
                <a:cs typeface="Noto Sans" pitchFamily="34" charset="-120"/>
              </a:rPr>
              <a:t> kiểm</a:t>
            </a:r>
            <a:r>
              <a:rPr lang="en-US" sz="1125" dirty="0" spc="0" kern="0">
                <a:solidFill>
                  <a:srgbClr val="123E52"/>
                </a:solidFill>
                <a:latin typeface="Noto Sans" pitchFamily="34" charset="0"/>
                <a:ea typeface="Noto Sans" pitchFamily="34" charset="-122"/>
                <a:cs typeface="Noto Sans" pitchFamily="34" charset="-120"/>
              </a:rPr>
              <a:t> tra</a:t>
            </a:r>
            <a:r>
              <a:rPr lang="en-US" sz="1125" dirty="0" spc="-1" kern="0">
                <a:solidFill>
                  <a:srgbClr val="123E52"/>
                </a:solidFill>
                <a:latin typeface="Noto Sans" pitchFamily="34" charset="0"/>
                <a:ea typeface="Noto Sans" pitchFamily="34" charset="-122"/>
                <a:cs typeface="Noto Sans" pitchFamily="34" charset="-120"/>
              </a:rPr>
              <a:t> trong</a:t>
            </a:r>
            <a:r>
              <a:rPr lang="en-US" sz="1125" dirty="0" spc="0" kern="0">
                <a:solidFill>
                  <a:srgbClr val="123E52"/>
                </a:solidFill>
                <a:latin typeface="Noto Sans" pitchFamily="34" charset="0"/>
                <a:ea typeface="Noto Sans" pitchFamily="34" charset="-122"/>
                <a:cs typeface="Noto Sans" pitchFamily="34" charset="-120"/>
              </a:rPr>
              <a:t> report</a:t>
            </a:r>
            <a:r>
              <a:rPr lang="en-US" sz="1125" dirty="0" spc="5" kern="0">
                <a:solidFill>
                  <a:srgbClr val="123E52"/>
                </a:solidFill>
                <a:latin typeface="Noto Sans" pitchFamily="34" charset="0"/>
                <a:ea typeface="Noto Sans" pitchFamily="34" charset="-122"/>
                <a:cs typeface="Noto Sans" pitchFamily="34" charset="-120"/>
              </a:rPr>
              <a:t> là</a:t>
            </a:r>
            <a:r>
              <a:rPr lang="en-US" sz="1125" dirty="0" spc="4" kern="0">
                <a:solidFill>
                  <a:srgbClr val="123E52"/>
                </a:solidFill>
                <a:latin typeface="Noto Sans" pitchFamily="34" charset="0"/>
                <a:ea typeface="Noto Sans" pitchFamily="34" charset="-122"/>
                <a:cs typeface="Noto Sans" pitchFamily="34" charset="-120"/>
              </a:rPr>
              <a:t> gợi</a:t>
            </a:r>
            <a:r>
              <a:rPr lang="en-US" sz="1125" dirty="0" spc="3" kern="0">
                <a:solidFill>
                  <a:srgbClr val="123E52"/>
                </a:solidFill>
                <a:latin typeface="Noto Sans" pitchFamily="34" charset="0"/>
                <a:ea typeface="Noto Sans" pitchFamily="34" charset="-122"/>
                <a:cs typeface="Noto Sans" pitchFamily="34" charset="-120"/>
              </a:rPr>
              <a:t> ý</a:t>
            </a:r>
            <a:r>
              <a:rPr lang="en-US" sz="1125" dirty="0" spc="2" kern="0">
                <a:solidFill>
                  <a:srgbClr val="123E52"/>
                </a:solidFill>
                <a:latin typeface="Noto Sans" pitchFamily="34" charset="0"/>
                <a:ea typeface="Noto Sans" pitchFamily="34" charset="-122"/>
                <a:cs typeface="Noto Sans" pitchFamily="34" charset="-120"/>
              </a:rPr>
              <a:t> của</a:t>
            </a:r>
            <a:r>
              <a:rPr lang="en-US" sz="1125" dirty="0" spc="1" kern="0">
                <a:solidFill>
                  <a:srgbClr val="123E52"/>
                </a:solidFill>
                <a:latin typeface="Noto Sans" pitchFamily="34" charset="0"/>
                <a:ea typeface="Noto Sans" pitchFamily="34" charset="-122"/>
                <a:cs typeface="Noto Sans" pitchFamily="34" charset="-120"/>
              </a:rPr>
              <a:t> người</a:t>
            </a:r>
            <a:r>
              <a:rPr lang="en-US" sz="1125" dirty="0" spc="2" kern="0">
                <a:solidFill>
                  <a:srgbClr val="123E52"/>
                </a:solidFill>
                <a:latin typeface="Noto Sans" pitchFamily="34" charset="0"/>
                <a:ea typeface="Noto Sans" pitchFamily="34" charset="-122"/>
                <a:cs typeface="Noto Sans" pitchFamily="34" charset="-120"/>
              </a:rPr>
              <a:t> viết.</a:t>
            </a:r>
            <a:r>
              <a:rPr lang="en-US" sz="1125" dirty="0" spc="1" kern="0">
                <a:solidFill>
                  <a:srgbClr val="123E52"/>
                </a:solidFill>
                <a:latin typeface="Noto Sans" pitchFamily="34" charset="0"/>
                <a:ea typeface="Noto Sans" pitchFamily="34" charset="-122"/>
                <a:cs typeface="Noto Sans" pitchFamily="34" charset="-120"/>
              </a:rPr>
              <a:t> Giấy phép</a:t>
            </a:r>
            <a:r>
              <a:rPr lang="en-US" sz="1125" dirty="0" spc="3" kern="0">
                <a:solidFill>
                  <a:srgbClr val="123E52"/>
                </a:solidFill>
                <a:latin typeface="Noto Sans" pitchFamily="34" charset="0"/>
                <a:ea typeface="Noto Sans" pitchFamily="34" charset="-122"/>
                <a:cs typeface="Noto Sans" pitchFamily="34" charset="-120"/>
              </a:rPr>
              <a:t> của</a:t>
            </a:r>
            <a:r>
              <a:rPr lang="en-US" sz="1125" dirty="0" spc="1" kern="0">
                <a:solidFill>
                  <a:srgbClr val="123E52"/>
                </a:solidFill>
                <a:latin typeface="Noto Sans" pitchFamily="34" charset="0"/>
                <a:ea typeface="Noto Sans" pitchFamily="34" charset="-122"/>
                <a:cs typeface="Noto Sans" pitchFamily="34" charset="-120"/>
              </a:rPr>
              <a:t> từng</a:t>
            </a:r>
            <a:r>
              <a:rPr lang="en-US" sz="1125" dirty="0" spc="5" kern="0">
                <a:solidFill>
                  <a:srgbClr val="123E52"/>
                </a:solidFill>
                <a:latin typeface="Noto Sans" pitchFamily="34" charset="0"/>
                <a:ea typeface="Noto Sans" pitchFamily="34" charset="-122"/>
                <a:cs typeface="Noto Sans" pitchFamily="34" charset="-120"/>
              </a:rPr>
              <a:t> tài</a:t>
            </a:r>
            <a:r>
              <a:rPr lang="en-US" sz="1125" dirty="0" spc="-1" kern="0">
                <a:solidFill>
                  <a:srgbClr val="123E52"/>
                </a:solidFill>
                <a:latin typeface="Noto Sans" pitchFamily="34" charset="0"/>
                <a:ea typeface="Noto Sans" pitchFamily="34" charset="-122"/>
                <a:cs typeface="Noto Sans" pitchFamily="34" charset="-120"/>
              </a:rPr>
              <a:t> nguyên</a:t>
            </a:r>
            <a:r>
              <a:rPr lang="en-US" sz="1125" dirty="0" spc="2" kern="0">
                <a:solidFill>
                  <a:srgbClr val="123E52"/>
                </a:solidFill>
                <a:latin typeface="Noto Sans" pitchFamily="34" charset="0"/>
                <a:ea typeface="Noto Sans" pitchFamily="34" charset="-122"/>
                <a:cs typeface="Noto Sans" pitchFamily="34" charset="-120"/>
              </a:rPr>
              <a:t> cần</a:t>
            </a:r>
            <a:r>
              <a:rPr lang="en-US" sz="1125" dirty="0" spc="0" kern="0">
                <a:solidFill>
                  <a:srgbClr val="123E52"/>
                </a:solidFill>
                <a:latin typeface="Noto Sans" pitchFamily="34" charset="0"/>
                <a:ea typeface="Noto Sans" pitchFamily="34" charset="-122"/>
                <a:cs typeface="Noto Sans" pitchFamily="34" charset="-120"/>
              </a:rPr>
              <a:t> được</a:t>
            </a:r>
            <a:r>
              <a:rPr lang="en-US" sz="1125" dirty="0" spc="2" kern="0">
                <a:solidFill>
                  <a:srgbClr val="123E52"/>
                </a:solidFill>
                <a:latin typeface="Noto Sans" pitchFamily="34" charset="0"/>
                <a:ea typeface="Noto Sans" pitchFamily="34" charset="-122"/>
                <a:cs typeface="Noto Sans" pitchFamily="34" charset="-120"/>
              </a:rPr>
              <a:t> đọc</a:t>
            </a:r>
            <a:r>
              <a:rPr lang="en-US" sz="1125" dirty="0" spc="5" kern="0">
                <a:solidFill>
                  <a:srgbClr val="123E52"/>
                </a:solidFill>
                <a:latin typeface="Noto Sans" pitchFamily="34" charset="0"/>
                <a:ea typeface="Noto Sans" pitchFamily="34" charset="-122"/>
                <a:cs typeface="Noto Sans" pitchFamily="34" charset="-120"/>
              </a:rPr>
              <a:t> tại</a:t>
            </a:r>
            <a:r>
              <a:rPr lang="en-US" sz="1125" dirty="0" spc="0" kern="0">
                <a:solidFill>
                  <a:srgbClr val="123E52"/>
                </a:solidFill>
                <a:latin typeface="Noto Sans" pitchFamily="34" charset="0"/>
                <a:ea typeface="Noto Sans" pitchFamily="34" charset="-122"/>
                <a:cs typeface="Noto Sans" pitchFamily="34" charset="-120"/>
              </a:rPr>
              <a:t> nguồn</a:t>
            </a:r>
            <a:r>
              <a:rPr lang="en-US" sz="1125" dirty="0" spc="2" kern="0">
                <a:solidFill>
                  <a:srgbClr val="123E52"/>
                </a:solidFill>
                <a:latin typeface="Noto Sans" pitchFamily="34" charset="0"/>
                <a:ea typeface="Noto Sans" pitchFamily="34" charset="-122"/>
                <a:cs typeface="Noto Sans" pitchFamily="34" charset="-120"/>
              </a:rPr>
              <a:t> tương</a:t>
            </a:r>
            <a:r>
              <a:rPr lang="en-US" sz="1125" dirty="0" spc="1" kern="0">
                <a:solidFill>
                  <a:srgbClr val="123E52"/>
                </a:solidFill>
                <a:latin typeface="Noto Sans" pitchFamily="34" charset="0"/>
                <a:ea typeface="Noto Sans" pitchFamily="34" charset="-122"/>
                <a:cs typeface="Noto Sans" pitchFamily="34" charset="-120"/>
              </a:rPr>
              <a:t> ứng.</a:t>
            </a:r>
            <a:endParaRPr lang="en-US" sz="1125" dirty="0"/>
          </a:p>
        </p:txBody>
      </p:sp>
      <p:sp>
        <p:nvSpPr>
          <p:cNvPr id="13" name="Connector line-1792810858697-392933829"/>
          <p:cNvSpPr/>
          <p:nvPr/>
        </p:nvSpPr>
        <p:spPr>
          <a:xfrm>
            <a:off x="457200" y="10144125"/>
            <a:ext cx="6648450" cy="0"/>
          </a:xfrm>
          <a:prstGeom prst="line">
            <a:avLst/>
          </a:prstGeom>
          <a:noFill/>
          <a:ln w="9525">
            <a:solidFill>
              <a:srgbClr val="D3E1E5"/>
            </a:solidFill>
            <a:prstDash val="solid"/>
            <a:headEnd type="none"/>
            <a:tailEnd type="none"/>
          </a:ln>
        </p:spPr>
      </p:sp>
      <p:sp>
        <p:nvSpPr>
          <p:cNvPr id="14" name="Text 12"/>
          <p:cNvSpPr/>
          <p:nvPr/>
        </p:nvSpPr>
        <p:spPr>
          <a:xfrm>
            <a:off x="457200" y="10287000"/>
            <a:ext cx="5143500" cy="238125"/>
          </a:xfrm>
          <a:prstGeom prst="rect">
            <a:avLst/>
          </a:prstGeom>
          <a:noFill/>
          <a:ln/>
        </p:spPr>
        <p:txBody>
          <a:bodyPr wrap="square" lIns="0" tIns="4171" rIns="0" bIns="-4171" rtlCol="0" anchor="t"/>
          <a:lstStyle/>
          <a:p>
            <a:pPr algn="l" indent="0" marL="0">
              <a:lnSpc>
                <a:spcPts val="1208"/>
              </a:lnSpc>
              <a:buNone/>
            </a:pPr>
            <a:r>
              <a:rPr lang="en-US" sz="863" dirty="0" spc="3" kern="0">
                <a:solidFill>
                  <a:srgbClr val="47636C"/>
                </a:solidFill>
                <a:latin typeface="Noto Sans" pitchFamily="34" charset="0"/>
                <a:ea typeface="Noto Sans" pitchFamily="34" charset="-122"/>
                <a:cs typeface="Noto Sans" pitchFamily="34" charset="-120"/>
              </a:rPr>
              <a:t>BUILD</a:t>
            </a:r>
            <a:r>
              <a:rPr lang="en-US" sz="863" dirty="0" spc="-8" kern="0">
                <a:solidFill>
                  <a:srgbClr val="47636C"/>
                </a:solidFill>
                <a:latin typeface="Noto Sans" pitchFamily="34" charset="0"/>
                <a:ea typeface="Noto Sans" pitchFamily="34" charset="-122"/>
                <a:cs typeface="Noto Sans" pitchFamily="34" charset="-120"/>
              </a:rPr>
              <a:t> ATLAS</a:t>
            </a:r>
            <a:r>
              <a:rPr lang="en-US" sz="863" dirty="0" spc="-5"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BUILD-YOUR-OWN-X</a:t>
            </a:r>
            <a:r>
              <a:rPr lang="en-US" sz="863" dirty="0" spc="-3" kern="0">
                <a:solidFill>
                  <a:srgbClr val="47636C"/>
                </a:solidFill>
                <a:latin typeface="Noto Sans" pitchFamily="34" charset="0"/>
                <a:ea typeface="Noto Sans" pitchFamily="34" charset="-122"/>
                <a:cs typeface="Noto Sans" pitchFamily="34" charset="-120"/>
              </a:rPr>
              <a:t> ·</a:t>
            </a:r>
            <a:r>
              <a:rPr lang="en-US" sz="863" dirty="0" spc="-1" kern="0">
                <a:solidFill>
                  <a:srgbClr val="47636C"/>
                </a:solidFill>
                <a:latin typeface="Noto Sans" pitchFamily="34" charset="0"/>
                <a:ea typeface="Noto Sans" pitchFamily="34" charset="-122"/>
                <a:cs typeface="Noto Sans" pitchFamily="34" charset="-120"/>
              </a:rPr>
              <a:t> [S1]</a:t>
            </a:r>
            <a:endParaRPr lang="en-US" sz="863" dirty="0"/>
          </a:p>
        </p:txBody>
      </p:sp>
      <p:sp>
        <p:nvSpPr>
          <p:cNvPr id="15" name="Text 13"/>
          <p:cNvSpPr/>
          <p:nvPr/>
        </p:nvSpPr>
        <p:spPr>
          <a:xfrm>
            <a:off x="6515100" y="10267950"/>
            <a:ext cx="590550" cy="285750"/>
          </a:xfrm>
          <a:prstGeom prst="rect">
            <a:avLst/>
          </a:prstGeom>
          <a:noFill/>
          <a:ln/>
        </p:spPr>
        <p:txBody>
          <a:bodyPr wrap="square" lIns="0" tIns="4343" rIns="0" bIns="-4343" rtlCol="0" anchor="t"/>
          <a:lstStyle/>
          <a:p>
            <a:pPr algn="l" indent="0" marL="0">
              <a:lnSpc>
                <a:spcPts val="1260"/>
              </a:lnSpc>
              <a:buNone/>
            </a:pPr>
            <a:r>
              <a:rPr lang="en-US" sz="900" dirty="0" spc="2" kern="0">
                <a:solidFill>
                  <a:srgbClr val="123E52"/>
                </a:solidFill>
                <a:latin typeface="Noto Sans SemiBold" pitchFamily="34" charset="0"/>
                <a:ea typeface="Noto Sans SemiBold" pitchFamily="34" charset="-122"/>
                <a:cs typeface="Noto Sans SemiBold" pitchFamily="34" charset="-120"/>
              </a:rPr>
              <a:t>20</a:t>
            </a:r>
            <a:r>
              <a:rPr lang="en-US" sz="900" dirty="0" spc="-3" kern="0">
                <a:solidFill>
                  <a:srgbClr val="123E52"/>
                </a:solidFill>
                <a:latin typeface="Noto Sans SemiBold" pitchFamily="34" charset="0"/>
                <a:ea typeface="Noto Sans SemiBold" pitchFamily="34" charset="-122"/>
                <a:cs typeface="Noto Sans SemiBold" pitchFamily="34" charset="-120"/>
              </a:rPr>
              <a:t> /</a:t>
            </a:r>
            <a:r>
              <a:rPr lang="en-US" sz="900" dirty="0" spc="0" kern="0">
                <a:solidFill>
                  <a:srgbClr val="123E52"/>
                </a:solidFill>
                <a:latin typeface="Noto Sans SemiBold" pitchFamily="34" charset="0"/>
                <a:ea typeface="Noto Sans SemiBold" pitchFamily="34" charset="-122"/>
                <a:cs typeface="Noto Sans SemiBold" pitchFamily="34" charset="-120"/>
              </a:rPr>
              <a:t> 20</a:t>
            </a:r>
            <a:endParaRPr lang="en-US" sz="900" dirty="0"/>
          </a:p>
        </p:txBody>
      </p:sp>
      <p:sp>
        <p:nvSpPr>
          <p:cNvPr id="16" name="Shape 14"/>
          <p:cNvSpPr/>
          <p:nvPr/>
        </p:nvSpPr>
        <p:spPr>
          <a:xfrm>
            <a:off x="5868772" y="9806509"/>
            <a:ext cx="1210056" cy="406043"/>
          </a:xfrm>
          <a:prstGeom prst="roundRect">
            <a:avLst>
              <a:gd name="adj" fmla="val 28000"/>
            </a:avLst>
          </a:prstGeom>
          <a:solidFill>
            <a:srgbClr val="FFFFFF">
              <a:alpha val="82000"/>
            </a:srgbClr>
          </a:solidFill>
          <a:ln/>
        </p:spPr>
      </p:sp>
      <p:pic>
        <p:nvPicPr>
          <p:cNvPr id="17" name="Moda image moda-export-watermark-52abbc39-4a43-4320-93bf-386dc71fc520" descr="">    </p:cNvPr>
          <p:cNvPicPr>
            <a:picLocks noChangeAspect="1"/>
          </p:cNvPicPr>
          <p:nvPr/>
        </p:nvPicPr>
        <p:blipFill>
          <a:blip r:embed="rId3"/>
          <a:srcRect l="0" r="0" t="0" b="0"/>
          <a:stretch/>
        </p:blipFill>
        <p:spPr>
          <a:xfrm>
            <a:off x="5961455" y="9899193"/>
            <a:ext cx="1024688" cy="22067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X — Build Atlas — tổng quan</dc:title>
  <dc:subject>PptxGenJS Presentation</dc:subject>
  <dc:creator>PptxGenJS</dc:creator>
  <cp:lastModifiedBy>PptxGenJS</cp:lastModifiedBy>
  <cp:revision>1</cp:revision>
  <dcterms:created xsi:type="dcterms:W3CDTF">2026-10-24T03:02:21Z</dcterms:created>
  <dcterms:modified xsi:type="dcterms:W3CDTF">2026-10-24T03:02:21Z</dcterms:modified>
  <dc:language>vi-VN</dc:language>
</cp:coreProperties>
</file>