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8288000" cy="10287000"/>
  <p:notesSz cx="10287000" cy="18288000"/>
  <p:embeddedFontLst>
    <p:embeddedFont>
      <p:font typeface="Be Vietnam Pro SemiBold"/>
      <p:regular r:id="rId39"/>
    </p:embeddedFont>
    <p:embeddedFont>
      <p:font typeface="Newsreader SemiBold"/>
      <p:regular r:id="rId40"/>
    </p:embeddedFont>
    <p:embeddedFont>
      <p:font typeface="Newsreader"/>
      <p:regular r:id="rId41"/>
    </p:embeddedFont>
    <p:embeddedFont>
      <p:font typeface="Be Vietnam Pro"/>
      <p:regular r:id="rId42"/>
      <p:bold r:id="rId44"/>
    </p:embeddedFont>
    <p:embeddedFont>
      <p:font typeface="Newsreader Medium"/>
      <p:regular r:id="rId4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font" Target="fonts/font1.fntdata"/><Relationship Id="rId40" Type="http://schemas.openxmlformats.org/officeDocument/2006/relationships/font" Target="fonts/font2.fntdata"/><Relationship Id="rId41" Type="http://schemas.openxmlformats.org/officeDocument/2006/relationships/font" Target="fonts/font3.fntdata"/><Relationship Id="rId42" Type="http://schemas.openxmlformats.org/officeDocument/2006/relationships/font" Target="fonts/font4.fntdata"/><Relationship Id="rId43" Type="http://schemas.openxmlformats.org/officeDocument/2006/relationships/font" Target="fonts/font5.fntdata"/><Relationship Id="rId4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3372312566-908801532"/>
          <p:cNvSpPr/>
          <p:nvPr/>
        </p:nvSpPr>
        <p:spPr>
          <a:xfrm>
            <a:off x="9620250" y="2381250"/>
            <a:ext cx="2762250" cy="16192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3" name="Connector line-1793372312569-127959708"/>
          <p:cNvSpPr/>
          <p:nvPr/>
        </p:nvSpPr>
        <p:spPr>
          <a:xfrm flipV="1">
            <a:off x="12382500" y="2857500"/>
            <a:ext cx="2667000" cy="11430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4" name="Connector line-1793372312570-813282501"/>
          <p:cNvSpPr/>
          <p:nvPr/>
        </p:nvSpPr>
        <p:spPr>
          <a:xfrm>
            <a:off x="12382500" y="4000500"/>
            <a:ext cx="1714500" cy="2286000"/>
          </a:xfrm>
          <a:prstGeom prst="line">
            <a:avLst/>
          </a:prstGeom>
          <a:noFill/>
          <a:ln w="28575">
            <a:solidFill>
              <a:srgbClr val="E2552D"/>
            </a:solidFill>
            <a:prstDash val="lgDash"/>
            <a:headEnd type="none"/>
            <a:tailEnd type="none"/>
          </a:ln>
        </p:spPr>
      </p:sp>
      <p:sp>
        <p:nvSpPr>
          <p:cNvPr id="5" name="Connector line-1793372312570-482333963"/>
          <p:cNvSpPr/>
          <p:nvPr/>
        </p:nvSpPr>
        <p:spPr>
          <a:xfrm>
            <a:off x="9620250" y="2381250"/>
            <a:ext cx="1428750" cy="3714750"/>
          </a:xfrm>
          <a:prstGeom prst="line">
            <a:avLst/>
          </a:prstGeom>
          <a:noFill/>
          <a:ln w="28575">
            <a:solidFill>
              <a:srgbClr val="E2552D"/>
            </a:solidFill>
            <a:prstDash val="lgDash"/>
            <a:headEnd type="none"/>
            <a:tailEnd type="none"/>
          </a:ln>
        </p:spPr>
      </p:sp>
      <p:sp>
        <p:nvSpPr>
          <p:cNvPr id="6" name="Connector line-1793372312570-954587384"/>
          <p:cNvSpPr/>
          <p:nvPr/>
        </p:nvSpPr>
        <p:spPr>
          <a:xfrm>
            <a:off x="11049000" y="6096000"/>
            <a:ext cx="3048000" cy="1905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7" name="Connector line-1793372312570-281400415"/>
          <p:cNvSpPr/>
          <p:nvPr/>
        </p:nvSpPr>
        <p:spPr>
          <a:xfrm>
            <a:off x="15049500" y="2857500"/>
            <a:ext cx="1714500" cy="20955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410700" y="2171700"/>
            <a:ext cx="419100" cy="419100"/>
          </a:xfrm>
          <a:prstGeom prst="ellipse">
            <a:avLst/>
          </a:prstGeom>
          <a:solidFill>
            <a:srgbClr val="12181F"/>
          </a:solidFill>
          <a:ln w="47625">
            <a:solidFill>
              <a:srgbClr val="5FD1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44350" y="3562350"/>
            <a:ext cx="876300" cy="8763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10" name="Shape 8"/>
          <p:cNvSpPr/>
          <p:nvPr/>
        </p:nvSpPr>
        <p:spPr>
          <a:xfrm>
            <a:off x="14782800" y="2590800"/>
            <a:ext cx="533400" cy="533400"/>
          </a:xfrm>
          <a:prstGeom prst="ellipse">
            <a:avLst/>
          </a:prstGeom>
          <a:solidFill>
            <a:srgbClr val="12181F"/>
          </a:solidFill>
          <a:ln w="47625">
            <a:solidFill>
              <a:srgbClr val="5FD1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73150" y="5962650"/>
            <a:ext cx="647700" cy="647700"/>
          </a:xfrm>
          <a:prstGeom prst="ellipse">
            <a:avLst/>
          </a:prstGeom>
          <a:solidFill>
            <a:srgbClr val="E2552D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20400" y="5867400"/>
            <a:ext cx="457200" cy="457200"/>
          </a:xfrm>
          <a:prstGeom prst="ellipse">
            <a:avLst/>
          </a:prstGeom>
          <a:solidFill>
            <a:srgbClr val="12181F"/>
          </a:solidFill>
          <a:ln w="47625">
            <a:solidFill>
              <a:srgbClr val="5FD1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592550" y="4781550"/>
            <a:ext cx="342900" cy="3429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914400"/>
            <a:ext cx="857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74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BÁO</a:t>
            </a:r>
            <a:r>
              <a:rPr lang="en-US" sz="1950" spc="265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CÁO</a:t>
            </a:r>
            <a:r>
              <a:rPr lang="en-US" sz="1950" spc="300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1950" spc="299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REPO</a:t>
            </a:r>
            <a:r>
              <a:rPr lang="en-US" sz="1950" spc="300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GITHUB</a:t>
            </a:r>
            <a:r>
              <a:rPr lang="en-US" sz="1950" spc="28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RADAR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14400" y="2857500"/>
            <a:ext cx="9525000" cy="2076450"/>
          </a:xfrm>
          <a:prstGeom prst="rect">
            <a:avLst/>
          </a:prstGeom>
          <a:noFill/>
          <a:ln/>
        </p:spPr>
        <p:txBody>
          <a:bodyPr wrap="square" lIns="0" tIns="-18288" rIns="0" bIns="18288" rtlCol="0" anchor="t"/>
          <a:lstStyle/>
          <a:p>
            <a:pPr algn="l" indent="0" marL="0">
              <a:lnSpc>
                <a:spcPts val="9600"/>
              </a:lnSpc>
              <a:buNone/>
            </a:pPr>
            <a:r>
              <a:rPr lang="en-US" sz="9600" dirty="0" spc="-5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Graphify</a:t>
            </a:r>
            <a:endParaRPr lang="en-US" sz="9600" dirty="0"/>
          </a:p>
        </p:txBody>
      </p:sp>
      <p:sp>
        <p:nvSpPr>
          <p:cNvPr id="16" name="Text 14"/>
          <p:cNvSpPr/>
          <p:nvPr/>
        </p:nvSpPr>
        <p:spPr>
          <a:xfrm>
            <a:off x="914400" y="4286250"/>
            <a:ext cx="8953500" cy="1276350"/>
          </a:xfrm>
          <a:prstGeom prst="rect">
            <a:avLst/>
          </a:prstGeom>
          <a:noFill/>
          <a:ln/>
        </p:spPr>
        <p:txBody>
          <a:bodyPr wrap="square" lIns="0" tIns="-33973" rIns="0" bIns="33973" rtlCol="0" anchor="t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dirty="0" spc="-1" kern="0">
                <a:solidFill>
                  <a:srgbClr val="F3EE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Biến</a:t>
            </a:r>
            <a:r>
              <a:rPr lang="en-US" sz="3450" dirty="0" spc="0" kern="0">
                <a:solidFill>
                  <a:srgbClr val="F3EE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thư</a:t>
            </a:r>
            <a:r>
              <a:rPr lang="en-US" sz="3450" dirty="0" spc="1" kern="0">
                <a:solidFill>
                  <a:srgbClr val="F3EE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mục</a:t>
            </a:r>
            <a:r>
              <a:rPr lang="en-US" sz="3450" dirty="0" spc="0" kern="0">
                <a:solidFill>
                  <a:srgbClr val="F3EE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mã</a:t>
            </a:r>
            <a:r>
              <a:rPr lang="en-US" sz="3450" dirty="0" spc="-22" kern="0">
                <a:solidFill>
                  <a:srgbClr val="F3EE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và</a:t>
            </a:r>
            <a:r>
              <a:rPr lang="en-US" sz="3450" dirty="0" spc="0" kern="0">
                <a:solidFill>
                  <a:srgbClr val="F3EE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tài</a:t>
            </a:r>
            <a:r>
              <a:rPr lang="en-US" sz="3450" dirty="0" spc="1" kern="0">
                <a:solidFill>
                  <a:srgbClr val="F3EE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liệu thành</a:t>
            </a:r>
            <a:r>
              <a:rPr lang="en-US" sz="3450" dirty="0" spc="0" kern="0">
                <a:solidFill>
                  <a:srgbClr val="F3EE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đồ</a:t>
            </a:r>
            <a:r>
              <a:rPr lang="en-US" sz="3450" dirty="0" spc="-1" kern="0">
                <a:solidFill>
                  <a:srgbClr val="F3EE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thị</a:t>
            </a:r>
            <a:r>
              <a:rPr lang="en-US" sz="3450" dirty="0" spc="0" kern="0">
                <a:solidFill>
                  <a:srgbClr val="F3EE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tri</a:t>
            </a:r>
            <a:r>
              <a:rPr lang="en-US" sz="3450" dirty="0" spc="1" kern="0">
                <a:solidFill>
                  <a:srgbClr val="F3EE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thức</a:t>
            </a:r>
            <a:r>
              <a:rPr lang="en-US" sz="3450" dirty="0" spc="0" kern="0">
                <a:solidFill>
                  <a:srgbClr val="F3EE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để</a:t>
            </a:r>
            <a:r>
              <a:rPr lang="en-US" sz="3450" dirty="0" spc="-7" kern="0">
                <a:solidFill>
                  <a:srgbClr val="F3EE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agent</a:t>
            </a:r>
            <a:r>
              <a:rPr lang="en-US" sz="3450" dirty="0" spc="-3" kern="0">
                <a:solidFill>
                  <a:srgbClr val="F3EE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truy</a:t>
            </a:r>
            <a:r>
              <a:rPr lang="en-US" sz="3450" dirty="0" spc="-16" kern="0">
                <a:solidFill>
                  <a:srgbClr val="F3EEE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vấn</a:t>
            </a:r>
            <a:endParaRPr lang="en-US" sz="3450" dirty="0"/>
          </a:p>
        </p:txBody>
      </p:sp>
      <p:sp>
        <p:nvSpPr>
          <p:cNvPr id="17" name="Connector line-1793372312608-168999135"/>
          <p:cNvSpPr/>
          <p:nvPr/>
        </p:nvSpPr>
        <p:spPr>
          <a:xfrm>
            <a:off x="914400" y="6667500"/>
            <a:ext cx="2514600" cy="0"/>
          </a:xfrm>
          <a:prstGeom prst="line">
            <a:avLst/>
          </a:prstGeom>
          <a:noFill/>
          <a:ln w="57150">
            <a:solidFill>
              <a:srgbClr val="E2552D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914400" y="6953250"/>
            <a:ext cx="9525000" cy="828675"/>
          </a:xfrm>
          <a:prstGeom prst="rect">
            <a:avLst/>
          </a:prstGeom>
          <a:noFill/>
          <a:ln/>
        </p:spPr>
        <p:txBody>
          <a:bodyPr wrap="square" lIns="0" tIns="-2067" rIns="0" bIns="2067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2170" dirty="0" spc="-1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Graphify-Labs/graphify</a:t>
            </a:r>
            <a:r>
              <a:rPr lang="en-US" sz="2170" dirty="0" spc="-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70" dirty="0" spc="2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170" dirty="0" spc="1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r>
              <a:rPr lang="en-US" sz="2170" dirty="0" spc="2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7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70" dirty="0" spc="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0.9.97</a:t>
            </a:r>
            <a:endParaRPr lang="en-US" sz="2170" dirty="0"/>
          </a:p>
          <a:p>
            <a:pPr algn="l" indent="0" marL="0">
              <a:lnSpc>
                <a:spcPts val="3255"/>
              </a:lnSpc>
              <a:buNone/>
            </a:pPr>
            <a:r>
              <a:rPr lang="en-US" sz="2170" dirty="0" spc="-2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17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70" dirty="0" spc="-9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27–30/10/2026</a:t>
            </a:r>
            <a:endParaRPr lang="en-US" sz="2170" dirty="0"/>
          </a:p>
        </p:txBody>
      </p:sp>
      <p:sp>
        <p:nvSpPr>
          <p:cNvPr id="19" name="Text 17"/>
          <p:cNvSpPr/>
          <p:nvPr/>
        </p:nvSpPr>
        <p:spPr>
          <a:xfrm>
            <a:off x="914400" y="9144000"/>
            <a:ext cx="1047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63" dirty="0" spc="-4" kern="0">
                <a:solidFill>
                  <a:srgbClr val="7E8A9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Nét</a:t>
            </a:r>
            <a:r>
              <a:rPr lang="en-US" sz="1763" dirty="0" spc="2" kern="0">
                <a:solidFill>
                  <a:srgbClr val="7E8A9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liền:</a:t>
            </a:r>
            <a:r>
              <a:rPr lang="en-US" sz="1763" dirty="0" spc="-18" kern="0">
                <a:solidFill>
                  <a:srgbClr val="7E8A9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EXTRACTED,</a:t>
            </a:r>
            <a:r>
              <a:rPr lang="en-US" sz="1763" dirty="0" spc="11" kern="0">
                <a:solidFill>
                  <a:srgbClr val="7E8A9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763" dirty="0" spc="1" kern="0">
                <a:solidFill>
                  <a:srgbClr val="7E8A9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1763" dirty="0" spc="5" kern="0">
                <a:solidFill>
                  <a:srgbClr val="7E8A9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763" dirty="0" spc="-1" kern="0">
                <a:solidFill>
                  <a:srgbClr val="7E8A9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763" dirty="0" spc="3" kern="0">
                <a:solidFill>
                  <a:srgbClr val="7E8A9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63" dirty="0" spc="-2" kern="0">
                <a:solidFill>
                  <a:srgbClr val="7E8A9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Nét</a:t>
            </a:r>
            <a:r>
              <a:rPr lang="en-US" sz="1763" dirty="0" spc="23" kern="0">
                <a:solidFill>
                  <a:srgbClr val="7E8A9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đứt:</a:t>
            </a:r>
            <a:r>
              <a:rPr lang="en-US" sz="1763" dirty="0" spc="2" kern="0">
                <a:solidFill>
                  <a:srgbClr val="7E8A9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INFERRED,</a:t>
            </a:r>
            <a:r>
              <a:rPr lang="en-US" sz="1763" dirty="0" spc="1" kern="0">
                <a:solidFill>
                  <a:srgbClr val="7E8A9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 công</a:t>
            </a:r>
            <a:r>
              <a:rPr lang="en-US" sz="1763" dirty="0" spc="5" kern="0">
                <a:solidFill>
                  <a:srgbClr val="7E8A9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763" dirty="0" spc="1" kern="0">
                <a:solidFill>
                  <a:srgbClr val="7E8A9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1763" dirty="0" spc="-23" kern="0">
                <a:solidFill>
                  <a:srgbClr val="7E8A9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763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36c9ecce-c654-43f4-add2-4ee58802c5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195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TÓM</a:t>
            </a:r>
            <a:r>
              <a:rPr lang="en-US" sz="1650" spc="148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Câu hỏi</a:t>
            </a:r>
            <a:r>
              <a:rPr lang="en-US" sz="4350" dirty="0" spc="2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của</a:t>
            </a:r>
            <a:r>
              <a:rPr lang="en-US" sz="4350" dirty="0" spc="0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bài</a:t>
            </a:r>
            <a:endParaRPr lang="en-US" sz="4350" dirty="0"/>
          </a:p>
        </p:txBody>
      </p:sp>
      <p:sp>
        <p:nvSpPr>
          <p:cNvPr id="4" name="Connector line-1793372449932-742426958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5" name="Connector line-1793372449934-566568857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6" name="Connector line-1793372449935-262179425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C8431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S4</a:t>
            </a:r>
            <a:r>
              <a:rPr lang="en-US" sz="1500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2/32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476500"/>
            <a:ext cx="154305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6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Graphify</a:t>
            </a:r>
            <a:r>
              <a:rPr lang="en-US" sz="4800" dirty="0" spc="2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là</a:t>
            </a:r>
            <a:r>
              <a:rPr lang="en-US" sz="4800" dirty="0" spc="4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gì,</a:t>
            </a:r>
            <a:r>
              <a:rPr lang="en-US" sz="4800" dirty="0" spc="1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tiết</a:t>
            </a:r>
            <a:r>
              <a:rPr lang="en-US" sz="4800" dirty="0" spc="3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kiệm</a:t>
            </a:r>
            <a:r>
              <a:rPr lang="en-US" sz="4800" dirty="0" spc="0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được</a:t>
            </a:r>
            <a:r>
              <a:rPr lang="en-US" sz="4800" dirty="0" spc="3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bao</a:t>
            </a:r>
            <a:r>
              <a:rPr lang="en-US" sz="4800" dirty="0" spc="2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nhiêu</a:t>
            </a:r>
            <a:r>
              <a:rPr lang="en-US" sz="4800" dirty="0" spc="4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cho</a:t>
            </a:r>
            <a:r>
              <a:rPr lang="en-US" sz="4800" dirty="0" spc="-10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agent</a:t>
            </a:r>
            <a:r>
              <a:rPr lang="en-US" sz="4800" dirty="0" spc="1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lập</a:t>
            </a:r>
            <a:r>
              <a:rPr lang="en-US" sz="4800" dirty="0" spc="0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trình,</a:t>
            </a:r>
            <a:r>
              <a:rPr lang="en-US" sz="4800" dirty="0" spc="-32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và</a:t>
            </a:r>
            <a:r>
              <a:rPr lang="en-US" sz="4800" dirty="0" spc="-2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con</a:t>
            </a:r>
            <a:r>
              <a:rPr lang="en-US" sz="4800" dirty="0" spc="0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số</a:t>
            </a:r>
            <a:r>
              <a:rPr lang="en-US" sz="4800" dirty="0" spc="1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nào đáng</a:t>
            </a:r>
            <a:r>
              <a:rPr lang="en-US" sz="4800" dirty="0" spc="-29" kern="0">
                <a:solidFill>
                  <a:srgbClr val="15191F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tin?</a:t>
            </a:r>
            <a:endParaRPr lang="en-US" sz="4800" dirty="0"/>
          </a:p>
        </p:txBody>
      </p:sp>
      <p:sp>
        <p:nvSpPr>
          <p:cNvPr id="14" name="Connector line-1793372449948-143345625"/>
          <p:cNvSpPr/>
          <p:nvPr/>
        </p:nvSpPr>
        <p:spPr>
          <a:xfrm>
            <a:off x="914400" y="6096000"/>
            <a:ext cx="3086100" cy="0"/>
          </a:xfrm>
          <a:prstGeom prst="line">
            <a:avLst/>
          </a:prstGeom>
          <a:noFill/>
          <a:ln w="57150">
            <a:solidFill>
              <a:srgbClr val="C8431D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14400" y="6477000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8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400" dirty="0" spc="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2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AI: thư</a:t>
            </a:r>
            <a:r>
              <a:rPr lang="en-US" sz="2400" dirty="0" spc="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1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3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-8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400" dirty="0" spc="18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400" dirty="0" spc="1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</a:t>
            </a:r>
            <a:r>
              <a:rPr lang="en-US" sz="2400" dirty="0" spc="9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1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3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-29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7715250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dirty="0" spc="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commit</a:t>
            </a:r>
            <a:r>
              <a:rPr lang="en-US" sz="2400" dirty="0" spc="1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r>
              <a:rPr lang="en-US" sz="2400" dirty="0" spc="-1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400" dirty="0" spc="-2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27/10/2026,</a:t>
            </a:r>
            <a:r>
              <a:rPr lang="en-US" sz="2400" dirty="0" spc="-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0.9.97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4c81f49e-313f-49c8-b73e-919fbfd162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195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TÓM</a:t>
            </a:r>
            <a:r>
              <a:rPr lang="en-US" sz="1650" spc="148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3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Ba</a:t>
            </a:r>
            <a:r>
              <a:rPr lang="en-US" sz="4350" dirty="0" spc="-5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ý</a:t>
            </a: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đáng</a:t>
            </a:r>
            <a:r>
              <a:rPr lang="en-US" sz="4350" dirty="0" spc="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mang</a:t>
            </a: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theo</a:t>
            </a:r>
            <a:endParaRPr lang="en-US" sz="4350" dirty="0"/>
          </a:p>
        </p:txBody>
      </p:sp>
      <p:sp>
        <p:nvSpPr>
          <p:cNvPr id="4" name="Connector line-1793372449956-572960787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449958-355531047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449959-319705557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S2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1500" dirty="0" spc="-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S7</a:t>
            </a:r>
            <a:r>
              <a:rPr lang="en-US" sz="1500" dirty="0" spc="-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3/32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419350"/>
            <a:ext cx="1428750" cy="192405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5FD1C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01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2381250" y="2457450"/>
            <a:ext cx="14954250" cy="18478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30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3000" dirty="0" spc="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30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00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3000" dirty="0" spc="-2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2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3000" dirty="0" spc="-1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0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vector:</a:t>
            </a:r>
            <a:r>
              <a:rPr lang="en-US" sz="3000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30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 nào</a:t>
            </a:r>
            <a:r>
              <a:rPr lang="en-US" sz="3000" dirty="0" spc="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thẳng,</a:t>
            </a:r>
            <a:r>
              <a:rPr lang="en-US" sz="30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 nào</a:t>
            </a:r>
            <a:r>
              <a:rPr lang="en-US" sz="30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3000" dirty="0" spc="-3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3000" dirty="0"/>
          </a:p>
        </p:txBody>
      </p:sp>
      <p:sp>
        <p:nvSpPr>
          <p:cNvPr id="15" name="Connector line-1793372449972-960493997"/>
          <p:cNvSpPr/>
          <p:nvPr/>
        </p:nvSpPr>
        <p:spPr>
          <a:xfrm>
            <a:off x="914400" y="434340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14400" y="4419600"/>
            <a:ext cx="1428750" cy="192405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5FD1C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02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2381250" y="4457700"/>
            <a:ext cx="14954250" cy="18478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3000" dirty="0" spc="2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30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</a:t>
            </a:r>
            <a:r>
              <a:rPr lang="en-US" sz="3000" dirty="0" spc="-1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3000" dirty="0" spc="1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30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3000" dirty="0" spc="-2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đo;</a:t>
            </a:r>
            <a:r>
              <a:rPr lang="en-US" sz="30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3000" dirty="0" spc="-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 80%</a:t>
            </a:r>
            <a:r>
              <a:rPr lang="en-US" sz="3000" dirty="0" spc="-3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30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3000" dirty="0" spc="2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3000" dirty="0" spc="2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endParaRPr lang="en-US" sz="3000" dirty="0"/>
          </a:p>
        </p:txBody>
      </p:sp>
      <p:sp>
        <p:nvSpPr>
          <p:cNvPr id="18" name="Connector line-1793372449976-421801203"/>
          <p:cNvSpPr/>
          <p:nvPr/>
        </p:nvSpPr>
        <p:spPr>
          <a:xfrm>
            <a:off x="914400" y="634365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14400" y="6419850"/>
            <a:ext cx="1428750" cy="192405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5FD1C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03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2381250" y="6457950"/>
            <a:ext cx="14954250" cy="18478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3000" dirty="0" spc="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30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nhanh:</a:t>
            </a:r>
            <a:r>
              <a:rPr lang="en-US" sz="30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-2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dirty="0" spc="-1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 240</a:t>
            </a:r>
            <a:r>
              <a:rPr lang="en-US" sz="30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0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3000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bản;</a:t>
            </a:r>
            <a:r>
              <a:rPr lang="en-US" sz="3000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30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30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0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3000" dirty="0"/>
          </a:p>
        </p:txBody>
      </p:sp>
      <p:sp>
        <p:nvSpPr>
          <p:cNvPr id="21" name="Connector line-1793372449981-869473628"/>
          <p:cNvSpPr/>
          <p:nvPr/>
        </p:nvSpPr>
        <p:spPr>
          <a:xfrm>
            <a:off x="914400" y="834390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f280363-e4bf-45a6-a70a-3249156964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5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HỒ</a:t>
            </a:r>
            <a:r>
              <a:rPr lang="en-US" sz="1650" spc="233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SƠ</a:t>
            </a:r>
            <a:r>
              <a:rPr lang="en-US" sz="1650" spc="225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36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Hồ</a:t>
            </a:r>
            <a:r>
              <a:rPr lang="en-US" sz="4350" dirty="0" spc="-2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sơ</a:t>
            </a:r>
            <a:r>
              <a:rPr lang="en-US" sz="4350" dirty="0" spc="0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nhanh</a:t>
            </a:r>
            <a:r>
              <a:rPr lang="en-US" sz="4350" dirty="0" spc="2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của</a:t>
            </a:r>
            <a:r>
              <a:rPr lang="en-US" sz="4350" dirty="0" spc="-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Graphify</a:t>
            </a:r>
            <a:endParaRPr lang="en-US" sz="4350" dirty="0"/>
          </a:p>
        </p:txBody>
      </p:sp>
      <p:sp>
        <p:nvSpPr>
          <p:cNvPr id="4" name="Connector line-1793372449985-850327654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5" name="Connector line-1793372449986-619653394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6" name="Connector line-1793372449987-494133737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C8431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S7</a:t>
            </a:r>
            <a:r>
              <a:rPr lang="en-US" sz="1500" dirty="0" spc="-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S8</a:t>
            </a:r>
            <a:r>
              <a:rPr lang="en-US" sz="1500" dirty="0" spc="-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S10</a:t>
            </a:r>
            <a:r>
              <a:rPr lang="en-US" sz="1500" dirty="0" spc="-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S11</a:t>
            </a:r>
            <a:r>
              <a:rPr lang="en-US" sz="1500" dirty="0" spc="-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4/32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476500"/>
            <a:ext cx="5257800" cy="3429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1100" y="274320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15" name="Text 13"/>
          <p:cNvSpPr/>
          <p:nvPr/>
        </p:nvSpPr>
        <p:spPr>
          <a:xfrm>
            <a:off x="1181100" y="29527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spc="146" kern="0" dirty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1650" b="1" spc="154" kern="0" dirty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81100" y="3467100"/>
            <a:ext cx="4762500" cy="2286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Skill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2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250" dirty="0" spc="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250" dirty="0" spc="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250" dirty="0" spc="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2250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graphify;</a:t>
            </a:r>
            <a:r>
              <a:rPr lang="en-US" sz="2250" dirty="0" spc="-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PyPI</a:t>
            </a:r>
            <a:r>
              <a:rPr lang="en-US" sz="2250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graphifyy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6515100" y="2476500"/>
            <a:ext cx="5257800" cy="3429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18" name="Shape 16"/>
          <p:cNvSpPr/>
          <p:nvPr/>
        </p:nvSpPr>
        <p:spPr>
          <a:xfrm>
            <a:off x="6781800" y="274320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C8431D"/>
          </a:solidFill>
          <a:ln/>
        </p:spPr>
      </p:sp>
      <p:sp>
        <p:nvSpPr>
          <p:cNvPr id="19" name="Text 17"/>
          <p:cNvSpPr/>
          <p:nvPr/>
        </p:nvSpPr>
        <p:spPr>
          <a:xfrm>
            <a:off x="6781800" y="29527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spc="141" kern="0" dirty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650" b="1" spc="151" kern="0" dirty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650" b="1" spc="108" kern="0" dirty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781800" y="3467100"/>
            <a:ext cx="4762500" cy="2286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0.9.97,</a:t>
            </a:r>
            <a:r>
              <a:rPr lang="en-US" sz="2250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-1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27/10/2026;</a:t>
            </a:r>
            <a:r>
              <a:rPr lang="en-US" sz="2250" dirty="0" spc="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3.10</a:t>
            </a:r>
            <a:r>
              <a:rPr lang="en-US" sz="2250" dirty="0" spc="-2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2115800" y="2476500"/>
            <a:ext cx="5257800" cy="3429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22" name="Shape 20"/>
          <p:cNvSpPr/>
          <p:nvPr/>
        </p:nvSpPr>
        <p:spPr>
          <a:xfrm>
            <a:off x="12382500" y="274320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23" name="Text 21"/>
          <p:cNvSpPr/>
          <p:nvPr/>
        </p:nvSpPr>
        <p:spPr>
          <a:xfrm>
            <a:off x="12382500" y="29527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spc="109" kern="0" dirty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1650" b="1" spc="149" kern="0" dirty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382500" y="3467100"/>
            <a:ext cx="4762500" cy="2286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Apache-2.0;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250" dirty="0" spc="-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250" dirty="0" spc="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2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250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4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MIT,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LICENSE-MIT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14400" y="6191250"/>
            <a:ext cx="5257800" cy="3429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26" name="Shape 24"/>
          <p:cNvSpPr/>
          <p:nvPr/>
        </p:nvSpPr>
        <p:spPr>
          <a:xfrm>
            <a:off x="1181100" y="6457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C8431D"/>
          </a:solidFill>
          <a:ln/>
        </p:spPr>
      </p:sp>
      <p:sp>
        <p:nvSpPr>
          <p:cNvPr id="27" name="Text 25"/>
          <p:cNvSpPr/>
          <p:nvPr/>
        </p:nvSpPr>
        <p:spPr>
          <a:xfrm>
            <a:off x="1181100" y="6667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spc="161" kern="0" dirty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650" b="1" spc="126" kern="0" dirty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181100" y="7181850"/>
            <a:ext cx="4762500" cy="2286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137.165</a:t>
            </a:r>
            <a:r>
              <a:rPr lang="en-US" sz="2250" dirty="0" spc="-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(28/10/2026);</a:t>
            </a: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9.413</a:t>
            </a:r>
            <a:r>
              <a:rPr lang="en-US" sz="2250" dirty="0" spc="-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2250" dirty="0" spc="-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-3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250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17/10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6515100" y="6191250"/>
            <a:ext cx="5257800" cy="3429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30" name="Shape 28"/>
          <p:cNvSpPr/>
          <p:nvPr/>
        </p:nvSpPr>
        <p:spPr>
          <a:xfrm>
            <a:off x="6781800" y="6457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31" name="Text 29"/>
          <p:cNvSpPr/>
          <p:nvPr/>
        </p:nvSpPr>
        <p:spPr>
          <a:xfrm>
            <a:off x="6781800" y="6667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spc="158" kern="0" dirty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650" b="1" spc="153" kern="0" dirty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781800" y="7181850"/>
            <a:ext cx="4762500" cy="2286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1.118</a:t>
            </a:r>
            <a:r>
              <a:rPr lang="en-US" sz="2250" dirty="0" spc="-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tệp;</a:t>
            </a:r>
            <a:r>
              <a:rPr lang="en-US" sz="2250" dirty="0" spc="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90.797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250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graphify/;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143.000</a:t>
            </a:r>
            <a:r>
              <a:rPr lang="en-US" sz="2250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-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tests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12115800" y="6191250"/>
            <a:ext cx="5257800" cy="3429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34" name="Shape 32"/>
          <p:cNvSpPr/>
          <p:nvPr/>
        </p:nvSpPr>
        <p:spPr>
          <a:xfrm>
            <a:off x="12382500" y="6457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C8431D"/>
          </a:solidFill>
          <a:ln/>
        </p:spPr>
      </p:sp>
      <p:sp>
        <p:nvSpPr>
          <p:cNvPr id="35" name="Text 33"/>
          <p:cNvSpPr/>
          <p:nvPr/>
        </p:nvSpPr>
        <p:spPr>
          <a:xfrm>
            <a:off x="12382500" y="6667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spc="148" kern="0" dirty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TÍCH</a:t>
            </a:r>
            <a:r>
              <a:rPr lang="en-US" sz="1650" b="1" spc="150" kern="0" dirty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2382500" y="7181850"/>
            <a:ext cx="4762500" cy="2286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</a:t>
            </a:r>
            <a:r>
              <a:rPr lang="en-US" sz="2250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250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sẵn;</a:t>
            </a: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r>
              <a:rPr lang="en-US" sz="2250" dirty="0" spc="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250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-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250" dirty="0" spc="-1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b609b6e2-cdc5-4690-a3dd-00d6508dc22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5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REPO</a:t>
            </a:r>
            <a:r>
              <a:rPr lang="en-US" sz="1650" spc="187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1650" spc="227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1650" spc="225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3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Ba</a:t>
            </a:r>
            <a:r>
              <a:rPr lang="en-US" sz="4350" dirty="0" spc="-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lời</a:t>
            </a:r>
            <a:r>
              <a:rPr lang="en-US" sz="4350" dirty="0" spc="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hứa của</a:t>
            </a:r>
            <a:r>
              <a:rPr lang="en-US" sz="4350" dirty="0" spc="-15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README</a:t>
            </a:r>
            <a:endParaRPr lang="en-US" sz="4350" dirty="0"/>
          </a:p>
        </p:txBody>
      </p:sp>
      <p:sp>
        <p:nvSpPr>
          <p:cNvPr id="4" name="Connector line-1793372450038-681825451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5" name="Connector line-1793372450040-914288401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6" name="Connector line-1793372450041-624492508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C8431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5/32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38125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60985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259080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5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b="1" dirty="0" spc="24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b="1" dirty="0" spc="-3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2550" b="1" dirty="0" spc="-4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phí,</a:t>
            </a:r>
            <a:r>
              <a:rPr lang="en-US" sz="2550" b="1" dirty="0" spc="0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550" b="1" dirty="0" spc="-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95400" y="3181350"/>
            <a:ext cx="7334250" cy="2190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tree-sitter</a:t>
            </a:r>
            <a:r>
              <a:rPr lang="en-US" sz="2250" dirty="0" spc="-5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AST,</a:t>
            </a:r>
            <a:r>
              <a:rPr lang="en-US" sz="2250" dirty="0" spc="-2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250" dirty="0" spc="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250" dirty="0" spc="-3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-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72600" y="238125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E8E0CF"/>
          </a:solidFill>
          <a:ln/>
        </p:spPr>
      </p:sp>
      <p:sp>
        <p:nvSpPr>
          <p:cNvPr id="18" name="Shape 16"/>
          <p:cNvSpPr/>
          <p:nvPr/>
        </p:nvSpPr>
        <p:spPr>
          <a:xfrm>
            <a:off x="9372600" y="260985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259080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b="1" dirty="0" spc="0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550" b="1" dirty="0" spc="-3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5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b="1" dirty="0" spc="0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753600" y="3181350"/>
            <a:ext cx="7334250" cy="2190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EXTRACTED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250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 INFERRED là</a:t>
            </a:r>
            <a:r>
              <a:rPr lang="en-US" sz="2250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250" dirty="0" spc="-3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14400" y="594360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E8E0CF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617220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615315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7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3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0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b="1" dirty="0" spc="-13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295400" y="6743700"/>
            <a:ext cx="7334250" cy="2190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embedding,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250" dirty="0" spc="-1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vector,</a:t>
            </a: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250" dirty="0" spc="-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250" dirty="0" spc="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372600" y="594360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E8E0CF"/>
          </a:solidFill>
          <a:ln/>
        </p:spPr>
      </p:sp>
      <p:sp>
        <p:nvSpPr>
          <p:cNvPr id="26" name="Shape 24"/>
          <p:cNvSpPr/>
          <p:nvPr/>
        </p:nvSpPr>
        <p:spPr>
          <a:xfrm>
            <a:off x="9372600" y="617220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27" name="Text 25"/>
          <p:cNvSpPr/>
          <p:nvPr/>
        </p:nvSpPr>
        <p:spPr>
          <a:xfrm>
            <a:off x="9753600" y="615315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Hỏi, lần</a:t>
            </a:r>
            <a:r>
              <a:rPr lang="en-US" sz="2550" b="1" dirty="0" spc="4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đường,</a:t>
            </a:r>
            <a:r>
              <a:rPr lang="en-US" sz="2550" b="1" dirty="0" spc="5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b="1" dirty="0" spc="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9753600" y="6743700"/>
            <a:ext cx="7334250" cy="2190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query,</a:t>
            </a:r>
            <a:r>
              <a:rPr lang="en-US" sz="2250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path,</a:t>
            </a:r>
            <a:r>
              <a:rPr lang="en-US" sz="2250" dirty="0" spc="-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</a:t>
            </a:r>
            <a:r>
              <a:rPr lang="en-US" sz="2250" dirty="0" spc="-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graph.json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a65f905c-ce3e-4703-b963-bdd9be437cd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5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REPO</a:t>
            </a:r>
            <a:r>
              <a:rPr lang="en-US" sz="1650" spc="187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1650" spc="227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1650" spc="225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2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Bảng</a:t>
            </a: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khả năng</a:t>
            </a:r>
            <a:endParaRPr lang="en-US" sz="4350" dirty="0"/>
          </a:p>
        </p:txBody>
      </p:sp>
      <p:sp>
        <p:nvSpPr>
          <p:cNvPr id="4" name="Connector line-1793372450078-671424723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450080-125891694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450081-1856630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6/32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457450"/>
            <a:ext cx="4953000" cy="1019175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0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950" b="1" dirty="0" spc="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096000" y="2457450"/>
            <a:ext cx="11239500" cy="1019175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 khái</a:t>
            </a:r>
            <a:r>
              <a:rPr lang="en-US" sz="21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1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-2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dirty="0" spc="-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100" dirty="0" spc="1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1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dirty="0" spc="-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r>
              <a:rPr lang="en-US" sz="21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dirty="0" spc="1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100" dirty="0"/>
          </a:p>
        </p:txBody>
      </p:sp>
      <p:sp>
        <p:nvSpPr>
          <p:cNvPr id="15" name="Connector line-1793372450094-702658321"/>
          <p:cNvSpPr/>
          <p:nvPr/>
        </p:nvSpPr>
        <p:spPr>
          <a:xfrm>
            <a:off x="914400" y="3514725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14400" y="3629025"/>
            <a:ext cx="4953000" cy="1019175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8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1950" b="1" dirty="0" spc="-3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096000" y="3629025"/>
            <a:ext cx="11239500" cy="1019175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100" dirty="0" spc="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1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1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100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Leiden,</a:t>
            </a:r>
            <a:r>
              <a:rPr lang="en-US" sz="21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1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cần</a:t>
            </a:r>
            <a:r>
              <a:rPr lang="en-US" sz="21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100" dirty="0"/>
          </a:p>
        </p:txBody>
      </p:sp>
      <p:sp>
        <p:nvSpPr>
          <p:cNvPr id="18" name="Connector line-1793372450099-707418743"/>
          <p:cNvSpPr/>
          <p:nvPr/>
        </p:nvSpPr>
        <p:spPr>
          <a:xfrm>
            <a:off x="914400" y="468630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14400" y="4800600"/>
            <a:ext cx="4953000" cy="1019175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1950" b="1" dirty="0" spc="-2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dirty="0" spc="-4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chéo</a:t>
            </a:r>
            <a:r>
              <a:rPr lang="en-US" sz="1950" b="1" dirty="0" spc="-5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096000" y="4800600"/>
            <a:ext cx="11239500" cy="1019175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calls,</a:t>
            </a:r>
            <a:r>
              <a:rPr lang="en-US" sz="21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imports,</a:t>
            </a:r>
            <a:r>
              <a:rPr lang="en-US" sz="2100" dirty="0" spc="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inherits,</a:t>
            </a:r>
            <a:r>
              <a:rPr lang="en-US" sz="2100" dirty="0" spc="-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mixes_in</a:t>
            </a:r>
            <a:r>
              <a:rPr lang="en-US" sz="2100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1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2100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100" dirty="0"/>
          </a:p>
        </p:txBody>
      </p:sp>
      <p:sp>
        <p:nvSpPr>
          <p:cNvPr id="21" name="Connector line-1793372450104-333309656"/>
          <p:cNvSpPr/>
          <p:nvPr/>
        </p:nvSpPr>
        <p:spPr>
          <a:xfrm>
            <a:off x="914400" y="5857875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14400" y="5972175"/>
            <a:ext cx="4953000" cy="1019175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950" b="1" dirty="0" spc="-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1950" b="1" dirty="0" spc="0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b="1" dirty="0" spc="-5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096000" y="5972175"/>
            <a:ext cx="11239500" cy="1019175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</a:t>
            </a:r>
            <a:r>
              <a:rPr lang="en-US" sz="2100" dirty="0" spc="-2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NOTE:,</a:t>
            </a:r>
            <a:r>
              <a:rPr lang="en-US" sz="21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#</a:t>
            </a:r>
            <a:r>
              <a:rPr lang="en-US" sz="21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WHY:</a:t>
            </a:r>
            <a:r>
              <a:rPr lang="en-US" sz="2100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1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100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ADR/RFC</a:t>
            </a:r>
            <a:r>
              <a:rPr lang="en-US" sz="21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 liên</a:t>
            </a:r>
            <a:r>
              <a:rPr lang="en-US" sz="2100" dirty="0" spc="-2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100" dirty="0"/>
          </a:p>
        </p:txBody>
      </p:sp>
      <p:sp>
        <p:nvSpPr>
          <p:cNvPr id="24" name="Connector line-1793372450108-8478139"/>
          <p:cNvSpPr/>
          <p:nvPr/>
        </p:nvSpPr>
        <p:spPr>
          <a:xfrm>
            <a:off x="914400" y="702945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14400" y="7143750"/>
            <a:ext cx="4953000" cy="1019175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6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1950" b="1" dirty="0" spc="-4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096000" y="7143750"/>
            <a:ext cx="11239500" cy="1019175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1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PDF,</a:t>
            </a:r>
            <a:r>
              <a:rPr lang="en-US" sz="21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21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21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thanh,</a:t>
            </a:r>
            <a:r>
              <a:rPr lang="en-US" sz="2100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100" dirty="0" spc="-1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00" dirty="0" spc="-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1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2100" dirty="0"/>
          </a:p>
        </p:txBody>
      </p:sp>
      <p:sp>
        <p:nvSpPr>
          <p:cNvPr id="27" name="Connector line-1793372450113-779410481"/>
          <p:cNvSpPr/>
          <p:nvPr/>
        </p:nvSpPr>
        <p:spPr>
          <a:xfrm>
            <a:off x="914400" y="8201025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914400" y="8315325"/>
            <a:ext cx="4953000" cy="1019175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2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Cục</a:t>
            </a:r>
            <a:r>
              <a:rPr lang="en-US" sz="1950" b="1" dirty="0" spc="-4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dirty="0" spc="7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6096000" y="8315325"/>
            <a:ext cx="11239500" cy="1019175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1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100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100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100" dirty="0" spc="-1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1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100" dirty="0"/>
          </a:p>
        </p:txBody>
      </p:sp>
      <p:sp>
        <p:nvSpPr>
          <p:cNvPr id="30" name="Connector line-1793372450117-929292537"/>
          <p:cNvSpPr/>
          <p:nvPr/>
        </p:nvSpPr>
        <p:spPr>
          <a:xfrm>
            <a:off x="914400" y="937260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536a00a9-d8a1-4fcf-b437-ac4a6ca9cb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168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BẮT</a:t>
            </a:r>
            <a:r>
              <a:rPr lang="en-US" sz="1650" spc="209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1650" spc="225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Cài hai</a:t>
            </a: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lệnh,</a:t>
            </a:r>
            <a:r>
              <a:rPr lang="en-US" sz="4350" dirty="0" spc="-19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gõ</a:t>
            </a: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một lệnh</a:t>
            </a:r>
            <a:endParaRPr lang="en-US" sz="4350" dirty="0"/>
          </a:p>
        </p:txBody>
      </p:sp>
      <p:sp>
        <p:nvSpPr>
          <p:cNvPr id="4" name="Connector line-1793372478416-801508608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478418-798270784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478420-11810780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2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7/32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762250"/>
            <a:ext cx="3800475" cy="4953000"/>
          </a:xfrm>
          <a:prstGeom prst="roundRect">
            <a:avLst>
              <a:gd name="adj" fmla="val 4511"/>
            </a:avLst>
          </a:prstGeom>
          <a:solidFill>
            <a:srgbClr val="1B242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914650"/>
            <a:ext cx="3343275" cy="76200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5FD1C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01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143000" y="3810000"/>
            <a:ext cx="3343275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43000" y="4810125"/>
            <a:ext cx="3343275" cy="27622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2025" dirty="0" spc="1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uv</a:t>
            </a:r>
            <a:r>
              <a:rPr lang="en-US" sz="2025" dirty="0" spc="-8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tool</a:t>
            </a:r>
            <a:r>
              <a:rPr lang="en-US" sz="2025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install</a:t>
            </a:r>
            <a:r>
              <a:rPr lang="en-US" sz="2025" dirty="0" spc="-8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graphifyy</a:t>
            </a:r>
            <a:r>
              <a:rPr lang="en-US" sz="2025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(hoặc</a:t>
            </a:r>
            <a:r>
              <a:rPr lang="en-US" sz="2025" dirty="0" spc="-1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pipx</a:t>
            </a:r>
            <a:r>
              <a:rPr lang="en-US" sz="2025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install</a:t>
            </a:r>
            <a:r>
              <a:rPr lang="en-US" sz="2025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graphifyy)</a:t>
            </a:r>
            <a:endParaRPr lang="en-US" sz="2025" dirty="0"/>
          </a:p>
        </p:txBody>
      </p:sp>
      <p:sp>
        <p:nvSpPr>
          <p:cNvPr id="17" name="Connector line-1793372478446-29303536"/>
          <p:cNvSpPr/>
          <p:nvPr/>
        </p:nvSpPr>
        <p:spPr>
          <a:xfrm>
            <a:off x="4772025" y="5238750"/>
            <a:ext cx="304800" cy="0"/>
          </a:xfrm>
          <a:prstGeom prst="line">
            <a:avLst/>
          </a:prstGeom>
          <a:noFill/>
          <a:ln w="38100">
            <a:solidFill>
              <a:srgbClr val="FF7A4D"/>
            </a:solidFill>
            <a:prstDash val="solid"/>
            <a:headEnd type="none"/>
            <a:tailEnd type="triangle" w="sm" len="sm"/>
          </a:ln>
        </p:spPr>
      </p:sp>
      <p:sp>
        <p:nvSpPr>
          <p:cNvPr id="18" name="Shape 16"/>
          <p:cNvSpPr/>
          <p:nvPr/>
        </p:nvSpPr>
        <p:spPr>
          <a:xfrm>
            <a:off x="5133975" y="2762250"/>
            <a:ext cx="3800475" cy="4953000"/>
          </a:xfrm>
          <a:prstGeom prst="roundRect">
            <a:avLst>
              <a:gd name="adj" fmla="val 4511"/>
            </a:avLst>
          </a:prstGeom>
          <a:solidFill>
            <a:srgbClr val="1B242E"/>
          </a:solidFill>
          <a:ln/>
        </p:spPr>
      </p:sp>
      <p:sp>
        <p:nvSpPr>
          <p:cNvPr id="19" name="Text 17"/>
          <p:cNvSpPr/>
          <p:nvPr/>
        </p:nvSpPr>
        <p:spPr>
          <a:xfrm>
            <a:off x="5362575" y="2914650"/>
            <a:ext cx="3343275" cy="76200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5FD1C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02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5362575" y="3810000"/>
            <a:ext cx="3343275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2250" b="1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362575" y="4810125"/>
            <a:ext cx="3343275" cy="27622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2025" dirty="0" spc="-1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2025" dirty="0" spc="-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install,</a:t>
            </a:r>
            <a:r>
              <a:rPr lang="en-US" sz="2025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nhận</a:t>
            </a:r>
            <a:r>
              <a:rPr lang="en-US" sz="2025" dirty="0" spc="-29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025" dirty="0" spc="-2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025" dirty="0" spc="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025" dirty="0" spc="-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025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025" dirty="0"/>
          </a:p>
        </p:txBody>
      </p:sp>
      <p:sp>
        <p:nvSpPr>
          <p:cNvPr id="22" name="Connector line-1793372478457-174741377"/>
          <p:cNvSpPr/>
          <p:nvPr/>
        </p:nvSpPr>
        <p:spPr>
          <a:xfrm>
            <a:off x="8991600" y="5238750"/>
            <a:ext cx="304800" cy="0"/>
          </a:xfrm>
          <a:prstGeom prst="line">
            <a:avLst/>
          </a:prstGeom>
          <a:noFill/>
          <a:ln w="38100">
            <a:solidFill>
              <a:srgbClr val="FF7A4D"/>
            </a:solidFill>
            <a:prstDash val="solid"/>
            <a:headEnd type="none"/>
            <a:tailEnd type="triangle" w="sm" len="sm"/>
          </a:ln>
        </p:spPr>
      </p:sp>
      <p:sp>
        <p:nvSpPr>
          <p:cNvPr id="23" name="Shape 21"/>
          <p:cNvSpPr/>
          <p:nvPr/>
        </p:nvSpPr>
        <p:spPr>
          <a:xfrm>
            <a:off x="9353550" y="2762250"/>
            <a:ext cx="3800475" cy="4953000"/>
          </a:xfrm>
          <a:prstGeom prst="roundRect">
            <a:avLst>
              <a:gd name="adj" fmla="val 4511"/>
            </a:avLst>
          </a:prstGeom>
          <a:solidFill>
            <a:srgbClr val="1B242E"/>
          </a:solidFill>
          <a:ln/>
        </p:spPr>
      </p:sp>
      <p:sp>
        <p:nvSpPr>
          <p:cNvPr id="24" name="Text 22"/>
          <p:cNvSpPr/>
          <p:nvPr/>
        </p:nvSpPr>
        <p:spPr>
          <a:xfrm>
            <a:off x="9582150" y="2914650"/>
            <a:ext cx="3343275" cy="76200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5FD1C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03</a:t>
            </a:r>
            <a:endParaRPr lang="en-US" sz="4500" dirty="0"/>
          </a:p>
        </p:txBody>
      </p:sp>
      <p:sp>
        <p:nvSpPr>
          <p:cNvPr id="25" name="Text 23"/>
          <p:cNvSpPr/>
          <p:nvPr/>
        </p:nvSpPr>
        <p:spPr>
          <a:xfrm>
            <a:off x="9582150" y="3810000"/>
            <a:ext cx="3343275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582150" y="4810125"/>
            <a:ext cx="3343275" cy="27622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2025" dirty="0" spc="-2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/graphify</a:t>
            </a:r>
            <a:r>
              <a:rPr lang="en-US" sz="2025" dirty="0" spc="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</a:t>
            </a:r>
            <a:r>
              <a:rPr lang="en-US" sz="2025" dirty="0" spc="-1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025" dirty="0" spc="-22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025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025" dirty="0" spc="-12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(Codex</a:t>
            </a:r>
            <a:r>
              <a:rPr lang="en-US" sz="2025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025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$graphify)</a:t>
            </a:r>
            <a:endParaRPr lang="en-US" sz="2025" dirty="0"/>
          </a:p>
        </p:txBody>
      </p:sp>
      <p:sp>
        <p:nvSpPr>
          <p:cNvPr id="27" name="Connector line-1793372478472-155449986"/>
          <p:cNvSpPr/>
          <p:nvPr/>
        </p:nvSpPr>
        <p:spPr>
          <a:xfrm>
            <a:off x="13211175" y="5238750"/>
            <a:ext cx="304800" cy="0"/>
          </a:xfrm>
          <a:prstGeom prst="line">
            <a:avLst/>
          </a:prstGeom>
          <a:noFill/>
          <a:ln w="38100">
            <a:solidFill>
              <a:srgbClr val="FF7A4D"/>
            </a:solidFill>
            <a:prstDash val="solid"/>
            <a:headEnd type="none"/>
            <a:tailEnd type="triangle" w="sm" len="sm"/>
          </a:ln>
        </p:spPr>
      </p:sp>
      <p:sp>
        <p:nvSpPr>
          <p:cNvPr id="28" name="Shape 26"/>
          <p:cNvSpPr/>
          <p:nvPr/>
        </p:nvSpPr>
        <p:spPr>
          <a:xfrm>
            <a:off x="13573125" y="2762250"/>
            <a:ext cx="3800475" cy="4953000"/>
          </a:xfrm>
          <a:prstGeom prst="roundRect">
            <a:avLst>
              <a:gd name="adj" fmla="val 4511"/>
            </a:avLst>
          </a:prstGeom>
          <a:solidFill>
            <a:srgbClr val="1B242E"/>
          </a:solidFill>
          <a:ln/>
        </p:spPr>
      </p:sp>
      <p:sp>
        <p:nvSpPr>
          <p:cNvPr id="29" name="Text 27"/>
          <p:cNvSpPr/>
          <p:nvPr/>
        </p:nvSpPr>
        <p:spPr>
          <a:xfrm>
            <a:off x="13801725" y="2914650"/>
            <a:ext cx="3343275" cy="76200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5FD1C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04</a:t>
            </a:r>
            <a:endParaRPr lang="en-US" sz="4500" dirty="0"/>
          </a:p>
        </p:txBody>
      </p:sp>
      <p:sp>
        <p:nvSpPr>
          <p:cNvPr id="30" name="Text 28"/>
          <p:cNvSpPr/>
          <p:nvPr/>
        </p:nvSpPr>
        <p:spPr>
          <a:xfrm>
            <a:off x="13801725" y="3810000"/>
            <a:ext cx="3343275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3801725" y="4810125"/>
            <a:ext cx="3343275" cy="27622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2025" dirty="0" spc="-1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graph.html,</a:t>
            </a:r>
            <a:r>
              <a:rPr lang="en-US" sz="2025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GRAPH_REPORT.md</a:t>
            </a:r>
            <a:r>
              <a:rPr lang="en-US" sz="2025" dirty="0" spc="-1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025" dirty="0" spc="-8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graph.json</a:t>
            </a:r>
            <a:r>
              <a:rPr lang="en-US" sz="2025" dirty="0" spc="-1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025" dirty="0" spc="-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graphify-out/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b80b4a02-0f97-4806-a7ee-61a0c5585a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6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ĐƯỜNG</a:t>
            </a:r>
            <a:r>
              <a:rPr lang="en-US" sz="1650" spc="228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ỐNG</a:t>
            </a:r>
            <a:r>
              <a:rPr lang="en-US" sz="1650" spc="227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1650" spc="226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 MỤC</a:t>
            </a:r>
            <a:r>
              <a:rPr lang="en-US" sz="1650" spc="227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 ĐỒ</a:t>
            </a:r>
            <a:r>
              <a:rPr lang="en-US" sz="1650" spc="223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3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Đường</a:t>
            </a:r>
            <a:r>
              <a:rPr lang="en-US" sz="4350" dirty="0" spc="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ống</a:t>
            </a:r>
            <a:r>
              <a:rPr lang="en-US" sz="4350" dirty="0" spc="-33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bảy</a:t>
            </a:r>
            <a:r>
              <a:rPr lang="en-US" sz="4350" dirty="0" spc="-4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bước</a:t>
            </a:r>
            <a:endParaRPr lang="en-US" sz="4350" dirty="0"/>
          </a:p>
        </p:txBody>
      </p:sp>
      <p:sp>
        <p:nvSpPr>
          <p:cNvPr id="4" name="Connector line-1793372478489-876928684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5" name="Connector line-1793372478505-730004123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6" name="Connector line-1793372478506-343186027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C8431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S2</a:t>
            </a:r>
            <a:r>
              <a:rPr lang="en-US" sz="1500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8/32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762250"/>
            <a:ext cx="2952750" cy="4953000"/>
          </a:xfrm>
          <a:prstGeom prst="roundRect">
            <a:avLst>
              <a:gd name="adj" fmla="val 5806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914650"/>
            <a:ext cx="2495550" cy="76200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0B6E6B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01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143000" y="3810000"/>
            <a:ext cx="249555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detect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43000" y="4810125"/>
            <a:ext cx="2495550" cy="27622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2025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quét</a:t>
            </a:r>
            <a:r>
              <a:rPr lang="en-US" sz="2025" dirty="0" spc="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025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025" dirty="0" spc="-1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 tệp</a:t>
            </a:r>
            <a:r>
              <a:rPr lang="en-US" sz="2025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025" dirty="0" spc="-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loại,</a:t>
            </a:r>
            <a:r>
              <a:rPr lang="en-US" sz="2025" dirty="0" spc="1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025" dirty="0" spc="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endParaRPr lang="en-US" sz="2025" dirty="0"/>
          </a:p>
        </p:txBody>
      </p:sp>
      <p:sp>
        <p:nvSpPr>
          <p:cNvPr id="17" name="Connector line-1793372478526-186435568"/>
          <p:cNvSpPr/>
          <p:nvPr/>
        </p:nvSpPr>
        <p:spPr>
          <a:xfrm>
            <a:off x="3924300" y="5238750"/>
            <a:ext cx="304800" cy="0"/>
          </a:xfrm>
          <a:prstGeom prst="line">
            <a:avLst/>
          </a:prstGeom>
          <a:noFill/>
          <a:ln w="38100">
            <a:solidFill>
              <a:srgbClr val="C8431D"/>
            </a:solidFill>
            <a:prstDash val="solid"/>
            <a:headEnd type="none"/>
            <a:tailEnd type="triangle" w="sm" len="sm"/>
          </a:ln>
        </p:spPr>
      </p:sp>
      <p:sp>
        <p:nvSpPr>
          <p:cNvPr id="18" name="Shape 16"/>
          <p:cNvSpPr/>
          <p:nvPr/>
        </p:nvSpPr>
        <p:spPr>
          <a:xfrm>
            <a:off x="4286250" y="2762250"/>
            <a:ext cx="2952750" cy="4953000"/>
          </a:xfrm>
          <a:prstGeom prst="roundRect">
            <a:avLst>
              <a:gd name="adj" fmla="val 5806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4514850" y="2914650"/>
            <a:ext cx="2495550" cy="76200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0B6E6B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02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4514850" y="3810000"/>
            <a:ext cx="249555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1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extract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4514850" y="4810125"/>
            <a:ext cx="2495550" cy="27622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2025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025" dirty="0" spc="-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025" dirty="0" spc="-1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025" dirty="0" spc="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025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025" dirty="0" spc="-1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025" dirty="0" spc="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endParaRPr lang="en-US" sz="2025" dirty="0"/>
          </a:p>
        </p:txBody>
      </p:sp>
      <p:sp>
        <p:nvSpPr>
          <p:cNvPr id="22" name="Connector line-1793372478535-535755050"/>
          <p:cNvSpPr/>
          <p:nvPr/>
        </p:nvSpPr>
        <p:spPr>
          <a:xfrm>
            <a:off x="7296150" y="5238750"/>
            <a:ext cx="304800" cy="0"/>
          </a:xfrm>
          <a:prstGeom prst="line">
            <a:avLst/>
          </a:prstGeom>
          <a:noFill/>
          <a:ln w="38100">
            <a:solidFill>
              <a:srgbClr val="C8431D"/>
            </a:solidFill>
            <a:prstDash val="solid"/>
            <a:headEnd type="none"/>
            <a:tailEnd type="triangle" w="sm" len="sm"/>
          </a:ln>
        </p:spPr>
      </p:sp>
      <p:sp>
        <p:nvSpPr>
          <p:cNvPr id="23" name="Shape 21"/>
          <p:cNvSpPr/>
          <p:nvPr/>
        </p:nvSpPr>
        <p:spPr>
          <a:xfrm>
            <a:off x="7658100" y="2762250"/>
            <a:ext cx="2952750" cy="4953000"/>
          </a:xfrm>
          <a:prstGeom prst="roundRect">
            <a:avLst>
              <a:gd name="adj" fmla="val 5806"/>
            </a:avLst>
          </a:prstGeom>
          <a:solidFill>
            <a:srgbClr val="E8E0CF"/>
          </a:solidFill>
          <a:ln/>
        </p:spPr>
      </p:sp>
      <p:sp>
        <p:nvSpPr>
          <p:cNvPr id="24" name="Text 22"/>
          <p:cNvSpPr/>
          <p:nvPr/>
        </p:nvSpPr>
        <p:spPr>
          <a:xfrm>
            <a:off x="7886700" y="2914650"/>
            <a:ext cx="2495550" cy="76200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0B6E6B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03</a:t>
            </a:r>
            <a:endParaRPr lang="en-US" sz="4500" dirty="0"/>
          </a:p>
        </p:txBody>
      </p:sp>
      <p:sp>
        <p:nvSpPr>
          <p:cNvPr id="25" name="Text 23"/>
          <p:cNvSpPr/>
          <p:nvPr/>
        </p:nvSpPr>
        <p:spPr>
          <a:xfrm>
            <a:off x="7886700" y="3810000"/>
            <a:ext cx="249555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</a:t>
            </a:r>
            <a:r>
              <a:rPr lang="en-US" sz="2250" b="1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-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cluster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7886700" y="4810125"/>
            <a:ext cx="2495550" cy="27622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2025" dirty="0" spc="-1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2025" dirty="0" spc="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025" dirty="0" spc="1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025" dirty="0" spc="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025" dirty="0" spc="-2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025" dirty="0" spc="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025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025" dirty="0" spc="8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2025" dirty="0"/>
          </a:p>
        </p:txBody>
      </p:sp>
      <p:sp>
        <p:nvSpPr>
          <p:cNvPr id="27" name="Connector line-1793372478543-836748586"/>
          <p:cNvSpPr/>
          <p:nvPr/>
        </p:nvSpPr>
        <p:spPr>
          <a:xfrm>
            <a:off x="10668000" y="5238750"/>
            <a:ext cx="304800" cy="0"/>
          </a:xfrm>
          <a:prstGeom prst="line">
            <a:avLst/>
          </a:prstGeom>
          <a:noFill/>
          <a:ln w="38100">
            <a:solidFill>
              <a:srgbClr val="C8431D"/>
            </a:solidFill>
            <a:prstDash val="solid"/>
            <a:headEnd type="none"/>
            <a:tailEnd type="triangle" w="sm" len="sm"/>
          </a:ln>
        </p:spPr>
      </p:sp>
      <p:sp>
        <p:nvSpPr>
          <p:cNvPr id="28" name="Shape 26"/>
          <p:cNvSpPr/>
          <p:nvPr/>
        </p:nvSpPr>
        <p:spPr>
          <a:xfrm>
            <a:off x="11029950" y="2762250"/>
            <a:ext cx="2952750" cy="4953000"/>
          </a:xfrm>
          <a:prstGeom prst="roundRect">
            <a:avLst>
              <a:gd name="adj" fmla="val 5806"/>
            </a:avLst>
          </a:prstGeom>
          <a:solidFill>
            <a:srgbClr val="E8E0CF"/>
          </a:solidFill>
          <a:ln/>
        </p:spPr>
      </p:sp>
      <p:sp>
        <p:nvSpPr>
          <p:cNvPr id="29" name="Text 27"/>
          <p:cNvSpPr/>
          <p:nvPr/>
        </p:nvSpPr>
        <p:spPr>
          <a:xfrm>
            <a:off x="11258550" y="2914650"/>
            <a:ext cx="2495550" cy="76200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0B6E6B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04</a:t>
            </a:r>
            <a:endParaRPr lang="en-US" sz="4500" dirty="0"/>
          </a:p>
        </p:txBody>
      </p:sp>
      <p:sp>
        <p:nvSpPr>
          <p:cNvPr id="30" name="Text 28"/>
          <p:cNvSpPr/>
          <p:nvPr/>
        </p:nvSpPr>
        <p:spPr>
          <a:xfrm>
            <a:off x="11258550" y="3810000"/>
            <a:ext cx="249555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analyze</a:t>
            </a:r>
            <a:r>
              <a:rPr lang="en-US" sz="2250" b="1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-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report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1258550" y="4810125"/>
            <a:ext cx="2495550" cy="2762250"/>
          </a:xfrm>
          <a:prstGeom prst="rect">
            <a:avLst/>
          </a:prstGeom>
          <a:noFill/>
          <a:ln/>
        </p:spPr>
        <p:txBody>
          <a:bodyPr wrap="square" lIns="0" tIns="10104" rIns="0" bIns="-10104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875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875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thần,</a:t>
            </a:r>
            <a:r>
              <a:rPr lang="en-US" sz="1875" dirty="0" spc="-2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75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75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1875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ngờ,</a:t>
            </a:r>
            <a:r>
              <a:rPr lang="en-US" sz="1875" dirty="0" spc="-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1875" dirty="0" spc="-1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1875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ý,</a:t>
            </a:r>
            <a:r>
              <a:rPr lang="en-US" sz="1875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GRAPH_REPORT.md</a:t>
            </a:r>
            <a:endParaRPr lang="en-US" sz="1875" dirty="0"/>
          </a:p>
        </p:txBody>
      </p:sp>
      <p:sp>
        <p:nvSpPr>
          <p:cNvPr id="32" name="Connector line-1793372478552-63291255"/>
          <p:cNvSpPr/>
          <p:nvPr/>
        </p:nvSpPr>
        <p:spPr>
          <a:xfrm>
            <a:off x="14039850" y="5238750"/>
            <a:ext cx="304800" cy="0"/>
          </a:xfrm>
          <a:prstGeom prst="line">
            <a:avLst/>
          </a:prstGeom>
          <a:noFill/>
          <a:ln w="38100">
            <a:solidFill>
              <a:srgbClr val="C8431D"/>
            </a:solidFill>
            <a:prstDash val="solid"/>
            <a:headEnd type="none"/>
            <a:tailEnd type="triangle" w="sm" len="sm"/>
          </a:ln>
        </p:spPr>
      </p:sp>
      <p:sp>
        <p:nvSpPr>
          <p:cNvPr id="33" name="Shape 31"/>
          <p:cNvSpPr/>
          <p:nvPr/>
        </p:nvSpPr>
        <p:spPr>
          <a:xfrm>
            <a:off x="14401800" y="2762250"/>
            <a:ext cx="2952750" cy="4953000"/>
          </a:xfrm>
          <a:prstGeom prst="roundRect">
            <a:avLst>
              <a:gd name="adj" fmla="val 5806"/>
            </a:avLst>
          </a:prstGeom>
          <a:solidFill>
            <a:srgbClr val="E8E0CF"/>
          </a:solidFill>
          <a:ln/>
        </p:spPr>
      </p:sp>
      <p:sp>
        <p:nvSpPr>
          <p:cNvPr id="34" name="Text 32"/>
          <p:cNvSpPr/>
          <p:nvPr/>
        </p:nvSpPr>
        <p:spPr>
          <a:xfrm>
            <a:off x="14630400" y="2914650"/>
            <a:ext cx="2495550" cy="76200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0B6E6B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05</a:t>
            </a:r>
            <a:endParaRPr lang="en-US" sz="4500" dirty="0"/>
          </a:p>
        </p:txBody>
      </p:sp>
      <p:sp>
        <p:nvSpPr>
          <p:cNvPr id="35" name="Text 33"/>
          <p:cNvSpPr/>
          <p:nvPr/>
        </p:nvSpPr>
        <p:spPr>
          <a:xfrm>
            <a:off x="14630400" y="3810000"/>
            <a:ext cx="249555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export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4630400" y="4810125"/>
            <a:ext cx="2495550" cy="27622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2025" dirty="0" spc="-8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graph.json,</a:t>
            </a:r>
            <a:r>
              <a:rPr lang="en-US" sz="2025" dirty="0" spc="-9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graph.html,</a:t>
            </a:r>
            <a:r>
              <a:rPr lang="en-US" sz="2025" dirty="0" spc="-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Obsidian,</a:t>
            </a:r>
            <a:r>
              <a:rPr lang="en-US" sz="2025" dirty="0" spc="-1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SVG,</a:t>
            </a:r>
            <a:r>
              <a:rPr lang="en-US" sz="2025" dirty="0" spc="-9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GraphML,</a:t>
            </a:r>
            <a:r>
              <a:rPr lang="en-US" sz="2025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Cypher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be1b672d-16b9-4f9b-89bf-2017e6ff2b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ĐƯỜNG</a:t>
            </a:r>
            <a:r>
              <a:rPr lang="en-US" sz="1650" spc="228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ỐNG</a:t>
            </a:r>
            <a:r>
              <a:rPr lang="en-US" sz="1650" spc="227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1650" spc="22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 MỤC</a:t>
            </a:r>
            <a:r>
              <a:rPr lang="en-US" sz="1650" spc="227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 ĐỒ</a:t>
            </a:r>
            <a:r>
              <a:rPr lang="en-US" sz="1650" spc="223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3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Ba</a:t>
            </a:r>
            <a:r>
              <a:rPr lang="en-US" sz="4350" dirty="0" spc="-5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lượt</a:t>
            </a:r>
            <a:r>
              <a:rPr lang="en-US" sz="4350" dirty="0" spc="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xử</a:t>
            </a:r>
            <a:r>
              <a:rPr lang="en-US" sz="4350" dirty="0" spc="-13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lý</a:t>
            </a:r>
            <a:endParaRPr lang="en-US" sz="4350" dirty="0"/>
          </a:p>
        </p:txBody>
      </p:sp>
      <p:sp>
        <p:nvSpPr>
          <p:cNvPr id="4" name="Connector line-1793372478569-87952252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478570-508709575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478572-901551776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S4</a:t>
            </a:r>
            <a:r>
              <a:rPr lang="en-US" sz="1500" dirty="0" spc="-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9/32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381250"/>
            <a:ext cx="16459200" cy="1562100"/>
          </a:xfrm>
          <a:prstGeom prst="roundRect">
            <a:avLst>
              <a:gd name="adj" fmla="val 8537"/>
            </a:avLst>
          </a:prstGeom>
          <a:solidFill>
            <a:srgbClr val="1B24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381250"/>
            <a:ext cx="95250" cy="1562100"/>
          </a:xfrm>
          <a:prstGeom prst="roundRect">
            <a:avLst>
              <a:gd name="adj" fmla="val 50000"/>
            </a:avLst>
          </a:prstGeom>
          <a:solidFill>
            <a:srgbClr val="5FD1C4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2476500"/>
            <a:ext cx="15697200" cy="13716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7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mã:</a:t>
            </a:r>
            <a:r>
              <a:rPr lang="en-US" sz="2700" dirty="0" spc="-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tree-sitter</a:t>
            </a:r>
            <a:r>
              <a:rPr lang="en-US" sz="2700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lớp, hàm,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import,</a:t>
            </a:r>
            <a:r>
              <a:rPr lang="en-US" sz="2700" dirty="0" spc="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70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gọi;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phí,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API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447800" y="4095750"/>
            <a:ext cx="15925800" cy="1562100"/>
          </a:xfrm>
          <a:prstGeom prst="roundRect">
            <a:avLst>
              <a:gd name="adj" fmla="val 8537"/>
            </a:avLst>
          </a:prstGeom>
          <a:solidFill>
            <a:srgbClr val="1B24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4095750"/>
            <a:ext cx="95250" cy="1562100"/>
          </a:xfrm>
          <a:prstGeom prst="roundRect">
            <a:avLst>
              <a:gd name="adj" fmla="val 50000"/>
            </a:avLst>
          </a:prstGeom>
          <a:solidFill>
            <a:srgbClr val="FF7A4D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4191000"/>
            <a:ext cx="15163800" cy="13716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700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thanh: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27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700" dirty="0" spc="-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faster-whisper,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mồi</a:t>
            </a:r>
            <a:r>
              <a:rPr lang="en-US" sz="2700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1981200" y="5810250"/>
            <a:ext cx="15392400" cy="1562100"/>
          </a:xfrm>
          <a:prstGeom prst="roundRect">
            <a:avLst>
              <a:gd name="adj" fmla="val 8537"/>
            </a:avLst>
          </a:prstGeom>
          <a:solidFill>
            <a:srgbClr val="1B242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81200" y="5810250"/>
            <a:ext cx="95250" cy="1562100"/>
          </a:xfrm>
          <a:prstGeom prst="roundRect">
            <a:avLst>
              <a:gd name="adj" fmla="val 50000"/>
            </a:avLst>
          </a:prstGeom>
          <a:solidFill>
            <a:srgbClr val="5FD1C4"/>
          </a:solidFill>
          <a:ln/>
        </p:spPr>
      </p:sp>
      <p:sp>
        <p:nvSpPr>
          <p:cNvPr id="21" name="Text 19"/>
          <p:cNvSpPr/>
          <p:nvPr/>
        </p:nvSpPr>
        <p:spPr>
          <a:xfrm>
            <a:off x="2362200" y="5905500"/>
            <a:ext cx="14630400" cy="13716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3,</a:t>
            </a:r>
            <a:r>
              <a:rPr lang="en-US" sz="2700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7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PDF,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ảnh:</a:t>
            </a:r>
            <a:r>
              <a:rPr lang="en-US" sz="2700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2700" dirty="0" spc="-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song,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700" dirty="0" spc="-2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700" dirty="0" spc="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2514600" y="7524750"/>
            <a:ext cx="14859000" cy="1562100"/>
          </a:xfrm>
          <a:prstGeom prst="roundRect">
            <a:avLst>
              <a:gd name="adj" fmla="val 8537"/>
            </a:avLst>
          </a:prstGeom>
          <a:solidFill>
            <a:srgbClr val="1B242E"/>
          </a:solidFill>
          <a:ln/>
        </p:spPr>
      </p:sp>
      <p:sp>
        <p:nvSpPr>
          <p:cNvPr id="23" name="Shape 21"/>
          <p:cNvSpPr/>
          <p:nvPr/>
        </p:nvSpPr>
        <p:spPr>
          <a:xfrm>
            <a:off x="2514600" y="7524750"/>
            <a:ext cx="95250" cy="1562100"/>
          </a:xfrm>
          <a:prstGeom prst="roundRect">
            <a:avLst>
              <a:gd name="adj" fmla="val 50000"/>
            </a:avLst>
          </a:prstGeom>
          <a:solidFill>
            <a:srgbClr val="FF7A4D"/>
          </a:solidFill>
          <a:ln/>
        </p:spPr>
      </p:sp>
      <p:sp>
        <p:nvSpPr>
          <p:cNvPr id="24" name="Text 22"/>
          <p:cNvSpPr/>
          <p:nvPr/>
        </p:nvSpPr>
        <p:spPr>
          <a:xfrm>
            <a:off x="2895600" y="7620000"/>
            <a:ext cx="14097000" cy="13716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chỉ có mã thì</a:t>
            </a:r>
            <a:r>
              <a:rPr lang="en-US" sz="2700" dirty="0" spc="-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</a:t>
            </a:r>
            <a:r>
              <a:rPr lang="en-US" sz="2700" dirty="0" spc="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3,</a:t>
            </a:r>
            <a:r>
              <a:rPr lang="en-US" sz="2700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700" dirty="0" spc="-2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74c24cd9-5777-4724-998c-122b98ef77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6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ĐƯỜNG</a:t>
            </a:r>
            <a:r>
              <a:rPr lang="en-US" sz="1650" spc="228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ỐNG</a:t>
            </a:r>
            <a:r>
              <a:rPr lang="en-US" sz="1650" spc="227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1650" spc="226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 MỤC</a:t>
            </a:r>
            <a:r>
              <a:rPr lang="en-US" sz="1650" spc="227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 ĐỒ</a:t>
            </a:r>
            <a:r>
              <a:rPr lang="en-US" sz="1650" spc="223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Song</a:t>
            </a:r>
            <a:r>
              <a:rPr lang="en-US" sz="4350" dirty="0" spc="0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song</a:t>
            </a:r>
            <a:r>
              <a:rPr lang="en-US" sz="4350" dirty="0" spc="-30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và</a:t>
            </a:r>
            <a:r>
              <a:rPr lang="en-US" sz="4350" dirty="0" spc="2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cache</a:t>
            </a:r>
            <a:endParaRPr lang="en-US" sz="4350" dirty="0"/>
          </a:p>
        </p:txBody>
      </p:sp>
      <p:sp>
        <p:nvSpPr>
          <p:cNvPr id="4" name="Connector line-1793372478605-320548919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5" name="Connector line-1793372478606-164663468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6" name="Connector line-1793372478608-587315193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C8431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S4</a:t>
            </a:r>
            <a:r>
              <a:rPr lang="en-US" sz="1500" dirty="0" spc="-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S2</a:t>
            </a:r>
            <a:r>
              <a:rPr lang="en-US" sz="1500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38125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60985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259080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7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Song</a:t>
            </a:r>
            <a:r>
              <a:rPr lang="en-US" sz="2700" b="1" dirty="0" spc="-8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95400" y="323850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ProcessPoolExecutor</a:t>
            </a:r>
            <a:r>
              <a:rPr lang="en-US" sz="2400" dirty="0" spc="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400" dirty="0" spc="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tiến</a:t>
            </a:r>
            <a:r>
              <a:rPr lang="en-US" sz="2400" dirty="0" spc="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400" dirty="0" spc="-1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40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GIL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72600" y="238125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E8E0CF"/>
          </a:solidFill>
          <a:ln/>
        </p:spPr>
      </p:sp>
      <p:sp>
        <p:nvSpPr>
          <p:cNvPr id="18" name="Shape 16"/>
          <p:cNvSpPr/>
          <p:nvPr/>
        </p:nvSpPr>
        <p:spPr>
          <a:xfrm>
            <a:off x="9372600" y="260985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259080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3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</a:t>
            </a:r>
            <a:r>
              <a:rPr lang="en-US" sz="2700" b="1" dirty="0" spc="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SHA256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753600" y="323850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40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qua,</a:t>
            </a:r>
            <a:r>
              <a:rPr lang="en-US" sz="240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r>
              <a:rPr lang="en-US" sz="2400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0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graphify-out/cache/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14400" y="594360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E8E0CF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617220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615315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700" b="1" dirty="0" spc="-4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-8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295400" y="680085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luôn</a:t>
            </a:r>
            <a:r>
              <a:rPr lang="en-US" sz="2400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400" dirty="0" spc="-2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root</a:t>
            </a:r>
            <a:r>
              <a:rPr lang="en-US" sz="240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extract(),</a:t>
            </a:r>
            <a:r>
              <a:rPr lang="en-US" sz="240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0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400" dirty="0" spc="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400" dirty="0" spc="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0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00" dirty="0" spc="-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372600" y="594360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E8E0CF"/>
          </a:solidFill>
          <a:ln/>
        </p:spPr>
      </p:sp>
      <p:sp>
        <p:nvSpPr>
          <p:cNvPr id="26" name="Shape 24"/>
          <p:cNvSpPr/>
          <p:nvPr/>
        </p:nvSpPr>
        <p:spPr>
          <a:xfrm>
            <a:off x="9372600" y="617220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27" name="Text 25"/>
          <p:cNvSpPr/>
          <p:nvPr/>
        </p:nvSpPr>
        <p:spPr>
          <a:xfrm>
            <a:off x="9753600" y="615315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5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700" b="1" dirty="0" spc="1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700" b="1" dirty="0" spc="5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9753600" y="680085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validate.py</a:t>
            </a:r>
            <a:r>
              <a:rPr lang="en-US" sz="240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1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-3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400" dirty="0" spc="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build()</a:t>
            </a:r>
            <a:r>
              <a:rPr lang="en-US" sz="2400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5202a141-484c-4302-a371-402beeb88b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5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ĐỘ</a:t>
            </a:r>
            <a:r>
              <a:rPr lang="en-US" sz="1650" spc="22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1650" spc="170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CẬY</a:t>
            </a:r>
            <a:r>
              <a:rPr lang="en-US" sz="1650" spc="217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650" spc="243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1650" spc="212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CẠNH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3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Ba</a:t>
            </a: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nhãn</a:t>
            </a:r>
            <a:r>
              <a:rPr lang="en-US" sz="4350" dirty="0" spc="-3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tin</a:t>
            </a:r>
            <a:r>
              <a:rPr lang="en-US" sz="4350" dirty="0" spc="-32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cậy</a:t>
            </a:r>
            <a:endParaRPr lang="en-US" sz="4350" dirty="0"/>
          </a:p>
        </p:txBody>
      </p:sp>
      <p:sp>
        <p:nvSpPr>
          <p:cNvPr id="4" name="Connector line-1793372502377-184456530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02378-969904523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02381-776950844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S2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S4</a:t>
            </a:r>
            <a:r>
              <a:rPr lang="en-US" sz="1500" dirty="0" spc="-2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457450"/>
            <a:ext cx="5334000" cy="1276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23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EXTRACTED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477000" y="2457450"/>
            <a:ext cx="10858500" cy="1276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700" dirty="0" spc="-2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import</a:t>
            </a:r>
            <a:r>
              <a:rPr lang="en-US" sz="2700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tiếp;</a:t>
            </a:r>
            <a:r>
              <a:rPr lang="en-US" sz="2700" dirty="0" spc="1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7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1,0</a:t>
            </a:r>
            <a:endParaRPr lang="en-US" sz="2700" dirty="0"/>
          </a:p>
        </p:txBody>
      </p:sp>
      <p:sp>
        <p:nvSpPr>
          <p:cNvPr id="15" name="Connector line-1793372502396-44505358"/>
          <p:cNvSpPr/>
          <p:nvPr/>
        </p:nvSpPr>
        <p:spPr>
          <a:xfrm>
            <a:off x="914400" y="377190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14400" y="3886200"/>
            <a:ext cx="5334000" cy="1276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2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INFERRED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77000" y="3886200"/>
            <a:ext cx="10858500" cy="1276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lý;</a:t>
            </a:r>
            <a:r>
              <a:rPr lang="en-US" sz="2700" dirty="0" spc="1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0,95, 0,85,</a:t>
            </a:r>
            <a:r>
              <a:rPr lang="en-US" sz="27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0,75,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0,65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0,55 theo thang</a:t>
            </a:r>
            <a:r>
              <a:rPr lang="en-US" sz="2700" dirty="0" spc="-2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2700" dirty="0" spc="-2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rạc</a:t>
            </a:r>
            <a:endParaRPr lang="en-US" sz="2700" dirty="0"/>
          </a:p>
        </p:txBody>
      </p:sp>
      <p:sp>
        <p:nvSpPr>
          <p:cNvPr id="18" name="Connector line-1793372502401-289375065"/>
          <p:cNvSpPr/>
          <p:nvPr/>
        </p:nvSpPr>
        <p:spPr>
          <a:xfrm>
            <a:off x="914400" y="520065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14400" y="5314950"/>
            <a:ext cx="5334000" cy="1276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AMBIGUOUS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477000" y="5314950"/>
            <a:ext cx="10858500" cy="1276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chắc,</a:t>
            </a:r>
            <a:r>
              <a:rPr lang="en-US" sz="2700" dirty="0" spc="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700" dirty="0" spc="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2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2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GRAPH_REPORT.md</a:t>
            </a:r>
            <a:endParaRPr lang="en-US" sz="2700" dirty="0"/>
          </a:p>
        </p:txBody>
      </p:sp>
      <p:sp>
        <p:nvSpPr>
          <p:cNvPr id="21" name="Connector line-1793372502407-146693657"/>
          <p:cNvSpPr/>
          <p:nvPr/>
        </p:nvSpPr>
        <p:spPr>
          <a:xfrm>
            <a:off x="914400" y="662940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14400" y="6743700"/>
            <a:ext cx="5334000" cy="1276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10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700" b="1" dirty="0" spc="-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6477000" y="6743700"/>
            <a:ext cx="10858500" cy="1276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700" dirty="0" spc="2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cung,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700" dirty="0" spc="1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700" dirty="0" spc="-2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700" dirty="0"/>
          </a:p>
        </p:txBody>
      </p:sp>
      <p:sp>
        <p:nvSpPr>
          <p:cNvPr id="24" name="Connector line-1793372502412-219259835"/>
          <p:cNvSpPr/>
          <p:nvPr/>
        </p:nvSpPr>
        <p:spPr>
          <a:xfrm>
            <a:off x="914400" y="805815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caef6a43-1125-4295-818b-c2c93af5d6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5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ĐỘ</a:t>
            </a:r>
            <a:r>
              <a:rPr lang="en-US" sz="1650" spc="226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1650" spc="170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CẬY</a:t>
            </a:r>
            <a:r>
              <a:rPr lang="en-US" sz="1650" spc="217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650" spc="243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1650" spc="212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CẠNH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2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Luật</a:t>
            </a:r>
            <a:r>
              <a:rPr lang="en-US" sz="4350" dirty="0" spc="0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đóng</a:t>
            </a:r>
            <a:r>
              <a:rPr lang="en-US" sz="4350" dirty="0" spc="-13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góp</a:t>
            </a:r>
            <a:r>
              <a:rPr lang="en-US" sz="4350" dirty="0" spc="-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biến</a:t>
            </a:r>
            <a:r>
              <a:rPr lang="en-US" sz="4350" dirty="0" spc="0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nhãn thành</a:t>
            </a:r>
            <a:r>
              <a:rPr lang="en-US" sz="4350" dirty="0" spc="-19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kỷ</a:t>
            </a:r>
            <a:r>
              <a:rPr lang="en-US" sz="4350" dirty="0" spc="0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luật</a:t>
            </a:r>
            <a:endParaRPr lang="en-US" sz="4350" dirty="0"/>
          </a:p>
        </p:txBody>
      </p:sp>
      <p:sp>
        <p:nvSpPr>
          <p:cNvPr id="4" name="Connector line-1793372502417-748686581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02419-24686562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02421-251749870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C8431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S6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S7</a:t>
            </a:r>
            <a:r>
              <a:rPr lang="en-US" sz="1500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419350"/>
            <a:ext cx="1428750" cy="135255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0B6E6B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01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2381250" y="2457450"/>
            <a:ext cx="14954250" cy="12763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8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850" dirty="0" spc="-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8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8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-1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dirty="0" spc="2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trích;</a:t>
            </a:r>
            <a:r>
              <a:rPr lang="en-US" sz="28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8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28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8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chắc chắn</a:t>
            </a:r>
            <a:r>
              <a:rPr lang="en-US" sz="2850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4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giàu hơn</a:t>
            </a:r>
            <a:endParaRPr lang="en-US" sz="2850" dirty="0"/>
          </a:p>
        </p:txBody>
      </p:sp>
      <p:sp>
        <p:nvSpPr>
          <p:cNvPr id="15" name="Connector line-1793372502438-975209961"/>
          <p:cNvSpPr/>
          <p:nvPr/>
        </p:nvSpPr>
        <p:spPr>
          <a:xfrm>
            <a:off x="914400" y="3771900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14400" y="3848100"/>
            <a:ext cx="1428750" cy="135255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0B6E6B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02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2381250" y="3886200"/>
            <a:ext cx="14954250" cy="12763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 tiên</a:t>
            </a:r>
            <a:r>
              <a:rPr lang="en-US" sz="2850" dirty="0" spc="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8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nghi</a:t>
            </a:r>
            <a:r>
              <a:rPr lang="en-US" sz="2850" dirty="0" spc="-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ngờ</a:t>
            </a:r>
            <a:r>
              <a:rPr lang="en-US" sz="28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dirty="0" spc="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8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850" dirty="0"/>
          </a:p>
        </p:txBody>
      </p:sp>
      <p:sp>
        <p:nvSpPr>
          <p:cNvPr id="18" name="Connector line-1793372502443-217445996"/>
          <p:cNvSpPr/>
          <p:nvPr/>
        </p:nvSpPr>
        <p:spPr>
          <a:xfrm>
            <a:off x="914400" y="5200650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14400" y="5276850"/>
            <a:ext cx="1428750" cy="135255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0B6E6B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03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2381250" y="5314950"/>
            <a:ext cx="14954250" cy="12763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8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có</a:t>
            </a:r>
            <a:r>
              <a:rPr lang="en-US" sz="28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-1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thua</a:t>
            </a:r>
            <a:r>
              <a:rPr lang="en-US" sz="28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8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giàu</a:t>
            </a:r>
            <a:r>
              <a:rPr lang="en-US" sz="28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1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850" dirty="0"/>
          </a:p>
        </p:txBody>
      </p:sp>
      <p:sp>
        <p:nvSpPr>
          <p:cNvPr id="21" name="Connector line-1793372502450-329246817"/>
          <p:cNvSpPr/>
          <p:nvPr/>
        </p:nvSpPr>
        <p:spPr>
          <a:xfrm>
            <a:off x="914400" y="6629400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14400" y="6705600"/>
            <a:ext cx="1428750" cy="1352550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0B6E6B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04</a:t>
            </a:r>
            <a:endParaRPr lang="en-US" sz="4500" dirty="0"/>
          </a:p>
        </p:txBody>
      </p:sp>
      <p:sp>
        <p:nvSpPr>
          <p:cNvPr id="23" name="Text 21"/>
          <p:cNvSpPr/>
          <p:nvPr/>
        </p:nvSpPr>
        <p:spPr>
          <a:xfrm>
            <a:off x="2381250" y="6743700"/>
            <a:ext cx="14954250" cy="12763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8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 ở</a:t>
            </a:r>
            <a:r>
              <a:rPr lang="en-US" sz="28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0.9.96:</a:t>
            </a:r>
            <a:r>
              <a:rPr lang="en-US" sz="28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run()</a:t>
            </a:r>
            <a:r>
              <a:rPr lang="en-US" sz="28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còn</a:t>
            </a:r>
            <a:r>
              <a:rPr lang="en-US" sz="28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2850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_run();</a:t>
            </a:r>
            <a:r>
              <a:rPr lang="en-US" sz="28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850" dirty="0" spc="-2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extracted</a:t>
            </a:r>
            <a:r>
              <a:rPr lang="en-US" sz="2850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1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2850" dirty="0"/>
          </a:p>
        </p:txBody>
      </p:sp>
      <p:sp>
        <p:nvSpPr>
          <p:cNvPr id="24" name="Connector line-1793372502455-471059138"/>
          <p:cNvSpPr/>
          <p:nvPr/>
        </p:nvSpPr>
        <p:spPr>
          <a:xfrm>
            <a:off x="914400" y="8058150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0df4dd6-4927-4e8b-a4d3-72d2c35f3a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7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DÙNG</a:t>
            </a:r>
            <a:r>
              <a:rPr lang="en-US" sz="1650" spc="22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1650" spc="224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THỊ:</a:t>
            </a:r>
            <a:r>
              <a:rPr lang="en-US" sz="1650" spc="222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1650" spc="197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VẤN,</a:t>
            </a:r>
            <a:r>
              <a:rPr lang="en-US" sz="1650" spc="225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MCP,</a:t>
            </a:r>
            <a:r>
              <a:rPr lang="en-US" sz="1650" spc="22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LUÔN</a:t>
            </a:r>
            <a:r>
              <a:rPr lang="en-US" sz="1650" spc="184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9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Truy</a:t>
            </a:r>
            <a:r>
              <a:rPr lang="en-US" sz="4350" dirty="0" spc="-24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vấn</a:t>
            </a: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không cần</a:t>
            </a:r>
            <a:r>
              <a:rPr lang="en-US" sz="4350" dirty="0" spc="-19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trợ</a:t>
            </a:r>
            <a:r>
              <a:rPr lang="en-US" sz="4350" dirty="0" spc="-12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lý</a:t>
            </a:r>
            <a:endParaRPr lang="en-US" sz="4350" dirty="0"/>
          </a:p>
        </p:txBody>
      </p:sp>
      <p:sp>
        <p:nvSpPr>
          <p:cNvPr id="4" name="Connector line-1793372502460-230673903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02462-674291915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02463-993533898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13/32</a:t>
            </a:r>
            <a:endParaRPr lang="en-US" sz="1500" dirty="0"/>
          </a:p>
        </p:txBody>
      </p:sp>
      <p:sp>
        <p:nvSpPr>
          <p:cNvPr id="13" name="Connector line-1793372502476-878364936"/>
          <p:cNvSpPr/>
          <p:nvPr/>
        </p:nvSpPr>
        <p:spPr>
          <a:xfrm>
            <a:off x="1428750" y="2667000"/>
            <a:ext cx="0" cy="5486400"/>
          </a:xfrm>
          <a:prstGeom prst="line">
            <a:avLst/>
          </a:prstGeom>
          <a:noFill/>
          <a:ln w="3810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04900" y="2476500"/>
            <a:ext cx="647700" cy="647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590800"/>
            <a:ext cx="571500" cy="419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-5" kern="0">
                <a:solidFill>
                  <a:srgbClr val="1218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2190750" y="2419350"/>
            <a:ext cx="15182850" cy="1657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700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lời:</a:t>
            </a:r>
            <a:r>
              <a:rPr lang="en-US" sz="2700" dirty="0" spc="-2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/graphify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2700" dirty="0" spc="-1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dirty="0" spc="-2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700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1104900" y="4210050"/>
            <a:ext cx="647700" cy="6477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324350"/>
            <a:ext cx="571500" cy="419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-6" kern="0">
                <a:solidFill>
                  <a:srgbClr val="1218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2190750" y="4152900"/>
            <a:ext cx="15182850" cy="1657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700" dirty="0" spc="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đường:</a:t>
            </a:r>
            <a:r>
              <a:rPr lang="en-US" sz="2700" dirty="0" spc="-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path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700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700" dirty="0" spc="-4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700" dirty="0" spc="-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700" dirty="0" spc="-2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FastAPI</a:t>
            </a:r>
            <a:r>
              <a:rPr lang="en-US" sz="2700" dirty="0" spc="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ModelField</a:t>
            </a:r>
            <a:r>
              <a:rPr lang="en-US" sz="2700" dirty="0" spc="-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700" dirty="0" spc="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1104900" y="5943600"/>
            <a:ext cx="647700" cy="647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6057900"/>
            <a:ext cx="571500" cy="419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5" kern="0">
                <a:solidFill>
                  <a:srgbClr val="1218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2190750" y="5886450"/>
            <a:ext cx="15182850" cy="1657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thích:</a:t>
            </a:r>
            <a:r>
              <a:rPr lang="en-US" sz="270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</a:t>
            </a:r>
            <a:r>
              <a:rPr lang="en-US" sz="2700" dirty="0" spc="-1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APIRouter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 cộng</a:t>
            </a:r>
            <a:r>
              <a:rPr lang="en-US" sz="2700" dirty="0" spc="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đồng,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</a:t>
            </a:r>
            <a:r>
              <a:rPr lang="en-US" sz="2700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700" dirty="0" spc="-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-3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1104900" y="7677150"/>
            <a:ext cx="647700" cy="6477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7791450"/>
            <a:ext cx="571500" cy="419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-5" kern="0">
                <a:solidFill>
                  <a:srgbClr val="1218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2190750" y="7620000"/>
            <a:ext cx="15182850" cy="16573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dirty="0" spc="-1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thoát: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 là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án,</a:t>
            </a:r>
            <a:r>
              <a:rPr lang="en-US" sz="2700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 hồ</a:t>
            </a:r>
            <a:r>
              <a:rPr lang="en-US" sz="2700" dirty="0" spc="-2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(kèm</a:t>
            </a:r>
            <a:r>
              <a:rPr lang="en-US" sz="2700" dirty="0" spc="2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viên),</a:t>
            </a:r>
            <a:r>
              <a:rPr lang="en-US" sz="27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nút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04a71cc5-9e5c-480d-9466-0ce39e40e1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7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DÙNG</a:t>
            </a:r>
            <a:r>
              <a:rPr lang="en-US" sz="1650" spc="226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1650" spc="224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THỊ:</a:t>
            </a:r>
            <a:r>
              <a:rPr lang="en-US" sz="1650" spc="222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1650" spc="197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VẤN,</a:t>
            </a:r>
            <a:r>
              <a:rPr lang="en-US" sz="1650" spc="225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MCP,</a:t>
            </a:r>
            <a:r>
              <a:rPr lang="en-US" sz="1650" spc="226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LUÔN</a:t>
            </a:r>
            <a:r>
              <a:rPr lang="en-US" sz="1650" spc="184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4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Đưa</a:t>
            </a:r>
            <a:r>
              <a:rPr lang="en-US" sz="4350" dirty="0" spc="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đồ</a:t>
            </a:r>
            <a:r>
              <a:rPr lang="en-US" sz="4350" dirty="0" spc="-2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thị</a:t>
            </a:r>
            <a:r>
              <a:rPr lang="en-US" sz="4350" dirty="0" spc="-2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vào</a:t>
            </a:r>
            <a:r>
              <a:rPr lang="en-US" sz="4350" dirty="0" spc="-10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agent</a:t>
            </a:r>
            <a:endParaRPr lang="en-US" sz="4350" dirty="0"/>
          </a:p>
        </p:txBody>
      </p:sp>
      <p:sp>
        <p:nvSpPr>
          <p:cNvPr id="4" name="Connector line-1793372502504-689812523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02505-216081124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02507-111344171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C8431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S10</a:t>
            </a:r>
            <a:r>
              <a:rPr lang="en-US" sz="1500" dirty="0" spc="-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14/32</a:t>
            </a:r>
            <a:endParaRPr lang="en-US" sz="1500" dirty="0"/>
          </a:p>
        </p:txBody>
      </p:sp>
      <p:sp>
        <p:nvSpPr>
          <p:cNvPr id="13" name="Connector line-1793372502521-861089144"/>
          <p:cNvSpPr/>
          <p:nvPr/>
        </p:nvSpPr>
        <p:spPr>
          <a:xfrm flipH="1" flipV="1">
            <a:off x="4838700" y="4000500"/>
            <a:ext cx="4305300" cy="18097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14" name="Connector line-1793372502522-407350131"/>
          <p:cNvSpPr/>
          <p:nvPr/>
        </p:nvSpPr>
        <p:spPr>
          <a:xfrm flipV="1">
            <a:off x="9144000" y="4000500"/>
            <a:ext cx="4305300" cy="1809750"/>
          </a:xfrm>
          <a:prstGeom prst="line">
            <a:avLst/>
          </a:prstGeom>
          <a:noFill/>
          <a:ln w="28575">
            <a:solidFill>
              <a:srgbClr val="0B6E6B"/>
            </a:solidFill>
            <a:prstDash val="lgDash"/>
            <a:headEnd type="none"/>
            <a:tailEnd type="none"/>
          </a:ln>
        </p:spPr>
      </p:sp>
      <p:sp>
        <p:nvSpPr>
          <p:cNvPr id="15" name="Connector line-1793372502524-946934136"/>
          <p:cNvSpPr/>
          <p:nvPr/>
        </p:nvSpPr>
        <p:spPr>
          <a:xfrm flipH="1">
            <a:off x="4838700" y="5810250"/>
            <a:ext cx="4305300" cy="18097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16" name="Connector line-1793372502526-575074200"/>
          <p:cNvSpPr/>
          <p:nvPr/>
        </p:nvSpPr>
        <p:spPr>
          <a:xfrm>
            <a:off x="9144000" y="5810250"/>
            <a:ext cx="4305300" cy="1809750"/>
          </a:xfrm>
          <a:prstGeom prst="line">
            <a:avLst/>
          </a:prstGeom>
          <a:noFill/>
          <a:ln w="28575">
            <a:solidFill>
              <a:srgbClr val="0B6E6B"/>
            </a:solidFill>
            <a:prstDash val="lgDash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14400" y="2476500"/>
            <a:ext cx="7848600" cy="2952750"/>
          </a:xfrm>
          <a:prstGeom prst="roundRect">
            <a:avLst>
              <a:gd name="adj" fmla="val 5806"/>
            </a:avLst>
          </a:prstGeom>
          <a:solidFill>
            <a:srgbClr val="E8E0CF"/>
          </a:solidFill>
          <a:ln/>
        </p:spPr>
      </p:sp>
      <p:sp>
        <p:nvSpPr>
          <p:cNvPr id="18" name="Text 16"/>
          <p:cNvSpPr/>
          <p:nvPr/>
        </p:nvSpPr>
        <p:spPr>
          <a:xfrm>
            <a:off x="1200150" y="2667000"/>
            <a:ext cx="7277100" cy="457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8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Hook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00150" y="3276600"/>
            <a:ext cx="7277100" cy="2057400"/>
          </a:xfrm>
          <a:prstGeom prst="rect">
            <a:avLst/>
          </a:prstGeom>
          <a:noFill/>
          <a:ln/>
        </p:spPr>
        <p:txBody>
          <a:bodyPr wrap="square" lIns="0" tIns="11724" rIns="0" bIns="-11724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217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Claude</a:t>
            </a:r>
            <a:r>
              <a:rPr lang="en-US" sz="217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175" dirty="0" spc="-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Gemini</a:t>
            </a:r>
            <a:r>
              <a:rPr lang="en-US" sz="2175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21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75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hook</a:t>
            </a:r>
            <a:r>
              <a:rPr lang="en-US" sz="2175" dirty="0" spc="-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75" dirty="0" spc="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1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175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17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kiếm, nhắc</a:t>
            </a:r>
            <a:r>
              <a:rPr lang="en-US" sz="2175" dirty="0" spc="-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17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75" dirty="0" spc="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175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9525000" y="2476500"/>
            <a:ext cx="7848600" cy="2952750"/>
          </a:xfrm>
          <a:prstGeom prst="roundRect">
            <a:avLst>
              <a:gd name="adj" fmla="val 5806"/>
            </a:avLst>
          </a:prstGeom>
          <a:solidFill>
            <a:srgbClr val="E8E0CF"/>
          </a:solidFill>
          <a:ln/>
        </p:spPr>
      </p:sp>
      <p:sp>
        <p:nvSpPr>
          <p:cNvPr id="21" name="Text 19"/>
          <p:cNvSpPr/>
          <p:nvPr/>
        </p:nvSpPr>
        <p:spPr>
          <a:xfrm>
            <a:off x="9810750" y="2667000"/>
            <a:ext cx="7277100" cy="457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9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550" b="1" dirty="0" spc="0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9810750" y="3276600"/>
            <a:ext cx="7277100" cy="2057400"/>
          </a:xfrm>
          <a:prstGeom prst="rect">
            <a:avLst/>
          </a:prstGeom>
          <a:noFill/>
          <a:ln/>
        </p:spPr>
        <p:txBody>
          <a:bodyPr wrap="square" lIns="0" tIns="11724" rIns="0" bIns="-11724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2175" dirty="0" spc="-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Codex,</a:t>
            </a:r>
            <a:r>
              <a:rPr lang="en-US" sz="2175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OpenCode, Cursor</a:t>
            </a:r>
            <a:r>
              <a:rPr lang="en-US" sz="217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75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AGENTS.md</a:t>
            </a:r>
            <a:r>
              <a:rPr lang="en-US" sz="2175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7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.cursor/rules/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914400" y="6096000"/>
            <a:ext cx="7848600" cy="2952750"/>
          </a:xfrm>
          <a:prstGeom prst="roundRect">
            <a:avLst>
              <a:gd name="adj" fmla="val 5806"/>
            </a:avLst>
          </a:prstGeom>
          <a:solidFill>
            <a:srgbClr val="E8E0CF"/>
          </a:solidFill>
          <a:ln/>
        </p:spPr>
      </p:sp>
      <p:sp>
        <p:nvSpPr>
          <p:cNvPr id="24" name="Text 22"/>
          <p:cNvSpPr/>
          <p:nvPr/>
        </p:nvSpPr>
        <p:spPr>
          <a:xfrm>
            <a:off x="1200150" y="6286500"/>
            <a:ext cx="7277100" cy="457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MCP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200150" y="6896100"/>
            <a:ext cx="7277100" cy="2057400"/>
          </a:xfrm>
          <a:prstGeom prst="rect">
            <a:avLst/>
          </a:prstGeom>
          <a:noFill/>
          <a:ln/>
        </p:spPr>
        <p:txBody>
          <a:bodyPr wrap="square" lIns="0" tIns="11724" rIns="0" bIns="-11724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2175" dirty="0" spc="-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serve.py</a:t>
            </a:r>
            <a:r>
              <a:rPr lang="en-US" sz="2175" dirty="0" spc="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17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 công</a:t>
            </a:r>
            <a:r>
              <a:rPr lang="en-US" sz="2175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cụ,</a:t>
            </a:r>
            <a:r>
              <a:rPr lang="en-US" sz="21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175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query_graph,</a:t>
            </a:r>
            <a:r>
              <a:rPr lang="en-US" sz="2175" dirty="0" spc="-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shortest_path,</a:t>
            </a:r>
            <a:r>
              <a:rPr lang="en-US" sz="2175" dirty="0" spc="-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god_nodes,</a:t>
            </a:r>
            <a:r>
              <a:rPr lang="en-US" sz="2175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get_pr_impact</a:t>
            </a:r>
            <a:endParaRPr lang="en-US" sz="2175" dirty="0"/>
          </a:p>
        </p:txBody>
      </p:sp>
      <p:sp>
        <p:nvSpPr>
          <p:cNvPr id="26" name="Shape 24"/>
          <p:cNvSpPr/>
          <p:nvPr/>
        </p:nvSpPr>
        <p:spPr>
          <a:xfrm>
            <a:off x="9525000" y="6096000"/>
            <a:ext cx="7848600" cy="2952750"/>
          </a:xfrm>
          <a:prstGeom prst="roundRect">
            <a:avLst>
              <a:gd name="adj" fmla="val 5806"/>
            </a:avLst>
          </a:prstGeom>
          <a:solidFill>
            <a:srgbClr val="E8E0CF"/>
          </a:solidFill>
          <a:ln/>
        </p:spPr>
      </p:sp>
      <p:sp>
        <p:nvSpPr>
          <p:cNvPr id="27" name="Text 25"/>
          <p:cNvSpPr/>
          <p:nvPr/>
        </p:nvSpPr>
        <p:spPr>
          <a:xfrm>
            <a:off x="9810750" y="6286500"/>
            <a:ext cx="7277100" cy="457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8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550" b="1" dirty="0" spc="-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prs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9810750" y="6896100"/>
            <a:ext cx="7277100" cy="2057400"/>
          </a:xfrm>
          <a:prstGeom prst="rect">
            <a:avLst/>
          </a:prstGeom>
          <a:noFill/>
          <a:ln/>
        </p:spPr>
        <p:txBody>
          <a:bodyPr wrap="square" lIns="0" tIns="11724" rIns="0" bIns="-11724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2175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175" dirty="0" spc="1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7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1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PR,</a:t>
            </a:r>
            <a:r>
              <a:rPr lang="en-US" sz="2175" dirty="0" spc="-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75" dirty="0" spc="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75" dirty="0" spc="1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175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175" dirty="0" spc="-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75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7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</a:t>
            </a:r>
            <a:r>
              <a:rPr lang="en-US" sz="217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chung</a:t>
            </a:r>
            <a:r>
              <a:rPr lang="en-US" sz="217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75" dirty="0" spc="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2175" dirty="0"/>
          </a:p>
        </p:txBody>
      </p:sp>
      <p:sp>
        <p:nvSpPr>
          <p:cNvPr id="29" name="Shape 27"/>
          <p:cNvSpPr/>
          <p:nvPr/>
        </p:nvSpPr>
        <p:spPr>
          <a:xfrm>
            <a:off x="8477250" y="5143500"/>
            <a:ext cx="1333500" cy="13335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30" name="Text 28"/>
          <p:cNvSpPr/>
          <p:nvPr/>
        </p:nvSpPr>
        <p:spPr>
          <a:xfrm>
            <a:off x="8343900" y="5638800"/>
            <a:ext cx="1600200" cy="381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 spc="-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graph.json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97864728-f2ef-4d2e-9f47-fc23091965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4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1650" spc="226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 NẰM</a:t>
            </a:r>
            <a:r>
              <a:rPr lang="en-US" sz="1650" spc="229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650" spc="208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ĐÂU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3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Bản</a:t>
            </a:r>
            <a:r>
              <a:rPr lang="en-US" sz="4350" dirty="0" spc="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đồ</a:t>
            </a:r>
            <a:r>
              <a:rPr lang="en-US" sz="4350" dirty="0" spc="-2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thư</a:t>
            </a:r>
            <a:r>
              <a:rPr lang="en-US" sz="4350" dirty="0" spc="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mục</a:t>
            </a:r>
            <a:endParaRPr lang="en-US" sz="4350" dirty="0"/>
          </a:p>
        </p:txBody>
      </p:sp>
      <p:sp>
        <p:nvSpPr>
          <p:cNvPr id="4" name="Connector line-1793372502559-404187062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02562-378358619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02564-802921389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C8431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S6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S2</a:t>
            </a:r>
            <a:r>
              <a:rPr lang="en-US" sz="1500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457450"/>
            <a:ext cx="53340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4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graphify/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477000" y="2457450"/>
            <a:ext cx="108585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</a:t>
            </a:r>
            <a:r>
              <a:rPr lang="en-US" sz="2250" dirty="0" spc="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96</a:t>
            </a:r>
            <a:r>
              <a:rPr lang="en-US" sz="2250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250" dirty="0" spc="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2250" dirty="0" spc="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90.797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dòng;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234</a:t>
            </a:r>
            <a:r>
              <a:rPr lang="en-US" sz="2250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250" dirty="0" spc="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250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endParaRPr lang="en-US" sz="2250" dirty="0"/>
          </a:p>
        </p:txBody>
      </p:sp>
      <p:sp>
        <p:nvSpPr>
          <p:cNvPr id="15" name="Connector line-1793372502582-531432096"/>
          <p:cNvSpPr/>
          <p:nvPr/>
        </p:nvSpPr>
        <p:spPr>
          <a:xfrm>
            <a:off x="914400" y="3514725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14400" y="3629025"/>
            <a:ext cx="53340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9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graphify/extractors/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477000" y="3629025"/>
            <a:ext cx="108585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37</a:t>
            </a:r>
            <a:r>
              <a:rPr lang="en-US" sz="2250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module,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-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1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250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250" dirty="0"/>
          </a:p>
        </p:txBody>
      </p:sp>
      <p:sp>
        <p:nvSpPr>
          <p:cNvPr id="18" name="Connector line-1793372502588-810667200"/>
          <p:cNvSpPr/>
          <p:nvPr/>
        </p:nvSpPr>
        <p:spPr>
          <a:xfrm>
            <a:off x="914400" y="4686300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14400" y="4800600"/>
            <a:ext cx="53340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8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tests/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477000" y="4800600"/>
            <a:ext cx="108585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595</a:t>
            </a:r>
            <a:r>
              <a:rPr lang="en-US" sz="2250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250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dõi,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468</a:t>
            </a:r>
            <a:r>
              <a:rPr lang="en-US" sz="2250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250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test_*.py,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7.155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250" dirty="0" spc="-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test_</a:t>
            </a:r>
            <a:endParaRPr lang="en-US" sz="2250" dirty="0"/>
          </a:p>
        </p:txBody>
      </p:sp>
      <p:sp>
        <p:nvSpPr>
          <p:cNvPr id="21" name="Connector line-1793372502593-971864308"/>
          <p:cNvSpPr/>
          <p:nvPr/>
        </p:nvSpPr>
        <p:spPr>
          <a:xfrm>
            <a:off x="914400" y="5857875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14400" y="5972175"/>
            <a:ext cx="53340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7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tools/skillgen/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477000" y="5972175"/>
            <a:ext cx="108585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của các</a:t>
            </a:r>
            <a:r>
              <a:rPr lang="en-US" sz="2250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skill;</a:t>
            </a:r>
            <a:r>
              <a:rPr lang="en-US" sz="2250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250" dirty="0" spc="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250" dirty="0"/>
          </a:p>
        </p:txBody>
      </p:sp>
      <p:sp>
        <p:nvSpPr>
          <p:cNvPr id="24" name="Connector line-1793372502601-76398350"/>
          <p:cNvSpPr/>
          <p:nvPr/>
        </p:nvSpPr>
        <p:spPr>
          <a:xfrm>
            <a:off x="914400" y="7029450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14400" y="7143750"/>
            <a:ext cx="53340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20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worked/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6477000" y="7143750"/>
            <a:ext cx="108585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250" dirty="0" spc="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1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2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-2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httpx</a:t>
            </a:r>
            <a:r>
              <a:rPr lang="en-US" sz="2250" dirty="0" spc="-1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mixed-corpus</a:t>
            </a:r>
            <a:endParaRPr lang="en-US" sz="2250" dirty="0"/>
          </a:p>
        </p:txBody>
      </p:sp>
      <p:sp>
        <p:nvSpPr>
          <p:cNvPr id="27" name="Connector line-1793372502606-975841794"/>
          <p:cNvSpPr/>
          <p:nvPr/>
        </p:nvSpPr>
        <p:spPr>
          <a:xfrm>
            <a:off x="914400" y="8201025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914400" y="8315325"/>
            <a:ext cx="53340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3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docs/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6477000" y="8315325"/>
            <a:ext cx="108585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how-it-works, RFC</a:t>
            </a:r>
            <a:r>
              <a:rPr lang="en-US" sz="2250" dirty="0" spc="-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250" dirty="0" spc="-2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nút,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endParaRPr lang="en-US" sz="2250" dirty="0"/>
          </a:p>
        </p:txBody>
      </p:sp>
      <p:sp>
        <p:nvSpPr>
          <p:cNvPr id="30" name="Connector line-1793372502612-222859644"/>
          <p:cNvSpPr/>
          <p:nvPr/>
        </p:nvSpPr>
        <p:spPr>
          <a:xfrm>
            <a:off x="914400" y="9372600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456392f4-6404-4159-a658-76abe6f53e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4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1650" spc="22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 NẰM</a:t>
            </a:r>
            <a:r>
              <a:rPr lang="en-US" sz="1650" spc="229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650" spc="208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ĐÂU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8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Quy</a:t>
            </a:r>
            <a:r>
              <a:rPr lang="en-US" sz="4350" dirty="0" spc="2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mô</a:t>
            </a:r>
            <a:r>
              <a:rPr lang="en-US" sz="4350" dirty="0" spc="3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mã,</a:t>
            </a: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người</a:t>
            </a:r>
            <a:r>
              <a:rPr lang="en-US" sz="4350" dirty="0" spc="-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viết</a:t>
            </a:r>
            <a:r>
              <a:rPr lang="en-US" sz="4350" dirty="0" spc="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đếm</a:t>
            </a:r>
            <a:endParaRPr lang="en-US" sz="4350" dirty="0"/>
          </a:p>
        </p:txBody>
      </p:sp>
      <p:sp>
        <p:nvSpPr>
          <p:cNvPr id="4" name="Connector line-1793372539561-258833984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39564-156223258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39566-454094656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S9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2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S6</a:t>
            </a:r>
            <a:r>
              <a:rPr lang="en-US" sz="1500" dirty="0" spc="-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2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38125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1B24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60985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5FD1C4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259080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0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Tests</a:t>
            </a:r>
            <a:r>
              <a:rPr lang="en-US" sz="2700" b="1" dirty="0" spc="-22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8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95400" y="323850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tests</a:t>
            </a: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1,6</a:t>
            </a:r>
            <a:r>
              <a:rPr lang="en-US" sz="24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143.000</a:t>
            </a:r>
            <a:r>
              <a:rPr lang="en-US" sz="2400" dirty="0" spc="-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90.797</a:t>
            </a:r>
            <a:r>
              <a:rPr lang="en-US" sz="2400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72600" y="238125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1B24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372600" y="260985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5FD1C4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259080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2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700" b="1" dirty="0" spc="-9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b="1" dirty="0" spc="-4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700" b="1" dirty="0" spc="-7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753600" y="323850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extract.py</a:t>
            </a: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11.513,</a:t>
            </a:r>
            <a:r>
              <a:rPr lang="en-US" sz="2400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cli.py</a:t>
            </a:r>
            <a:r>
              <a:rPr lang="en-US" sz="2400" dirty="0" spc="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5.480,</a:t>
            </a:r>
            <a:r>
              <a:rPr lang="en-US" sz="2400" dirty="0" spc="-1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serve.py</a:t>
            </a:r>
            <a:r>
              <a:rPr lang="en-US" sz="24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3.136</a:t>
            </a:r>
            <a:r>
              <a:rPr lang="en-US" sz="24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14400" y="594360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1B242E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617220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5FD1C4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615315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Skill sinh</a:t>
            </a:r>
            <a:r>
              <a:rPr lang="en-US" sz="2700" b="1" dirty="0" spc="-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295400" y="680085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</a:t>
            </a:r>
            <a:r>
              <a:rPr lang="en-US" sz="240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các nền</a:t>
            </a:r>
            <a:r>
              <a:rPr lang="en-US" sz="2400" dirty="0" spc="-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372600" y="594360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1B242E"/>
          </a:solidFill>
          <a:ln/>
        </p:spPr>
      </p:sp>
      <p:sp>
        <p:nvSpPr>
          <p:cNvPr id="26" name="Shape 24"/>
          <p:cNvSpPr/>
          <p:nvPr/>
        </p:nvSpPr>
        <p:spPr>
          <a:xfrm>
            <a:off x="9372600" y="617220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5FD1C4"/>
          </a:solidFill>
          <a:ln/>
        </p:spPr>
      </p:sp>
      <p:sp>
        <p:nvSpPr>
          <p:cNvPr id="27" name="Text 25"/>
          <p:cNvSpPr/>
          <p:nvPr/>
        </p:nvSpPr>
        <p:spPr>
          <a:xfrm>
            <a:off x="9753600" y="615315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89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Kỷ</a:t>
            </a:r>
            <a:r>
              <a:rPr lang="en-US" sz="2700" b="1" dirty="0" spc="-5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700" b="1" dirty="0" spc="-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9753600" y="680085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40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1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-1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quên</a:t>
            </a:r>
            <a:r>
              <a:rPr lang="en-US" sz="2400" dirty="0" spc="-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sinh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2b659761-b580-4d37-a8a1-bfb46a081c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5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</a:t>
            </a:r>
            <a:r>
              <a:rPr lang="en-US" sz="1650" spc="226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1650" spc="218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QUẢ:</a:t>
            </a:r>
            <a:r>
              <a:rPr lang="en-US" sz="1650" spc="193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1650" spc="222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1650" spc="224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BENCHMARK</a:t>
            </a:r>
            <a:endParaRPr lang="en-US" sz="1650" dirty="0"/>
          </a:p>
        </p:txBody>
      </p:sp>
      <p:sp>
        <p:nvSpPr>
          <p:cNvPr id="3" name="Connector line-1793372539627-299537436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4" name="Connector line-1793372539630-219908755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39632-1189166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C8431D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8" name="Shape 6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1500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2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17/32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143250"/>
            <a:ext cx="7810500" cy="2857500"/>
          </a:xfrm>
          <a:prstGeom prst="rect">
            <a:avLst/>
          </a:prstGeom>
          <a:noFill/>
          <a:ln/>
        </p:spPr>
        <p:txBody>
          <a:bodyPr wrap="square" lIns="0" tIns="-34290" rIns="0" bIns="34290" rtlCol="0" anchor="t"/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dirty="0" spc="2" kern="0">
                <a:solidFill>
                  <a:srgbClr val="0B6E6B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0,497</a:t>
            </a:r>
            <a:endParaRPr lang="en-US" sz="18000" dirty="0"/>
          </a:p>
        </p:txBody>
      </p:sp>
      <p:sp>
        <p:nvSpPr>
          <p:cNvPr id="13" name="Text 11"/>
          <p:cNvSpPr/>
          <p:nvPr/>
        </p:nvSpPr>
        <p:spPr>
          <a:xfrm>
            <a:off x="9144000" y="2476500"/>
            <a:ext cx="81915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recall@10</a:t>
            </a:r>
            <a:r>
              <a:rPr lang="en-US" sz="2550" dirty="0" spc="-2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2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LOCOMO</a:t>
            </a:r>
            <a:r>
              <a:rPr lang="en-US" sz="2550" dirty="0" spc="-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(n=300);</a:t>
            </a:r>
            <a:r>
              <a:rPr lang="en-US" sz="2550" dirty="0" spc="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BM25</a:t>
            </a:r>
            <a:r>
              <a:rPr lang="en-US" sz="25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0,362,</a:t>
            </a:r>
            <a:r>
              <a:rPr lang="en-US" sz="25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supermemory</a:t>
            </a:r>
            <a:r>
              <a:rPr lang="en-US" sz="25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0,149,</a:t>
            </a:r>
            <a:r>
              <a:rPr lang="en-US" sz="25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mem0</a:t>
            </a:r>
            <a:r>
              <a:rPr lang="en-US" sz="2550" dirty="0" spc="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0,048</a:t>
            </a:r>
            <a:endParaRPr lang="en-US" sz="2550" dirty="0"/>
          </a:p>
        </p:txBody>
      </p:sp>
      <p:sp>
        <p:nvSpPr>
          <p:cNvPr id="14" name="Connector line-1793372539656-463269034"/>
          <p:cNvSpPr/>
          <p:nvPr/>
        </p:nvSpPr>
        <p:spPr>
          <a:xfrm>
            <a:off x="9144000" y="4533900"/>
            <a:ext cx="82296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144000" y="4762500"/>
            <a:ext cx="81915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QA</a:t>
            </a:r>
            <a:r>
              <a:rPr lang="en-US" sz="25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-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45,3%,</a:t>
            </a:r>
            <a:r>
              <a:rPr lang="en-US" sz="25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25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supermemory</a:t>
            </a:r>
            <a:r>
              <a:rPr lang="en-US" sz="2550" dirty="0" spc="-2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49,7%</a:t>
            </a:r>
            <a:r>
              <a:rPr lang="en-US" sz="2550" dirty="0" spc="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550" dirty="0" spc="-3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25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25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(1,40</a:t>
            </a:r>
            <a:r>
              <a:rPr lang="en-US" sz="2550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 15,67</a:t>
            </a:r>
            <a:r>
              <a:rPr lang="en-US" sz="2550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USD)</a:t>
            </a:r>
            <a:endParaRPr lang="en-US" sz="2550" dirty="0"/>
          </a:p>
        </p:txBody>
      </p:sp>
      <p:sp>
        <p:nvSpPr>
          <p:cNvPr id="16" name="Connector line-1793372539661-412160814"/>
          <p:cNvSpPr/>
          <p:nvPr/>
        </p:nvSpPr>
        <p:spPr>
          <a:xfrm>
            <a:off x="9144000" y="6819900"/>
            <a:ext cx="82296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144000" y="7048500"/>
            <a:ext cx="81915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550" dirty="0" spc="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550" dirty="0" spc="-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5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5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5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LLM;</a:t>
            </a:r>
            <a:r>
              <a:rPr lang="en-US" sz="25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hệ</a:t>
            </a:r>
            <a:r>
              <a:rPr lang="en-US" sz="2550" dirty="0" spc="-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harness, cùng</a:t>
            </a:r>
            <a:r>
              <a:rPr lang="en-US" sz="25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Kimi K2.6</a:t>
            </a:r>
            <a:endParaRPr lang="en-US" sz="2550" dirty="0"/>
          </a:p>
        </p:txBody>
      </p:sp>
      <p:sp>
        <p:nvSpPr>
          <p:cNvPr id="18" name="Connector line-1793372539665-92970185"/>
          <p:cNvSpPr/>
          <p:nvPr/>
        </p:nvSpPr>
        <p:spPr>
          <a:xfrm>
            <a:off x="9144000" y="9105900"/>
            <a:ext cx="82296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bee58ca6-b6f5-47df-b127-a6b6b251db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5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</a:t>
            </a:r>
            <a:r>
              <a:rPr lang="en-US" sz="1650" spc="22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1650" spc="218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QUẢ:</a:t>
            </a:r>
            <a:r>
              <a:rPr lang="en-US" sz="1650" spc="193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1650" spc="222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1650" spc="224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BENCHMARK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2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Các</a:t>
            </a:r>
            <a:r>
              <a:rPr lang="en-US" sz="4350" dirty="0" spc="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bộ</a:t>
            </a: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đo khác</a:t>
            </a:r>
            <a:endParaRPr lang="en-US" sz="4350" dirty="0"/>
          </a:p>
        </p:txBody>
      </p:sp>
      <p:sp>
        <p:nvSpPr>
          <p:cNvPr id="4" name="Connector line-1793372539673-764085394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39676-300227233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39679-128530107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1500" dirty="0" spc="-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457450"/>
            <a:ext cx="53340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b="1" dirty="0" spc="-12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LongMemEval-S</a:t>
            </a:r>
            <a:r>
              <a:rPr lang="en-US" sz="2475" b="1" dirty="0" spc="-2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(n=50)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6477000" y="2457450"/>
            <a:ext cx="108585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QA</a:t>
            </a:r>
            <a:r>
              <a:rPr lang="en-US" sz="2475" dirty="0" spc="-2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76%,</a:t>
            </a:r>
            <a:r>
              <a:rPr lang="en-US" sz="2475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r>
              <a:rPr lang="en-US" sz="2475" dirty="0" spc="-2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r>
              <a:rPr lang="en-US" sz="2475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</a:t>
            </a:r>
            <a:r>
              <a:rPr lang="en-US" sz="2475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dày</a:t>
            </a:r>
            <a:r>
              <a:rPr lang="en-US" sz="2475" dirty="0" spc="-2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76%;</a:t>
            </a:r>
            <a:r>
              <a:rPr lang="en-US" sz="2475" dirty="0" spc="-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recall</a:t>
            </a:r>
            <a:r>
              <a:rPr lang="en-US" sz="2475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0,844</a:t>
            </a:r>
            <a:r>
              <a:rPr lang="en-US" sz="2475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 với</a:t>
            </a:r>
            <a:r>
              <a:rPr lang="en-US" sz="2475" dirty="0" spc="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0,848</a:t>
            </a:r>
            <a:endParaRPr lang="en-US" sz="2475" dirty="0"/>
          </a:p>
        </p:txBody>
      </p:sp>
      <p:sp>
        <p:nvSpPr>
          <p:cNvPr id="15" name="Connector line-1793372539702-875704062"/>
          <p:cNvSpPr/>
          <p:nvPr/>
        </p:nvSpPr>
        <p:spPr>
          <a:xfrm>
            <a:off x="914400" y="375285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14400" y="3867150"/>
            <a:ext cx="53340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b="1" dirty="0" spc="-10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ERPNext cross-tool</a:t>
            </a:r>
            <a:r>
              <a:rPr lang="en-US" sz="2475" b="1" dirty="0" spc="-3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(n=6)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6477000" y="3867150"/>
            <a:ext cx="108585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2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47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2475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kiện</a:t>
            </a:r>
            <a:r>
              <a:rPr lang="en-US" sz="2475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82,0%</a:t>
            </a:r>
            <a:r>
              <a:rPr lang="en-US" sz="2475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 với</a:t>
            </a:r>
            <a:r>
              <a:rPr lang="en-US" sz="247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75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75" dirty="0" spc="-2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grep</a:t>
            </a:r>
            <a:r>
              <a:rPr lang="en-US" sz="2475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75" dirty="0" spc="-2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70,8%</a:t>
            </a:r>
            <a:endParaRPr lang="en-US" sz="2475" dirty="0"/>
          </a:p>
        </p:txBody>
      </p:sp>
      <p:sp>
        <p:nvSpPr>
          <p:cNvPr id="18" name="Connector line-1793372539709-36611986"/>
          <p:cNvSpPr/>
          <p:nvPr/>
        </p:nvSpPr>
        <p:spPr>
          <a:xfrm>
            <a:off x="914400" y="516255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14400" y="5276850"/>
            <a:ext cx="53340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b="1" dirty="0" spc="-4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475" b="1" dirty="0" spc="0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75" b="1" dirty="0" spc="3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475" dirty="0"/>
          </a:p>
        </p:txBody>
      </p:sp>
      <p:sp>
        <p:nvSpPr>
          <p:cNvPr id="20" name="Text 18"/>
          <p:cNvSpPr/>
          <p:nvPr/>
        </p:nvSpPr>
        <p:spPr>
          <a:xfrm>
            <a:off x="6477000" y="5276850"/>
            <a:ext cx="108585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689</a:t>
            </a:r>
            <a:r>
              <a:rPr lang="en-US" sz="2475" dirty="0" spc="1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475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</a:t>
            </a:r>
            <a:r>
              <a:rPr lang="en-US" sz="247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2475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2011</a:t>
            </a:r>
            <a:r>
              <a:rPr lang="en-US" sz="2475" dirty="0" spc="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75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2026,</a:t>
            </a:r>
            <a:r>
              <a:rPr lang="en-US" sz="247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475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3.069</a:t>
            </a:r>
            <a:r>
              <a:rPr lang="en-US" sz="247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475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22.620</a:t>
            </a:r>
            <a:endParaRPr lang="en-US" sz="2475" dirty="0"/>
          </a:p>
        </p:txBody>
      </p:sp>
      <p:sp>
        <p:nvSpPr>
          <p:cNvPr id="21" name="Connector line-1793372539717-766750681"/>
          <p:cNvSpPr/>
          <p:nvPr/>
        </p:nvSpPr>
        <p:spPr>
          <a:xfrm>
            <a:off x="914400" y="657225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14400" y="6686550"/>
            <a:ext cx="53340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b="1" dirty="0" spc="7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Cạnh</a:t>
            </a:r>
            <a:r>
              <a:rPr lang="en-US" sz="2475" b="1" dirty="0" spc="-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INFERRED</a:t>
            </a:r>
            <a:r>
              <a:rPr lang="en-US" sz="2475" b="1" dirty="0" spc="-13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75" b="1" dirty="0" spc="-20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FastAPI</a:t>
            </a:r>
            <a:endParaRPr lang="en-US" sz="2475" dirty="0"/>
          </a:p>
        </p:txBody>
      </p:sp>
      <p:sp>
        <p:nvSpPr>
          <p:cNvPr id="23" name="Text 21"/>
          <p:cNvSpPr/>
          <p:nvPr/>
        </p:nvSpPr>
        <p:spPr>
          <a:xfrm>
            <a:off x="6477000" y="6686550"/>
            <a:ext cx="108585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475" dirty="0" spc="-2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475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2475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475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chéo</a:t>
            </a:r>
            <a:r>
              <a:rPr lang="en-US" sz="2475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tệp,</a:t>
            </a:r>
            <a:r>
              <a:rPr lang="en-US" sz="247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75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247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đúng,</a:t>
            </a:r>
            <a:r>
              <a:rPr lang="en-US" sz="2475" dirty="0" spc="-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 5/10/2026</a:t>
            </a:r>
            <a:endParaRPr lang="en-US" sz="2475" dirty="0"/>
          </a:p>
        </p:txBody>
      </p:sp>
      <p:sp>
        <p:nvSpPr>
          <p:cNvPr id="24" name="Connector line-1793372539723-281751235"/>
          <p:cNvSpPr/>
          <p:nvPr/>
        </p:nvSpPr>
        <p:spPr>
          <a:xfrm>
            <a:off x="914400" y="798195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14400" y="8096250"/>
            <a:ext cx="53340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b="1" dirty="0" spc="14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75" b="1" dirty="0" spc="-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endParaRPr lang="en-US" sz="2475" dirty="0"/>
          </a:p>
        </p:txBody>
      </p:sp>
      <p:sp>
        <p:nvSpPr>
          <p:cNvPr id="26" name="Text 24"/>
          <p:cNvSpPr/>
          <p:nvPr/>
        </p:nvSpPr>
        <p:spPr>
          <a:xfrm>
            <a:off x="6477000" y="8096250"/>
            <a:ext cx="108585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Kimi</a:t>
            </a:r>
            <a:r>
              <a:rPr lang="en-US" sz="2475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K2.6,</a:t>
            </a:r>
            <a:r>
              <a:rPr lang="en-US" sz="2475" dirty="0" spc="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7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thuận</a:t>
            </a:r>
            <a:r>
              <a:rPr lang="en-US" sz="2475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90,6%</a:t>
            </a:r>
            <a:r>
              <a:rPr lang="en-US" sz="2475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75" dirty="0" spc="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2475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7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hai,</a:t>
            </a:r>
            <a:r>
              <a:rPr lang="en-US" sz="2475" dirty="0" spc="-2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kappa</a:t>
            </a:r>
            <a:r>
              <a:rPr lang="en-US" sz="2475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0,81</a:t>
            </a:r>
            <a:endParaRPr lang="en-US" sz="2475" dirty="0"/>
          </a:p>
        </p:txBody>
      </p:sp>
      <p:sp>
        <p:nvSpPr>
          <p:cNvPr id="27" name="Connector line-1793372539731-582857521"/>
          <p:cNvSpPr/>
          <p:nvPr/>
        </p:nvSpPr>
        <p:spPr>
          <a:xfrm>
            <a:off x="914400" y="939165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d12b4f5-baf8-4a44-9488-c735ccf8518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5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</a:t>
            </a:r>
            <a:r>
              <a:rPr lang="en-US" sz="1650" spc="226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1650" spc="218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QUẢ:</a:t>
            </a:r>
            <a:r>
              <a:rPr lang="en-US" sz="1650" spc="193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1650" spc="222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1650" spc="224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BENCHMARK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4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Giảm</a:t>
            </a:r>
            <a:r>
              <a:rPr lang="en-US" sz="4350" dirty="0" spc="-28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token</a:t>
            </a:r>
            <a:r>
              <a:rPr lang="en-US" sz="4350" dirty="0" spc="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phụ thuộc</a:t>
            </a:r>
            <a:r>
              <a:rPr lang="en-US" sz="4350" dirty="0" spc="-9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quy</a:t>
            </a:r>
            <a:r>
              <a:rPr lang="en-US" sz="4350" dirty="0" spc="2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mô</a:t>
            </a:r>
            <a:endParaRPr lang="en-US" sz="4350" dirty="0"/>
          </a:p>
        </p:txBody>
      </p:sp>
      <p:sp>
        <p:nvSpPr>
          <p:cNvPr id="4" name="Connector line-1793372539738-13911939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39740-744360117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39742-866645619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C8431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S4</a:t>
            </a:r>
            <a:r>
              <a:rPr lang="en-US" sz="1500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19/32</a:t>
            </a:r>
            <a:endParaRPr lang="en-US" sz="1500" dirty="0"/>
          </a:p>
        </p:txBody>
      </p:sp>
      <p:sp>
        <p:nvSpPr>
          <p:cNvPr id="13" name="Connector line-1793372539759-774481891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505200" y="5657850"/>
            <a:ext cx="304800" cy="3048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15" name="Connector line-1793372539763-301755244"/>
          <p:cNvSpPr/>
          <p:nvPr/>
        </p:nvSpPr>
        <p:spPr>
          <a:xfrm>
            <a:off x="3657600" y="5334000"/>
            <a:ext cx="0" cy="476250"/>
          </a:xfrm>
          <a:prstGeom prst="line">
            <a:avLst/>
          </a:prstGeom>
          <a:noFill/>
          <a:ln w="28575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33400" y="2762250"/>
            <a:ext cx="6248400" cy="571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5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r>
              <a:rPr lang="en-US" sz="2400" b="1" dirty="0" spc="-8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b="1" dirty="0" spc="-1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(httpx)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3400" y="3390900"/>
            <a:ext cx="6248400" cy="21907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202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025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02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02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025" dirty="0" spc="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02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025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2025" dirty="0" spc="-1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025" dirty="0" spc="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025" dirty="0" spc="-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02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02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8991600" y="5657850"/>
            <a:ext cx="304800" cy="3048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19" name="Connector line-1793372539773-386709376"/>
          <p:cNvSpPr/>
          <p:nvPr/>
        </p:nvSpPr>
        <p:spPr>
          <a:xfrm flipV="1">
            <a:off x="9144000" y="5810250"/>
            <a:ext cx="0" cy="285750"/>
          </a:xfrm>
          <a:prstGeom prst="line">
            <a:avLst/>
          </a:prstGeom>
          <a:noFill/>
          <a:ln w="28575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6019800" y="6381750"/>
            <a:ext cx="6248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19800" y="7010400"/>
            <a:ext cx="6248400" cy="21907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202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025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02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(mã</a:t>
            </a:r>
            <a:r>
              <a:rPr lang="en-US" sz="2025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</a:t>
            </a:r>
            <a:r>
              <a:rPr lang="en-US" sz="2025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025" dirty="0" spc="-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025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025" dirty="0" spc="-2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Transformer):</a:t>
            </a:r>
            <a:r>
              <a:rPr lang="en-US" sz="202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5,4</a:t>
            </a:r>
            <a:r>
              <a:rPr lang="en-US" sz="202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4478000" y="5657850"/>
            <a:ext cx="304800" cy="3048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23" name="Connector line-1793372539783-242007584"/>
          <p:cNvSpPr/>
          <p:nvPr/>
        </p:nvSpPr>
        <p:spPr>
          <a:xfrm>
            <a:off x="14630400" y="5334000"/>
            <a:ext cx="0" cy="476250"/>
          </a:xfrm>
          <a:prstGeom prst="line">
            <a:avLst/>
          </a:prstGeom>
          <a:noFill/>
          <a:ln w="28575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1506200" y="2762250"/>
            <a:ext cx="6248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06200" y="3390900"/>
            <a:ext cx="6248400" cy="21907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202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52</a:t>
            </a:r>
            <a:r>
              <a:rPr lang="en-US" sz="2025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025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(repo</a:t>
            </a:r>
            <a:r>
              <a:rPr lang="en-US" sz="2025" dirty="0" spc="-2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Karpathy,</a:t>
            </a:r>
            <a:r>
              <a:rPr lang="en-US" sz="2025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025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025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báo,</a:t>
            </a:r>
            <a:r>
              <a:rPr lang="en-US" sz="202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ảnh):</a:t>
            </a:r>
            <a:r>
              <a:rPr lang="en-US" sz="2025" dirty="0" spc="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71,5</a:t>
            </a:r>
            <a:r>
              <a:rPr lang="en-US" sz="202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02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025" dirty="0" spc="-2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025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02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025" dirty="0" spc="-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f2dd2e5-67f7-4848-9617-8e61bef58b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AN</a:t>
            </a:r>
            <a:r>
              <a:rPr lang="en-US" sz="1650" spc="19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1650" spc="180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650" spc="230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1650" spc="227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r>
              <a:rPr lang="en-US" sz="1650" spc="228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34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Năm</a:t>
            </a:r>
            <a:r>
              <a:rPr lang="en-US" sz="4350" dirty="0" spc="-22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vector</a:t>
            </a:r>
            <a:r>
              <a:rPr lang="en-US" sz="4350" dirty="0" spc="-2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tấn công</a:t>
            </a:r>
            <a:r>
              <a:rPr lang="en-US" sz="4350" dirty="0" spc="-3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và</a:t>
            </a:r>
            <a:r>
              <a:rPr lang="en-US" sz="4350" dirty="0" spc="2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cách</a:t>
            </a:r>
            <a:r>
              <a:rPr lang="en-US" sz="4350" dirty="0" spc="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chặn</a:t>
            </a:r>
            <a:endParaRPr lang="en-US" sz="4350" dirty="0"/>
          </a:p>
        </p:txBody>
      </p:sp>
      <p:sp>
        <p:nvSpPr>
          <p:cNvPr id="4" name="Connector line-1793372539795-23002265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39797-805423464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39799-614160458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S5</a:t>
            </a:r>
            <a:r>
              <a:rPr lang="en-US" sz="1500" dirty="0" spc="-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457450"/>
            <a:ext cx="53340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b="1" dirty="0" spc="5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SSRF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6477000" y="2457450"/>
            <a:ext cx="108585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75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475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https,</a:t>
            </a:r>
            <a:r>
              <a:rPr lang="en-US" sz="2475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475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475" dirty="0" spc="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475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loopback,</a:t>
            </a:r>
            <a:r>
              <a:rPr lang="en-US" sz="2475" dirty="0" spc="2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7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75" dirty="0" spc="-1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metadata,</a:t>
            </a:r>
            <a:r>
              <a:rPr lang="en-US" sz="2475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75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75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75" dirty="0" spc="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endParaRPr lang="en-US" sz="2475" dirty="0"/>
          </a:p>
        </p:txBody>
      </p:sp>
      <p:sp>
        <p:nvSpPr>
          <p:cNvPr id="15" name="Connector line-1793372539821-277882177"/>
          <p:cNvSpPr/>
          <p:nvPr/>
        </p:nvSpPr>
        <p:spPr>
          <a:xfrm>
            <a:off x="914400" y="375285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14400" y="3867150"/>
            <a:ext cx="53340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b="1" dirty="0" spc="-83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475" b="1" dirty="0" spc="-3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6477000" y="3867150"/>
            <a:ext cx="108585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2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2475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75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475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MB</a:t>
            </a:r>
            <a:r>
              <a:rPr lang="en-US" sz="2475" dirty="0" spc="-2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(safe_fetch)</a:t>
            </a:r>
            <a:r>
              <a:rPr lang="en-US" sz="2475" dirty="0" spc="-1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 MB</a:t>
            </a:r>
            <a:r>
              <a:rPr lang="en-US" sz="2475" dirty="0" spc="-2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(safe_fetch_text)</a:t>
            </a:r>
            <a:endParaRPr lang="en-US" sz="2475" dirty="0"/>
          </a:p>
        </p:txBody>
      </p:sp>
      <p:sp>
        <p:nvSpPr>
          <p:cNvPr id="18" name="Connector line-1793372539829-407212726"/>
          <p:cNvSpPr/>
          <p:nvPr/>
        </p:nvSpPr>
        <p:spPr>
          <a:xfrm>
            <a:off x="914400" y="516255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14400" y="5276850"/>
            <a:ext cx="53340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b="1" dirty="0" spc="-20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Duyệt</a:t>
            </a:r>
            <a:r>
              <a:rPr lang="en-US" sz="2475" b="1" dirty="0" spc="9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75" b="1" dirty="0" spc="0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75" b="1" dirty="0" spc="-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75" b="1" dirty="0" spc="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endParaRPr lang="en-US" sz="2475" dirty="0"/>
          </a:p>
        </p:txBody>
      </p:sp>
      <p:sp>
        <p:nvSpPr>
          <p:cNvPr id="20" name="Text 18"/>
          <p:cNvSpPr/>
          <p:nvPr/>
        </p:nvSpPr>
        <p:spPr>
          <a:xfrm>
            <a:off x="6477000" y="5276850"/>
            <a:ext cx="108585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1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47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75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75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-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graphify-out/</a:t>
            </a:r>
            <a:endParaRPr lang="en-US" sz="2475" dirty="0"/>
          </a:p>
        </p:txBody>
      </p:sp>
      <p:sp>
        <p:nvSpPr>
          <p:cNvPr id="21" name="Connector line-1793372539837-751533657"/>
          <p:cNvSpPr/>
          <p:nvPr/>
        </p:nvSpPr>
        <p:spPr>
          <a:xfrm>
            <a:off x="914400" y="657225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14400" y="6686550"/>
            <a:ext cx="53340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b="1" dirty="0" spc="-13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</a:t>
            </a:r>
            <a:r>
              <a:rPr lang="en-US" sz="2475" b="1" dirty="0" spc="-7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injection</a:t>
            </a:r>
            <a:endParaRPr lang="en-US" sz="2475" dirty="0"/>
          </a:p>
        </p:txBody>
      </p:sp>
      <p:sp>
        <p:nvSpPr>
          <p:cNvPr id="23" name="Text 21"/>
          <p:cNvSpPr/>
          <p:nvPr/>
        </p:nvSpPr>
        <p:spPr>
          <a:xfrm>
            <a:off x="6477000" y="6686550"/>
            <a:ext cx="108585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75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75" dirty="0" spc="-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r>
              <a:rPr lang="en-US" sz="2475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475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untrusted_source</a:t>
            </a:r>
            <a:r>
              <a:rPr lang="en-US" sz="2475" dirty="0" spc="-3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475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475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SHA256</a:t>
            </a:r>
            <a:endParaRPr lang="en-US" sz="2475" dirty="0"/>
          </a:p>
        </p:txBody>
      </p:sp>
      <p:sp>
        <p:nvSpPr>
          <p:cNvPr id="24" name="Connector line-1793372539844-155052411"/>
          <p:cNvSpPr/>
          <p:nvPr/>
        </p:nvSpPr>
        <p:spPr>
          <a:xfrm>
            <a:off x="914400" y="798195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14400" y="8096250"/>
            <a:ext cx="53340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b="1" dirty="0" spc="-3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</a:t>
            </a:r>
            <a:r>
              <a:rPr lang="en-US" sz="2475" b="1" dirty="0" spc="-5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</a:t>
            </a:r>
            <a:endParaRPr lang="en-US" sz="2475" dirty="0"/>
          </a:p>
        </p:txBody>
      </p:sp>
      <p:sp>
        <p:nvSpPr>
          <p:cNvPr id="26" name="Text 24"/>
          <p:cNvSpPr/>
          <p:nvPr/>
        </p:nvSpPr>
        <p:spPr>
          <a:xfrm>
            <a:off x="6477000" y="8096250"/>
            <a:ext cx="108585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-1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redact_secrets()</a:t>
            </a:r>
            <a:r>
              <a:rPr lang="en-US" sz="247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2475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 giống</a:t>
            </a:r>
            <a:r>
              <a:rPr lang="en-US" sz="247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7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75" dirty="0" spc="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475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475" dirty="0" spc="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7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75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75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graph.json</a:t>
            </a:r>
            <a:endParaRPr lang="en-US" sz="2475" dirty="0"/>
          </a:p>
        </p:txBody>
      </p:sp>
      <p:sp>
        <p:nvSpPr>
          <p:cNvPr id="27" name="Connector line-1793372539852-420998134"/>
          <p:cNvSpPr/>
          <p:nvPr/>
        </p:nvSpPr>
        <p:spPr>
          <a:xfrm>
            <a:off x="914400" y="939165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c447fb7f-a110-415b-9d31-8693d51b6a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6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AN</a:t>
            </a:r>
            <a:r>
              <a:rPr lang="en-US" sz="1650" spc="196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1650" spc="180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650" spc="230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1650" spc="227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r>
              <a:rPr lang="en-US" sz="1650" spc="228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3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Điều</a:t>
            </a:r>
            <a:r>
              <a:rPr lang="en-US" sz="4350" dirty="0" spc="5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gửi</a:t>
            </a:r>
            <a:r>
              <a:rPr lang="en-US" sz="4350" dirty="0" spc="-2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đi,</a:t>
            </a:r>
            <a:r>
              <a:rPr lang="en-US" sz="4350" dirty="0" spc="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điều</a:t>
            </a:r>
            <a:r>
              <a:rPr lang="en-US" sz="4350" dirty="0" spc="-6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ở</a:t>
            </a:r>
            <a:r>
              <a:rPr lang="en-US" sz="4350" dirty="0" spc="2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lại</a:t>
            </a:r>
            <a:endParaRPr lang="en-US" sz="4350" dirty="0"/>
          </a:p>
        </p:txBody>
      </p:sp>
      <p:sp>
        <p:nvSpPr>
          <p:cNvPr id="4" name="Connector line-1793372564652-585736232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64655-263037723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64658-441905457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C8431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S5</a:t>
            </a:r>
            <a:r>
              <a:rPr lang="en-US" sz="1500" dirty="0" spc="-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S9</a:t>
            </a:r>
            <a:r>
              <a:rPr lang="en-US" sz="1500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381250"/>
            <a:ext cx="8001000" cy="3238500"/>
          </a:xfrm>
          <a:prstGeom prst="roundRect">
            <a:avLst>
              <a:gd name="adj" fmla="val 4706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381250"/>
            <a:ext cx="95250" cy="323850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2533650"/>
            <a:ext cx="7334250" cy="457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 lại</a:t>
            </a:r>
            <a:r>
              <a:rPr lang="en-US" sz="2550" b="1" dirty="0" spc="-1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57300" y="3086100"/>
            <a:ext cx="7334250" cy="2438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-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(tree-sitter),</a:t>
            </a:r>
            <a:r>
              <a:rPr lang="en-US" sz="2250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250" dirty="0" spc="-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250" dirty="0" spc="-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(faster-whisper</a:t>
            </a:r>
            <a:r>
              <a:rPr lang="en-US" sz="2250" dirty="0" spc="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bộ);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telemetry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5810250"/>
            <a:ext cx="8001000" cy="3238500"/>
          </a:xfrm>
          <a:prstGeom prst="roundRect">
            <a:avLst>
              <a:gd name="adj" fmla="val 4706"/>
            </a:avLst>
          </a:prstGeom>
          <a:solidFill>
            <a:srgbClr val="E8E0CF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810250"/>
            <a:ext cx="95250" cy="323850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19" name="Text 17"/>
          <p:cNvSpPr/>
          <p:nvPr/>
        </p:nvSpPr>
        <p:spPr>
          <a:xfrm>
            <a:off x="1257300" y="5962650"/>
            <a:ext cx="7334250" cy="457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2550" b="1" dirty="0" spc="-20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b="1" dirty="0" spc="-4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257300" y="6515100"/>
            <a:ext cx="7334250" cy="2438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PDF,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250" dirty="0" spc="3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</a:t>
            </a:r>
            <a:r>
              <a:rPr lang="en-US" sz="2250" dirty="0" spc="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372600" y="2381250"/>
            <a:ext cx="8001000" cy="3238500"/>
          </a:xfrm>
          <a:prstGeom prst="roundRect">
            <a:avLst>
              <a:gd name="adj" fmla="val 4706"/>
            </a:avLst>
          </a:prstGeom>
          <a:solidFill>
            <a:srgbClr val="E8E0CF"/>
          </a:solidFill>
          <a:ln/>
        </p:spPr>
      </p:sp>
      <p:sp>
        <p:nvSpPr>
          <p:cNvPr id="22" name="Shape 20"/>
          <p:cNvSpPr/>
          <p:nvPr/>
        </p:nvSpPr>
        <p:spPr>
          <a:xfrm>
            <a:off x="9372600" y="2381250"/>
            <a:ext cx="95250" cy="3238500"/>
          </a:xfrm>
          <a:prstGeom prst="roundRect">
            <a:avLst>
              <a:gd name="adj" fmla="val 50000"/>
            </a:avLst>
          </a:prstGeom>
          <a:solidFill>
            <a:srgbClr val="C8431D"/>
          </a:solidFill>
          <a:ln/>
        </p:spPr>
      </p:sp>
      <p:sp>
        <p:nvSpPr>
          <p:cNvPr id="23" name="Text 21"/>
          <p:cNvSpPr/>
          <p:nvPr/>
        </p:nvSpPr>
        <p:spPr>
          <a:xfrm>
            <a:off x="9715500" y="2533650"/>
            <a:ext cx="7334250" cy="457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5" kern="0">
                <a:solidFill>
                  <a:srgbClr val="C8431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</a:t>
            </a:r>
            <a:r>
              <a:rPr lang="en-US" sz="2550" b="1" dirty="0" spc="-1" kern="0">
                <a:solidFill>
                  <a:srgbClr val="C8431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b="1" dirty="0" spc="-13" kern="0">
                <a:solidFill>
                  <a:srgbClr val="C8431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715500" y="3086100"/>
            <a:ext cx="7334250" cy="2438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query,</a:t>
            </a:r>
            <a:r>
              <a:rPr lang="en-US" sz="2250" dirty="0" spc="-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path,</a:t>
            </a:r>
            <a:r>
              <a:rPr lang="en-US" sz="2250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-1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~/.cache/graphify-queries.log;</a:t>
            </a:r>
            <a:r>
              <a:rPr lang="en-US" sz="2250" dirty="0" spc="-2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GRAPHIFY_QUERY_LOG_DISABLE=1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372600" y="5810250"/>
            <a:ext cx="8001000" cy="3238500"/>
          </a:xfrm>
          <a:prstGeom prst="roundRect">
            <a:avLst>
              <a:gd name="adj" fmla="val 4706"/>
            </a:avLst>
          </a:prstGeom>
          <a:solidFill>
            <a:srgbClr val="E8E0CF"/>
          </a:solidFill>
          <a:ln/>
        </p:spPr>
      </p:sp>
      <p:sp>
        <p:nvSpPr>
          <p:cNvPr id="26" name="Shape 24"/>
          <p:cNvSpPr/>
          <p:nvPr/>
        </p:nvSpPr>
        <p:spPr>
          <a:xfrm>
            <a:off x="9372600" y="5810250"/>
            <a:ext cx="95250" cy="3238500"/>
          </a:xfrm>
          <a:prstGeom prst="roundRect">
            <a:avLst>
              <a:gd name="adj" fmla="val 50000"/>
            </a:avLst>
          </a:prstGeom>
          <a:solidFill>
            <a:srgbClr val="C8431D"/>
          </a:solidFill>
          <a:ln/>
        </p:spPr>
      </p:sp>
      <p:sp>
        <p:nvSpPr>
          <p:cNvPr id="27" name="Text 25"/>
          <p:cNvSpPr/>
          <p:nvPr/>
        </p:nvSpPr>
        <p:spPr>
          <a:xfrm>
            <a:off x="9715500" y="5962650"/>
            <a:ext cx="7334250" cy="457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2" kern="0">
                <a:solidFill>
                  <a:srgbClr val="C8431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</a:t>
            </a:r>
            <a:r>
              <a:rPr lang="en-US" sz="2550" b="1" dirty="0" spc="-4" kern="0">
                <a:solidFill>
                  <a:srgbClr val="C8431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9715500" y="6515100"/>
            <a:ext cx="7334250" cy="2438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bandit</a:t>
            </a:r>
            <a:r>
              <a:rPr lang="en-US" sz="2250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pip-audit</a:t>
            </a:r>
            <a:r>
              <a:rPr lang="en-US" sz="2250" dirty="0" spc="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--strict;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1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shell=True,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88ab5ec8-516b-48ec-bc5c-a380d5ce9a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8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DỰ</a:t>
            </a:r>
            <a:r>
              <a:rPr lang="en-US" sz="1650" spc="227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r>
              <a:rPr lang="en-US" sz="1650" spc="22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 LÀM NHƯ</a:t>
            </a:r>
            <a:r>
              <a:rPr lang="en-US" sz="1650" spc="227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THẾ</a:t>
            </a:r>
            <a:r>
              <a:rPr lang="en-US" sz="1650" spc="212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3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Nhịp</a:t>
            </a: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phát</a:t>
            </a:r>
            <a:r>
              <a:rPr lang="en-US" sz="4350" dirty="0" spc="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hành</a:t>
            </a:r>
            <a:endParaRPr lang="en-US" sz="4350" dirty="0"/>
          </a:p>
        </p:txBody>
      </p:sp>
      <p:sp>
        <p:nvSpPr>
          <p:cNvPr id="4" name="Connector line-1793372564732-149440865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64734-466368054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64737-298545374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S7</a:t>
            </a:r>
            <a:r>
              <a:rPr lang="en-US" sz="1500" dirty="0" spc="-2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2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22/32</a:t>
            </a:r>
            <a:endParaRPr lang="en-US" sz="1500" dirty="0"/>
          </a:p>
        </p:txBody>
      </p:sp>
      <p:sp>
        <p:nvSpPr>
          <p:cNvPr id="13" name="Connector line-1793372564756-918911517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400300" y="5657850"/>
            <a:ext cx="304800" cy="3048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15" name="Connector line-1793372564761-791789746"/>
          <p:cNvSpPr/>
          <p:nvPr/>
        </p:nvSpPr>
        <p:spPr>
          <a:xfrm>
            <a:off x="2552700" y="5334000"/>
            <a:ext cx="0" cy="476250"/>
          </a:xfrm>
          <a:prstGeom prst="line">
            <a:avLst/>
          </a:prstGeom>
          <a:noFill/>
          <a:ln w="28575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28638" y="2762250"/>
            <a:ext cx="4048125" cy="571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-20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3/4/2026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8638" y="3390900"/>
            <a:ext cx="4048125" cy="21907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2025" dirty="0" spc="-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02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0.1.0,</a:t>
            </a:r>
            <a:r>
              <a:rPr lang="en-US" sz="202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025" dirty="0" spc="1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025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025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025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changelog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5686425" y="5657850"/>
            <a:ext cx="304800" cy="3048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19" name="Connector line-1793372564772-813957556"/>
          <p:cNvSpPr/>
          <p:nvPr/>
        </p:nvSpPr>
        <p:spPr>
          <a:xfrm flipV="1">
            <a:off x="5838825" y="5810250"/>
            <a:ext cx="0" cy="285750"/>
          </a:xfrm>
          <a:prstGeom prst="line">
            <a:avLst/>
          </a:prstGeom>
          <a:noFill/>
          <a:ln w="28575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3814763" y="6381750"/>
            <a:ext cx="4048125" cy="571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-9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23/10/2026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814763" y="7010400"/>
            <a:ext cx="4048125" cy="21907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202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0.9.95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8972550" y="5657850"/>
            <a:ext cx="304800" cy="3048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23" name="Connector line-1793372564784-198183600"/>
          <p:cNvSpPr/>
          <p:nvPr/>
        </p:nvSpPr>
        <p:spPr>
          <a:xfrm>
            <a:off x="9124950" y="5334000"/>
            <a:ext cx="0" cy="476250"/>
          </a:xfrm>
          <a:prstGeom prst="line">
            <a:avLst/>
          </a:prstGeom>
          <a:noFill/>
          <a:ln w="28575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7100888" y="2762250"/>
            <a:ext cx="4048125" cy="571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-2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25/10/2026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100888" y="3390900"/>
            <a:ext cx="4048125" cy="21907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202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0.9.96,</a:t>
            </a:r>
            <a:r>
              <a:rPr lang="en-US" sz="202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2025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 Pillow</a:t>
            </a:r>
            <a:r>
              <a:rPr lang="en-US" sz="2025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pypdf,</a:t>
            </a:r>
            <a:r>
              <a:rPr lang="en-US" sz="202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025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chục</a:t>
            </a:r>
            <a:r>
              <a:rPr lang="en-US" sz="2025" dirty="0" spc="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02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02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025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02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2258675" y="5657850"/>
            <a:ext cx="304800" cy="3048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27" name="Connector line-1793372564797-330569523"/>
          <p:cNvSpPr/>
          <p:nvPr/>
        </p:nvSpPr>
        <p:spPr>
          <a:xfrm flipV="1">
            <a:off x="12411075" y="5810250"/>
            <a:ext cx="0" cy="285750"/>
          </a:xfrm>
          <a:prstGeom prst="line">
            <a:avLst/>
          </a:prstGeom>
          <a:noFill/>
          <a:ln w="28575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10387013" y="6381750"/>
            <a:ext cx="4048125" cy="571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-14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27/10/2026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0387013" y="7010400"/>
            <a:ext cx="4048125" cy="21907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2025" dirty="0" spc="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0.9.97,</a:t>
            </a:r>
            <a:r>
              <a:rPr lang="en-US" sz="2025" dirty="0" spc="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202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2025" dirty="0" spc="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02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025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025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025" dirty="0" spc="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025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02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2025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</a:t>
            </a:r>
            <a:r>
              <a:rPr lang="en-US" sz="2025" dirty="0" spc="-1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anyio</a:t>
            </a:r>
            <a:r>
              <a:rPr lang="en-US" sz="2025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02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 hổng</a:t>
            </a:r>
            <a:r>
              <a:rPr lang="en-US" sz="202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CVSS</a:t>
            </a:r>
            <a:r>
              <a:rPr lang="en-US" sz="2025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9,3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15544800" y="5657850"/>
            <a:ext cx="304800" cy="3048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31" name="Connector line-1793372564809-811245397"/>
          <p:cNvSpPr/>
          <p:nvPr/>
        </p:nvSpPr>
        <p:spPr>
          <a:xfrm>
            <a:off x="15697200" y="5334000"/>
            <a:ext cx="0" cy="476250"/>
          </a:xfrm>
          <a:prstGeom prst="line">
            <a:avLst/>
          </a:prstGeom>
          <a:noFill/>
          <a:ln w="28575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13673138" y="2762250"/>
            <a:ext cx="4048125" cy="571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-70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400" b="1" dirty="0" spc="-10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3673138" y="3390900"/>
            <a:ext cx="4048125" cy="2190750"/>
          </a:xfrm>
          <a:prstGeom prst="rect">
            <a:avLst/>
          </a:prstGeom>
          <a:noFill/>
          <a:ln/>
        </p:spPr>
        <p:txBody>
          <a:bodyPr wrap="square" lIns="0" tIns="10914" rIns="0" bIns="-10914" rtlCol="0" anchor="t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2025" dirty="0" spc="-2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240</a:t>
            </a:r>
            <a:r>
              <a:rPr lang="en-US" sz="2025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025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025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025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025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changelog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b3f6b889-5a8f-4872-8504-6853359d4a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8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DỰ</a:t>
            </a:r>
            <a:r>
              <a:rPr lang="en-US" sz="1650" spc="227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r>
              <a:rPr lang="en-US" sz="1650" spc="226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 LÀM NHƯ</a:t>
            </a:r>
            <a:r>
              <a:rPr lang="en-US" sz="1650" spc="227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THẾ</a:t>
            </a:r>
            <a:r>
              <a:rPr lang="en-US" sz="1650" spc="212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3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CI</a:t>
            </a:r>
            <a:r>
              <a:rPr lang="en-US" sz="4350" dirty="0" spc="-3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và</a:t>
            </a:r>
            <a:r>
              <a:rPr lang="en-US" sz="4350" dirty="0" spc="-20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kỷ</a:t>
            </a:r>
            <a:r>
              <a:rPr lang="en-US" sz="4350" dirty="0" spc="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luật</a:t>
            </a:r>
            <a:r>
              <a:rPr lang="en-US" sz="4350" dirty="0" spc="0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đóng</a:t>
            </a:r>
            <a:r>
              <a:rPr lang="en-US" sz="4350" dirty="0" spc="-14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góp</a:t>
            </a:r>
            <a:endParaRPr lang="en-US" sz="4350" dirty="0"/>
          </a:p>
        </p:txBody>
      </p:sp>
      <p:sp>
        <p:nvSpPr>
          <p:cNvPr id="4" name="Connector line-1793372564824-980733745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64827-564992635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64830-985773395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C8431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S9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S6</a:t>
            </a:r>
            <a:r>
              <a:rPr lang="en-US" sz="1500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38125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60985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259080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5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skillgen-check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95400" y="323850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40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40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mảnh nguồn;</a:t>
            </a:r>
            <a:r>
              <a:rPr lang="en-US" sz="240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400" dirty="0" spc="1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0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file_type;</a:t>
            </a:r>
            <a:r>
              <a:rPr lang="en-US" sz="240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khứ</a:t>
            </a:r>
            <a:r>
              <a:rPr lang="en-US" sz="240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400" dirty="0" spc="-1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v8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72600" y="238125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E8E0CF"/>
          </a:solidFill>
          <a:ln/>
        </p:spPr>
      </p:sp>
      <p:sp>
        <p:nvSpPr>
          <p:cNvPr id="18" name="Shape 16"/>
          <p:cNvSpPr/>
          <p:nvPr/>
        </p:nvSpPr>
        <p:spPr>
          <a:xfrm>
            <a:off x="9372600" y="260985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259080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9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</a:t>
            </a:r>
            <a:r>
              <a:rPr lang="en-US" sz="2700" b="1" dirty="0" spc="-1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trận</a:t>
            </a:r>
            <a:r>
              <a:rPr lang="en-US" sz="2700" b="1" dirty="0" spc="-3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b="1" dirty="0" spc="-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753600" y="323850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pytest trên</a:t>
            </a:r>
            <a:r>
              <a:rPr lang="en-US" sz="2400" dirty="0" spc="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40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3.10,</a:t>
            </a:r>
            <a:r>
              <a:rPr lang="en-US" sz="240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3.12,</a:t>
            </a:r>
            <a:r>
              <a:rPr lang="en-US" sz="240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3.13, 3.14</a:t>
            </a:r>
            <a:r>
              <a:rPr lang="en-US" sz="2400" dirty="0" spc="-1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uv</a:t>
            </a:r>
            <a:r>
              <a:rPr lang="en-US" sz="2400" dirty="0" spc="-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--frozen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14400" y="594360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E8E0CF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617220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615315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b="1" dirty="0" spc="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b="1" dirty="0" spc="-2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700" b="1" dirty="0" spc="-3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295400" y="680085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job</a:t>
            </a:r>
            <a:r>
              <a:rPr lang="en-US" sz="2400" dirty="0" spc="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-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bun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372600" y="594360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E8E0CF"/>
          </a:solidFill>
          <a:ln/>
        </p:spPr>
      </p:sp>
      <p:sp>
        <p:nvSpPr>
          <p:cNvPr id="26" name="Shape 24"/>
          <p:cNvSpPr/>
          <p:nvPr/>
        </p:nvSpPr>
        <p:spPr>
          <a:xfrm>
            <a:off x="9372600" y="617220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27" name="Text 25"/>
          <p:cNvSpPr/>
          <p:nvPr/>
        </p:nvSpPr>
        <p:spPr>
          <a:xfrm>
            <a:off x="9753600" y="615315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4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2700" b="1" dirty="0" spc="-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700" b="1" dirty="0" spc="-8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9753600" y="680085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40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40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40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00" dirty="0" spc="1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 cũ;</a:t>
            </a:r>
            <a:r>
              <a:rPr lang="en-US" sz="240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</a:t>
            </a:r>
            <a:r>
              <a:rPr lang="en-US" sz="240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nhỏ; không</a:t>
            </a:r>
            <a:r>
              <a:rPr lang="en-US" sz="2400" dirty="0" spc="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-1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400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9afcecc6-4b3d-410c-895f-19bc06160b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18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GIẤY</a:t>
            </a:r>
            <a:r>
              <a:rPr lang="en-US" sz="1650" spc="22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PHÉP, THƯƠNG HIỆU</a:t>
            </a:r>
            <a:r>
              <a:rPr lang="en-US" sz="1650" spc="180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650" spc="215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SẢN</a:t>
            </a:r>
            <a:r>
              <a:rPr lang="en-US" sz="1650" spc="225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PHẨM</a:t>
            </a:r>
            <a:r>
              <a:rPr lang="en-US" sz="1650" spc="22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650" spc="227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TIỀN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3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Giấy</a:t>
            </a:r>
            <a:r>
              <a:rPr lang="en-US" sz="4350" dirty="0" spc="-6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phép,</a:t>
            </a: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nhãn</a:t>
            </a:r>
            <a:r>
              <a:rPr lang="en-US" sz="4350" dirty="0" spc="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hiệu</a:t>
            </a:r>
            <a:r>
              <a:rPr lang="en-US" sz="4350" dirty="0" spc="-3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và</a:t>
            </a:r>
            <a:r>
              <a:rPr lang="en-US" sz="4350" dirty="0" spc="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Cloud</a:t>
            </a:r>
            <a:endParaRPr lang="en-US" sz="4350" dirty="0"/>
          </a:p>
        </p:txBody>
      </p:sp>
      <p:sp>
        <p:nvSpPr>
          <p:cNvPr id="4" name="Connector line-1793372564898-382904845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64901-592928483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64904-881845721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S8</a:t>
            </a:r>
            <a:r>
              <a:rPr lang="en-US" sz="1500" dirty="0" spc="-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9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381250"/>
            <a:ext cx="8001000" cy="3238500"/>
          </a:xfrm>
          <a:prstGeom prst="roundRect">
            <a:avLst>
              <a:gd name="adj" fmla="val 4706"/>
            </a:avLst>
          </a:prstGeom>
          <a:solidFill>
            <a:srgbClr val="1B24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381250"/>
            <a:ext cx="95250" cy="3238500"/>
          </a:xfrm>
          <a:prstGeom prst="roundRect">
            <a:avLst>
              <a:gd name="adj" fmla="val 50000"/>
            </a:avLst>
          </a:prstGeom>
          <a:solidFill>
            <a:srgbClr val="5FD1C4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2533650"/>
            <a:ext cx="7334250" cy="457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6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550" b="1" dirty="0" spc="-8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57300" y="3086100"/>
            <a:ext cx="7334250" cy="2438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Apache-2.0;</a:t>
            </a:r>
            <a:r>
              <a:rPr lang="en-US" sz="225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250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250" dirty="0" spc="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25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MIT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5810250"/>
            <a:ext cx="8001000" cy="3238500"/>
          </a:xfrm>
          <a:prstGeom prst="roundRect">
            <a:avLst>
              <a:gd name="adj" fmla="val 4706"/>
            </a:avLst>
          </a:prstGeom>
          <a:solidFill>
            <a:srgbClr val="1B24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810250"/>
            <a:ext cx="95250" cy="3238500"/>
          </a:xfrm>
          <a:prstGeom prst="roundRect">
            <a:avLst>
              <a:gd name="adj" fmla="val 50000"/>
            </a:avLst>
          </a:prstGeom>
          <a:solidFill>
            <a:srgbClr val="5FD1C4"/>
          </a:solidFill>
          <a:ln/>
        </p:spPr>
      </p:sp>
      <p:sp>
        <p:nvSpPr>
          <p:cNvPr id="19" name="Text 17"/>
          <p:cNvSpPr/>
          <p:nvPr/>
        </p:nvSpPr>
        <p:spPr>
          <a:xfrm>
            <a:off x="1257300" y="5962650"/>
            <a:ext cx="7334250" cy="457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2550" b="1" dirty="0" spc="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257300" y="6515100"/>
            <a:ext cx="7334250" cy="2438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25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250" dirty="0" spc="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</a:t>
            </a:r>
            <a:r>
              <a:rPr lang="en-US" sz="2250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1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ghi</a:t>
            </a:r>
            <a:r>
              <a:rPr lang="en-US" sz="2250" dirty="0" spc="-2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2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250" dirty="0" spc="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372600" y="2381250"/>
            <a:ext cx="8001000" cy="3238500"/>
          </a:xfrm>
          <a:prstGeom prst="roundRect">
            <a:avLst>
              <a:gd name="adj" fmla="val 4706"/>
            </a:avLst>
          </a:prstGeom>
          <a:solidFill>
            <a:srgbClr val="1B242E"/>
          </a:solidFill>
          <a:ln/>
        </p:spPr>
      </p:sp>
      <p:sp>
        <p:nvSpPr>
          <p:cNvPr id="22" name="Shape 20"/>
          <p:cNvSpPr/>
          <p:nvPr/>
        </p:nvSpPr>
        <p:spPr>
          <a:xfrm>
            <a:off x="9372600" y="2381250"/>
            <a:ext cx="95250" cy="3238500"/>
          </a:xfrm>
          <a:prstGeom prst="roundRect">
            <a:avLst>
              <a:gd name="adj" fmla="val 50000"/>
            </a:avLst>
          </a:prstGeom>
          <a:solidFill>
            <a:srgbClr val="FF7A4D"/>
          </a:solidFill>
          <a:ln/>
        </p:spPr>
      </p:sp>
      <p:sp>
        <p:nvSpPr>
          <p:cNvPr id="23" name="Text 21"/>
          <p:cNvSpPr/>
          <p:nvPr/>
        </p:nvSpPr>
        <p:spPr>
          <a:xfrm>
            <a:off x="9715500" y="2533650"/>
            <a:ext cx="7334250" cy="457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" kern="0">
                <a:solidFill>
                  <a:srgbClr val="FF7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Cloud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715500" y="3086100"/>
            <a:ext cx="7334250" cy="2438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2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225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25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250" dirty="0" spc="-1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22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-1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repo,</a:t>
            </a:r>
            <a:r>
              <a:rPr lang="en-US" sz="225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25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250" dirty="0" spc="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-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Sentry</a:t>
            </a:r>
            <a:r>
              <a:rPr lang="en-US" sz="2250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Jira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372600" y="5810250"/>
            <a:ext cx="8001000" cy="3238500"/>
          </a:xfrm>
          <a:prstGeom prst="roundRect">
            <a:avLst>
              <a:gd name="adj" fmla="val 4706"/>
            </a:avLst>
          </a:prstGeom>
          <a:solidFill>
            <a:srgbClr val="1B242E"/>
          </a:solidFill>
          <a:ln/>
        </p:spPr>
      </p:sp>
      <p:sp>
        <p:nvSpPr>
          <p:cNvPr id="26" name="Shape 24"/>
          <p:cNvSpPr/>
          <p:nvPr/>
        </p:nvSpPr>
        <p:spPr>
          <a:xfrm>
            <a:off x="9372600" y="5810250"/>
            <a:ext cx="95250" cy="3238500"/>
          </a:xfrm>
          <a:prstGeom prst="roundRect">
            <a:avLst>
              <a:gd name="adj" fmla="val 50000"/>
            </a:avLst>
          </a:prstGeom>
          <a:solidFill>
            <a:srgbClr val="FF7A4D"/>
          </a:solidFill>
          <a:ln/>
        </p:spPr>
      </p:sp>
      <p:sp>
        <p:nvSpPr>
          <p:cNvPr id="27" name="Text 25"/>
          <p:cNvSpPr/>
          <p:nvPr/>
        </p:nvSpPr>
        <p:spPr>
          <a:xfrm>
            <a:off x="9715500" y="5962650"/>
            <a:ext cx="7334250" cy="457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FF7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Quảng</a:t>
            </a:r>
            <a:r>
              <a:rPr lang="en-US" sz="2550" b="1" dirty="0" spc="2" kern="0">
                <a:solidFill>
                  <a:srgbClr val="FF7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9715500" y="6515100"/>
            <a:ext cx="7334250" cy="2438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25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mời</a:t>
            </a:r>
            <a:r>
              <a:rPr lang="en-US" sz="2250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14</a:t>
            </a:r>
            <a:r>
              <a:rPr lang="en-US" sz="2250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README,</a:t>
            </a:r>
            <a:r>
              <a:rPr lang="en-US" sz="225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2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chú,</a:t>
            </a:r>
            <a:r>
              <a:rPr lang="en-US" sz="225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250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mẹo</a:t>
            </a:r>
            <a:r>
              <a:rPr lang="en-US" sz="2250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250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d2d3e1ab-db81-4549-aaad-f95654a139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5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PHẢN</a:t>
            </a:r>
            <a:r>
              <a:rPr lang="en-US" sz="1650" spc="227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4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Giảm</a:t>
            </a:r>
            <a:r>
              <a:rPr lang="en-US" sz="4350" dirty="0" spc="-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80%</a:t>
            </a:r>
            <a:r>
              <a:rPr lang="en-US" sz="4350" dirty="0" spc="-23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token:</a:t>
            </a:r>
            <a:r>
              <a:rPr lang="en-US" sz="4350" dirty="0" spc="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bằng</a:t>
            </a: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chứng</a:t>
            </a:r>
            <a:r>
              <a:rPr lang="en-US" sz="4350" dirty="0" spc="-3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ở</a:t>
            </a:r>
            <a:r>
              <a:rPr lang="en-US" sz="4350" dirty="0" spc="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đâu</a:t>
            </a:r>
            <a:endParaRPr lang="en-US" sz="4350" dirty="0"/>
          </a:p>
        </p:txBody>
      </p:sp>
      <p:sp>
        <p:nvSpPr>
          <p:cNvPr id="4" name="Connector line-1793372564975-653902696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64977-802022258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64980-565474865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1500" dirty="0" spc="-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S4</a:t>
            </a:r>
            <a:r>
              <a:rPr lang="en-US" sz="1500" dirty="0" spc="-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381250"/>
            <a:ext cx="5334000" cy="2019300"/>
          </a:xfrm>
          <a:prstGeom prst="roundRect">
            <a:avLst>
              <a:gd name="adj" fmla="val 7547"/>
            </a:avLst>
          </a:prstGeom>
          <a:solidFill>
            <a:srgbClr val="1B24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381250"/>
            <a:ext cx="95250" cy="2019300"/>
          </a:xfrm>
          <a:prstGeom prst="roundRect">
            <a:avLst>
              <a:gd name="adj" fmla="val 50000"/>
            </a:avLst>
          </a:prstGeom>
          <a:solidFill>
            <a:srgbClr val="5FD1C4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" y="25146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2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1950" b="1" dirty="0" spc="6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38250" y="2933700"/>
            <a:ext cx="4762500" cy="14097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README, 3</a:t>
            </a:r>
            <a:r>
              <a:rPr lang="en-US" sz="195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1950" dirty="0" spc="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1950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195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dirty="0" spc="-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</a:t>
            </a:r>
            <a:r>
              <a:rPr lang="en-US" sz="19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4629150"/>
            <a:ext cx="5334000" cy="2019300"/>
          </a:xfrm>
          <a:prstGeom prst="roundRect">
            <a:avLst>
              <a:gd name="adj" fmla="val 7547"/>
            </a:avLst>
          </a:prstGeom>
          <a:solidFill>
            <a:srgbClr val="1B24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4629150"/>
            <a:ext cx="95250" cy="2019300"/>
          </a:xfrm>
          <a:prstGeom prst="roundRect">
            <a:avLst>
              <a:gd name="adj" fmla="val 50000"/>
            </a:avLst>
          </a:prstGeom>
          <a:solidFill>
            <a:srgbClr val="5FD1C4"/>
          </a:solidFill>
          <a:ln/>
        </p:spPr>
      </p:sp>
      <p:sp>
        <p:nvSpPr>
          <p:cNvPr id="19" name="Text 17"/>
          <p:cNvSpPr/>
          <p:nvPr/>
        </p:nvSpPr>
        <p:spPr>
          <a:xfrm>
            <a:off x="1238250" y="4762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 gì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38250" y="5181600"/>
            <a:ext cx="4762500" cy="14097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950" dirty="0" spc="1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BENCHMARKS</a:t>
            </a:r>
            <a:r>
              <a:rPr lang="en-US" sz="1950" dirty="0" spc="-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dirty="0" spc="-1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how-it-works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" y="6877050"/>
            <a:ext cx="5334000" cy="2019300"/>
          </a:xfrm>
          <a:prstGeom prst="roundRect">
            <a:avLst>
              <a:gd name="adj" fmla="val 7547"/>
            </a:avLst>
          </a:prstGeom>
          <a:solidFill>
            <a:srgbClr val="1B242E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6877050"/>
            <a:ext cx="95250" cy="2019300"/>
          </a:xfrm>
          <a:prstGeom prst="roundRect">
            <a:avLst>
              <a:gd name="adj" fmla="val 50000"/>
            </a:avLst>
          </a:prstGeom>
          <a:solidFill>
            <a:srgbClr val="5FD1C4"/>
          </a:solidFill>
          <a:ln/>
        </p:spPr>
      </p:sp>
      <p:sp>
        <p:nvSpPr>
          <p:cNvPr id="23" name="Text 21"/>
          <p:cNvSpPr/>
          <p:nvPr/>
        </p:nvSpPr>
        <p:spPr>
          <a:xfrm>
            <a:off x="1238250" y="70104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4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950" b="1" dirty="0" spc="2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b="1" dirty="0" spc="-1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38250" y="7429500"/>
            <a:ext cx="4762500" cy="14097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71,5</a:t>
            </a:r>
            <a:r>
              <a:rPr lang="en-US" sz="19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-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52</a:t>
            </a:r>
            <a:r>
              <a:rPr lang="en-US" sz="1950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tệp,</a:t>
            </a:r>
            <a:r>
              <a:rPr lang="en-US" sz="19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 1</a:t>
            </a:r>
            <a:r>
              <a:rPr lang="en-US" sz="195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-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6858000" y="2381250"/>
            <a:ext cx="10515600" cy="666750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indent="0" marL="0">
              <a:lnSpc>
                <a:spcPts val="3915"/>
              </a:lnSpc>
              <a:buNone/>
            </a:pP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r>
              <a:rPr lang="en-US" sz="2700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915"/>
              </a:lnSpc>
              <a:buNone/>
            </a:pPr>
            <a:r>
              <a:rPr lang="en-US" sz="2700" b="1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700" b="1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80%</a:t>
            </a:r>
            <a:r>
              <a:rPr lang="en-US" sz="2700" b="1" dirty="0" spc="-2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pPr algn="l" indent="0" marL="0">
              <a:lnSpc>
                <a:spcPts val="3915"/>
              </a:lnSpc>
              <a:buNone/>
            </a:pPr>
            <a:r>
              <a:rPr lang="en-US" sz="2700" dirty="0" spc="-1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700" dirty="0" spc="-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-2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README: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trang,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700" dirty="0" spc="-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mẹo</a:t>
            </a:r>
            <a:r>
              <a:rPr lang="en-US" sz="2700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Cloud,</a:t>
            </a:r>
            <a:r>
              <a:rPr lang="en-US" sz="2700" dirty="0" spc="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700" dirty="0" spc="-2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700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 [S1].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80%</a:t>
            </a:r>
            <a:r>
              <a:rPr lang="en-US" sz="2700" dirty="0" spc="-2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BENCHMARKS</a:t>
            </a:r>
            <a:r>
              <a:rPr lang="en-US" sz="2700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how-it-works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700" dirty="0" spc="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(người</a:t>
            </a:r>
            <a:r>
              <a:rPr lang="en-US" sz="2700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dirty="0" spc="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đếm)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27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[S4].</a:t>
            </a:r>
            <a:endParaRPr lang="en-US" sz="2700" dirty="0"/>
          </a:p>
          <a:p>
            <a:pPr algn="l" indent="0" marL="0">
              <a:lnSpc>
                <a:spcPts val="3915"/>
              </a:lnSpc>
              <a:buNone/>
            </a:pP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2700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915"/>
              </a:lnSpc>
              <a:buNone/>
            </a:pPr>
            <a:r>
              <a:rPr lang="en-US" sz="2700" b="1" dirty="0" spc="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71,5</a:t>
            </a:r>
            <a:r>
              <a:rPr lang="en-US" sz="2700" b="1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pPr algn="l" indent="0" marL="0">
              <a:lnSpc>
                <a:spcPts val="3915"/>
              </a:lnSpc>
              <a:buNone/>
            </a:pPr>
            <a:r>
              <a:rPr lang="en-US" sz="2700" dirty="0" spc="-2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700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52</a:t>
            </a:r>
            <a:r>
              <a:rPr lang="en-US" sz="270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tệp,</a:t>
            </a:r>
            <a:r>
              <a:rPr lang="en-US" sz="2700" dirty="0" spc="-1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lợi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700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kho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7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[S4].</a:t>
            </a:r>
            <a:r>
              <a:rPr lang="en-US" sz="27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Đọc:</a:t>
            </a:r>
            <a:r>
              <a:rPr lang="en-US" sz="27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700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700" dirty="0" spc="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 quy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mô; 80%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tuyên</a:t>
            </a:r>
            <a:r>
              <a:rPr lang="en-US" sz="2700" dirty="0" spc="-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7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 thị</a:t>
            </a:r>
            <a:r>
              <a:rPr lang="en-US" sz="2700" dirty="0" spc="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700" dirty="0" spc="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đỡ.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61939f6-5b6a-4df4-af7e-890e330af2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5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PHẢN</a:t>
            </a:r>
            <a:r>
              <a:rPr lang="en-US" sz="1650" spc="227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Số đo</a:t>
            </a:r>
            <a:r>
              <a:rPr lang="en-US" sz="4350" dirty="0" spc="-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nhỏ,</a:t>
            </a:r>
            <a:r>
              <a:rPr lang="en-US" sz="4350" dirty="0" spc="0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người đo</a:t>
            </a:r>
            <a:r>
              <a:rPr lang="en-US" sz="4350" dirty="0" spc="2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là</a:t>
            </a:r>
            <a:r>
              <a:rPr lang="en-US" sz="4350" dirty="0" spc="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chính</a:t>
            </a:r>
            <a:r>
              <a:rPr lang="en-US" sz="4350" dirty="0" spc="-2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dự</a:t>
            </a:r>
            <a:r>
              <a:rPr lang="en-US" sz="4350" dirty="0" spc="0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án</a:t>
            </a:r>
            <a:endParaRPr lang="en-US" sz="4350" dirty="0"/>
          </a:p>
        </p:txBody>
      </p:sp>
      <p:sp>
        <p:nvSpPr>
          <p:cNvPr id="4" name="Connector line-1793372590155-872248134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90159-611374366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90162-425646325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C8431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1500" dirty="0" spc="-3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457450"/>
            <a:ext cx="53340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b="1" dirty="0" spc="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6477000" y="2457450"/>
            <a:ext cx="108585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475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ERPNext,</a:t>
            </a:r>
            <a:r>
              <a:rPr lang="en-US" sz="2475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75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LongMemEval-S,</a:t>
            </a:r>
            <a:r>
              <a:rPr lang="en-US" sz="2475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2475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475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75" dirty="0" spc="-2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475" dirty="0" spc="-2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75" dirty="0" spc="-2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FastAPI</a:t>
            </a:r>
            <a:endParaRPr lang="en-US" sz="2475" dirty="0"/>
          </a:p>
        </p:txBody>
      </p:sp>
      <p:sp>
        <p:nvSpPr>
          <p:cNvPr id="15" name="Connector line-1793372590193-882325112"/>
          <p:cNvSpPr/>
          <p:nvPr/>
        </p:nvSpPr>
        <p:spPr>
          <a:xfrm>
            <a:off x="914400" y="3752850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14400" y="3867150"/>
            <a:ext cx="53340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b="1" dirty="0" spc="-4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Harness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6477000" y="3867150"/>
            <a:ext cx="108585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2475" dirty="0" spc="-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Graphify;</a:t>
            </a:r>
            <a:r>
              <a:rPr lang="en-US" sz="2475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mem0</a:t>
            </a:r>
            <a:r>
              <a:rPr lang="en-US" sz="2475" dirty="0" spc="-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supermemory</a:t>
            </a:r>
            <a:r>
              <a:rPr lang="en-US" sz="2475" dirty="0" spc="-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75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adapter</a:t>
            </a:r>
            <a:r>
              <a:rPr lang="en-US" sz="2475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75" dirty="0" spc="-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endParaRPr lang="en-US" sz="2475" dirty="0"/>
          </a:p>
        </p:txBody>
      </p:sp>
      <p:sp>
        <p:nvSpPr>
          <p:cNvPr id="18" name="Connector line-1793372590203-333880782"/>
          <p:cNvSpPr/>
          <p:nvPr/>
        </p:nvSpPr>
        <p:spPr>
          <a:xfrm>
            <a:off x="914400" y="5162550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14400" y="5276850"/>
            <a:ext cx="53340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b="1" dirty="0" spc="-18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LOCOMO</a:t>
            </a:r>
            <a:r>
              <a:rPr lang="en-US" sz="2475" b="1" dirty="0" spc="-3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QA</a:t>
            </a:r>
            <a:endParaRPr lang="en-US" sz="2475" dirty="0"/>
          </a:p>
        </p:txBody>
      </p:sp>
      <p:sp>
        <p:nvSpPr>
          <p:cNvPr id="20" name="Text 18"/>
          <p:cNvSpPr/>
          <p:nvPr/>
        </p:nvSpPr>
        <p:spPr>
          <a:xfrm>
            <a:off x="6477000" y="5276850"/>
            <a:ext cx="108585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supermemory</a:t>
            </a:r>
            <a:r>
              <a:rPr lang="en-US" sz="247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47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75" dirty="0" spc="-2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(49,7%</a:t>
            </a:r>
            <a:r>
              <a:rPr lang="en-US" sz="2475" dirty="0" spc="-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75" dirty="0" spc="-1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75" dirty="0" spc="-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45,3%);</a:t>
            </a:r>
            <a:r>
              <a:rPr lang="en-US" sz="2475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47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7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endParaRPr lang="en-US" sz="2475" dirty="0"/>
          </a:p>
        </p:txBody>
      </p:sp>
      <p:sp>
        <p:nvSpPr>
          <p:cNvPr id="21" name="Connector line-1793372590214-644065636"/>
          <p:cNvSpPr/>
          <p:nvPr/>
        </p:nvSpPr>
        <p:spPr>
          <a:xfrm>
            <a:off x="914400" y="6572250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14400" y="6686550"/>
            <a:ext cx="53340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b="1" dirty="0" spc="39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475" b="1" dirty="0" spc="-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75" b="1" dirty="0" spc="-1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recall</a:t>
            </a:r>
            <a:endParaRPr lang="en-US" sz="2475" dirty="0"/>
          </a:p>
        </p:txBody>
      </p:sp>
      <p:sp>
        <p:nvSpPr>
          <p:cNvPr id="23" name="Text 21"/>
          <p:cNvSpPr/>
          <p:nvPr/>
        </p:nvSpPr>
        <p:spPr>
          <a:xfrm>
            <a:off x="6477000" y="6686550"/>
            <a:ext cx="108585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-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recall</a:t>
            </a:r>
            <a:r>
              <a:rPr lang="en-US" sz="247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supermemory</a:t>
            </a:r>
            <a:r>
              <a:rPr lang="en-US" sz="2475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nhiễu</a:t>
            </a:r>
            <a:r>
              <a:rPr lang="en-US" sz="247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75" dirty="0" spc="-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embedder</a:t>
            </a:r>
            <a:r>
              <a:rPr lang="en-US" sz="247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2475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47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 thích</a:t>
            </a:r>
            <a:endParaRPr lang="en-US" sz="2475" dirty="0"/>
          </a:p>
        </p:txBody>
      </p:sp>
      <p:sp>
        <p:nvSpPr>
          <p:cNvPr id="24" name="Connector line-1793372590226-944499587"/>
          <p:cNvSpPr/>
          <p:nvPr/>
        </p:nvSpPr>
        <p:spPr>
          <a:xfrm>
            <a:off x="914400" y="7981950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14400" y="8096250"/>
            <a:ext cx="53340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b="1" dirty="0" spc="-45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475" b="1" dirty="0" spc="3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475" dirty="0"/>
          </a:p>
        </p:txBody>
      </p:sp>
      <p:sp>
        <p:nvSpPr>
          <p:cNvPr id="26" name="Text 24"/>
          <p:cNvSpPr/>
          <p:nvPr/>
        </p:nvSpPr>
        <p:spPr>
          <a:xfrm>
            <a:off x="6477000" y="8096250"/>
            <a:ext cx="10858500" cy="12573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2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47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475" dirty="0" spc="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thực,</a:t>
            </a:r>
            <a:r>
              <a:rPr lang="en-US" sz="2475" dirty="0" spc="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75" dirty="0" spc="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2475" dirty="0"/>
          </a:p>
        </p:txBody>
      </p:sp>
      <p:sp>
        <p:nvSpPr>
          <p:cNvPr id="27" name="Connector line-1793372590238-886992560"/>
          <p:cNvSpPr/>
          <p:nvPr/>
        </p:nvSpPr>
        <p:spPr>
          <a:xfrm>
            <a:off x="914400" y="9391650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00f59b57-b405-4962-9d74-8664bfac71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5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PHẢN</a:t>
            </a:r>
            <a:r>
              <a:rPr lang="en-US" sz="1650" spc="227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85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Tài</a:t>
            </a:r>
            <a:r>
              <a:rPr lang="en-US" sz="4350" dirty="0" spc="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liệu</a:t>
            </a:r>
            <a:r>
              <a:rPr lang="en-US" sz="4350" dirty="0" spc="-3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tự</a:t>
            </a:r>
            <a:r>
              <a:rPr lang="en-US" sz="4350" dirty="0" spc="2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mâu</a:t>
            </a: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thuẫn</a:t>
            </a:r>
            <a:endParaRPr lang="en-US" sz="4350" dirty="0"/>
          </a:p>
        </p:txBody>
      </p:sp>
      <p:sp>
        <p:nvSpPr>
          <p:cNvPr id="4" name="Connector line-1793372590250-540407216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90253-480775424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90257-367784343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1500" dirty="0" spc="-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S4</a:t>
            </a:r>
            <a:r>
              <a:rPr lang="en-US" sz="1500" dirty="0" spc="-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2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38125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1B24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60985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5FD1C4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259080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2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700" b="1" dirty="0" spc="-4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95400" y="323850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40,</a:t>
            </a:r>
            <a:r>
              <a:rPr lang="en-US" sz="2400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how-it-works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72600" y="238125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1B24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372600" y="260985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5FD1C4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259080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7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753600" y="323850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BENCHMARKS</a:t>
            </a:r>
            <a:r>
              <a:rPr lang="en-US" sz="24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400" dirty="0" spc="-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5/7/2026</a:t>
            </a:r>
            <a:r>
              <a:rPr lang="en-US" sz="2400" dirty="0" spc="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400" dirty="0" spc="-1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5/10/2026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14400" y="594360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1B242E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617220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5FD1C4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615315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4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700" b="1" dirty="0" spc="-2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295400" y="680085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how-it-works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400" dirty="0" spc="-1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subagents,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 nói</a:t>
            </a:r>
            <a:r>
              <a:rPr lang="en-US" sz="2400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2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 API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372600" y="5943600"/>
            <a:ext cx="8001000" cy="3143250"/>
          </a:xfrm>
          <a:prstGeom prst="roundRect">
            <a:avLst>
              <a:gd name="adj" fmla="val 5455"/>
            </a:avLst>
          </a:prstGeom>
          <a:solidFill>
            <a:srgbClr val="1B242E"/>
          </a:solidFill>
          <a:ln/>
        </p:spPr>
      </p:sp>
      <p:sp>
        <p:nvSpPr>
          <p:cNvPr id="26" name="Shape 24"/>
          <p:cNvSpPr/>
          <p:nvPr/>
        </p:nvSpPr>
        <p:spPr>
          <a:xfrm>
            <a:off x="9372600" y="6172200"/>
            <a:ext cx="76200" cy="2686050"/>
          </a:xfrm>
          <a:prstGeom prst="roundRect">
            <a:avLst>
              <a:gd name="adj" fmla="val 50000"/>
            </a:avLst>
          </a:prstGeom>
          <a:solidFill>
            <a:srgbClr val="5FD1C4"/>
          </a:solidFill>
          <a:ln/>
        </p:spPr>
      </p:sp>
      <p:sp>
        <p:nvSpPr>
          <p:cNvPr id="27" name="Text 25"/>
          <p:cNvSpPr/>
          <p:nvPr/>
        </p:nvSpPr>
        <p:spPr>
          <a:xfrm>
            <a:off x="9753600" y="6153150"/>
            <a:ext cx="7239000" cy="4953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4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700" b="1" dirty="0" spc="0" kern="0">
                <a:solidFill>
                  <a:srgbClr val="5FD1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9753600" y="6800850"/>
            <a:ext cx="7334250" cy="21526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</a:t>
            </a:r>
            <a:r>
              <a:rPr lang="en-US" sz="2400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00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đúng;</a:t>
            </a: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400" dirty="0" spc="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CHANGELOG</a:t>
            </a:r>
            <a:r>
              <a:rPr lang="en-US" sz="2400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-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50e0505a-95fa-4547-828e-7a36a854fd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5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ĐIỂM YẾU</a:t>
            </a:r>
            <a:r>
              <a:rPr lang="en-US" sz="1650" spc="180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650" spc="227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650" spc="228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1650" spc="227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1650" spc="226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3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Điểm</a:t>
            </a:r>
            <a:r>
              <a:rPr lang="en-US" sz="4350" dirty="0" spc="-28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yếu</a:t>
            </a:r>
            <a:r>
              <a:rPr lang="en-US" sz="4350" dirty="0" spc="-30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và</a:t>
            </a:r>
            <a:r>
              <a:rPr lang="en-US" sz="4350" dirty="0" spc="0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rủi</a:t>
            </a:r>
            <a:r>
              <a:rPr lang="en-US" sz="4350" dirty="0" spc="-20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ro</a:t>
            </a:r>
            <a:endParaRPr lang="en-US" sz="4350" dirty="0"/>
          </a:p>
        </p:txBody>
      </p:sp>
      <p:sp>
        <p:nvSpPr>
          <p:cNvPr id="4" name="Connector line-1793372590335-725879671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90338-471081320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90342-495679110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C8431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1500" dirty="0" spc="-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S5</a:t>
            </a:r>
            <a:r>
              <a:rPr lang="en-US" sz="1500" dirty="0" spc="-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S7</a:t>
            </a:r>
            <a:r>
              <a:rPr lang="en-US" sz="1500" dirty="0" spc="-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457450"/>
            <a:ext cx="53340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1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250" b="1" dirty="0" spc="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477000" y="2457450"/>
            <a:ext cx="108585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SECURITY.md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250" dirty="0" spc="-2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250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latest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0.9.x;</a:t>
            </a: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graphifyy</a:t>
            </a:r>
            <a:endParaRPr lang="en-US" sz="2250" dirty="0"/>
          </a:p>
        </p:txBody>
      </p:sp>
      <p:sp>
        <p:nvSpPr>
          <p:cNvPr id="15" name="Connector line-1793372590372-973778155"/>
          <p:cNvSpPr/>
          <p:nvPr/>
        </p:nvSpPr>
        <p:spPr>
          <a:xfrm>
            <a:off x="914400" y="3514725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14400" y="3629025"/>
            <a:ext cx="53340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4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Cạnh</a:t>
            </a:r>
            <a:r>
              <a:rPr lang="en-US" sz="2250" b="1" dirty="0" spc="0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INFERRED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477000" y="3629025"/>
            <a:ext cx="108585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nhiễu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250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250" dirty="0"/>
          </a:p>
        </p:txBody>
      </p:sp>
      <p:sp>
        <p:nvSpPr>
          <p:cNvPr id="18" name="Connector line-1793372590382-541034479"/>
          <p:cNvSpPr/>
          <p:nvPr/>
        </p:nvSpPr>
        <p:spPr>
          <a:xfrm>
            <a:off x="914400" y="4686300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14400" y="4800600"/>
            <a:ext cx="53340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8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Hook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477000" y="4800600"/>
            <a:ext cx="108585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250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-1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250" dirty="0" spc="-1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agent;</a:t>
            </a:r>
            <a:r>
              <a:rPr lang="en-US" sz="2250" dirty="0" spc="2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250" dirty="0" spc="-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injection</a:t>
            </a:r>
            <a:r>
              <a:rPr lang="en-US" sz="2250" dirty="0" spc="-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1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250" dirty="0"/>
          </a:p>
        </p:txBody>
      </p:sp>
      <p:sp>
        <p:nvSpPr>
          <p:cNvPr id="21" name="Connector line-1793372590392-146067360"/>
          <p:cNvSpPr/>
          <p:nvPr/>
        </p:nvSpPr>
        <p:spPr>
          <a:xfrm>
            <a:off x="914400" y="5857875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14400" y="5972175"/>
            <a:ext cx="53340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</a:t>
            </a:r>
            <a:r>
              <a:rPr lang="en-US" sz="2250" b="1" dirty="0" spc="-7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250" b="1" dirty="0" spc="3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477000" y="5972175"/>
            <a:ext cx="108585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250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250" dirty="0" spc="2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chung;</a:t>
            </a:r>
            <a:r>
              <a:rPr lang="en-US" sz="2250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250" dirty="0"/>
          </a:p>
        </p:txBody>
      </p:sp>
      <p:sp>
        <p:nvSpPr>
          <p:cNvPr id="24" name="Connector line-1793372590404-463857875"/>
          <p:cNvSpPr/>
          <p:nvPr/>
        </p:nvSpPr>
        <p:spPr>
          <a:xfrm>
            <a:off x="914400" y="7029450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14400" y="7143750"/>
            <a:ext cx="53340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250" b="1" dirty="0" spc="-15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250" b="1" dirty="0" spc="0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6477000" y="7143750"/>
            <a:ext cx="108585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lợi;</a:t>
            </a:r>
            <a:r>
              <a:rPr lang="en-US" sz="2250" dirty="0" spc="-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PDF</a:t>
            </a:r>
            <a:r>
              <a:rPr lang="en-US" sz="2250" dirty="0" spc="3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hình</a:t>
            </a:r>
            <a:endParaRPr lang="en-US" sz="2250" dirty="0"/>
          </a:p>
        </p:txBody>
      </p:sp>
      <p:sp>
        <p:nvSpPr>
          <p:cNvPr id="27" name="Connector line-1793372590415-878809494"/>
          <p:cNvSpPr/>
          <p:nvPr/>
        </p:nvSpPr>
        <p:spPr>
          <a:xfrm>
            <a:off x="914400" y="8201025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914400" y="8315325"/>
            <a:ext cx="53340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4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2250" b="1" dirty="0" spc="3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250" b="1" dirty="0" spc="15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tươi</a:t>
            </a:r>
            <a:r>
              <a:rPr lang="en-US" sz="2250" b="1" dirty="0" spc="-12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2250" b="1" dirty="0" spc="-11" kern="0">
                <a:solidFill>
                  <a:srgbClr val="0B6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6477000" y="8315325"/>
            <a:ext cx="10858500" cy="1019175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2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bán,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2250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2250" dirty="0"/>
          </a:p>
        </p:txBody>
      </p:sp>
      <p:sp>
        <p:nvSpPr>
          <p:cNvPr id="30" name="Connector line-1793372590429-695626760"/>
          <p:cNvSpPr/>
          <p:nvPr/>
        </p:nvSpPr>
        <p:spPr>
          <a:xfrm>
            <a:off x="914400" y="9372600"/>
            <a:ext cx="16459200" cy="0"/>
          </a:xfrm>
          <a:prstGeom prst="line">
            <a:avLst/>
          </a:prstGeom>
          <a:noFill/>
          <a:ln w="19050">
            <a:solidFill>
              <a:srgbClr val="CBBFA6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a0933312-a10a-4604-a92c-6640a9162d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191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</a:t>
            </a:r>
            <a:r>
              <a:rPr lang="en-US" sz="1650" spc="225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1650" spc="219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1650" spc="204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650" spc="22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BUỔI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2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Cách học</a:t>
            </a:r>
            <a:r>
              <a:rPr lang="en-US" sz="4350" dirty="0" spc="-1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trong</a:t>
            </a: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một</a:t>
            </a:r>
            <a:r>
              <a:rPr lang="en-US" sz="4350" dirty="0" spc="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buổi</a:t>
            </a:r>
            <a:endParaRPr lang="en-US" sz="4350" dirty="0"/>
          </a:p>
        </p:txBody>
      </p:sp>
      <p:sp>
        <p:nvSpPr>
          <p:cNvPr id="4" name="Connector line-1793372590439-431840860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90443-254384437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90448-809919819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S2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1500" dirty="0" spc="-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S4</a:t>
            </a:r>
            <a:r>
              <a:rPr lang="en-US" sz="1500" dirty="0" spc="-2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419350"/>
            <a:ext cx="1428750" cy="1095375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5FD1C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01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2381250" y="2457450"/>
            <a:ext cx="14954250" cy="1019175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</a:t>
            </a:r>
            <a:r>
              <a:rPr lang="en-US" sz="24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phút:</a:t>
            </a:r>
            <a:r>
              <a:rPr lang="en-US" sz="2400" dirty="0" spc="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1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400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4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năng;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400" dirty="0" spc="-1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grep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2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400" dirty="0"/>
          </a:p>
        </p:txBody>
      </p:sp>
      <p:sp>
        <p:nvSpPr>
          <p:cNvPr id="15" name="Connector line-1793372590475-705906336"/>
          <p:cNvSpPr/>
          <p:nvPr/>
        </p:nvSpPr>
        <p:spPr>
          <a:xfrm>
            <a:off x="914400" y="3514725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14400" y="3590925"/>
            <a:ext cx="1428750" cy="1095375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5FD1C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02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2381250" y="3629025"/>
            <a:ext cx="14954250" cy="1019175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</a:t>
            </a:r>
            <a:r>
              <a:rPr lang="en-US" sz="24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phút:</a:t>
            </a:r>
            <a:r>
              <a:rPr lang="en-US" sz="2400" dirty="0" spc="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ARCHITECTURE,</a:t>
            </a:r>
            <a:r>
              <a:rPr lang="en-US" sz="2400" dirty="0" spc="-1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00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2400" dirty="0" spc="-1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400" dirty="0" spc="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400" dirty="0"/>
          </a:p>
        </p:txBody>
      </p:sp>
      <p:sp>
        <p:nvSpPr>
          <p:cNvPr id="18" name="Connector line-1793372590484-732104103"/>
          <p:cNvSpPr/>
          <p:nvPr/>
        </p:nvSpPr>
        <p:spPr>
          <a:xfrm>
            <a:off x="914400" y="468630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14400" y="4762500"/>
            <a:ext cx="1428750" cy="1095375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5FD1C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03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2381250" y="4800600"/>
            <a:ext cx="14954250" cy="1019175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</a:t>
            </a:r>
            <a:r>
              <a:rPr lang="en-US" sz="24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phút:</a:t>
            </a:r>
            <a:r>
              <a:rPr lang="en-US" sz="2400" dirty="0" spc="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how-it-works</a:t>
            </a:r>
            <a:r>
              <a:rPr lang="en-US" sz="2400" dirty="0" spc="-1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 nhãn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2400" dirty="0"/>
          </a:p>
        </p:txBody>
      </p:sp>
      <p:sp>
        <p:nvSpPr>
          <p:cNvPr id="21" name="Connector line-1793372590493-316159426"/>
          <p:cNvSpPr/>
          <p:nvPr/>
        </p:nvSpPr>
        <p:spPr>
          <a:xfrm>
            <a:off x="914400" y="5857875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14400" y="5934075"/>
            <a:ext cx="1428750" cy="1095375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5FD1C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04</a:t>
            </a:r>
            <a:endParaRPr lang="en-US" sz="4500" dirty="0"/>
          </a:p>
        </p:txBody>
      </p:sp>
      <p:sp>
        <p:nvSpPr>
          <p:cNvPr id="23" name="Text 21"/>
          <p:cNvSpPr/>
          <p:nvPr/>
        </p:nvSpPr>
        <p:spPr>
          <a:xfrm>
            <a:off x="2381250" y="5972175"/>
            <a:ext cx="14954250" cy="1019175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</a:t>
            </a:r>
            <a:r>
              <a:rPr lang="en-US" sz="24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phút:</a:t>
            </a:r>
            <a:r>
              <a:rPr lang="en-US" sz="2400" dirty="0" spc="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BENCHMARKS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chủ</a:t>
            </a:r>
            <a:r>
              <a:rPr lang="en-US" sz="2400" dirty="0" spc="1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biện,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4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00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400" dirty="0"/>
          </a:p>
        </p:txBody>
      </p:sp>
      <p:sp>
        <p:nvSpPr>
          <p:cNvPr id="24" name="Connector line-1793372590502-739195422"/>
          <p:cNvSpPr/>
          <p:nvPr/>
        </p:nvSpPr>
        <p:spPr>
          <a:xfrm>
            <a:off x="914400" y="702945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14400" y="7105650"/>
            <a:ext cx="1428750" cy="1095375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5FD1C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05</a:t>
            </a:r>
            <a:endParaRPr lang="en-US" sz="4500" dirty="0"/>
          </a:p>
        </p:txBody>
      </p:sp>
      <p:sp>
        <p:nvSpPr>
          <p:cNvPr id="26" name="Text 24"/>
          <p:cNvSpPr/>
          <p:nvPr/>
        </p:nvSpPr>
        <p:spPr>
          <a:xfrm>
            <a:off x="2381250" y="7143750"/>
            <a:ext cx="14954250" cy="1019175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30</a:t>
            </a:r>
            <a:r>
              <a:rPr lang="en-US" sz="24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phút:</a:t>
            </a: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4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1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240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400" dirty="0" spc="-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2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/graphify</a:t>
            </a:r>
            <a:r>
              <a:rPr lang="en-US" sz="2400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.,</a:t>
            </a:r>
            <a:r>
              <a:rPr lang="en-US" sz="2400" dirty="0" spc="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ba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INFERRED</a:t>
            </a:r>
            <a:endParaRPr lang="en-US" sz="2400" dirty="0"/>
          </a:p>
        </p:txBody>
      </p:sp>
      <p:sp>
        <p:nvSpPr>
          <p:cNvPr id="27" name="Connector line-1793372590512-927889916"/>
          <p:cNvSpPr/>
          <p:nvPr/>
        </p:nvSpPr>
        <p:spPr>
          <a:xfrm>
            <a:off x="914400" y="8201025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914400" y="8277225"/>
            <a:ext cx="1428750" cy="1095375"/>
          </a:xfrm>
          <a:prstGeom prst="rect">
            <a:avLst/>
          </a:prstGeom>
          <a:noFill/>
          <a:ln/>
        </p:spPr>
        <p:txBody>
          <a:bodyPr wrap="square" lIns="0" tIns="-51435" rIns="0" bIns="51435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500" dirty="0" spc="4" kern="0">
                <a:solidFill>
                  <a:srgbClr val="5FD1C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06</a:t>
            </a:r>
            <a:endParaRPr lang="en-US" sz="4500" dirty="0"/>
          </a:p>
        </p:txBody>
      </p:sp>
      <p:sp>
        <p:nvSpPr>
          <p:cNvPr id="29" name="Text 27"/>
          <p:cNvSpPr/>
          <p:nvPr/>
        </p:nvSpPr>
        <p:spPr>
          <a:xfrm>
            <a:off x="2381250" y="8315325"/>
            <a:ext cx="14954250" cy="1019175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8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Tuỳ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chọn:</a:t>
            </a:r>
            <a:r>
              <a:rPr lang="en-US" sz="240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-2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worked/httpx/review.md</a:t>
            </a:r>
            <a:r>
              <a:rPr lang="en-US" sz="2400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2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400" dirty="0"/>
          </a:p>
        </p:txBody>
      </p:sp>
      <p:sp>
        <p:nvSpPr>
          <p:cNvPr id="30" name="Connector line-1793372590520-848627118"/>
          <p:cNvSpPr/>
          <p:nvPr/>
        </p:nvSpPr>
        <p:spPr>
          <a:xfrm>
            <a:off x="914400" y="9372600"/>
            <a:ext cx="16459200" cy="0"/>
          </a:xfrm>
          <a:prstGeom prst="line">
            <a:avLst/>
          </a:prstGeom>
          <a:noFill/>
          <a:ln w="19050">
            <a:solidFill>
              <a:srgbClr val="2D3946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27d89d67-c9f5-443a-b625-1be5fe32a9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5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ĐIỀU</a:t>
            </a:r>
            <a:r>
              <a:rPr lang="en-US" sz="1650" spc="209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650" spc="226" kern="0" dirty="0">
                <a:solidFill>
                  <a:srgbClr val="0B6E6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3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Điều</a:t>
            </a:r>
            <a:r>
              <a:rPr lang="en-US" sz="4350" dirty="0" spc="1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cần</a:t>
            </a:r>
            <a:r>
              <a:rPr lang="en-US" sz="4350" dirty="0" spc="-2" kern="0">
                <a:solidFill>
                  <a:srgbClr val="15191F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nhớ</a:t>
            </a:r>
            <a:endParaRPr lang="en-US" sz="4350" dirty="0"/>
          </a:p>
        </p:txBody>
      </p:sp>
      <p:sp>
        <p:nvSpPr>
          <p:cNvPr id="4" name="Connector line-1793372590531-787482323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90533-972468123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0B6E6B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90536-552404848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C8431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0B6E6B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F3EEE4"/>
          </a:solidFill>
          <a:ln w="38100">
            <a:solidFill>
              <a:srgbClr val="0B6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C8431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S2</a:t>
            </a:r>
            <a:r>
              <a:rPr lang="en-US" sz="1500" dirty="0" spc="-6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1500" dirty="0" spc="-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S4</a:t>
            </a:r>
            <a:r>
              <a:rPr lang="en-US" sz="1500" dirty="0" spc="-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S6</a:t>
            </a:r>
            <a:r>
              <a:rPr lang="en-US" sz="1500" dirty="0" spc="-5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0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S7</a:t>
            </a:r>
            <a:r>
              <a:rPr lang="en-US" sz="1500" dirty="0" spc="-2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4" kern="0">
                <a:solidFill>
                  <a:srgbClr val="555B6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381250"/>
            <a:ext cx="16459200" cy="1219200"/>
          </a:xfrm>
          <a:prstGeom prst="roundRect">
            <a:avLst>
              <a:gd name="adj" fmla="val 10938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381250"/>
            <a:ext cx="95250" cy="121920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2476500"/>
            <a:ext cx="15697200" cy="10287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2475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475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7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75" dirty="0" spc="-1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tree-sitter</a:t>
            </a:r>
            <a:r>
              <a:rPr lang="en-US" sz="2475" dirty="0" spc="-2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(tất</a:t>
            </a:r>
            <a:r>
              <a:rPr lang="en-US" sz="2475" dirty="0" spc="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47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 phí)</a:t>
            </a:r>
            <a:r>
              <a:rPr lang="en-US" sz="2475" dirty="0" spc="-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-1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7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7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75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của</a:t>
            </a:r>
            <a:r>
              <a:rPr lang="en-US" sz="2475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475" dirty="0"/>
          </a:p>
        </p:txBody>
      </p:sp>
      <p:sp>
        <p:nvSpPr>
          <p:cNvPr id="16" name="Shape 14"/>
          <p:cNvSpPr/>
          <p:nvPr/>
        </p:nvSpPr>
        <p:spPr>
          <a:xfrm>
            <a:off x="1447800" y="3752850"/>
            <a:ext cx="15925800" cy="1219200"/>
          </a:xfrm>
          <a:prstGeom prst="roundRect">
            <a:avLst>
              <a:gd name="adj" fmla="val 10938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3752850"/>
            <a:ext cx="95250" cy="1219200"/>
          </a:xfrm>
          <a:prstGeom prst="roundRect">
            <a:avLst>
              <a:gd name="adj" fmla="val 50000"/>
            </a:avLst>
          </a:prstGeom>
          <a:solidFill>
            <a:srgbClr val="C8431D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3848100"/>
            <a:ext cx="15163800" cy="10287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475" dirty="0" spc="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7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75" dirty="0" spc="-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biệt:</a:t>
            </a:r>
            <a:r>
              <a:rPr lang="en-US" sz="2475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47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75" dirty="0" spc="-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2475" dirty="0" spc="2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75" dirty="0" spc="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475" dirty="0" spc="-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475" dirty="0" spc="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7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</a:t>
            </a:r>
            <a:r>
              <a:rPr lang="en-US" sz="2475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ngờ</a:t>
            </a:r>
            <a:endParaRPr lang="en-US" sz="2475" dirty="0"/>
          </a:p>
        </p:txBody>
      </p:sp>
      <p:sp>
        <p:nvSpPr>
          <p:cNvPr id="19" name="Shape 17"/>
          <p:cNvSpPr/>
          <p:nvPr/>
        </p:nvSpPr>
        <p:spPr>
          <a:xfrm>
            <a:off x="1981200" y="5124450"/>
            <a:ext cx="15392400" cy="1219200"/>
          </a:xfrm>
          <a:prstGeom prst="roundRect">
            <a:avLst>
              <a:gd name="adj" fmla="val 10938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1981200" y="5124450"/>
            <a:ext cx="95250" cy="121920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21" name="Text 19"/>
          <p:cNvSpPr/>
          <p:nvPr/>
        </p:nvSpPr>
        <p:spPr>
          <a:xfrm>
            <a:off x="2362200" y="5219700"/>
            <a:ext cx="14630400" cy="10287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75" dirty="0" spc="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7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475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75" dirty="0" spc="19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7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75" dirty="0" spc="-1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75" dirty="0" spc="16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475" dirty="0"/>
          </a:p>
        </p:txBody>
      </p:sp>
      <p:sp>
        <p:nvSpPr>
          <p:cNvPr id="22" name="Shape 20"/>
          <p:cNvSpPr/>
          <p:nvPr/>
        </p:nvSpPr>
        <p:spPr>
          <a:xfrm>
            <a:off x="2514600" y="6496050"/>
            <a:ext cx="14859000" cy="1219200"/>
          </a:xfrm>
          <a:prstGeom prst="roundRect">
            <a:avLst>
              <a:gd name="adj" fmla="val 10938"/>
            </a:avLst>
          </a:prstGeom>
          <a:solidFill>
            <a:srgbClr val="E8E0CF"/>
          </a:solidFill>
          <a:ln/>
        </p:spPr>
      </p:sp>
      <p:sp>
        <p:nvSpPr>
          <p:cNvPr id="23" name="Shape 21"/>
          <p:cNvSpPr/>
          <p:nvPr/>
        </p:nvSpPr>
        <p:spPr>
          <a:xfrm>
            <a:off x="2514600" y="6496050"/>
            <a:ext cx="95250" cy="1219200"/>
          </a:xfrm>
          <a:prstGeom prst="roundRect">
            <a:avLst>
              <a:gd name="adj" fmla="val 50000"/>
            </a:avLst>
          </a:prstGeom>
          <a:solidFill>
            <a:srgbClr val="C8431D"/>
          </a:solidFill>
          <a:ln/>
        </p:spPr>
      </p:sp>
      <p:sp>
        <p:nvSpPr>
          <p:cNvPr id="24" name="Text 22"/>
          <p:cNvSpPr/>
          <p:nvPr/>
        </p:nvSpPr>
        <p:spPr>
          <a:xfrm>
            <a:off x="2895600" y="6591300"/>
            <a:ext cx="14097000" cy="10287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2475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75" dirty="0" spc="-3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80%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47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75" dirty="0" spc="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đỡ;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75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75" dirty="0" spc="0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71,5</a:t>
            </a:r>
            <a:r>
              <a:rPr lang="en-US" sz="247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75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75" dirty="0" spc="-4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52</a:t>
            </a:r>
            <a:r>
              <a:rPr lang="en-US" sz="2475" dirty="0" spc="-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475" dirty="0"/>
          </a:p>
        </p:txBody>
      </p:sp>
      <p:sp>
        <p:nvSpPr>
          <p:cNvPr id="25" name="Shape 23"/>
          <p:cNvSpPr/>
          <p:nvPr/>
        </p:nvSpPr>
        <p:spPr>
          <a:xfrm>
            <a:off x="3048000" y="7867650"/>
            <a:ext cx="14325600" cy="1219200"/>
          </a:xfrm>
          <a:prstGeom prst="roundRect">
            <a:avLst>
              <a:gd name="adj" fmla="val 10938"/>
            </a:avLst>
          </a:prstGeom>
          <a:solidFill>
            <a:srgbClr val="E8E0CF"/>
          </a:solidFill>
          <a:ln/>
        </p:spPr>
      </p:sp>
      <p:sp>
        <p:nvSpPr>
          <p:cNvPr id="26" name="Shape 24"/>
          <p:cNvSpPr/>
          <p:nvPr/>
        </p:nvSpPr>
        <p:spPr>
          <a:xfrm>
            <a:off x="3048000" y="7867650"/>
            <a:ext cx="95250" cy="1219200"/>
          </a:xfrm>
          <a:prstGeom prst="roundRect">
            <a:avLst>
              <a:gd name="adj" fmla="val 50000"/>
            </a:avLst>
          </a:prstGeom>
          <a:solidFill>
            <a:srgbClr val="0B6E6B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7962900"/>
            <a:ext cx="13563600" cy="1028700"/>
          </a:xfrm>
          <a:prstGeom prst="rect">
            <a:avLst/>
          </a:prstGeom>
          <a:noFill/>
          <a:ln/>
        </p:spPr>
        <p:txBody>
          <a:bodyPr wrap="square" lIns="0" tIns="13343" rIns="0" bIns="-13343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47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Ghim</a:t>
            </a:r>
            <a:r>
              <a:rPr lang="en-US" sz="2475" dirty="0" spc="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75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475" dirty="0" spc="-27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475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r>
              <a:rPr lang="en-US" sz="2475" dirty="0" spc="-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75" dirty="0" spc="-11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75" dirty="0" spc="-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75" dirty="0" spc="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cần, nhớ</a:t>
            </a:r>
            <a:r>
              <a:rPr lang="en-US" sz="2475" dirty="0" spc="-12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75" dirty="0" spc="-15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75" dirty="0" spc="-8" kern="0">
                <a:solidFill>
                  <a:srgbClr val="15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graphifyy</a:t>
            </a:r>
            <a:endParaRPr lang="en-US" sz="2475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ee7167e-bc4f-4050-b326-7724795faa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49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LƯU</a:t>
            </a:r>
            <a:r>
              <a:rPr lang="en-US" sz="1650" spc="224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Giới</a:t>
            </a:r>
            <a:r>
              <a:rPr lang="en-US" sz="4350" dirty="0" spc="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hạn của bài</a:t>
            </a:r>
            <a:endParaRPr lang="en-US" sz="4350" dirty="0"/>
          </a:p>
        </p:txBody>
      </p:sp>
      <p:sp>
        <p:nvSpPr>
          <p:cNvPr id="4" name="Connector line-1793372590611-482312097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90614-337416873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90617-321882068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500" dirty="0" spc="-3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1500" dirty="0" spc="-1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476500"/>
            <a:ext cx="154305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3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Đọc</a:t>
            </a:r>
            <a:r>
              <a:rPr lang="en-US" sz="4800" dirty="0" spc="2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bản</a:t>
            </a:r>
            <a:r>
              <a:rPr lang="en-US" sz="4800" dirty="0" spc="0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sao</a:t>
            </a:r>
            <a:r>
              <a:rPr lang="en-US" sz="4800" dirty="0" spc="1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nông</a:t>
            </a:r>
            <a:r>
              <a:rPr lang="en-US" sz="4800" dirty="0" spc="-37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(độ</a:t>
            </a:r>
            <a:r>
              <a:rPr lang="en-US" sz="4800" dirty="0" spc="0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sâu</a:t>
            </a:r>
            <a:r>
              <a:rPr lang="en-US" sz="4800" dirty="0" spc="1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1)</a:t>
            </a:r>
            <a:r>
              <a:rPr lang="en-US" sz="4800" dirty="0" spc="2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ở</a:t>
            </a:r>
            <a:r>
              <a:rPr lang="en-US" sz="4800" dirty="0" spc="1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commit 0a8cd4e</a:t>
            </a:r>
            <a:r>
              <a:rPr lang="en-US" sz="4800" dirty="0" spc="-42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ngày</a:t>
            </a:r>
            <a:r>
              <a:rPr lang="en-US" sz="4800" dirty="0" spc="0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27/10/2026;</a:t>
            </a:r>
            <a:r>
              <a:rPr lang="en-US" sz="4800" dirty="0" spc="3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không</a:t>
            </a:r>
            <a:r>
              <a:rPr lang="en-US" sz="4800" dirty="0" spc="2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đếm</a:t>
            </a:r>
            <a:r>
              <a:rPr lang="en-US" sz="4800" dirty="0" spc="-1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được</a:t>
            </a:r>
            <a:r>
              <a:rPr lang="en-US" sz="4800" dirty="0" spc="2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commit</a:t>
            </a:r>
            <a:r>
              <a:rPr lang="en-US" sz="4800" dirty="0" spc="-34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hay</a:t>
            </a:r>
            <a:r>
              <a:rPr lang="en-US" sz="4800" dirty="0" spc="2" kern="0">
                <a:solidFill>
                  <a:srgbClr val="F3EEE4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 tag</a:t>
            </a:r>
            <a:endParaRPr lang="en-US" sz="4800" dirty="0"/>
          </a:p>
        </p:txBody>
      </p:sp>
      <p:sp>
        <p:nvSpPr>
          <p:cNvPr id="14" name="Connector line-1793372590642-332529883"/>
          <p:cNvSpPr/>
          <p:nvPr/>
        </p:nvSpPr>
        <p:spPr>
          <a:xfrm>
            <a:off x="914400" y="6096000"/>
            <a:ext cx="3086100" cy="0"/>
          </a:xfrm>
          <a:prstGeom prst="line">
            <a:avLst/>
          </a:prstGeom>
          <a:noFill/>
          <a:ln w="57150">
            <a:solidFill>
              <a:srgbClr val="FF7A4D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14400" y="6477000"/>
            <a:ext cx="15240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dirty="0" spc="-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cài</a:t>
            </a:r>
            <a:r>
              <a:rPr lang="en-US" sz="2550" dirty="0" spc="-18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2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Graphify;</a:t>
            </a:r>
            <a:r>
              <a:rPr lang="en-US" sz="255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2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2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9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7715250"/>
            <a:ext cx="15240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8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55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 của</a:t>
            </a:r>
            <a:r>
              <a:rPr lang="en-US" sz="2550" dirty="0" spc="-1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</a:t>
            </a:r>
            <a:r>
              <a:rPr lang="en-US" sz="255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VPS</a:t>
            </a:r>
            <a:r>
              <a:rPr lang="en-US" sz="2550" dirty="0" spc="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thực</a:t>
            </a:r>
            <a:r>
              <a:rPr lang="en-US" sz="255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hiện:</a:t>
            </a:r>
            <a:r>
              <a:rPr lang="en-US" sz="255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biện</a:t>
            </a:r>
            <a:r>
              <a:rPr lang="en-US" sz="255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20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41d3f9c-e51f-4d59-9f94-792e8da923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2382500" cy="342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spc="226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650" spc="224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THAM</a:t>
            </a:r>
            <a:r>
              <a:rPr lang="en-US" sz="1650" spc="214" kern="0" dirty="0">
                <a:solidFill>
                  <a:srgbClr val="5FD1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KHẢO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-22098" rIns="0" bIns="22098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350" dirty="0" spc="-8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Nguồn</a:t>
            </a:r>
            <a:r>
              <a:rPr lang="en-US" sz="4350" dirty="0" spc="0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tham</a:t>
            </a:r>
            <a:r>
              <a:rPr lang="en-US" sz="4350" dirty="0" spc="1" kern="0">
                <a:solidFill>
                  <a:srgbClr val="F3EEE4"/>
                </a:solidFill>
                <a:latin typeface="Newsreader SemiBold" pitchFamily="34" charset="0"/>
                <a:ea typeface="Newsreader SemiBold" pitchFamily="34" charset="-122"/>
                <a:cs typeface="Newsreader SemiBold" pitchFamily="34" charset="-120"/>
              </a:rPr>
              <a:t> khảo</a:t>
            </a:r>
            <a:endParaRPr lang="en-US" sz="4350" dirty="0"/>
          </a:p>
        </p:txBody>
      </p:sp>
      <p:sp>
        <p:nvSpPr>
          <p:cNvPr id="4" name="Connector line-1793372590658-257497179"/>
          <p:cNvSpPr/>
          <p:nvPr/>
        </p:nvSpPr>
        <p:spPr>
          <a:xfrm flipV="1">
            <a:off x="16192500" y="571500"/>
            <a:ext cx="571500" cy="24765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5" name="Connector line-1793372590661-562973070"/>
          <p:cNvSpPr/>
          <p:nvPr/>
        </p:nvSpPr>
        <p:spPr>
          <a:xfrm>
            <a:off x="16764000" y="571500"/>
            <a:ext cx="571500" cy="342900"/>
          </a:xfrm>
          <a:prstGeom prst="line">
            <a:avLst/>
          </a:prstGeom>
          <a:noFill/>
          <a:ln w="28575">
            <a:solidFill>
              <a:srgbClr val="5FD1C4"/>
            </a:solidFill>
            <a:prstDash val="solid"/>
            <a:headEnd type="none"/>
            <a:tailEnd type="none"/>
          </a:ln>
        </p:spPr>
      </p:sp>
      <p:sp>
        <p:nvSpPr>
          <p:cNvPr id="6" name="Connector line-1793372590665-731661369"/>
          <p:cNvSpPr/>
          <p:nvPr/>
        </p:nvSpPr>
        <p:spPr>
          <a:xfrm>
            <a:off x="16192500" y="819150"/>
            <a:ext cx="285750" cy="381000"/>
          </a:xfrm>
          <a:prstGeom prst="line">
            <a:avLst/>
          </a:prstGeom>
          <a:noFill/>
          <a:ln w="28575">
            <a:solidFill>
              <a:srgbClr val="FF7A4D"/>
            </a:solidFill>
            <a:prstDash val="lg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06775" y="73342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30650" y="438150"/>
            <a:ext cx="266700" cy="266700"/>
          </a:xfrm>
          <a:prstGeom prst="ellipse">
            <a:avLst/>
          </a:prstGeom>
          <a:solidFill>
            <a:srgbClr val="5FD1C4"/>
          </a:solidFill>
          <a:ln/>
        </p:spPr>
      </p:sp>
      <p:sp>
        <p:nvSpPr>
          <p:cNvPr id="9" name="Shape 7"/>
          <p:cNvSpPr/>
          <p:nvPr/>
        </p:nvSpPr>
        <p:spPr>
          <a:xfrm>
            <a:off x="17249775" y="828675"/>
            <a:ext cx="171450" cy="171450"/>
          </a:xfrm>
          <a:prstGeom prst="ellipse">
            <a:avLst/>
          </a:prstGeom>
          <a:solidFill>
            <a:srgbClr val="12181F"/>
          </a:solidFill>
          <a:ln w="38100">
            <a:solidFill>
              <a:srgbClr val="5F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02050" y="1123950"/>
            <a:ext cx="152400" cy="152400"/>
          </a:xfrm>
          <a:prstGeom prst="ellipse">
            <a:avLst/>
          </a:prstGeom>
          <a:solidFill>
            <a:srgbClr val="FF7A4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7917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 spc="-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Graphify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cáo</a:t>
            </a:r>
            <a:r>
              <a:rPr lang="en-US" sz="1500" dirty="0" spc="5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500" dirty="0" spc="-14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500" dirty="0" spc="-6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00" dirty="0" spc="-1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500" dirty="0" spc="7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0a8cd4e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0" y="97917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8096" rIns="0" bIns="-8096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00" dirty="0" spc="-12" kern="0">
                <a:solidFill>
                  <a:srgbClr val="AAB4B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32/32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381250"/>
            <a:ext cx="7905750" cy="11239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S1:</a:t>
            </a:r>
            <a:r>
              <a:rPr lang="en-US" sz="195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README.md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4400" y="3581400"/>
            <a:ext cx="7905750" cy="11239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S2:</a:t>
            </a:r>
            <a:r>
              <a:rPr lang="en-US" sz="195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ARCHITECTURE.md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14400" y="4781550"/>
            <a:ext cx="7905750" cy="11239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S3:</a:t>
            </a:r>
            <a:r>
              <a:rPr lang="en-US" sz="1950" dirty="0" spc="-5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BENCHMARKS.md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5981700"/>
            <a:ext cx="7905750" cy="11239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S4:</a:t>
            </a:r>
            <a:r>
              <a:rPr lang="en-US" sz="1950" dirty="0" spc="-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docs/how-it-works.md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4400" y="7181850"/>
            <a:ext cx="7905750" cy="11239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S5:</a:t>
            </a:r>
            <a:r>
              <a:rPr lang="en-US" sz="1950" dirty="0" spc="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SECURITY.md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14400" y="8382000"/>
            <a:ext cx="7905750" cy="11239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S6:</a:t>
            </a:r>
            <a:r>
              <a:rPr lang="en-US" sz="195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CONTRIBUTING.md</a:t>
            </a:r>
            <a:r>
              <a:rPr lang="en-US" sz="1950" dirty="0" spc="-1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AGENTS.md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372600" y="2381250"/>
            <a:ext cx="7905750" cy="11239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S7:</a:t>
            </a:r>
            <a:r>
              <a:rPr lang="en-US" sz="195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CHANGELOG.md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372600" y="3581400"/>
            <a:ext cx="7905750" cy="11239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S8:</a:t>
            </a:r>
            <a:r>
              <a:rPr lang="en-US" sz="1950" dirty="0" spc="-1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pyproject.toml</a:t>
            </a:r>
            <a:r>
              <a:rPr lang="en-US" sz="1950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NOTICE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372600" y="4781550"/>
            <a:ext cx="7905750" cy="11239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S9:</a:t>
            </a:r>
            <a:r>
              <a:rPr lang="en-US" sz="1950" dirty="0" spc="-9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.github/workflows/ci.yml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372600" y="5981700"/>
            <a:ext cx="7905750" cy="11239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S10:</a:t>
            </a:r>
            <a:r>
              <a:rPr lang="en-US" sz="195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graphify/serve.py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372600" y="7181850"/>
            <a:ext cx="7905750" cy="11239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S11:</a:t>
            </a:r>
            <a:r>
              <a:rPr lang="en-US" sz="1950" dirty="0" spc="-1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state/stars.json</a:t>
            </a:r>
            <a:r>
              <a:rPr lang="en-US" sz="195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r>
              <a:rPr lang="en-US" sz="1950" dirty="0" spc="-16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95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(số</a:t>
            </a:r>
            <a:r>
              <a:rPr lang="en-US" sz="1950" dirty="0" spc="-4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950" dirty="0" spc="-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17/10</a:t>
            </a:r>
            <a:r>
              <a:rPr lang="en-US" sz="1950" dirty="0" spc="1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dirty="0" spc="-7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28/10/2026)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ba86835-855b-4fe2-82bc-3e24c1c891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2026-10-30T15:03:35Z</dcterms:created>
  <dcterms:modified xsi:type="dcterms:W3CDTF">2026-10-30T15:03:35Z</dcterms:modified>
</cp:coreProperties>
</file>