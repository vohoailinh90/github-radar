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embeddedFontLst>
    <p:embeddedFont>
      <p:font typeface="Be Vietnam Pro"/>
      <p:regular r:id="rId34"/>
      <p:bold r:id="rId32"/>
      <p:italic r:id="rId41"/>
    </p:embeddedFont>
    <p:embeddedFont>
      <p:font typeface="Bricolage Grotesque ExtraBold"/>
      <p:regular r:id="rId33"/>
    </p:embeddedFont>
    <p:embeddedFont>
      <p:font typeface="Be Vietnam Pro SemiBold"/>
      <p:regular r:id="rId35"/>
    </p:embeddedFont>
    <p:embeddedFont>
      <p:font typeface="Be Vietnam Pro Medium"/>
      <p:regular r:id="rId36"/>
    </p:embeddedFont>
    <p:embeddedFont>
      <p:font typeface="Bricolage Grotesque"/>
      <p:bold r:id="rId37"/>
    </p:embeddedFont>
    <p:embeddedFont>
      <p:font typeface="Be Vietnam Pro ExtraBold"/>
      <p:regular r:id="rId38"/>
    </p:embeddedFont>
    <p:embeddedFont>
      <p:font typeface="JetBrains Mono Medium"/>
      <p:regular r:id="rId39"/>
    </p:embeddedFont>
    <p:embeddedFont>
      <p:font typeface="JetBrains Mono"/>
      <p:regular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onorca.dev/download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onorca.dev/download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norca.dev/docs/android-apk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norca.dev/docs/cli/overview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tablyai/orca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0" y="1809750"/>
            <a:ext cx="6858000" cy="3333750"/>
          </a:xfrm>
          <a:custGeom>
            <a:avLst/>
            <a:gdLst/>
            <a:ahLst/>
            <a:cxnLst/>
            <a:rect l="l" t="t" r="r" b="b"/>
            <a:pathLst>
              <a:path w="6858000" h="3333750">
                <a:moveTo>
                  <a:pt x="0" y="3333750"/>
                </a:moveTo>
                <a:cubicBezTo>
                  <a:pt x="1143000" y="3333750"/>
                  <a:pt x="1143000" y="0"/>
                  <a:pt x="2286000" y="0"/>
                </a:cubicBezTo>
                <a:lnTo>
                  <a:pt x="4381500" y="0"/>
                </a:lnTo>
                <a:cubicBezTo>
                  <a:pt x="5715000" y="0"/>
                  <a:pt x="5715000" y="3333750"/>
                  <a:pt x="6858000" y="3333750"/>
                </a:cubicBezTo>
              </a:path>
            </a:pathLst>
          </a:custGeom>
          <a:ln w="76200">
            <a:solidFill>
              <a:srgbClr val="7C9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0" y="3476625"/>
            <a:ext cx="6858000" cy="1666875"/>
          </a:xfrm>
          <a:custGeom>
            <a:avLst/>
            <a:gdLst/>
            <a:ahLst/>
            <a:cxnLst/>
            <a:rect l="l" t="t" r="r" b="b"/>
            <a:pathLst>
              <a:path w="6858000" h="1666875">
                <a:moveTo>
                  <a:pt x="0" y="1666875"/>
                </a:moveTo>
                <a:cubicBezTo>
                  <a:pt x="1143000" y="1666875"/>
                  <a:pt x="1143000" y="0"/>
                  <a:pt x="2286000" y="0"/>
                </a:cubicBezTo>
                <a:lnTo>
                  <a:pt x="4381500" y="0"/>
                </a:lnTo>
                <a:cubicBezTo>
                  <a:pt x="5715000" y="0"/>
                  <a:pt x="5715000" y="1666875"/>
                  <a:pt x="6858000" y="1666875"/>
                </a:cubicBezTo>
              </a:path>
            </a:pathLst>
          </a:custGeom>
          <a:ln w="76200">
            <a:solidFill>
              <a:srgbClr val="3D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7500" y="5143500"/>
            <a:ext cx="6858000" cy="9144"/>
          </a:xfrm>
          <a:custGeom>
            <a:avLst/>
            <a:gdLst/>
            <a:ahLst/>
            <a:cxnLst/>
            <a:rect l="l" t="t" r="r" b="b"/>
            <a:pathLst>
              <a:path w="6858000" h="9144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76200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500" y="5143500"/>
            <a:ext cx="6858000" cy="1666875"/>
          </a:xfrm>
          <a:custGeom>
            <a:avLst/>
            <a:gdLst/>
            <a:ahLst/>
            <a:cxnLst/>
            <a:rect l="l" t="t" r="r" b="b"/>
            <a:pathLst>
              <a:path w="6858000" h="1666875">
                <a:moveTo>
                  <a:pt x="0" y="0"/>
                </a:moveTo>
                <a:cubicBezTo>
                  <a:pt x="1143000" y="0"/>
                  <a:pt x="1143000" y="1666875"/>
                  <a:pt x="2286000" y="1666875"/>
                </a:cubicBezTo>
                <a:lnTo>
                  <a:pt x="4381500" y="1666875"/>
                </a:lnTo>
                <a:cubicBezTo>
                  <a:pt x="5715000" y="1666875"/>
                  <a:pt x="5715000" y="0"/>
                  <a:pt x="6858000" y="0"/>
                </a:cubicBezTo>
              </a:path>
            </a:pathLst>
          </a:custGeom>
          <a:ln w="76200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7500" y="5143500"/>
            <a:ext cx="6858000" cy="3333750"/>
          </a:xfrm>
          <a:custGeom>
            <a:avLst/>
            <a:gdLst/>
            <a:ahLst/>
            <a:cxnLst/>
            <a:rect l="l" t="t" r="r" b="b"/>
            <a:pathLst>
              <a:path w="6858000" h="3333750">
                <a:moveTo>
                  <a:pt x="0" y="0"/>
                </a:moveTo>
                <a:cubicBezTo>
                  <a:pt x="1143000" y="0"/>
                  <a:pt x="1143000" y="3333750"/>
                  <a:pt x="2286000" y="3333750"/>
                </a:cubicBezTo>
                <a:lnTo>
                  <a:pt x="4381500" y="3333750"/>
                </a:lnTo>
                <a:cubicBezTo>
                  <a:pt x="5715000" y="3333750"/>
                  <a:pt x="5715000" y="0"/>
                  <a:pt x="6858000" y="0"/>
                </a:cubicBezTo>
              </a:path>
            </a:pathLst>
          </a:custGeom>
          <a:ln w="76200">
            <a:solidFill>
              <a:srgbClr val="C58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77900" y="1676400"/>
            <a:ext cx="266700" cy="266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Shape 6"/>
          <p:cNvSpPr/>
          <p:nvPr/>
        </p:nvSpPr>
        <p:spPr>
          <a:xfrm>
            <a:off x="13677900" y="3343275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Shape 7"/>
          <p:cNvSpPr/>
          <p:nvPr/>
        </p:nvSpPr>
        <p:spPr>
          <a:xfrm>
            <a:off x="13677900" y="501015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3677900" y="6677025"/>
            <a:ext cx="266700" cy="266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Shape 9"/>
          <p:cNvSpPr/>
          <p:nvPr/>
        </p:nvSpPr>
        <p:spPr>
          <a:xfrm>
            <a:off x="13677900" y="8343900"/>
            <a:ext cx="266700" cy="266700"/>
          </a:xfrm>
          <a:prstGeom prst="ellipse">
            <a:avLst/>
          </a:prstGeom>
          <a:solidFill>
            <a:srgbClr val="C58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29850" y="4895850"/>
            <a:ext cx="495300" cy="495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Shape 11"/>
          <p:cNvSpPr/>
          <p:nvPr/>
        </p:nvSpPr>
        <p:spPr>
          <a:xfrm>
            <a:off x="17087850" y="4895850"/>
            <a:ext cx="495300" cy="495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8001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100" b="1" spc="25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152400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60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Orca: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coding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</a:t>
            </a:r>
            <a:r>
              <a:rPr lang="en-US" sz="60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song,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0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0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worktree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143000" y="5619750"/>
            <a:ext cx="8382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850" dirty="0" spc="-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dirty="0" spc="-4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</p:txBody>
      </p:sp>
      <p:sp>
        <p:nvSpPr>
          <p:cNvPr id="17" name="Connector line-1792233856994-477343252"/>
          <p:cNvSpPr/>
          <p:nvPr/>
        </p:nvSpPr>
        <p:spPr>
          <a:xfrm>
            <a:off x="1143000" y="7524750"/>
            <a:ext cx="8382000" cy="0"/>
          </a:xfrm>
          <a:prstGeom prst="line">
            <a:avLst/>
          </a:prstGeom>
          <a:noFill/>
          <a:ln w="19050">
            <a:solidFill>
              <a:srgbClr val="F3EEE3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143000" y="78105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94.489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1143000" y="849630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524250" y="7810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6.040</a:t>
            </a:r>
            <a:endParaRPr lang="en-US" sz="4350" dirty="0"/>
          </a:p>
        </p:txBody>
      </p:sp>
      <p:sp>
        <p:nvSpPr>
          <p:cNvPr id="21" name="Text 19"/>
          <p:cNvSpPr/>
          <p:nvPr/>
        </p:nvSpPr>
        <p:spPr>
          <a:xfrm>
            <a:off x="3524250" y="84963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619750" y="781050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MIT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5619750" y="84963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334250" y="7810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TypeScript</a:t>
            </a:r>
            <a:endParaRPr lang="en-US" sz="3750" dirty="0"/>
          </a:p>
        </p:txBody>
      </p:sp>
      <p:sp>
        <p:nvSpPr>
          <p:cNvPr id="25" name="Text 23"/>
          <p:cNvSpPr/>
          <p:nvPr/>
        </p:nvSpPr>
        <p:spPr>
          <a:xfrm>
            <a:off x="7334250" y="84963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5059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stablyai/orca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785bbb7-d3d5-4a27-bc11-784fed23dc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858229-592973760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43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02/25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300" dirty="0"/>
          </a:p>
        </p:txBody>
      </p:sp>
      <p:sp>
        <p:nvSpPr>
          <p:cNvPr id="34" name="Text 32"/>
          <p:cNvSpPr/>
          <p:nvPr/>
        </p:nvSpPr>
        <p:spPr>
          <a:xfrm>
            <a:off x="1143000" y="2571750"/>
            <a:ext cx="8382000" cy="4762500"/>
          </a:xfrm>
          <a:prstGeom prst="rect">
            <a:avLst/>
          </a:prstGeom>
          <a:noFill/>
          <a:ln/>
        </p:spPr>
        <p:txBody>
          <a:bodyPr wrap="square" lIns="0" tIns="21717" rIns="0" bIns="-21717" rtlCol="0" anchor="t"/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36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36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6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desktop</a:t>
            </a:r>
            <a:r>
              <a:rPr lang="en-US" sz="36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6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6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6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(MIT)</a:t>
            </a:r>
            <a:r>
              <a:rPr lang="en-US" sz="36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6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CLI</a:t>
            </a:r>
            <a:r>
              <a:rPr lang="en-US" sz="36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6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36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</a:t>
            </a:r>
            <a:r>
              <a:rPr lang="en-US" sz="36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Code,</a:t>
            </a:r>
            <a:r>
              <a:rPr lang="en-US" sz="36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Codex,</a:t>
            </a:r>
            <a:r>
              <a:rPr lang="en-US" sz="36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OpenCode</a:t>
            </a:r>
            <a:r>
              <a:rPr lang="en-US" sz="36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36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nhau,</a:t>
            </a:r>
            <a:r>
              <a:rPr lang="en-US" sz="36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6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6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6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git</a:t>
            </a:r>
            <a:r>
              <a:rPr lang="en-US" sz="36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worktree,</a:t>
            </a:r>
            <a:r>
              <a:rPr lang="en-US" sz="36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6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</a:t>
            </a:r>
            <a:r>
              <a:rPr lang="en-US" sz="36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36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36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6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6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dõi.</a:t>
            </a: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10096500" y="2571750"/>
            <a:ext cx="7048500" cy="6096000"/>
          </a:xfrm>
          <a:prstGeom prst="roundRect">
            <a:avLst>
              <a:gd name="adj" fmla="val 5000"/>
            </a:avLst>
          </a:prstGeom>
          <a:solidFill>
            <a:srgbClr val="1F3FD1"/>
          </a:solidFill>
          <a:ln/>
        </p:spPr>
      </p:sp>
      <p:pic>
        <p:nvPicPr>
          <p:cNvPr id="36" name="Moda flattened rect-1792233858267-84319526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0" y="3028950"/>
            <a:ext cx="952500" cy="9525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668000" y="42862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286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668000" y="4762500"/>
            <a:ext cx="5905500" cy="3714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Orca</a:t>
            </a:r>
            <a:r>
              <a:rPr lang="en-US" sz="2850" dirty="0" spc="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8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8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85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worktree.</a:t>
            </a:r>
            <a:r>
              <a:rPr lang="en-US" sz="28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cài;</a:t>
            </a:r>
            <a:r>
              <a:rPr lang="en-US" sz="28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Orca.</a:t>
            </a:r>
            <a:endParaRPr lang="en-US" sz="2850" dirty="0"/>
          </a:p>
        </p:txBody>
      </p:sp>
      <p:sp>
        <p:nvSpPr>
          <p:cNvPr id="39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0ae9ef39-0c00-431f-9f6f-1f86e6a2239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859121-59127179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76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03/25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endParaRPr lang="en-US" sz="6300" dirty="0"/>
          </a:p>
        </p:txBody>
      </p:sp>
      <p:sp>
        <p:nvSpPr>
          <p:cNvPr id="35" name="Text 33"/>
          <p:cNvSpPr/>
          <p:nvPr/>
        </p:nvSpPr>
        <p:spPr>
          <a:xfrm>
            <a:off x="1143000" y="2476500"/>
            <a:ext cx="10287000" cy="4000500"/>
          </a:xfrm>
          <a:prstGeom prst="rect">
            <a:avLst/>
          </a:prstGeom>
          <a:noFill/>
          <a:ln/>
        </p:spPr>
        <p:txBody>
          <a:bodyPr wrap="square" lIns="0" tIns="15716" rIns="0" bIns="-15716" rtlCol="0" anchor="t"/>
          <a:lstStyle/>
          <a:p>
            <a:pPr algn="l" indent="0" marL="0">
              <a:lnSpc>
                <a:spcPts val="4356"/>
              </a:lnSpc>
              <a:buNone/>
            </a:pPr>
            <a:r>
              <a:rPr lang="en-US" sz="33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3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cần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3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3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3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3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3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cả.</a:t>
            </a:r>
            <a:r>
              <a:rPr lang="en-US" sz="33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33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33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dõi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nơi,</a:t>
            </a:r>
            <a:r>
              <a:rPr lang="en-US" sz="33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30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3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 merge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3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300" dirty="0"/>
          </a:p>
        </p:txBody>
      </p:sp>
      <p:sp>
        <p:nvSpPr>
          <p:cNvPr id="36" name="Connector line-1792233859153-263525152"/>
          <p:cNvSpPr/>
          <p:nvPr/>
        </p:nvSpPr>
        <p:spPr>
          <a:xfrm>
            <a:off x="12382500" y="2857500"/>
            <a:ext cx="4572000" cy="0"/>
          </a:xfrm>
          <a:prstGeom prst="line">
            <a:avLst/>
          </a:prstGeom>
          <a:noFill/>
          <a:ln w="762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37" name="Connector line-1792233859154-479941565"/>
          <p:cNvSpPr/>
          <p:nvPr/>
        </p:nvSpPr>
        <p:spPr>
          <a:xfrm>
            <a:off x="12382500" y="3619500"/>
            <a:ext cx="4572000" cy="0"/>
          </a:xfrm>
          <a:prstGeom prst="line">
            <a:avLst/>
          </a:prstGeom>
          <a:noFill/>
          <a:ln w="762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38" name="Connector line-1792233859154-713926620"/>
          <p:cNvSpPr/>
          <p:nvPr/>
        </p:nvSpPr>
        <p:spPr>
          <a:xfrm>
            <a:off x="12382500" y="4381500"/>
            <a:ext cx="457200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39" name="Connector line-1792233859154-578884761"/>
          <p:cNvSpPr/>
          <p:nvPr/>
        </p:nvSpPr>
        <p:spPr>
          <a:xfrm>
            <a:off x="12382500" y="5143500"/>
            <a:ext cx="4572000" cy="0"/>
          </a:xfrm>
          <a:prstGeom prst="line">
            <a:avLst/>
          </a:prstGeom>
          <a:noFill/>
          <a:ln w="76200">
            <a:solidFill>
              <a:srgbClr val="E5A100"/>
            </a:solidFill>
            <a:prstDash val="solid"/>
            <a:headEnd type="none"/>
            <a:tailEnd type="none"/>
          </a:ln>
        </p:spPr>
      </p:sp>
      <p:sp>
        <p:nvSpPr>
          <p:cNvPr id="40" name="Connector line-1792233859154-739019945"/>
          <p:cNvSpPr/>
          <p:nvPr/>
        </p:nvSpPr>
        <p:spPr>
          <a:xfrm>
            <a:off x="12382500" y="5905500"/>
            <a:ext cx="4572000" cy="0"/>
          </a:xfrm>
          <a:prstGeom prst="line">
            <a:avLst/>
          </a:prstGeom>
          <a:noFill/>
          <a:ln w="76200">
            <a:solidFill>
              <a:srgbClr val="9B5DE5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2230100" y="270510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7C9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230100" y="346710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3DD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30100" y="422910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E8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230100" y="499110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E5A1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230100" y="575310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9B5D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3000" y="6667500"/>
            <a:ext cx="16002000" cy="2190750"/>
          </a:xfrm>
          <a:prstGeom prst="roundRect">
            <a:avLst>
              <a:gd name="adj" fmla="val 13913"/>
            </a:avLst>
          </a:prstGeom>
          <a:solidFill>
            <a:srgbClr val="F6D5CB"/>
          </a:solidFill>
          <a:ln/>
        </p:spPr>
      </p:sp>
      <p:sp>
        <p:nvSpPr>
          <p:cNvPr id="47" name="Text 45"/>
          <p:cNvSpPr/>
          <p:nvPr/>
        </p:nvSpPr>
        <p:spPr>
          <a:xfrm>
            <a:off x="1714500" y="695325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950" b="1" spc="301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b="1" spc="302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950" b="1" spc="301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714500" y="74676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Giống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riêng: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mình,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 giờ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thầy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nhất.</a:t>
            </a:r>
            <a:endParaRPr lang="en-US" sz="30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f93843da-99d6-48c6-aa88-81498225aa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920835-968091977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09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04/25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3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6300" dirty="0"/>
          </a:p>
        </p:txBody>
      </p:sp>
      <p:sp>
        <p:nvSpPr>
          <p:cNvPr id="36" name="Connector line-1792233920879-154569560"/>
          <p:cNvSpPr/>
          <p:nvPr/>
        </p:nvSpPr>
        <p:spPr>
          <a:xfrm>
            <a:off x="1143000" y="266700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143000" y="285750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38" name="Text 36"/>
          <p:cNvSpPr/>
          <p:nvPr/>
        </p:nvSpPr>
        <p:spPr>
          <a:xfrm>
            <a:off x="3143250" y="285750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34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4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4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4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đụng nhau.</a:t>
            </a:r>
            <a:endParaRPr lang="en-US" sz="3450" dirty="0"/>
          </a:p>
        </p:txBody>
      </p:sp>
      <p:sp>
        <p:nvSpPr>
          <p:cNvPr id="39" name="Connector line-1792233920895-563551824"/>
          <p:cNvSpPr/>
          <p:nvPr/>
        </p:nvSpPr>
        <p:spPr>
          <a:xfrm>
            <a:off x="1143000" y="4857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1143000" y="504825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1250" dirty="0"/>
          </a:p>
        </p:txBody>
      </p:sp>
      <p:sp>
        <p:nvSpPr>
          <p:cNvPr id="41" name="Text 39"/>
          <p:cNvSpPr/>
          <p:nvPr/>
        </p:nvSpPr>
        <p:spPr>
          <a:xfrm>
            <a:off x="3143250" y="504825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4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4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34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4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4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app,</a:t>
            </a:r>
            <a:r>
              <a:rPr lang="en-US" sz="34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Linear.</a:t>
            </a:r>
            <a:endParaRPr lang="en-US" sz="3450" dirty="0"/>
          </a:p>
        </p:txBody>
      </p:sp>
      <p:sp>
        <p:nvSpPr>
          <p:cNvPr id="42" name="Connector line-1792233920907-819403453"/>
          <p:cNvSpPr/>
          <p:nvPr/>
        </p:nvSpPr>
        <p:spPr>
          <a:xfrm>
            <a:off x="1143000" y="704850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1143000" y="723900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44" name="Text 42"/>
          <p:cNvSpPr/>
          <p:nvPr/>
        </p:nvSpPr>
        <p:spPr>
          <a:xfrm>
            <a:off x="3143250" y="723900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tiến</a:t>
            </a:r>
            <a:r>
              <a:rPr lang="en-US" sz="34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4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45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34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 hoặc</a:t>
            </a:r>
            <a:r>
              <a:rPr lang="en-US" sz="34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4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4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xa.</a:t>
            </a:r>
            <a:endParaRPr lang="en-US" sz="34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1a790cce-bd90-4e4d-a272-88ac8d3645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921829-829006143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43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05/25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300" dirty="0"/>
          </a:p>
        </p:txBody>
      </p:sp>
      <p:sp>
        <p:nvSpPr>
          <p:cNvPr id="37" name="Shape 35"/>
          <p:cNvSpPr/>
          <p:nvPr/>
        </p:nvSpPr>
        <p:spPr>
          <a:xfrm>
            <a:off x="1143000" y="2571750"/>
            <a:ext cx="7715250" cy="2952750"/>
          </a:xfrm>
          <a:prstGeom prst="roundRect">
            <a:avLst>
              <a:gd name="adj" fmla="val 10323"/>
            </a:avLst>
          </a:prstGeom>
          <a:solidFill>
            <a:srgbClr val="F3DFB8"/>
          </a:solidFill>
          <a:ln/>
        </p:spPr>
      </p:sp>
      <p:pic>
        <p:nvPicPr>
          <p:cNvPr id="38" name="Moda flattened rect-1792233922031-71921534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886075"/>
            <a:ext cx="647700" cy="6477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619250" y="3714750"/>
            <a:ext cx="676275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</a:t>
            </a:r>
            <a:r>
              <a:rPr lang="en-US" sz="28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án</a:t>
            </a:r>
            <a:r>
              <a:rPr lang="en-US" sz="28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nhanh: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 nói</a:t>
            </a:r>
            <a:r>
              <a:rPr lang="en-US" sz="28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 hằng</a:t>
            </a:r>
            <a:r>
              <a:rPr lang="en-US" sz="28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ngày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</a:t>
            </a:r>
            <a:r>
              <a:rPr lang="en-US" sz="28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8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luôn</a:t>
            </a:r>
            <a:r>
              <a:rPr lang="en-US" sz="28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8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changelog.</a:t>
            </a:r>
            <a:endParaRPr lang="en-US" sz="2850" dirty="0"/>
          </a:p>
        </p:txBody>
      </p:sp>
      <p:sp>
        <p:nvSpPr>
          <p:cNvPr id="40" name="Shape 37"/>
          <p:cNvSpPr/>
          <p:nvPr/>
        </p:nvSpPr>
        <p:spPr>
          <a:xfrm>
            <a:off x="9429750" y="2571750"/>
            <a:ext cx="7715250" cy="2952750"/>
          </a:xfrm>
          <a:prstGeom prst="roundRect">
            <a:avLst>
              <a:gd name="adj" fmla="val 10323"/>
            </a:avLst>
          </a:prstGeom>
          <a:solidFill>
            <a:srgbClr val="F3DFB8"/>
          </a:solidFill>
          <a:ln/>
        </p:spPr>
      </p:sp>
      <p:pic>
        <p:nvPicPr>
          <p:cNvPr id="41" name="Moda flattened rect-1792233922160-996370409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0" y="2886075"/>
            <a:ext cx="647700" cy="6477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906000" y="3714750"/>
            <a:ext cx="676275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README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Orca</a:t>
            </a:r>
            <a:r>
              <a:rPr lang="en-US" sz="285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8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r>
              <a:rPr lang="en-US" sz="28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agent: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</a:t>
            </a:r>
            <a:r>
              <a:rPr lang="en-US" sz="28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8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8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8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8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terminal.</a:t>
            </a:r>
            <a:endParaRPr lang="en-US" sz="2850" dirty="0"/>
          </a:p>
        </p:txBody>
      </p:sp>
      <p:sp>
        <p:nvSpPr>
          <p:cNvPr id="43" name="Shape 39"/>
          <p:cNvSpPr/>
          <p:nvPr/>
        </p:nvSpPr>
        <p:spPr>
          <a:xfrm>
            <a:off x="1143000" y="5810250"/>
            <a:ext cx="7715250" cy="285750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/>
        </p:spPr>
      </p:sp>
      <p:pic>
        <p:nvPicPr>
          <p:cNvPr id="44" name="Moda flattened rect-1792233922281-64125845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6124575"/>
            <a:ext cx="647700" cy="64770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619250" y="6953250"/>
            <a:ext cx="676275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thập</a:t>
            </a:r>
            <a:r>
              <a:rPr lang="en-US" sz="28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8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8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ẩn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danh;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8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8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85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8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tắt.</a:t>
            </a:r>
            <a:endParaRPr lang="en-US" sz="2850" dirty="0"/>
          </a:p>
        </p:txBody>
      </p:sp>
      <p:sp>
        <p:nvSpPr>
          <p:cNvPr id="46" name="Shape 41"/>
          <p:cNvSpPr/>
          <p:nvPr/>
        </p:nvSpPr>
        <p:spPr>
          <a:xfrm>
            <a:off x="9429750" y="5810250"/>
            <a:ext cx="7715250" cy="285750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/>
        </p:spPr>
      </p:sp>
      <p:pic>
        <p:nvPicPr>
          <p:cNvPr id="47" name="Moda flattened rect-1792233922388-24064917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950" y="6124575"/>
            <a:ext cx="647700" cy="6477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9906000" y="6953250"/>
            <a:ext cx="6762750" cy="1524000"/>
          </a:xfrm>
          <a:prstGeom prst="rect">
            <a:avLst/>
          </a:prstGeom>
          <a:noFill/>
          <a:ln/>
        </p:spPr>
        <p:txBody>
          <a:bodyPr wrap="square" lIns="0" tIns="15327" rIns="0" bIns="-15327" rtlCol="0" anchor="t"/>
          <a:lstStyle/>
          <a:p>
            <a:pPr algn="l" indent="0" marL="0">
              <a:lnSpc>
                <a:spcPts val="3695"/>
              </a:lnSpc>
              <a:buNone/>
            </a:pPr>
            <a:r>
              <a:rPr lang="en-US" sz="2842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README không nói</a:t>
            </a:r>
            <a:r>
              <a:rPr lang="en-US" sz="2842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relay</a:t>
            </a:r>
            <a:r>
              <a:rPr lang="en-US" sz="2842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842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</a:t>
            </a:r>
            <a:r>
              <a:rPr lang="en-US" sz="2842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điện</a:t>
            </a:r>
            <a:r>
              <a:rPr lang="en-US" sz="2842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thoại</a:t>
            </a:r>
            <a:r>
              <a:rPr lang="en-US" sz="2842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842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842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đâu;</a:t>
            </a:r>
            <a:r>
              <a:rPr lang="en-US" sz="2842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842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842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842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relay</a:t>
            </a:r>
            <a:r>
              <a:rPr lang="en-US" sz="2842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2842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842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cloud/.</a:t>
            </a:r>
            <a:endParaRPr lang="en-US" sz="2842" dirty="0"/>
          </a:p>
        </p:txBody>
      </p:sp>
      <p:sp>
        <p:nvSpPr>
          <p:cNvPr id="49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5e3605d6-9644-4a18-a84c-33e2098fd4a9" descr="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923436-641217150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766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06/25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38" name="Text 36"/>
          <p:cNvSpPr/>
          <p:nvPr/>
        </p:nvSpPr>
        <p:spPr>
          <a:xfrm>
            <a:off x="1143000" y="20383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i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550" i="1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i="1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i="1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i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i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i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i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39" name="Shape 37"/>
          <p:cNvSpPr/>
          <p:nvPr/>
        </p:nvSpPr>
        <p:spPr>
          <a:xfrm>
            <a:off x="1143000" y="2762250"/>
            <a:ext cx="16002000" cy="3619500"/>
          </a:xfrm>
          <a:prstGeom prst="roundRect">
            <a:avLst>
              <a:gd name="adj" fmla="val 8421"/>
            </a:avLst>
          </a:prstGeom>
          <a:solidFill>
            <a:srgbClr val="E8E0CF"/>
          </a:solidFill>
          <a:ln/>
        </p:spPr>
      </p:sp>
      <p:sp>
        <p:nvSpPr>
          <p:cNvPr id="40" name="Shape 38"/>
          <p:cNvSpPr/>
          <p:nvPr/>
        </p:nvSpPr>
        <p:spPr>
          <a:xfrm>
            <a:off x="1619250" y="32385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62250" y="31242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Máy</a:t>
            </a:r>
            <a:r>
              <a:rPr lang="en-US" sz="3750" b="1" dirty="0" spc="-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macOS,</a:t>
            </a:r>
            <a:r>
              <a:rPr lang="en-US" sz="3750" b="1" dirty="0" spc="-15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Windows</a:t>
            </a:r>
            <a:r>
              <a:rPr lang="en-US" sz="375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hoặc Linux</a:t>
            </a:r>
            <a:endParaRPr lang="en-US" sz="3750" dirty="0"/>
          </a:p>
        </p:txBody>
      </p:sp>
      <p:sp>
        <p:nvSpPr>
          <p:cNvPr id="42" name="Text 40"/>
          <p:cNvSpPr/>
          <p:nvPr/>
        </p:nvSpPr>
        <p:spPr>
          <a:xfrm>
            <a:off x="2762250" y="3790950"/>
            <a:ext cx="13906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macOS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(Apple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Silicon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Intel),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(.exe),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(AppImage).</a:t>
            </a:r>
            <a:endParaRPr lang="en-US" sz="2850" dirty="0"/>
          </a:p>
        </p:txBody>
      </p:sp>
      <p:sp>
        <p:nvSpPr>
          <p:cNvPr id="43" name="Text 41"/>
          <p:cNvSpPr/>
          <p:nvPr/>
        </p:nvSpPr>
        <p:spPr>
          <a:xfrm>
            <a:off x="2762250" y="5334000"/>
            <a:ext cx="1390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onorca.dev/download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1143000" y="6667500"/>
            <a:ext cx="16002000" cy="2000250"/>
          </a:xfrm>
          <a:prstGeom prst="roundRect">
            <a:avLst>
              <a:gd name="adj" fmla="val 15238"/>
            </a:avLst>
          </a:prstGeom>
          <a:solidFill>
            <a:srgbClr val="E8E0CF"/>
          </a:solidFill>
          <a:ln/>
        </p:spPr>
      </p:sp>
      <p:sp>
        <p:nvSpPr>
          <p:cNvPr id="45" name="Shape 43"/>
          <p:cNvSpPr/>
          <p:nvPr/>
        </p:nvSpPr>
        <p:spPr>
          <a:xfrm>
            <a:off x="1619250" y="71437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62250" y="702945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Ít</a:t>
            </a:r>
            <a:r>
              <a:rPr lang="en-US" sz="375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r>
              <a:rPr lang="en-US" sz="3750" b="1" dirty="0" spc="-7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CLI</a:t>
            </a:r>
            <a:r>
              <a:rPr lang="en-US" sz="3750" b="1" dirty="0" spc="-16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r>
              <a:rPr lang="en-US" sz="3750" b="1" dirty="0" spc="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cài</a:t>
            </a:r>
            <a:endParaRPr lang="en-US" sz="3750" dirty="0"/>
          </a:p>
        </p:txBody>
      </p:sp>
      <p:sp>
        <p:nvSpPr>
          <p:cNvPr id="47" name="Text 45"/>
          <p:cNvSpPr/>
          <p:nvPr/>
        </p:nvSpPr>
        <p:spPr>
          <a:xfrm>
            <a:off x="2762250" y="76962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README: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(Claude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OpenCode,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Pi...).</a:t>
            </a:r>
            <a:endParaRPr lang="en-US" sz="28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d58bd548-ba7a-41da-9247-9a9c5984f5f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924654-489269603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10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Text 33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07/25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39" name="Shape 37"/>
          <p:cNvSpPr/>
          <p:nvPr/>
        </p:nvSpPr>
        <p:spPr>
          <a:xfrm>
            <a:off x="1143000" y="2762250"/>
            <a:ext cx="16002000" cy="2762250"/>
          </a:xfrm>
          <a:prstGeom prst="roundRect">
            <a:avLst>
              <a:gd name="adj" fmla="val 11034"/>
            </a:avLst>
          </a:prstGeom>
          <a:solidFill>
            <a:srgbClr val="E8E0CF"/>
          </a:solidFill>
          <a:ln/>
        </p:spPr>
      </p:sp>
      <p:sp>
        <p:nvSpPr>
          <p:cNvPr id="40" name="Shape 38"/>
          <p:cNvSpPr/>
          <p:nvPr/>
        </p:nvSpPr>
        <p:spPr>
          <a:xfrm>
            <a:off x="1619250" y="32385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62250" y="31242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-15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Homebrew</a:t>
            </a:r>
            <a:r>
              <a:rPr lang="en-US" sz="3750" b="1" dirty="0" spc="-38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(macOS)</a:t>
            </a:r>
            <a:r>
              <a:rPr lang="en-US" sz="3750" b="1" dirty="0" spc="-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hoặc</a:t>
            </a:r>
            <a:r>
              <a:rPr lang="en-US" sz="375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yay</a:t>
            </a:r>
            <a:r>
              <a:rPr lang="en-US" sz="3750" b="1" dirty="0" spc="-2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(Arch</a:t>
            </a:r>
            <a:r>
              <a:rPr lang="en-US" sz="3750" b="1" dirty="0" spc="-15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Linux)</a:t>
            </a:r>
            <a:endParaRPr lang="en-US" sz="3750" dirty="0"/>
          </a:p>
        </p:txBody>
      </p:sp>
      <p:sp>
        <p:nvSpPr>
          <p:cNvPr id="42" name="Text 40"/>
          <p:cNvSpPr/>
          <p:nvPr/>
        </p:nvSpPr>
        <p:spPr>
          <a:xfrm>
            <a:off x="2762250" y="3848100"/>
            <a:ext cx="13906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cài.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1143000" y="5905500"/>
            <a:ext cx="16002000" cy="2667000"/>
          </a:xfrm>
          <a:prstGeom prst="roundRect">
            <a:avLst>
              <a:gd name="adj" fmla="val 11429"/>
            </a:avLst>
          </a:prstGeom>
          <a:solidFill>
            <a:srgbClr val="E8E0CF"/>
          </a:solidFill>
          <a:ln/>
        </p:spPr>
      </p:sp>
      <p:sp>
        <p:nvSpPr>
          <p:cNvPr id="44" name="Shape 42"/>
          <p:cNvSpPr/>
          <p:nvPr/>
        </p:nvSpPr>
        <p:spPr>
          <a:xfrm>
            <a:off x="1619250" y="63817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62250" y="626745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iPhone</a:t>
            </a:r>
            <a:r>
              <a:rPr lang="en-US" sz="3750" b="1" dirty="0" spc="-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hoặc</a:t>
            </a:r>
            <a:r>
              <a:rPr lang="en-US" sz="3750" b="1" dirty="0" spc="-7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Android</a:t>
            </a:r>
            <a:r>
              <a:rPr lang="en-US" sz="3750" b="1" dirty="0" spc="-2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(tùy chọn)</a:t>
            </a:r>
            <a:endParaRPr lang="en-US" sz="3750" dirty="0"/>
          </a:p>
        </p:txBody>
      </p:sp>
      <p:sp>
        <p:nvSpPr>
          <p:cNvPr id="46" name="Text 44"/>
          <p:cNvSpPr/>
          <p:nvPr/>
        </p:nvSpPr>
        <p:spPr>
          <a:xfrm>
            <a:off x="2762250" y="6991350"/>
            <a:ext cx="13906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30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30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kèm,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30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64568dd4-3a43-442e-a8bd-45efc01e2e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3925655-696196476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43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08/25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Lộ</a:t>
            </a: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300" dirty="0"/>
          </a:p>
        </p:txBody>
      </p:sp>
      <p:sp>
        <p:nvSpPr>
          <p:cNvPr id="40" name="Connector line-1792233925690-757077851"/>
          <p:cNvSpPr/>
          <p:nvPr/>
        </p:nvSpPr>
        <p:spPr>
          <a:xfrm>
            <a:off x="1905000" y="2914650"/>
            <a:ext cx="0" cy="52578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1600200" y="2609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42" name="Text 40"/>
          <p:cNvSpPr/>
          <p:nvPr/>
        </p:nvSpPr>
        <p:spPr>
          <a:xfrm>
            <a:off x="2762250" y="25717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Orca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600200" y="34861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44" name="Text 42"/>
          <p:cNvSpPr/>
          <p:nvPr/>
        </p:nvSpPr>
        <p:spPr>
          <a:xfrm>
            <a:off x="2762250" y="34480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 lệnh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(macOS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Arch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Linux)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1600200" y="43624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46" name="Text 44"/>
          <p:cNvSpPr/>
          <p:nvPr/>
        </p:nvSpPr>
        <p:spPr>
          <a:xfrm>
            <a:off x="2762250" y="43243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Chuẩn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600200" y="5238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48" name="Text 46"/>
          <p:cNvSpPr/>
          <p:nvPr/>
        </p:nvSpPr>
        <p:spPr>
          <a:xfrm>
            <a:off x="2762250" y="52006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18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518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518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518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 song</a:t>
            </a:r>
            <a:r>
              <a:rPr lang="en-US" sz="2518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18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Parallel</a:t>
            </a:r>
            <a:r>
              <a:rPr lang="en-US" sz="2518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Worktrees</a:t>
            </a:r>
            <a:endParaRPr lang="en-US" sz="2518" dirty="0"/>
          </a:p>
        </p:txBody>
      </p:sp>
      <p:sp>
        <p:nvSpPr>
          <p:cNvPr id="49" name="Text 47"/>
          <p:cNvSpPr/>
          <p:nvPr/>
        </p:nvSpPr>
        <p:spPr>
          <a:xfrm>
            <a:off x="1600200" y="6115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50" name="Text 48"/>
          <p:cNvSpPr/>
          <p:nvPr/>
        </p:nvSpPr>
        <p:spPr>
          <a:xfrm>
            <a:off x="2762250" y="60769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xét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cho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2700" dirty="0"/>
          </a:p>
        </p:txBody>
      </p:sp>
      <p:sp>
        <p:nvSpPr>
          <p:cNvPr id="51" name="Text 49"/>
          <p:cNvSpPr/>
          <p:nvPr/>
        </p:nvSpPr>
        <p:spPr>
          <a:xfrm>
            <a:off x="1600200" y="69913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</a:t>
            </a:r>
            <a:endParaRPr lang="en-US" sz="2550" dirty="0"/>
          </a:p>
        </p:txBody>
      </p:sp>
      <p:sp>
        <p:nvSpPr>
          <p:cNvPr id="52" name="Text 50"/>
          <p:cNvSpPr/>
          <p:nvPr/>
        </p:nvSpPr>
        <p:spPr>
          <a:xfrm>
            <a:off x="2762250" y="69532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Ghép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</a:t>
            </a:r>
            <a:r>
              <a:rPr lang="en-US" sz="27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(tùy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chọn)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1600200" y="78676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7</a:t>
            </a:r>
            <a:endParaRPr lang="en-US" sz="2550" dirty="0"/>
          </a:p>
        </p:txBody>
      </p:sp>
      <p:sp>
        <p:nvSpPr>
          <p:cNvPr id="54" name="Text 52"/>
          <p:cNvSpPr/>
          <p:nvPr/>
        </p:nvSpPr>
        <p:spPr>
          <a:xfrm>
            <a:off x="2762250" y="782955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Orca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 lệnh</a:t>
            </a:r>
            <a:endParaRPr lang="en-US" sz="2700" dirty="0"/>
          </a:p>
        </p:txBody>
      </p:sp>
      <p:sp>
        <p:nvSpPr>
          <p:cNvPr id="55" name="Shape 53"/>
          <p:cNvSpPr/>
          <p:nvPr/>
        </p:nvSpPr>
        <p:spPr>
          <a:xfrm>
            <a:off x="11811000" y="2571750"/>
            <a:ext cx="5334000" cy="6096000"/>
          </a:xfrm>
          <a:prstGeom prst="roundRect">
            <a:avLst>
              <a:gd name="adj" fmla="val 5714"/>
            </a:avLst>
          </a:prstGeom>
          <a:solidFill>
            <a:srgbClr val="D5EBDD"/>
          </a:solidFill>
          <a:ln/>
        </p:spPr>
      </p:sp>
      <p:sp>
        <p:nvSpPr>
          <p:cNvPr id="56" name="Shape 54"/>
          <p:cNvSpPr/>
          <p:nvPr/>
        </p:nvSpPr>
        <p:spPr>
          <a:xfrm>
            <a:off x="12287250" y="3048000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57" name="Moda flattened rect-1792233925755-27201591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0" y="3257550"/>
            <a:ext cx="533400" cy="53340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2287250" y="4286250"/>
            <a:ext cx="438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13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59" name="Text 56"/>
          <p:cNvSpPr/>
          <p:nvPr/>
        </p:nvSpPr>
        <p:spPr>
          <a:xfrm>
            <a:off x="1228725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Orca</a:t>
            </a:r>
            <a:r>
              <a:rPr lang="en-US" sz="30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 sẵn</a:t>
            </a: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30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worktree.</a:t>
            </a:r>
            <a:endParaRPr lang="en-US" sz="3000" dirty="0"/>
          </a:p>
        </p:txBody>
      </p:sp>
      <p:sp>
        <p:nvSpPr>
          <p:cNvPr id="60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b52669b5-5b76-4924-a0be-d5953a8ac3f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14408-395004572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76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09/25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906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cài</a:t>
            </a:r>
            <a:r>
              <a:rPr lang="en-US" sz="51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Orca</a:t>
            </a:r>
            <a:endParaRPr lang="en-US" sz="5100" dirty="0"/>
          </a:p>
        </p:txBody>
      </p:sp>
      <p:sp>
        <p:nvSpPr>
          <p:cNvPr id="41" name="Text 39"/>
          <p:cNvSpPr/>
          <p:nvPr/>
        </p:nvSpPr>
        <p:spPr>
          <a:xfrm>
            <a:off x="1143000" y="19431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 có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gói.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1143000" y="2857500"/>
            <a:ext cx="16002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43" name="Text 41"/>
          <p:cNvSpPr/>
          <p:nvPr/>
        </p:nvSpPr>
        <p:spPr>
          <a:xfrm>
            <a:off x="1524000" y="3505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2476500" y="29527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cài: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(liên</a:t>
            </a:r>
            <a:r>
              <a:rPr lang="en-US" sz="30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dưới)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Releases.</a:t>
            </a:r>
            <a:endParaRPr lang="en-US" sz="3000" dirty="0"/>
          </a:p>
        </p:txBody>
      </p:sp>
      <p:sp>
        <p:nvSpPr>
          <p:cNvPr id="45" name="Shape 43"/>
          <p:cNvSpPr/>
          <p:nvPr/>
        </p:nvSpPr>
        <p:spPr>
          <a:xfrm>
            <a:off x="1143000" y="4991100"/>
            <a:ext cx="16002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4000" y="54006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2476500" y="5086350"/>
            <a:ext cx="14097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lệnh: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tiếp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1143000" y="6648450"/>
            <a:ext cx="16002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49" name="Text 47"/>
          <p:cNvSpPr/>
          <p:nvPr/>
        </p:nvSpPr>
        <p:spPr>
          <a:xfrm>
            <a:off x="1524000" y="70580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2476500" y="6743700"/>
            <a:ext cx="14097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chữ ký của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SignPath</a:t>
            </a: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Foundation.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143000" y="838200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onorca.dev/download</a:t>
            </a:r>
            <a:endParaRPr lang="en-US" sz="24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bf1601d9-9502-49d7-bcad-34d6a89d267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15534-593742755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10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Text 36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10/25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48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(macOS</a:t>
            </a:r>
            <a:r>
              <a:rPr lang="en-US" sz="4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4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Arch</a:t>
            </a:r>
            <a:r>
              <a:rPr lang="en-US" sz="4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Linux)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1143000" y="19431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cài.</a:t>
            </a:r>
            <a:endParaRPr lang="en-US" sz="2550" dirty="0"/>
          </a:p>
        </p:txBody>
      </p:sp>
      <p:sp>
        <p:nvSpPr>
          <p:cNvPr id="43" name="Shape 41"/>
          <p:cNvSpPr/>
          <p:nvPr/>
        </p:nvSpPr>
        <p:spPr>
          <a:xfrm>
            <a:off x="1143000" y="2762250"/>
            <a:ext cx="160020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44" name="Text 42"/>
          <p:cNvSpPr/>
          <p:nvPr/>
        </p:nvSpPr>
        <p:spPr>
          <a:xfrm>
            <a:off x="1524000" y="30765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2476500" y="285750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macOS,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terminal.</a:t>
            </a:r>
            <a:endParaRPr lang="en-US" sz="3000" dirty="0"/>
          </a:p>
        </p:txBody>
      </p:sp>
      <p:sp>
        <p:nvSpPr>
          <p:cNvPr id="46" name="Shape 44"/>
          <p:cNvSpPr/>
          <p:nvPr/>
        </p:nvSpPr>
        <p:spPr>
          <a:xfrm>
            <a:off x="1143000" y="419100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14161C"/>
          </a:solidFill>
          <a:ln/>
        </p:spPr>
      </p:sp>
      <p:sp>
        <p:nvSpPr>
          <p:cNvPr id="47" name="Text 45"/>
          <p:cNvSpPr/>
          <p:nvPr/>
        </p:nvSpPr>
        <p:spPr>
          <a:xfrm>
            <a:off x="1619250" y="4191000"/>
            <a:ext cx="1504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brew</a:t>
            </a:r>
            <a:r>
              <a:rPr lang="en-US" sz="315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install</a:t>
            </a:r>
            <a:r>
              <a:rPr lang="en-US" sz="3150" dirty="0" spc="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--cask</a:t>
            </a:r>
            <a:r>
              <a:rPr lang="en-US" sz="3150" dirty="0" spc="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stablyai/orca/orca</a:t>
            </a:r>
            <a:endParaRPr lang="en-US" sz="3150" dirty="0"/>
          </a:p>
        </p:txBody>
      </p:sp>
      <p:sp>
        <p:nvSpPr>
          <p:cNvPr id="48" name="Shape 46"/>
          <p:cNvSpPr/>
          <p:nvPr/>
        </p:nvSpPr>
        <p:spPr>
          <a:xfrm>
            <a:off x="1143000" y="5810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9" name="Text 47"/>
          <p:cNvSpPr/>
          <p:nvPr/>
        </p:nvSpPr>
        <p:spPr>
          <a:xfrm>
            <a:off x="1524000" y="6696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2476500" y="5905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3810" rIns="0" bIns="-381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0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(AUR), dùng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200"/>
              </a:lnSpc>
              <a:buNone/>
            </a:pPr>
            <a:r>
              <a:rPr lang="en-US" sz="300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yay -S stably-orca-bin</a:t>
            </a:r>
            <a:pPr algn="l" indent="0" marL="0">
              <a:lnSpc>
                <a:spcPts val="4200"/>
              </a:lnSpc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 cũng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200"/>
              </a:lnSpc>
              <a:buNone/>
            </a:pPr>
            <a:r>
              <a:rPr lang="en-US" sz="3000" dirty="0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stably-orca-git</a:t>
            </a:r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0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30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5168cd02-13b2-4fc1-a57e-93dfb41a07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16810-740630253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436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Text 37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11/25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1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</a:t>
            </a:r>
            <a:r>
              <a:rPr lang="en-US" sz="51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5100" dirty="0"/>
          </a:p>
        </p:txBody>
      </p:sp>
      <p:sp>
        <p:nvSpPr>
          <p:cNvPr id="43" name="Text 41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terminal;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nó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bị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1143000" y="3143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5" name="Text 43"/>
          <p:cNvSpPr/>
          <p:nvPr/>
        </p:nvSpPr>
        <p:spPr>
          <a:xfrm>
            <a:off x="1524000" y="4029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2476500" y="3238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3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3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(Claude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33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OpenCode,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Pi,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Cursor,</a:t>
            </a:r>
            <a:r>
              <a:rPr lang="en-US" sz="33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Goose,</a:t>
            </a:r>
            <a:r>
              <a:rPr lang="en-US" sz="3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Cline...).</a:t>
            </a:r>
            <a:endParaRPr lang="en-US" sz="3300" dirty="0"/>
          </a:p>
        </p:txBody>
      </p:sp>
      <p:sp>
        <p:nvSpPr>
          <p:cNvPr id="47" name="Shape 45"/>
          <p:cNvSpPr/>
          <p:nvPr/>
        </p:nvSpPr>
        <p:spPr>
          <a:xfrm>
            <a:off x="1143000" y="5810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8" name="Text 46"/>
          <p:cNvSpPr/>
          <p:nvPr/>
        </p:nvSpPr>
        <p:spPr>
          <a:xfrm>
            <a:off x="1524000" y="6696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2476500" y="5905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3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30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3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agent;</a:t>
            </a:r>
            <a:r>
              <a:rPr lang="en-US" sz="33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nơi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cài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33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7f257a9a-3c77-4423-b0a8-76752362fe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17753-952050081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77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12/25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43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43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43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 song</a:t>
            </a:r>
            <a:r>
              <a:rPr lang="en-US" sz="43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35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Parallel</a:t>
            </a:r>
            <a:r>
              <a:rPr lang="en-US" sz="435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Worktrees</a:t>
            </a:r>
            <a:endParaRPr lang="en-US" sz="4350" dirty="0"/>
          </a:p>
        </p:txBody>
      </p:sp>
      <p:sp>
        <p:nvSpPr>
          <p:cNvPr id="44" name="Text 42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 ghi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</p:txBody>
      </p:sp>
      <p:sp>
        <p:nvSpPr>
          <p:cNvPr id="45" name="Shape 43"/>
          <p:cNvSpPr/>
          <p:nvPr/>
        </p:nvSpPr>
        <p:spPr>
          <a:xfrm>
            <a:off x="1143000" y="3143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4000" y="4029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2476500" y="3238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3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tả:</a:t>
            </a:r>
            <a:r>
              <a:rPr lang="en-US" sz="3300" dirty="0" spc="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3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3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worktree,</a:t>
            </a:r>
            <a:r>
              <a:rPr lang="en-US" sz="33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30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3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 merge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thắng.</a:t>
            </a:r>
            <a:endParaRPr lang="en-US" sz="3300" dirty="0"/>
          </a:p>
        </p:txBody>
      </p:sp>
      <p:sp>
        <p:nvSpPr>
          <p:cNvPr id="48" name="Shape 46"/>
          <p:cNvSpPr/>
          <p:nvPr/>
        </p:nvSpPr>
        <p:spPr>
          <a:xfrm>
            <a:off x="1143000" y="5810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9" name="Text 47"/>
          <p:cNvSpPr/>
          <p:nvPr/>
        </p:nvSpPr>
        <p:spPr>
          <a:xfrm>
            <a:off x="1524000" y="6696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2476500" y="5905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ghi</a:t>
            </a:r>
            <a:r>
              <a:rPr lang="en-US" sz="33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33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3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app;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3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Parallel</a:t>
            </a:r>
            <a:r>
              <a:rPr lang="en-US" sz="33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Worktrees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README có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30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</a:t>
            </a:r>
            <a:r>
              <a:rPr lang="en-US" sz="33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3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dẫn.</a:t>
            </a:r>
            <a:endParaRPr lang="en-US" sz="33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1fe046a4-0a7c-4a01-b3b9-09fdc9973c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18831-513346684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10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Text 39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13/25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diff</a:t>
            </a:r>
            <a:r>
              <a:rPr lang="en-US" sz="48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48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xét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cho</a:t>
            </a:r>
            <a:r>
              <a:rPr lang="en-US" sz="4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46" name="Shape 44"/>
          <p:cNvSpPr/>
          <p:nvPr/>
        </p:nvSpPr>
        <p:spPr>
          <a:xfrm>
            <a:off x="1143000" y="3143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7" name="Text 45"/>
          <p:cNvSpPr/>
          <p:nvPr/>
        </p:nvSpPr>
        <p:spPr>
          <a:xfrm>
            <a:off x="1524000" y="4029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2476500" y="3238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README: thả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30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3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33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cho</a:t>
            </a:r>
            <a:r>
              <a:rPr lang="en-US" sz="33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agent;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xem,</a:t>
            </a:r>
            <a:r>
              <a:rPr lang="en-US" sz="33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Orca.</a:t>
            </a:r>
            <a:endParaRPr lang="en-US" sz="3300" dirty="0"/>
          </a:p>
        </p:txBody>
      </p:sp>
      <p:sp>
        <p:nvSpPr>
          <p:cNvPr id="49" name="Shape 47"/>
          <p:cNvSpPr/>
          <p:nvPr/>
        </p:nvSpPr>
        <p:spPr>
          <a:xfrm>
            <a:off x="1143000" y="5810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50" name="Text 48"/>
          <p:cNvSpPr/>
          <p:nvPr/>
        </p:nvSpPr>
        <p:spPr>
          <a:xfrm>
            <a:off x="1524000" y="6696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1" name="Text 49"/>
          <p:cNvSpPr/>
          <p:nvPr/>
        </p:nvSpPr>
        <p:spPr>
          <a:xfrm>
            <a:off x="2476500" y="5905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3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3300" dirty="0" spc="-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33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PR, issue,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Linear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app,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3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task.</a:t>
            </a:r>
            <a:endParaRPr lang="en-US" sz="33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c498effa-55f2-4e8b-840a-5784b2fa97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19897-386314093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943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Text 40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14/25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r>
              <a:rPr lang="en-US" sz="51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5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r>
              <a:rPr lang="en-US" sz="51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(tùy</a:t>
            </a:r>
            <a:r>
              <a:rPr lang="en-US" sz="51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chọn)</a:t>
            </a:r>
            <a:endParaRPr lang="en-US" sz="5100" dirty="0"/>
          </a:p>
        </p:txBody>
      </p:sp>
      <p:sp>
        <p:nvSpPr>
          <p:cNvPr id="46" name="Text 44"/>
          <p:cNvSpPr/>
          <p:nvPr/>
        </p:nvSpPr>
        <p:spPr>
          <a:xfrm>
            <a:off x="1143000" y="194310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thoại.</a:t>
            </a:r>
            <a:endParaRPr lang="en-US" sz="2550" dirty="0"/>
          </a:p>
        </p:txBody>
      </p:sp>
      <p:sp>
        <p:nvSpPr>
          <p:cNvPr id="47" name="Shape 45"/>
          <p:cNvSpPr/>
          <p:nvPr/>
        </p:nvSpPr>
        <p:spPr>
          <a:xfrm>
            <a:off x="1143000" y="2762250"/>
            <a:ext cx="771525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48" name="Text 46"/>
          <p:cNvSpPr/>
          <p:nvPr/>
        </p:nvSpPr>
        <p:spPr>
          <a:xfrm>
            <a:off x="1524000" y="3028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524000" y="369570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app: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iOS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Store,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APK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(README có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APK).</a:t>
            </a:r>
            <a:endParaRPr lang="en-US" sz="2700" dirty="0"/>
          </a:p>
        </p:txBody>
      </p:sp>
      <p:sp>
        <p:nvSpPr>
          <p:cNvPr id="50" name="Shape 48"/>
          <p:cNvSpPr/>
          <p:nvPr/>
        </p:nvSpPr>
        <p:spPr>
          <a:xfrm>
            <a:off x="9429750" y="2762250"/>
            <a:ext cx="771525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51" name="Text 49"/>
          <p:cNvSpPr/>
          <p:nvPr/>
        </p:nvSpPr>
        <p:spPr>
          <a:xfrm>
            <a:off x="9810750" y="3028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810750" y="369570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14426" rIns="0" bIns="-14426" rtlCol="0" anchor="t"/>
          <a:lstStyle/>
          <a:p>
            <a:pPr algn="l" indent="0" marL="0">
              <a:lnSpc>
                <a:spcPts val="3472"/>
              </a:lnSpc>
              <a:buNone/>
            </a:pPr>
            <a:r>
              <a:rPr lang="en-US" sz="267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67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67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67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67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67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67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67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67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67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67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67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7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7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67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67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67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67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thoại;</a:t>
            </a:r>
            <a:r>
              <a:rPr lang="en-US" sz="267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67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67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67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 khi</a:t>
            </a:r>
            <a:r>
              <a:rPr lang="en-US" sz="267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67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67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671" dirty="0"/>
          </a:p>
        </p:txBody>
      </p:sp>
      <p:sp>
        <p:nvSpPr>
          <p:cNvPr id="53" name="Shape 51"/>
          <p:cNvSpPr/>
          <p:nvPr/>
        </p:nvSpPr>
        <p:spPr>
          <a:xfrm>
            <a:off x="1143000" y="5524500"/>
            <a:ext cx="771525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54" name="Text 52"/>
          <p:cNvSpPr/>
          <p:nvPr/>
        </p:nvSpPr>
        <p:spPr>
          <a:xfrm>
            <a:off x="1524000" y="5791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524000" y="645795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bước;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Mobile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Companion của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Docs.</a:t>
            </a:r>
            <a:endParaRPr lang="en-US" sz="2700" dirty="0"/>
          </a:p>
        </p:txBody>
      </p:sp>
      <p:sp>
        <p:nvSpPr>
          <p:cNvPr id="56" name="Shape 54"/>
          <p:cNvSpPr/>
          <p:nvPr/>
        </p:nvSpPr>
        <p:spPr>
          <a:xfrm>
            <a:off x="9429750" y="5524500"/>
            <a:ext cx="771525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57" name="Text 55"/>
          <p:cNvSpPr/>
          <p:nvPr/>
        </p:nvSpPr>
        <p:spPr>
          <a:xfrm>
            <a:off x="9810750" y="5791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9810750" y="645795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cloud/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1143000" y="83820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www.onorca.dev/docs/android-apk</a:t>
            </a:r>
            <a:endParaRPr lang="en-US" sz="24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c1644493-6365-4648-8e89-54a49163833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021035-447486031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77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Text 41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15/25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51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Orca</a:t>
            </a:r>
            <a:r>
              <a:rPr lang="en-US" sz="5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1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5100" dirty="0"/>
          </a:p>
        </p:txBody>
      </p:sp>
      <p:sp>
        <p:nvSpPr>
          <p:cNvPr id="47" name="Text 45"/>
          <p:cNvSpPr/>
          <p:nvPr/>
        </p:nvSpPr>
        <p:spPr>
          <a:xfrm>
            <a:off x="1143000" y="19431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lại.</a:t>
            </a:r>
            <a:endParaRPr lang="en-US" sz="2550" dirty="0"/>
          </a:p>
        </p:txBody>
      </p:sp>
      <p:sp>
        <p:nvSpPr>
          <p:cNvPr id="48" name="Shape 46"/>
          <p:cNvSpPr/>
          <p:nvPr/>
        </p:nvSpPr>
        <p:spPr>
          <a:xfrm>
            <a:off x="1143000" y="3143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49" name="Text 47"/>
          <p:cNvSpPr/>
          <p:nvPr/>
        </p:nvSpPr>
        <p:spPr>
          <a:xfrm>
            <a:off x="1524000" y="4029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2476500" y="3238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4191" rIns="0" bIns="-4191" rtlCol="0" anchor="ctr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 các lệnh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33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orca worktree create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snapshot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click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5" kern="0">
                <a:solidFill>
                  <a:srgbClr val="B02D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fill</a:t>
            </a:r>
            <a:pPr algn="l" indent="0" marL="0">
              <a:lnSpc>
                <a:spcPts val="4620"/>
              </a:lnSpc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3300" dirty="0"/>
          </a:p>
        </p:txBody>
      </p:sp>
      <p:sp>
        <p:nvSpPr>
          <p:cNvPr id="51" name="Shape 49"/>
          <p:cNvSpPr/>
          <p:nvPr/>
        </p:nvSpPr>
        <p:spPr>
          <a:xfrm>
            <a:off x="1143000" y="5810250"/>
            <a:ext cx="16002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52" name="Text 50"/>
          <p:cNvSpPr/>
          <p:nvPr/>
        </p:nvSpPr>
        <p:spPr>
          <a:xfrm>
            <a:off x="1524000" y="6696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2476500" y="5905500"/>
            <a:ext cx="14097000" cy="2190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ghi</a:t>
            </a:r>
            <a:r>
              <a:rPr lang="en-US" sz="33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3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lệnh;</a:t>
            </a:r>
            <a:r>
              <a:rPr lang="en-US" sz="33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3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30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3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3300" dirty="0"/>
          </a:p>
        </p:txBody>
      </p:sp>
      <p:sp>
        <p:nvSpPr>
          <p:cNvPr id="54" name="Text 52"/>
          <p:cNvSpPr/>
          <p:nvPr/>
        </p:nvSpPr>
        <p:spPr>
          <a:xfrm>
            <a:off x="1143000" y="83820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www.onorca.dev/docs/cli/overview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ce0b27d1-e774-4685-8386-e905f88bf5b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10056-780099308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106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Text 42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16/25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300" dirty="0"/>
          </a:p>
        </p:txBody>
      </p:sp>
      <p:sp>
        <p:nvSpPr>
          <p:cNvPr id="48" name="Shape 46"/>
          <p:cNvSpPr/>
          <p:nvPr/>
        </p:nvSpPr>
        <p:spPr>
          <a:xfrm>
            <a:off x="1143000" y="2571750"/>
            <a:ext cx="16002000" cy="6000750"/>
          </a:xfrm>
          <a:prstGeom prst="roundRect">
            <a:avLst>
              <a:gd name="adj" fmla="val 5714"/>
            </a:avLst>
          </a:prstGeom>
          <a:solidFill>
            <a:srgbClr val="D5EBDD"/>
          </a:solidFill>
          <a:ln/>
        </p:spPr>
      </p:sp>
      <p:sp>
        <p:nvSpPr>
          <p:cNvPr id="49" name="Shape 47"/>
          <p:cNvSpPr/>
          <p:nvPr/>
        </p:nvSpPr>
        <p:spPr>
          <a:xfrm>
            <a:off x="1809750" y="32385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50" name="Moda flattened rect-1792234110179-60573724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3448050"/>
            <a:ext cx="723900" cy="72390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809750" y="4762500"/>
            <a:ext cx="14478000" cy="3619500"/>
          </a:xfrm>
          <a:prstGeom prst="rect">
            <a:avLst/>
          </a:prstGeom>
          <a:noFill/>
          <a:ln/>
        </p:spPr>
        <p:txBody>
          <a:bodyPr wrap="square" lIns="0" tIns="21050" rIns="0" bIns="-2105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README</a:t>
            </a:r>
            <a:r>
              <a:rPr lang="en-US" sz="39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nêu</a:t>
            </a:r>
            <a:r>
              <a:rPr lang="en-US" sz="39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39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390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39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39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9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cài.</a:t>
            </a:r>
            <a:r>
              <a:rPr lang="en-US" sz="390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Orca</a:t>
            </a:r>
            <a:r>
              <a:rPr lang="en-US" sz="39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39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900" dirty="0" spc="-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9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9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39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39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39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9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39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terminal</a:t>
            </a:r>
            <a:r>
              <a:rPr lang="en-US" sz="39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39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39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39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dấu</a:t>
            </a:r>
            <a:r>
              <a:rPr lang="en-US" sz="39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39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</a:t>
            </a:r>
            <a:r>
              <a:rPr lang="en-US" sz="39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39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công;</a:t>
            </a:r>
            <a:r>
              <a:rPr lang="en-US" sz="39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r>
              <a:rPr lang="en-US" sz="39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mô</a:t>
            </a:r>
            <a:r>
              <a:rPr lang="en-US" sz="39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39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3900" dirty="0" spc="-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ra.</a:t>
            </a:r>
            <a:endParaRPr lang="en-US" sz="3900" dirty="0"/>
          </a:p>
        </p:txBody>
      </p:sp>
      <p:sp>
        <p:nvSpPr>
          <p:cNvPr id="52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aaa05b8a-eda7-4bcb-8e35-bcdf8b405c9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11160-840936421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544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Text 43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17/25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 tiếp</a:t>
            </a:r>
            <a:endParaRPr lang="en-US" sz="6300" dirty="0"/>
          </a:p>
        </p:txBody>
      </p:sp>
      <p:sp>
        <p:nvSpPr>
          <p:cNvPr id="49" name="Shape 47"/>
          <p:cNvSpPr/>
          <p:nvPr/>
        </p:nvSpPr>
        <p:spPr>
          <a:xfrm>
            <a:off x="1143000" y="2571750"/>
            <a:ext cx="16002000" cy="1809750"/>
          </a:xfrm>
          <a:prstGeom prst="roundRect">
            <a:avLst>
              <a:gd name="adj" fmla="val 16842"/>
            </a:avLst>
          </a:prstGeom>
          <a:solidFill>
            <a:srgbClr val="E8E0CF"/>
          </a:solidFill>
          <a:ln/>
        </p:spPr>
      </p:sp>
      <p:sp>
        <p:nvSpPr>
          <p:cNvPr id="50" name="Text 48"/>
          <p:cNvSpPr/>
          <p:nvPr/>
        </p:nvSpPr>
        <p:spPr>
          <a:xfrm>
            <a:off x="1714500" y="31718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51" name="Text 49"/>
          <p:cNvSpPr/>
          <p:nvPr/>
        </p:nvSpPr>
        <p:spPr>
          <a:xfrm>
            <a:off x="2762250" y="2667000"/>
            <a:ext cx="14001750" cy="1619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Releases: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năng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3150" dirty="0"/>
          </a:p>
        </p:txBody>
      </p:sp>
      <p:sp>
        <p:nvSpPr>
          <p:cNvPr id="52" name="Shape 50"/>
          <p:cNvSpPr/>
          <p:nvPr/>
        </p:nvSpPr>
        <p:spPr>
          <a:xfrm>
            <a:off x="1143000" y="4667250"/>
            <a:ext cx="16002000" cy="1809750"/>
          </a:xfrm>
          <a:prstGeom prst="roundRect">
            <a:avLst>
              <a:gd name="adj" fmla="val 16842"/>
            </a:avLst>
          </a:prstGeom>
          <a:solidFill>
            <a:srgbClr val="E8E0CF"/>
          </a:solidFill>
          <a:ln/>
        </p:spPr>
      </p:sp>
      <p:sp>
        <p:nvSpPr>
          <p:cNvPr id="53" name="Text 51"/>
          <p:cNvSpPr/>
          <p:nvPr/>
        </p:nvSpPr>
        <p:spPr>
          <a:xfrm>
            <a:off x="1714500" y="52673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2762250" y="4762500"/>
            <a:ext cx="14001750" cy="1619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(tệp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.github)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muốn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3150" dirty="0"/>
          </a:p>
        </p:txBody>
      </p:sp>
      <p:sp>
        <p:nvSpPr>
          <p:cNvPr id="55" name="Shape 53"/>
          <p:cNvSpPr/>
          <p:nvPr/>
        </p:nvSpPr>
        <p:spPr>
          <a:xfrm>
            <a:off x="1143000" y="6762750"/>
            <a:ext cx="16002000" cy="1809750"/>
          </a:xfrm>
          <a:prstGeom prst="roundRect">
            <a:avLst>
              <a:gd name="adj" fmla="val 16842"/>
            </a:avLst>
          </a:prstGeom>
          <a:solidFill>
            <a:srgbClr val="E8E0CF"/>
          </a:solidFill>
          <a:ln/>
        </p:spPr>
      </p:sp>
      <p:sp>
        <p:nvSpPr>
          <p:cNvPr id="56" name="Text 54"/>
          <p:cNvSpPr/>
          <p:nvPr/>
        </p:nvSpPr>
        <p:spPr>
          <a:xfrm>
            <a:off x="1714500" y="73628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57" name="Text 55"/>
          <p:cNvSpPr/>
          <p:nvPr/>
        </p:nvSpPr>
        <p:spPr>
          <a:xfrm>
            <a:off x="2762250" y="6858000"/>
            <a:ext cx="14001750" cy="1619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telemetry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endParaRPr lang="en-US" sz="315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b8333d10-5e63-431c-b9d1-60a7f1777b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13059-71643327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077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Text 44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18/25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195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143000" y="99060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3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300" dirty="0"/>
          </a:p>
        </p:txBody>
      </p:sp>
      <p:sp>
        <p:nvSpPr>
          <p:cNvPr id="50" name="Shape 48"/>
          <p:cNvSpPr/>
          <p:nvPr/>
        </p:nvSpPr>
        <p:spPr>
          <a:xfrm>
            <a:off x="1143000" y="2571750"/>
            <a:ext cx="3429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51" name="Shape 49"/>
          <p:cNvSpPr/>
          <p:nvPr/>
        </p:nvSpPr>
        <p:spPr>
          <a:xfrm>
            <a:off x="2400300" y="2857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pic>
        <p:nvPicPr>
          <p:cNvPr id="52" name="Moda flattened rect-1792234113141-50010526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3086100"/>
            <a:ext cx="457200" cy="45720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333500" y="4000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2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orca</a:t>
            </a:r>
            <a:endParaRPr lang="en-US" sz="2700" dirty="0"/>
          </a:p>
        </p:txBody>
      </p:sp>
      <p:sp>
        <p:nvSpPr>
          <p:cNvPr id="54" name="Shape 51"/>
          <p:cNvSpPr/>
          <p:nvPr/>
        </p:nvSpPr>
        <p:spPr>
          <a:xfrm>
            <a:off x="5334000" y="2571750"/>
            <a:ext cx="3429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55" name="Shape 52"/>
          <p:cNvSpPr/>
          <p:nvPr/>
        </p:nvSpPr>
        <p:spPr>
          <a:xfrm>
            <a:off x="6591300" y="2857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pic>
        <p:nvPicPr>
          <p:cNvPr id="56" name="Moda flattened rect-1792234113159-785470775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3086100"/>
            <a:ext cx="457200" cy="45720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5524500" y="4000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Orca trên</a:t>
            </a:r>
            <a:r>
              <a:rPr lang="en-US" sz="2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tính</a:t>
            </a:r>
            <a:endParaRPr lang="en-US" sz="2700" dirty="0"/>
          </a:p>
        </p:txBody>
      </p:sp>
      <p:sp>
        <p:nvSpPr>
          <p:cNvPr id="58" name="Shape 54"/>
          <p:cNvSpPr/>
          <p:nvPr/>
        </p:nvSpPr>
        <p:spPr>
          <a:xfrm>
            <a:off x="9525000" y="2571750"/>
            <a:ext cx="3429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59" name="Shape 55"/>
          <p:cNvSpPr/>
          <p:nvPr/>
        </p:nvSpPr>
        <p:spPr>
          <a:xfrm>
            <a:off x="10782300" y="2857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60" name="Moda flattened rect-1792234113176-72363881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3086100"/>
            <a:ext cx="457200" cy="457200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9715500" y="4000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2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worktree</a:t>
            </a:r>
            <a:endParaRPr lang="en-US" sz="2700" dirty="0"/>
          </a:p>
        </p:txBody>
      </p:sp>
      <p:sp>
        <p:nvSpPr>
          <p:cNvPr id="62" name="Shape 57"/>
          <p:cNvSpPr/>
          <p:nvPr/>
        </p:nvSpPr>
        <p:spPr>
          <a:xfrm>
            <a:off x="13716000" y="2571750"/>
            <a:ext cx="3429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63" name="Shape 58"/>
          <p:cNvSpPr/>
          <p:nvPr/>
        </p:nvSpPr>
        <p:spPr>
          <a:xfrm>
            <a:off x="14973300" y="2857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64" name="Moda flattened rect-1792234113345-193013965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1900" y="3086100"/>
            <a:ext cx="457200" cy="457200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13906500" y="4000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</a:t>
            </a:r>
            <a:r>
              <a:rPr lang="en-US" sz="2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2700" dirty="0"/>
          </a:p>
        </p:txBody>
      </p:sp>
      <p:sp>
        <p:nvSpPr>
          <p:cNvPr id="66" name="Shape 60"/>
          <p:cNvSpPr/>
          <p:nvPr/>
        </p:nvSpPr>
        <p:spPr>
          <a:xfrm>
            <a:off x="1143000" y="6096000"/>
            <a:ext cx="3429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67" name="Shape 61"/>
          <p:cNvSpPr/>
          <p:nvPr/>
        </p:nvSpPr>
        <p:spPr>
          <a:xfrm>
            <a:off x="2400300" y="63817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C2371E"/>
          </a:solidFill>
          <a:ln/>
        </p:spPr>
      </p:sp>
      <p:pic>
        <p:nvPicPr>
          <p:cNvPr id="68" name="Moda flattened rect-1792234113363-978459918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6610350"/>
            <a:ext cx="457200" cy="457200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1333500" y="7524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</a:t>
            </a:r>
            <a:r>
              <a:rPr lang="en-US" sz="2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2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endParaRPr lang="en-US" sz="2700" dirty="0"/>
          </a:p>
        </p:txBody>
      </p:sp>
      <p:sp>
        <p:nvSpPr>
          <p:cNvPr id="70" name="Shape 63"/>
          <p:cNvSpPr/>
          <p:nvPr/>
        </p:nvSpPr>
        <p:spPr>
          <a:xfrm>
            <a:off x="5334000" y="6096000"/>
            <a:ext cx="3429000" cy="2571750"/>
          </a:xfrm>
          <a:prstGeom prst="roundRect">
            <a:avLst>
              <a:gd name="adj" fmla="val 11852"/>
            </a:avLst>
          </a:prstGeom>
          <a:solidFill>
            <a:srgbClr val="E8E0CF"/>
          </a:solidFill>
          <a:ln/>
        </p:spPr>
      </p:sp>
      <p:sp>
        <p:nvSpPr>
          <p:cNvPr id="71" name="Shape 64"/>
          <p:cNvSpPr/>
          <p:nvPr/>
        </p:nvSpPr>
        <p:spPr>
          <a:xfrm>
            <a:off x="6591300" y="63817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pic>
        <p:nvPicPr>
          <p:cNvPr id="72" name="Moda flattened rect-1792234113378-351061270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00" y="6610350"/>
            <a:ext cx="457200" cy="457200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5524500" y="7524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Relay</a:t>
            </a:r>
            <a:endParaRPr lang="en-US" sz="2700" dirty="0"/>
          </a:p>
        </p:txBody>
      </p:sp>
      <p:sp>
        <p:nvSpPr>
          <p:cNvPr id="74" name="Connector line-1792234113395-751948972"/>
          <p:cNvSpPr/>
          <p:nvPr/>
        </p:nvSpPr>
        <p:spPr>
          <a:xfrm>
            <a:off x="4648200" y="3857625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5" name="Connector line-1792234113395-121266534"/>
          <p:cNvSpPr/>
          <p:nvPr/>
        </p:nvSpPr>
        <p:spPr>
          <a:xfrm>
            <a:off x="8839200" y="3857625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6" name="Connector line-1792234113396-17797095"/>
          <p:cNvSpPr/>
          <p:nvPr/>
        </p:nvSpPr>
        <p:spPr>
          <a:xfrm>
            <a:off x="13030200" y="3857625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7" name="Connector line-1792234113396-222719685"/>
          <p:cNvSpPr/>
          <p:nvPr/>
        </p:nvSpPr>
        <p:spPr>
          <a:xfrm>
            <a:off x="4648200" y="7381875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8" name="Connector line-1792234113396-133721604"/>
          <p:cNvSpPr/>
          <p:nvPr/>
        </p:nvSpPr>
        <p:spPr>
          <a:xfrm flipV="1">
            <a:off x="7048500" y="5334000"/>
            <a:ext cx="0" cy="6858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9" name="Shape 71"/>
          <p:cNvSpPr/>
          <p:nvPr/>
        </p:nvSpPr>
        <p:spPr>
          <a:xfrm>
            <a:off x="9525000" y="6096000"/>
            <a:ext cx="7620000" cy="2571750"/>
          </a:xfrm>
          <a:prstGeom prst="roundRect">
            <a:avLst>
              <a:gd name="adj" fmla="val 11852"/>
            </a:avLst>
          </a:prstGeom>
          <a:solidFill>
            <a:srgbClr val="14161C"/>
          </a:solidFill>
          <a:ln/>
        </p:spPr>
      </p:sp>
      <p:sp>
        <p:nvSpPr>
          <p:cNvPr id="80" name="Text 72"/>
          <p:cNvSpPr/>
          <p:nvPr/>
        </p:nvSpPr>
        <p:spPr>
          <a:xfrm>
            <a:off x="10001250" y="6334125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endParaRPr lang="en-US" sz="1950" dirty="0"/>
          </a:p>
        </p:txBody>
      </p:sp>
      <p:sp>
        <p:nvSpPr>
          <p:cNvPr id="81" name="Text 73"/>
          <p:cNvSpPr/>
          <p:nvPr/>
        </p:nvSpPr>
        <p:spPr>
          <a:xfrm>
            <a:off x="10001250" y="6781800"/>
            <a:ext cx="6762750" cy="1809750"/>
          </a:xfrm>
          <a:prstGeom prst="rect">
            <a:avLst/>
          </a:prstGeom>
          <a:noFill/>
          <a:ln/>
        </p:spPr>
        <p:txBody>
          <a:bodyPr wrap="square" lIns="0" tIns="1413" rIns="0" bIns="-141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Orca trên máy tính → Git worktree → CLI agent</a:t>
            </a:r>
            <a:endParaRPr lang="en-US" sz="2250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 orca → Orca trên máy tính</a:t>
            </a:r>
            <a:endParaRPr lang="en-US" sz="2250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 điện thoại → Relay → Orca trên máy tính</a:t>
            </a:r>
            <a:endParaRPr lang="en-US" sz="2250" dirty="0"/>
          </a:p>
        </p:txBody>
      </p:sp>
      <p:sp>
        <p:nvSpPr>
          <p:cNvPr id="82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3" name="Moda image moda-export-watermark-ff567650-4783-4c94-963c-d363d35929a0" descr="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15020-290733762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10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Text 45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19/25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endParaRPr lang="en-US" sz="6300" dirty="0"/>
          </a:p>
        </p:txBody>
      </p:sp>
      <p:sp>
        <p:nvSpPr>
          <p:cNvPr id="51" name="Connector line-1792234115101-420117179"/>
          <p:cNvSpPr/>
          <p:nvPr/>
        </p:nvSpPr>
        <p:spPr>
          <a:xfrm>
            <a:off x="1143000" y="2571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143000" y="3086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pic>
        <p:nvPicPr>
          <p:cNvPr id="53" name="Moda flattened rect-1792234115102-5280654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550" y="3295650"/>
            <a:ext cx="495300" cy="49530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2381250" y="27622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Orca trên</a:t>
            </a:r>
            <a:r>
              <a:rPr lang="en-US" sz="34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4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3450" dirty="0"/>
          </a:p>
        </p:txBody>
      </p:sp>
      <p:sp>
        <p:nvSpPr>
          <p:cNvPr id="55" name="Text 52"/>
          <p:cNvSpPr/>
          <p:nvPr/>
        </p:nvSpPr>
        <p:spPr>
          <a:xfrm>
            <a:off x="7905750" y="27622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macOS,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Linux: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Linear.</a:t>
            </a:r>
            <a:endParaRPr lang="en-US" sz="2850" dirty="0"/>
          </a:p>
        </p:txBody>
      </p:sp>
      <p:sp>
        <p:nvSpPr>
          <p:cNvPr id="56" name="Connector line-1792234115145-273501986"/>
          <p:cNvSpPr/>
          <p:nvPr/>
        </p:nvSpPr>
        <p:spPr>
          <a:xfrm>
            <a:off x="1143000" y="46672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7" name="Shape 54"/>
          <p:cNvSpPr/>
          <p:nvPr/>
        </p:nvSpPr>
        <p:spPr>
          <a:xfrm>
            <a:off x="1143000" y="5181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58" name="Moda flattened rect-1792234115146-462405127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5391150"/>
            <a:ext cx="495300" cy="495300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2381250" y="48577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345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worktree</a:t>
            </a:r>
            <a:endParaRPr lang="en-US" sz="3450" dirty="0"/>
          </a:p>
        </p:txBody>
      </p:sp>
      <p:sp>
        <p:nvSpPr>
          <p:cNvPr id="60" name="Text 56"/>
          <p:cNvSpPr/>
          <p:nvPr/>
        </p:nvSpPr>
        <p:spPr>
          <a:xfrm>
            <a:off x="7905750" y="48577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850" dirty="0"/>
          </a:p>
        </p:txBody>
      </p:sp>
      <p:sp>
        <p:nvSpPr>
          <p:cNvPr id="61" name="Connector line-1792234115186-903168850"/>
          <p:cNvSpPr/>
          <p:nvPr/>
        </p:nvSpPr>
        <p:spPr>
          <a:xfrm>
            <a:off x="1143000" y="6762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2" name="Shape 58"/>
          <p:cNvSpPr/>
          <p:nvPr/>
        </p:nvSpPr>
        <p:spPr>
          <a:xfrm>
            <a:off x="1143000" y="7277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63" name="Moda flattened rect-1792234115340-92254807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7486650"/>
            <a:ext cx="495300" cy="495300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2381250" y="69532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1E7A4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</a:t>
            </a:r>
            <a:r>
              <a:rPr lang="en-US" sz="3450" dirty="0" spc="-14" kern="0">
                <a:solidFill>
                  <a:srgbClr val="1E7A4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3450" dirty="0"/>
          </a:p>
        </p:txBody>
      </p:sp>
      <p:sp>
        <p:nvSpPr>
          <p:cNvPr id="65" name="Text 60"/>
          <p:cNvSpPr/>
          <p:nvPr/>
        </p:nvSpPr>
        <p:spPr>
          <a:xfrm>
            <a:off x="7905750" y="69532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OpenCode,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Orca.</a:t>
            </a:r>
            <a:endParaRPr lang="en-US" sz="2850" dirty="0"/>
          </a:p>
        </p:txBody>
      </p:sp>
      <p:sp>
        <p:nvSpPr>
          <p:cNvPr id="66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b7839984-c377-41ec-b423-ab2d9be50a49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16535-479593092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144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Text 46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20/25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endParaRPr lang="en-US" sz="6300" dirty="0"/>
          </a:p>
        </p:txBody>
      </p:sp>
      <p:sp>
        <p:nvSpPr>
          <p:cNvPr id="52" name="Connector line-1792234116613-412389762"/>
          <p:cNvSpPr/>
          <p:nvPr/>
        </p:nvSpPr>
        <p:spPr>
          <a:xfrm>
            <a:off x="1143000" y="2571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143000" y="3086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pic>
        <p:nvPicPr>
          <p:cNvPr id="54" name="Moda flattened rect-1792234116614-3431276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550" y="3295650"/>
            <a:ext cx="495300" cy="49530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2381250" y="27622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345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orca</a:t>
            </a:r>
            <a:endParaRPr lang="en-US" sz="3450" dirty="0"/>
          </a:p>
        </p:txBody>
      </p:sp>
      <p:sp>
        <p:nvSpPr>
          <p:cNvPr id="56" name="Text 53"/>
          <p:cNvSpPr/>
          <p:nvPr/>
        </p:nvSpPr>
        <p:spPr>
          <a:xfrm>
            <a:off x="7905750" y="27622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Orca: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click,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fill.</a:t>
            </a:r>
            <a:endParaRPr lang="en-US" sz="2850" dirty="0"/>
          </a:p>
        </p:txBody>
      </p:sp>
      <p:sp>
        <p:nvSpPr>
          <p:cNvPr id="57" name="Connector line-1792234116653-184510270"/>
          <p:cNvSpPr/>
          <p:nvPr/>
        </p:nvSpPr>
        <p:spPr>
          <a:xfrm>
            <a:off x="1143000" y="46672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8" name="Shape 55"/>
          <p:cNvSpPr/>
          <p:nvPr/>
        </p:nvSpPr>
        <p:spPr>
          <a:xfrm>
            <a:off x="1143000" y="5181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C2371E"/>
          </a:solidFill>
          <a:ln/>
        </p:spPr>
      </p:sp>
      <p:pic>
        <p:nvPicPr>
          <p:cNvPr id="59" name="Moda flattened rect-1792234116653-190304587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5391150"/>
            <a:ext cx="495300" cy="495300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2381250" y="48577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C2371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</a:t>
            </a:r>
            <a:r>
              <a:rPr lang="en-US" sz="3450" dirty="0" spc="12" kern="0">
                <a:solidFill>
                  <a:srgbClr val="C2371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3450" dirty="0" spc="-4" kern="0">
                <a:solidFill>
                  <a:srgbClr val="C2371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endParaRPr lang="en-US" sz="3450" dirty="0"/>
          </a:p>
        </p:txBody>
      </p:sp>
      <p:sp>
        <p:nvSpPr>
          <p:cNvPr id="61" name="Text 57"/>
          <p:cNvSpPr/>
          <p:nvPr/>
        </p:nvSpPr>
        <p:spPr>
          <a:xfrm>
            <a:off x="7905750" y="48577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iOS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Android.</a:t>
            </a:r>
            <a:endParaRPr lang="en-US" sz="2850" dirty="0"/>
          </a:p>
        </p:txBody>
      </p:sp>
      <p:sp>
        <p:nvSpPr>
          <p:cNvPr id="62" name="Connector line-1792234116690-504143896"/>
          <p:cNvSpPr/>
          <p:nvPr/>
        </p:nvSpPr>
        <p:spPr>
          <a:xfrm>
            <a:off x="1143000" y="6762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3" name="Shape 59"/>
          <p:cNvSpPr/>
          <p:nvPr/>
        </p:nvSpPr>
        <p:spPr>
          <a:xfrm>
            <a:off x="1143000" y="7277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pic>
        <p:nvPicPr>
          <p:cNvPr id="64" name="Moda flattened rect-1792234116691-677667724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7486650"/>
            <a:ext cx="495300" cy="495300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2381250" y="69532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6" kern="0">
                <a:solidFill>
                  <a:srgbClr val="6D28D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Relay</a:t>
            </a:r>
            <a:endParaRPr lang="en-US" sz="3450" dirty="0"/>
          </a:p>
        </p:txBody>
      </p:sp>
      <p:sp>
        <p:nvSpPr>
          <p:cNvPr id="66" name="Text 61"/>
          <p:cNvSpPr/>
          <p:nvPr/>
        </p:nvSpPr>
        <p:spPr>
          <a:xfrm>
            <a:off x="7905750" y="69532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nằm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cloud/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2850" dirty="0"/>
          </a:p>
        </p:txBody>
      </p:sp>
      <p:sp>
        <p:nvSpPr>
          <p:cNvPr id="67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8adb9aed-1fec-4209-b6de-e5fb9e4cb57a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70658-22420196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F3EEE3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6776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Text 47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21/25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143000" y="99060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300" dirty="0"/>
          </a:p>
        </p:txBody>
      </p:sp>
      <p:sp>
        <p:nvSpPr>
          <p:cNvPr id="53" name="Connector line-1792234170796-300545020"/>
          <p:cNvSpPr/>
          <p:nvPr/>
        </p:nvSpPr>
        <p:spPr>
          <a:xfrm>
            <a:off x="1143000" y="2762250"/>
            <a:ext cx="49530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0096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43000" y="3048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56" name="Text 54"/>
          <p:cNvSpPr/>
          <p:nvPr/>
        </p:nvSpPr>
        <p:spPr>
          <a:xfrm>
            <a:off x="1143000" y="4476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1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31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1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worktree</a:t>
            </a:r>
            <a:endParaRPr lang="en-US" sz="3150" dirty="0"/>
          </a:p>
        </p:txBody>
      </p:sp>
      <p:sp>
        <p:nvSpPr>
          <p:cNvPr id="57" name="Text 55"/>
          <p:cNvSpPr/>
          <p:nvPr/>
        </p:nvSpPr>
        <p:spPr>
          <a:xfrm>
            <a:off x="1143000" y="5334000"/>
            <a:ext cx="4953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Orca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4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4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3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400" dirty="0"/>
          </a:p>
        </p:txBody>
      </p:sp>
      <p:sp>
        <p:nvSpPr>
          <p:cNvPr id="58" name="Connector line-1792234170868-551182295"/>
          <p:cNvSpPr/>
          <p:nvPr/>
        </p:nvSpPr>
        <p:spPr>
          <a:xfrm>
            <a:off x="6667500" y="2762250"/>
            <a:ext cx="49530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5341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3DD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67500" y="3048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61" name="Text 59"/>
          <p:cNvSpPr/>
          <p:nvPr/>
        </p:nvSpPr>
        <p:spPr>
          <a:xfrm>
            <a:off x="6667500" y="4476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Terminal</a:t>
            </a:r>
            <a:r>
              <a:rPr lang="en-US" sz="31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 cho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</a:t>
            </a:r>
            <a:r>
              <a:rPr lang="en-US" sz="31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3150" dirty="0"/>
          </a:p>
        </p:txBody>
      </p:sp>
      <p:sp>
        <p:nvSpPr>
          <p:cNvPr id="62" name="Text 60"/>
          <p:cNvSpPr/>
          <p:nvPr/>
        </p:nvSpPr>
        <p:spPr>
          <a:xfrm>
            <a:off x="6667500" y="5334000"/>
            <a:ext cx="4953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ô: README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đẳng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Ghostty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(Ghostty-class),</a:t>
            </a:r>
            <a:r>
              <a:rPr lang="en-US" sz="24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WebGL,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scrollback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63" name="Connector line-1792234170930-875130572"/>
          <p:cNvSpPr/>
          <p:nvPr/>
        </p:nvSpPr>
        <p:spPr>
          <a:xfrm>
            <a:off x="12192000" y="2762250"/>
            <a:ext cx="49530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20586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B45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192000" y="3048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66" name="Text 64"/>
          <p:cNvSpPr/>
          <p:nvPr/>
        </p:nvSpPr>
        <p:spPr>
          <a:xfrm>
            <a:off x="12192000" y="4476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1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31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endParaRPr lang="en-US" sz="3150" dirty="0"/>
          </a:p>
        </p:txBody>
      </p:sp>
      <p:sp>
        <p:nvSpPr>
          <p:cNvPr id="67" name="Text 65"/>
          <p:cNvSpPr/>
          <p:nvPr/>
        </p:nvSpPr>
        <p:spPr>
          <a:xfrm>
            <a:off x="12192000" y="5334000"/>
            <a:ext cx="4953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Orca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PR,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GitHub,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Linear,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nhận</a:t>
            </a:r>
            <a:r>
              <a:rPr lang="en-US" sz="24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diff.</a:t>
            </a:r>
            <a:endParaRPr lang="en-US" sz="24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07f152b1-6126-4ae4-97ce-13be289ed0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72191-101906411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F3EEE3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744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2110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Text 48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22/25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143000" y="99060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300" dirty="0"/>
          </a:p>
        </p:txBody>
      </p:sp>
      <p:sp>
        <p:nvSpPr>
          <p:cNvPr id="54" name="Connector line-1792234172288-967690494"/>
          <p:cNvSpPr/>
          <p:nvPr/>
        </p:nvSpPr>
        <p:spPr>
          <a:xfrm>
            <a:off x="1143000" y="2762250"/>
            <a:ext cx="49530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10096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6A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" y="3048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57" name="Text 55"/>
          <p:cNvSpPr/>
          <p:nvPr/>
        </p:nvSpPr>
        <p:spPr>
          <a:xfrm>
            <a:off x="1143000" y="4476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315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r>
              <a:rPr lang="en-US" sz="31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Orca</a:t>
            </a:r>
            <a:endParaRPr lang="en-US" sz="3150" dirty="0"/>
          </a:p>
        </p:txBody>
      </p:sp>
      <p:sp>
        <p:nvSpPr>
          <p:cNvPr id="58" name="Text 56"/>
          <p:cNvSpPr/>
          <p:nvPr/>
        </p:nvSpPr>
        <p:spPr>
          <a:xfrm>
            <a:off x="1143000" y="5334000"/>
            <a:ext cx="4953000" cy="3619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4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 bản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quy</a:t>
            </a:r>
            <a:r>
              <a:rPr lang="en-US" sz="24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lệnh con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40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create,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snapshot, click,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fill.</a:t>
            </a:r>
            <a:endParaRPr lang="en-US" sz="2400" dirty="0"/>
          </a:p>
        </p:txBody>
      </p:sp>
      <p:sp>
        <p:nvSpPr>
          <p:cNvPr id="59" name="Connector line-1792234172357-403519471"/>
          <p:cNvSpPr/>
          <p:nvPr/>
        </p:nvSpPr>
        <p:spPr>
          <a:xfrm>
            <a:off x="6667500" y="2762250"/>
            <a:ext cx="4953000" cy="0"/>
          </a:xfrm>
          <a:prstGeom prst="line">
            <a:avLst/>
          </a:prstGeom>
          <a:noFill/>
          <a:ln w="57150">
            <a:solidFill>
              <a:srgbClr val="C58BFF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5341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C58B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67500" y="3048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C58B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8700" dirty="0"/>
          </a:p>
        </p:txBody>
      </p:sp>
      <p:sp>
        <p:nvSpPr>
          <p:cNvPr id="62" name="Text 60"/>
          <p:cNvSpPr/>
          <p:nvPr/>
        </p:nvSpPr>
        <p:spPr>
          <a:xfrm>
            <a:off x="6667500" y="4476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SSH</a:t>
            </a:r>
            <a:r>
              <a:rPr lang="en-US" sz="31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worktrees:</a:t>
            </a:r>
            <a:r>
              <a:rPr lang="en-US" sz="31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1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15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endParaRPr lang="en-US" sz="3150" dirty="0"/>
          </a:p>
        </p:txBody>
      </p:sp>
      <p:sp>
        <p:nvSpPr>
          <p:cNvPr id="63" name="Text 61"/>
          <p:cNvSpPr/>
          <p:nvPr/>
        </p:nvSpPr>
        <p:spPr>
          <a:xfrm>
            <a:off x="6667500" y="5619750"/>
            <a:ext cx="4953000" cy="3333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mạnh,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4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 tự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cổng.</a:t>
            </a:r>
            <a:endParaRPr lang="en-US" sz="2400" dirty="0"/>
          </a:p>
        </p:txBody>
      </p:sp>
      <p:sp>
        <p:nvSpPr>
          <p:cNvPr id="64" name="Connector line-1792234172423-676555827"/>
          <p:cNvSpPr/>
          <p:nvPr/>
        </p:nvSpPr>
        <p:spPr>
          <a:xfrm>
            <a:off x="12192000" y="2762250"/>
            <a:ext cx="49530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120586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192000" y="3048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8700" dirty="0"/>
          </a:p>
        </p:txBody>
      </p:sp>
      <p:sp>
        <p:nvSpPr>
          <p:cNvPr id="67" name="Text 65"/>
          <p:cNvSpPr/>
          <p:nvPr/>
        </p:nvSpPr>
        <p:spPr>
          <a:xfrm>
            <a:off x="12192000" y="4476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</a:t>
            </a:r>
            <a:r>
              <a:rPr lang="en-US" sz="315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31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1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relay</a:t>
            </a:r>
            <a:endParaRPr lang="en-US" sz="3150" dirty="0"/>
          </a:p>
        </p:txBody>
      </p:sp>
      <p:sp>
        <p:nvSpPr>
          <p:cNvPr id="68" name="Text 66"/>
          <p:cNvSpPr/>
          <p:nvPr/>
        </p:nvSpPr>
        <p:spPr>
          <a:xfrm>
            <a:off x="12192000" y="5619750"/>
            <a:ext cx="4953000" cy="3333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</a:t>
            </a:r>
            <a:r>
              <a:rPr lang="en-US" sz="240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desktop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relay;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cloud/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24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48e5bc7f-8eb9-4b9e-bb6b-82d537ebdd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73670-575629603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744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277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27444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Text 49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23/25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FF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300" kern="0" dirty="0">
                <a:solidFill>
                  <a:srgbClr val="FF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3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3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6300" dirty="0"/>
          </a:p>
        </p:txBody>
      </p:sp>
      <p:sp>
        <p:nvSpPr>
          <p:cNvPr id="55" name="Connector line-1792234173763-295970661"/>
          <p:cNvSpPr/>
          <p:nvPr/>
        </p:nvSpPr>
        <p:spPr>
          <a:xfrm>
            <a:off x="1143000" y="2381250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1143000" y="2457450"/>
            <a:ext cx="16192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FFC4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57" name="Text 55"/>
          <p:cNvSpPr/>
          <p:nvPr/>
        </p:nvSpPr>
        <p:spPr>
          <a:xfrm>
            <a:off x="3143250" y="2457450"/>
            <a:ext cx="14001750" cy="1485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r>
              <a:rPr lang="en-US" sz="30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30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worktree:</a:t>
            </a:r>
            <a:r>
              <a:rPr lang="en-US" sz="30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0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giẫm</a:t>
            </a:r>
            <a:r>
              <a:rPr lang="en-US" sz="30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</a:t>
            </a:r>
            <a:r>
              <a:rPr lang="en-US" sz="30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8" name="Connector line-1792234173808-748303309"/>
          <p:cNvSpPr/>
          <p:nvPr/>
        </p:nvSpPr>
        <p:spPr>
          <a:xfrm>
            <a:off x="1143000" y="4038600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9" name="Text 57"/>
          <p:cNvSpPr/>
          <p:nvPr/>
        </p:nvSpPr>
        <p:spPr>
          <a:xfrm>
            <a:off x="1143000" y="4114800"/>
            <a:ext cx="16192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BFF2D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60" name="Text 58"/>
          <p:cNvSpPr/>
          <p:nvPr/>
        </p:nvSpPr>
        <p:spPr>
          <a:xfrm>
            <a:off x="3143250" y="4114800"/>
            <a:ext cx="14001750" cy="1485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000" dirty="0" spc="-4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00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00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000" dirty="0"/>
          </a:p>
        </p:txBody>
      </p:sp>
      <p:sp>
        <p:nvSpPr>
          <p:cNvPr id="61" name="Connector line-1792234173854-867887424"/>
          <p:cNvSpPr/>
          <p:nvPr/>
        </p:nvSpPr>
        <p:spPr>
          <a:xfrm>
            <a:off x="1143000" y="5695950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1143000" y="5772150"/>
            <a:ext cx="16192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FFE0A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63" name="Text 61"/>
          <p:cNvSpPr/>
          <p:nvPr/>
        </p:nvSpPr>
        <p:spPr>
          <a:xfrm>
            <a:off x="3143250" y="5772150"/>
            <a:ext cx="14001750" cy="1485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300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 công cụ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 nên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r>
              <a:rPr lang="en-US" sz="30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30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64" name="Connector line-1792234173901-347330401"/>
          <p:cNvSpPr/>
          <p:nvPr/>
        </p:nvSpPr>
        <p:spPr>
          <a:xfrm>
            <a:off x="1143000" y="7353300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5" name="Text 63"/>
          <p:cNvSpPr/>
          <p:nvPr/>
        </p:nvSpPr>
        <p:spPr>
          <a:xfrm>
            <a:off x="1143000" y="7429500"/>
            <a:ext cx="16192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kern="0">
                <a:solidFill>
                  <a:srgbClr val="FFC4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9000" dirty="0"/>
          </a:p>
        </p:txBody>
      </p:sp>
      <p:sp>
        <p:nvSpPr>
          <p:cNvPr id="66" name="Text 64"/>
          <p:cNvSpPr/>
          <p:nvPr/>
        </p:nvSpPr>
        <p:spPr>
          <a:xfrm>
            <a:off x="3143250" y="7429500"/>
            <a:ext cx="14001750" cy="1485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3000" dirty="0" spc="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30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30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3000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0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30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workspace</a:t>
            </a:r>
            <a:r>
              <a:rPr lang="en-US" sz="300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30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8f49bd43-6898-42a2-a7a6-8ec0b3954a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75100-43966498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744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277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2811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3277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Text 50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24/25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orca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143000" y="9906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300" dirty="0"/>
          </a:p>
        </p:txBody>
      </p:sp>
      <p:sp>
        <p:nvSpPr>
          <p:cNvPr id="56" name="Shape 54"/>
          <p:cNvSpPr/>
          <p:nvPr/>
        </p:nvSpPr>
        <p:spPr>
          <a:xfrm>
            <a:off x="1143000" y="2571750"/>
            <a:ext cx="5143500" cy="60960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57" name="Connector line-1792234175200-161083977"/>
          <p:cNvSpPr/>
          <p:nvPr/>
        </p:nvSpPr>
        <p:spPr>
          <a:xfrm>
            <a:off x="1619250" y="3238500"/>
            <a:ext cx="4191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1485900" y="3105150"/>
            <a:ext cx="266700" cy="266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1F3F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19250" y="361950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Worktree</a:t>
            </a:r>
            <a:endParaRPr lang="en-US" sz="4800" dirty="0"/>
          </a:p>
        </p:txBody>
      </p:sp>
      <p:sp>
        <p:nvSpPr>
          <p:cNvPr id="60" name="Text 58"/>
          <p:cNvSpPr/>
          <p:nvPr/>
        </p:nvSpPr>
        <p:spPr>
          <a:xfrm>
            <a:off x="161925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ở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2700" dirty="0"/>
          </a:p>
        </p:txBody>
      </p:sp>
      <p:sp>
        <p:nvSpPr>
          <p:cNvPr id="61" name="Shape 59"/>
          <p:cNvSpPr/>
          <p:nvPr/>
        </p:nvSpPr>
        <p:spPr>
          <a:xfrm>
            <a:off x="6572250" y="2571750"/>
            <a:ext cx="5143500" cy="60960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62" name="Connector line-1792234175246-716257337"/>
          <p:cNvSpPr/>
          <p:nvPr/>
        </p:nvSpPr>
        <p:spPr>
          <a:xfrm>
            <a:off x="7048500" y="3238500"/>
            <a:ext cx="41910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6915150" y="3105150"/>
            <a:ext cx="266700" cy="266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8500" y="361950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</a:t>
            </a:r>
            <a:r>
              <a:rPr lang="en-US" sz="48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4800" dirty="0"/>
          </a:p>
        </p:txBody>
      </p:sp>
      <p:sp>
        <p:nvSpPr>
          <p:cNvPr id="65" name="Text 63"/>
          <p:cNvSpPr/>
          <p:nvPr/>
        </p:nvSpPr>
        <p:spPr>
          <a:xfrm>
            <a:off x="704850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9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Codex.</a:t>
            </a:r>
            <a:endParaRPr lang="en-US" sz="2700" dirty="0"/>
          </a:p>
        </p:txBody>
      </p:sp>
      <p:sp>
        <p:nvSpPr>
          <p:cNvPr id="66" name="Shape 64"/>
          <p:cNvSpPr/>
          <p:nvPr/>
        </p:nvSpPr>
        <p:spPr>
          <a:xfrm>
            <a:off x="12001500" y="2571750"/>
            <a:ext cx="5143500" cy="60960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67" name="Connector line-1792234175291-241280680"/>
          <p:cNvSpPr/>
          <p:nvPr/>
        </p:nvSpPr>
        <p:spPr>
          <a:xfrm>
            <a:off x="12477750" y="3238500"/>
            <a:ext cx="4191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2344400" y="3105150"/>
            <a:ext cx="266700" cy="266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477750" y="361950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Relay</a:t>
            </a:r>
            <a:endParaRPr lang="en-US" sz="4800" dirty="0"/>
          </a:p>
        </p:txBody>
      </p:sp>
      <p:sp>
        <p:nvSpPr>
          <p:cNvPr id="70" name="Text 68"/>
          <p:cNvSpPr/>
          <p:nvPr/>
        </p:nvSpPr>
        <p:spPr>
          <a:xfrm>
            <a:off x="1247775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ghép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của nó nằm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cloud/ của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2700" dirty="0"/>
          </a:p>
        </p:txBody>
      </p:sp>
      <p:sp>
        <p:nvSpPr>
          <p:cNvPr id="71" name="Shape 6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2" name="Moda image moda-export-watermark-2d302a7e-153b-4ffd-ad11-88de6dbbdd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4176583-529610499"/>
          <p:cNvSpPr/>
          <p:nvPr/>
        </p:nvSpPr>
        <p:spPr>
          <a:xfrm>
            <a:off x="1143000" y="9620250"/>
            <a:ext cx="12801600" cy="0"/>
          </a:xfrm>
          <a:prstGeom prst="line">
            <a:avLst/>
          </a:prstGeom>
          <a:noFill/>
          <a:ln w="19050">
            <a:solidFill>
              <a:srgbClr val="F3EEE3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2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6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9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52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9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3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0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3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6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3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87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20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53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7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20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54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09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76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43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6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43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76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10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43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43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77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610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4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7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744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277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2811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3344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38112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Text 51"/>
          <p:cNvSpPr/>
          <p:nvPr/>
        </p:nvSpPr>
        <p:spPr>
          <a:xfrm>
            <a:off x="14859000" y="6286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25/25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9525000" y="6096000"/>
            <a:ext cx="6667500" cy="1143000"/>
          </a:xfrm>
          <a:custGeom>
            <a:avLst/>
            <a:gdLst/>
            <a:ahLst/>
            <a:cxnLst/>
            <a:rect l="l" t="t" r="r" b="b"/>
            <a:pathLst>
              <a:path w="6667500" h="1143000">
                <a:moveTo>
                  <a:pt x="0" y="0"/>
                </a:moveTo>
                <a:cubicBezTo>
                  <a:pt x="2381250" y="0"/>
                  <a:pt x="4286250" y="1143000"/>
                  <a:pt x="6667500" y="1143000"/>
                </a:cubicBezTo>
              </a:path>
            </a:pathLst>
          </a:custGeom>
          <a:ln w="76200">
            <a:solidFill>
              <a:srgbClr val="7C93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25000" y="7239000"/>
            <a:ext cx="6667500" cy="9144"/>
          </a:xfrm>
          <a:custGeom>
            <a:avLst/>
            <a:gdLst/>
            <a:ahLst/>
            <a:cxnLst/>
            <a:rect l="l" t="t" r="r" b="b"/>
            <a:pathLst>
              <a:path w="6667500" h="9144">
                <a:moveTo>
                  <a:pt x="0" y="0"/>
                </a:moveTo>
                <a:lnTo>
                  <a:pt x="6667500" y="0"/>
                </a:lnTo>
              </a:path>
            </a:pathLst>
          </a:custGeom>
          <a:ln w="76200">
            <a:solidFill>
              <a:srgbClr val="FF6A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25000" y="7239000"/>
            <a:ext cx="6667500" cy="1143000"/>
          </a:xfrm>
          <a:custGeom>
            <a:avLst/>
            <a:gdLst/>
            <a:ahLst/>
            <a:cxnLst/>
            <a:rect l="l" t="t" r="r" b="b"/>
            <a:pathLst>
              <a:path w="6667500" h="1143000">
                <a:moveTo>
                  <a:pt x="0" y="1143000"/>
                </a:moveTo>
                <a:cubicBezTo>
                  <a:pt x="2381250" y="1143000"/>
                  <a:pt x="4286250" y="0"/>
                  <a:pt x="6667500" y="0"/>
                </a:cubicBezTo>
              </a:path>
            </a:pathLst>
          </a:custGeom>
          <a:ln w="76200">
            <a:solidFill>
              <a:srgbClr val="3DD6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91650" y="59626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91650" y="71056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6A4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91650" y="82486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3DD6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925800" y="6972300"/>
            <a:ext cx="533400" cy="533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2" name="Text 6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1143000" y="99060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300" dirty="0"/>
          </a:p>
        </p:txBody>
      </p:sp>
      <p:sp>
        <p:nvSpPr>
          <p:cNvPr id="64" name="Text 62"/>
          <p:cNvSpPr/>
          <p:nvPr/>
        </p:nvSpPr>
        <p:spPr>
          <a:xfrm>
            <a:off x="1143000" y="25717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u="sng" dirty="0" spc="-28" kern="0">
                <a:solidFill>
                  <a:srgbClr val="AFC0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stablyai/orca</a:t>
            </a:r>
            <a:endParaRPr lang="en-US" sz="5400" dirty="0"/>
          </a:p>
        </p:txBody>
      </p:sp>
      <p:sp>
        <p:nvSpPr>
          <p:cNvPr id="65" name="Text 63"/>
          <p:cNvSpPr/>
          <p:nvPr/>
        </p:nvSpPr>
        <p:spPr>
          <a:xfrm>
            <a:off x="1143000" y="38100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phép: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94.489</a:t>
            </a:r>
            <a:r>
              <a:rPr lang="en-US" sz="30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6.040</a:t>
            </a:r>
            <a:r>
              <a:rPr lang="en-US" sz="30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fork</a:t>
            </a:r>
            <a:r>
              <a:rPr lang="en-US" sz="30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30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3000" dirty="0"/>
          </a:p>
        </p:txBody>
      </p:sp>
      <p:sp>
        <p:nvSpPr>
          <p:cNvPr id="66" name="Text 64"/>
          <p:cNvSpPr/>
          <p:nvPr/>
        </p:nvSpPr>
        <p:spPr>
          <a:xfrm>
            <a:off x="1143000" y="4953000"/>
            <a:ext cx="10477500" cy="1333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i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850" i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i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i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i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i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i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i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850" i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i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i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i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repo;</a:t>
            </a:r>
            <a:r>
              <a:rPr lang="en-US" sz="2850" i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850" i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i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850" i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850" i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i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i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85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65ce8e47-bbdb-452b-814f-67e2ed6923c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2026-10-17T10:50:54Z</dcterms:created>
  <dcterms:modified xsi:type="dcterms:W3CDTF">2026-10-17T10:50:54Z</dcterms:modified>
</cp:coreProperties>
</file>