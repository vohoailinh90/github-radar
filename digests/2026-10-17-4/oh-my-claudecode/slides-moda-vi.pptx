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8288000" cy="10287000"/>
  <p:notesSz cx="10287000" cy="18288000"/>
  <p:embeddedFontLst>
    <p:embeddedFont>
      <p:font typeface="JetBrains Mono"/>
      <p:regular r:id="rId39"/>
      <p:bold r:id="rId48"/>
    </p:embeddedFont>
    <p:embeddedFont>
      <p:font typeface="Be Vietnam Pro"/>
      <p:regular r:id="rId42"/>
      <p:bold r:id="rId40"/>
      <p:italic r:id="rId49"/>
    </p:embeddedFont>
    <p:embeddedFont>
      <p:font typeface="Bricolage Grotesque ExtraBold"/>
      <p:regular r:id="rId41"/>
    </p:embeddedFont>
    <p:embeddedFont>
      <p:font typeface="Be Vietnam Pro SemiBold"/>
      <p:regular r:id="rId43"/>
    </p:embeddedFont>
    <p:embeddedFont>
      <p:font typeface="Be Vietnam Pro Medium"/>
      <p:regular r:id="rId44"/>
    </p:embeddedFont>
    <p:embeddedFont>
      <p:font typeface="JetBrains Mono Medium"/>
      <p:regular r:id="rId45"/>
    </p:embeddedFont>
    <p:embeddedFont>
      <p:font typeface="Bricolage Grotesque"/>
      <p:bold r:id="rId46"/>
    </p:embeddedFont>
    <p:embeddedFont>
      <p:font typeface="Be Vietnam Pro ExtraBold"/>
      <p:regular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font" Target="fonts/font5.fntdata"/><Relationship Id="rId44" Type="http://schemas.openxmlformats.org/officeDocument/2006/relationships/font" Target="fonts/font6.fntdata"/><Relationship Id="rId45" Type="http://schemas.openxmlformats.org/officeDocument/2006/relationships/font" Target="fonts/font7.fntdata"/><Relationship Id="rId46" Type="http://schemas.openxmlformats.org/officeDocument/2006/relationships/font" Target="fonts/font8.fntdata"/><Relationship Id="rId47" Type="http://schemas.openxmlformats.org/officeDocument/2006/relationships/font" Target="fonts/font9.fntdata"/><Relationship Id="rId48" Type="http://schemas.openxmlformats.org/officeDocument/2006/relationships/font" Target="fonts/font10.fntdata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anthropic.com/claude-code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mux/tmux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mux/tmux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5-3.png"/><Relationship Id="rId3" Type="http://schemas.openxmlformats.org/officeDocument/2006/relationships/image" Target="../media/image-26-3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eachan-Heo/oh-my-claudecode" TargetMode="External"/><Relationship Id="rId2" Type="http://schemas.openxmlformats.org/officeDocument/2006/relationships/hyperlink" Target="https://docs.anthropic.com/claude-code" TargetMode="External"/><Relationship Id="rId3" Type="http://schemas.openxmlformats.org/officeDocument/2006/relationships/hyperlink" Target="https://github.com/tmux/tmux" TargetMode="External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376423-402259080"/>
          <p:cNvSpPr/>
          <p:nvPr/>
        </p:nvSpPr>
        <p:spPr>
          <a:xfrm>
            <a:off x="10287000" y="5143500"/>
            <a:ext cx="7429500" cy="0"/>
          </a:xfrm>
          <a:prstGeom prst="line">
            <a:avLst/>
          </a:prstGeom>
          <a:noFill/>
          <a:ln w="571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553700" y="4933950"/>
            <a:ext cx="419100" cy="4191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4" name="Shape 2"/>
          <p:cNvSpPr/>
          <p:nvPr/>
        </p:nvSpPr>
        <p:spPr>
          <a:xfrm>
            <a:off x="12172950" y="4933950"/>
            <a:ext cx="419100" cy="4191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5" name="Shape 3"/>
          <p:cNvSpPr/>
          <p:nvPr/>
        </p:nvSpPr>
        <p:spPr>
          <a:xfrm>
            <a:off x="13792200" y="49339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Shape 4"/>
          <p:cNvSpPr/>
          <p:nvPr/>
        </p:nvSpPr>
        <p:spPr>
          <a:xfrm>
            <a:off x="15411450" y="4933950"/>
            <a:ext cx="419100" cy="419100"/>
          </a:xfrm>
          <a:prstGeom prst="ellipse">
            <a:avLst/>
          </a:prstGeom>
          <a:solidFill>
            <a:srgbClr val="C58BFF"/>
          </a:solidFill>
          <a:ln/>
        </p:spPr>
      </p:sp>
      <p:sp>
        <p:nvSpPr>
          <p:cNvPr id="7" name="Shape 5"/>
          <p:cNvSpPr/>
          <p:nvPr/>
        </p:nvSpPr>
        <p:spPr>
          <a:xfrm>
            <a:off x="17030700" y="4933950"/>
            <a:ext cx="419100" cy="419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Connector line-1792234376431-784296058"/>
          <p:cNvSpPr/>
          <p:nvPr/>
        </p:nvSpPr>
        <p:spPr>
          <a:xfrm>
            <a:off x="14001750" y="4743450"/>
            <a:ext cx="3238500" cy="190500"/>
          </a:xfrm>
          <a:custGeom>
            <a:avLst/>
            <a:gdLst/>
            <a:ahLst/>
            <a:cxnLst/>
            <a:rect l="l" t="t" r="r" b="b"/>
            <a:pathLst>
              <a:path w="3238500" h="190500">
                <a:moveTo>
                  <a:pt x="3238500" y="190500"/>
                </a:moveTo>
                <a:lnTo>
                  <a:pt x="3238500" y="95250"/>
                </a:lnTo>
                <a:quadBezTo>
                  <a:pt x="3238500" y="0"/>
                  <a:pt x="3143250" y="0"/>
                </a:quadBezTo>
                <a:lnTo>
                  <a:pt x="95250" y="0"/>
                </a:lnTo>
                <a:quadBezTo>
                  <a:pt x="0" y="0"/>
                  <a:pt x="0" y="95250"/>
                </a:quadBezTo>
                <a:lnTo>
                  <a:pt x="0" y="190500"/>
                </a:lnTo>
              </a:path>
            </a:pathLst>
          </a:custGeom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858375" y="5572125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dirty="0" kern="0">
                <a:solidFill>
                  <a:srgbClr val="AF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team-plan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77625" y="619125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dirty="0" kern="0">
                <a:solidFill>
                  <a:srgbClr val="8FF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team-prd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3096875" y="5572125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dirty="0" kern="0">
                <a:solidFill>
                  <a:srgbClr val="FFD9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team-exec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716125" y="619125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dirty="0" kern="0">
                <a:solidFill>
                  <a:srgbClr val="DDBD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team-verify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6335375" y="5572125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dirty="0" kern="0">
                <a:solidFill>
                  <a:srgbClr val="FFA0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team-fix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143000" y="8001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100" b="1" spc="25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2026-10-17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152400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47054" rIns="0" bIns="-47054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oh-my-claudecode: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57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Claude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1143000" y="5619750"/>
            <a:ext cx="83820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/team</a:t>
            </a:r>
            <a:r>
              <a:rPr lang="en-US" sz="28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 kiểm</a:t>
            </a:r>
            <a:r>
              <a:rPr lang="en-US" sz="2850" dirty="0" spc="-2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vòng,</a:t>
            </a:r>
            <a:r>
              <a:rPr lang="en-US" sz="28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hết.</a:t>
            </a:r>
            <a:endParaRPr lang="en-US" sz="2850" dirty="0"/>
          </a:p>
        </p:txBody>
      </p:sp>
      <p:sp>
        <p:nvSpPr>
          <p:cNvPr id="17" name="Connector line-1792234376484-44518284"/>
          <p:cNvSpPr/>
          <p:nvPr/>
        </p:nvSpPr>
        <p:spPr>
          <a:xfrm>
            <a:off x="1143000" y="7524750"/>
            <a:ext cx="8382000" cy="0"/>
          </a:xfrm>
          <a:prstGeom prst="line">
            <a:avLst/>
          </a:prstGeom>
          <a:noFill/>
          <a:ln w="19050">
            <a:solidFill>
              <a:srgbClr val="F3EEE3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143000" y="781050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39.976</a:t>
            </a:r>
            <a:endParaRPr lang="en-US" sz="4350" dirty="0"/>
          </a:p>
        </p:txBody>
      </p:sp>
      <p:sp>
        <p:nvSpPr>
          <p:cNvPr id="19" name="Text 17"/>
          <p:cNvSpPr/>
          <p:nvPr/>
        </p:nvSpPr>
        <p:spPr>
          <a:xfrm>
            <a:off x="1143000" y="849630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524250" y="78105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3.586</a:t>
            </a:r>
            <a:endParaRPr lang="en-US" sz="4350" dirty="0"/>
          </a:p>
        </p:txBody>
      </p:sp>
      <p:sp>
        <p:nvSpPr>
          <p:cNvPr id="21" name="Text 19"/>
          <p:cNvSpPr/>
          <p:nvPr/>
        </p:nvSpPr>
        <p:spPr>
          <a:xfrm>
            <a:off x="3524250" y="84963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fork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619750" y="781050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MIT</a:t>
            </a:r>
            <a:endParaRPr lang="en-US" sz="4350" dirty="0"/>
          </a:p>
        </p:txBody>
      </p:sp>
      <p:sp>
        <p:nvSpPr>
          <p:cNvPr id="23" name="Text 21"/>
          <p:cNvSpPr/>
          <p:nvPr/>
        </p:nvSpPr>
        <p:spPr>
          <a:xfrm>
            <a:off x="5619750" y="84963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334250" y="78105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TypeScript</a:t>
            </a:r>
            <a:endParaRPr lang="en-US" sz="3750" dirty="0"/>
          </a:p>
        </p:txBody>
      </p:sp>
      <p:sp>
        <p:nvSpPr>
          <p:cNvPr id="25" name="Text 23"/>
          <p:cNvSpPr/>
          <p:nvPr/>
        </p:nvSpPr>
        <p:spPr>
          <a:xfrm>
            <a:off x="7334250" y="84963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3000" y="95059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Yeachan-Heo/oh-my-claudecode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5277ca2-0b05-4895-8f7f-0e3bed31cd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377585-675802588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097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Text 35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02/32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sẽ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300" dirty="0"/>
          </a:p>
        </p:txBody>
      </p:sp>
      <p:sp>
        <p:nvSpPr>
          <p:cNvPr id="41" name="Text 39"/>
          <p:cNvSpPr/>
          <p:nvPr/>
        </p:nvSpPr>
        <p:spPr>
          <a:xfrm>
            <a:off x="1143000" y="2571750"/>
            <a:ext cx="8382000" cy="5334000"/>
          </a:xfrm>
          <a:prstGeom prst="rect">
            <a:avLst/>
          </a:prstGeom>
          <a:noFill/>
          <a:ln/>
        </p:spPr>
        <p:txBody>
          <a:bodyPr wrap="square" lIns="0" tIns="20812" rIns="0" bIns="-20812" rtlCol="0" anchor="t"/>
          <a:lstStyle/>
          <a:p>
            <a:pPr algn="l" indent="0" marL="0">
              <a:lnSpc>
                <a:spcPts val="4416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Plugin</a:t>
            </a:r>
            <a:r>
              <a:rPr lang="en-US" sz="34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4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Claude</a:t>
            </a:r>
            <a:r>
              <a:rPr lang="en-US" sz="34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Code:</a:t>
            </a:r>
            <a:r>
              <a:rPr lang="en-US" sz="34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34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/team</a:t>
            </a:r>
            <a:r>
              <a:rPr lang="en-US" sz="34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4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 lập</a:t>
            </a:r>
            <a:r>
              <a:rPr lang="en-US" sz="3450" dirty="0" spc="-4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34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hoạch,</a:t>
            </a:r>
            <a:r>
              <a:rPr lang="en-US" sz="34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thi, kiểm</a:t>
            </a:r>
            <a:r>
              <a:rPr lang="en-US" sz="34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tra,</a:t>
            </a:r>
            <a:r>
              <a:rPr lang="en-US" sz="345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lỗi;</a:t>
            </a:r>
            <a:r>
              <a:rPr lang="en-US" sz="34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34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omc</a:t>
            </a:r>
            <a:r>
              <a:rPr lang="en-US" sz="34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team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34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34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worker</a:t>
            </a:r>
            <a:r>
              <a:rPr lang="en-US" sz="34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Codex,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Gemini, Cursor</a:t>
            </a:r>
            <a:r>
              <a:rPr lang="en-US" sz="34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4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tmux.</a:t>
            </a:r>
            <a:endParaRPr lang="en-US" sz="3450" dirty="0"/>
          </a:p>
        </p:txBody>
      </p:sp>
      <p:sp>
        <p:nvSpPr>
          <p:cNvPr id="42" name="Shape 40"/>
          <p:cNvSpPr/>
          <p:nvPr/>
        </p:nvSpPr>
        <p:spPr>
          <a:xfrm>
            <a:off x="10096500" y="2571750"/>
            <a:ext cx="7048500" cy="6096000"/>
          </a:xfrm>
          <a:prstGeom prst="roundRect">
            <a:avLst>
              <a:gd name="adj" fmla="val 5000"/>
            </a:avLst>
          </a:prstGeom>
          <a:solidFill>
            <a:srgbClr val="1F3FD1"/>
          </a:solidFill>
          <a:ln/>
        </p:spPr>
      </p:sp>
      <p:pic>
        <p:nvPicPr>
          <p:cNvPr id="43" name="Moda flattened rect-1792234377623-35580556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8950" y="3028950"/>
            <a:ext cx="952500" cy="9525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0668000" y="42862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spc="286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45" name="Text 42"/>
          <p:cNvSpPr/>
          <p:nvPr/>
        </p:nvSpPr>
        <p:spPr>
          <a:xfrm>
            <a:off x="10668000" y="4762500"/>
            <a:ext cx="5905500" cy="3714750"/>
          </a:xfrm>
          <a:prstGeom prst="rect">
            <a:avLst/>
          </a:prstGeom>
          <a:noFill/>
          <a:ln/>
        </p:spPr>
        <p:txBody>
          <a:bodyPr wrap="square" lIns="0" tIns="12001" rIns="0" bIns="-12001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OMC</a:t>
            </a:r>
            <a:r>
              <a:rPr lang="en-US" sz="27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70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2700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70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r>
              <a:rPr lang="en-US" sz="27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bật,</a:t>
            </a:r>
            <a:r>
              <a:rPr lang="en-US" sz="270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FFD9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/team 3:executor "fix all TypeScript errors"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7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7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đoạn.</a:t>
            </a:r>
            <a:endParaRPr lang="en-US" sz="2700" dirty="0"/>
          </a:p>
        </p:txBody>
      </p:sp>
      <p:sp>
        <p:nvSpPr>
          <p:cNvPr id="46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0968f0be-6926-4990-83ff-19149385bc7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378450-263778952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097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Text 36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03/32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Vấn</a:t>
            </a:r>
            <a:r>
              <a:rPr lang="en-US" sz="63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endParaRPr lang="en-US" sz="6300" dirty="0"/>
          </a:p>
        </p:txBody>
      </p:sp>
      <p:sp>
        <p:nvSpPr>
          <p:cNvPr id="42" name="Text 40"/>
          <p:cNvSpPr/>
          <p:nvPr/>
        </p:nvSpPr>
        <p:spPr>
          <a:xfrm>
            <a:off x="1143000" y="2476500"/>
            <a:ext cx="10668000" cy="4000500"/>
          </a:xfrm>
          <a:prstGeom prst="rect">
            <a:avLst/>
          </a:prstGeom>
          <a:noFill/>
          <a:ln/>
        </p:spPr>
        <p:txBody>
          <a:bodyPr wrap="square" lIns="0" tIns="15002" rIns="0" bIns="-15002" rtlCol="0" anchor="t"/>
          <a:lstStyle/>
          <a:p>
            <a:pPr algn="l" indent="0" marL="0">
              <a:lnSpc>
                <a:spcPts val="4158"/>
              </a:lnSpc>
              <a:buNone/>
            </a:pP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từ</a:t>
            </a:r>
            <a:r>
              <a:rPr lang="en-US" sz="3150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31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chia việc</a:t>
            </a:r>
            <a:r>
              <a:rPr lang="en-US" sz="31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canh</a:t>
            </a:r>
            <a:r>
              <a:rPr lang="en-US" sz="31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(OMC)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Code:</a:t>
            </a:r>
            <a:r>
              <a:rPr lang="en-US" sz="315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1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bạn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Gemini.</a:t>
            </a:r>
            <a:endParaRPr lang="en-US" sz="3150" dirty="0"/>
          </a:p>
        </p:txBody>
      </p:sp>
      <p:sp>
        <p:nvSpPr>
          <p:cNvPr id="43" name="Shape 41"/>
          <p:cNvSpPr/>
          <p:nvPr/>
        </p:nvSpPr>
        <p:spPr>
          <a:xfrm>
            <a:off x="13620750" y="3048000"/>
            <a:ext cx="2476500" cy="2476500"/>
          </a:xfrm>
          <a:prstGeom prst="ellipse">
            <a:avLst/>
          </a:prstGeom>
          <a:noFill/>
          <a:ln w="76200">
            <a:solidFill>
              <a:srgbClr val="E84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49450" y="2838450"/>
            <a:ext cx="419100" cy="4191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45" name="Shape 43"/>
          <p:cNvSpPr/>
          <p:nvPr/>
        </p:nvSpPr>
        <p:spPr>
          <a:xfrm>
            <a:off x="15725775" y="4695825"/>
            <a:ext cx="419100" cy="419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6" name="Shape 44"/>
          <p:cNvSpPr/>
          <p:nvPr/>
        </p:nvSpPr>
        <p:spPr>
          <a:xfrm>
            <a:off x="13573125" y="4695825"/>
            <a:ext cx="419100" cy="4191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3000" y="6762750"/>
            <a:ext cx="16002000" cy="2000250"/>
          </a:xfrm>
          <a:prstGeom prst="roundRect">
            <a:avLst>
              <a:gd name="adj" fmla="val 15238"/>
            </a:avLst>
          </a:prstGeom>
          <a:solidFill>
            <a:srgbClr val="F6D5CB"/>
          </a:solidFill>
          <a:ln/>
        </p:spPr>
      </p:sp>
      <p:sp>
        <p:nvSpPr>
          <p:cNvPr id="48" name="Text 46"/>
          <p:cNvSpPr/>
          <p:nvPr/>
        </p:nvSpPr>
        <p:spPr>
          <a:xfrm>
            <a:off x="1714500" y="702945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1950" b="1" spc="301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b="1" spc="302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1950" b="1" spc="301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714500" y="7524750"/>
            <a:ext cx="14859000" cy="1143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Giống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trưởng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trình: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gì,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trưởng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thợ,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thu,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quay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làm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tiếp.</a:t>
            </a:r>
            <a:endParaRPr lang="en-US" sz="285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7ab2e8ea-04db-4f3f-9abf-f1c99c8a8e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379284-705230309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098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Text 37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04/32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3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endParaRPr lang="en-US" sz="6300" dirty="0"/>
          </a:p>
        </p:txBody>
      </p:sp>
      <p:sp>
        <p:nvSpPr>
          <p:cNvPr id="43" name="Connector line-1792234379309-489422445"/>
          <p:cNvSpPr/>
          <p:nvPr/>
        </p:nvSpPr>
        <p:spPr>
          <a:xfrm>
            <a:off x="1143000" y="266700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1143000" y="2857500"/>
            <a:ext cx="14287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1250" dirty="0"/>
          </a:p>
        </p:txBody>
      </p:sp>
      <p:sp>
        <p:nvSpPr>
          <p:cNvPr id="45" name="Text 43"/>
          <p:cNvSpPr/>
          <p:nvPr/>
        </p:nvSpPr>
        <p:spPr>
          <a:xfrm>
            <a:off x="3143250" y="2857500"/>
            <a:ext cx="14001750" cy="180975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Claude</a:t>
            </a:r>
            <a:r>
              <a:rPr lang="en-US" sz="34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34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 cho</a:t>
            </a:r>
            <a:r>
              <a:rPr lang="en-US" sz="34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4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4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4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4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4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4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3450" dirty="0"/>
          </a:p>
        </p:txBody>
      </p:sp>
      <p:sp>
        <p:nvSpPr>
          <p:cNvPr id="46" name="Connector line-1792234379321-872828635"/>
          <p:cNvSpPr/>
          <p:nvPr/>
        </p:nvSpPr>
        <p:spPr>
          <a:xfrm>
            <a:off x="1143000" y="48577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1143000" y="5048250"/>
            <a:ext cx="14287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1250" dirty="0"/>
          </a:p>
        </p:txBody>
      </p:sp>
      <p:sp>
        <p:nvSpPr>
          <p:cNvPr id="48" name="Text 46"/>
          <p:cNvSpPr/>
          <p:nvPr/>
        </p:nvSpPr>
        <p:spPr>
          <a:xfrm>
            <a:off x="3143250" y="5048250"/>
            <a:ext cx="14001750" cy="180975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4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thuê</a:t>
            </a:r>
            <a:r>
              <a:rPr lang="en-US" sz="34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34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Codex,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Gemini</a:t>
            </a:r>
            <a:r>
              <a:rPr lang="en-US" sz="34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4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</a:t>
            </a:r>
            <a:r>
              <a:rPr lang="en-US" sz="34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4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34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4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4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4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3450" dirty="0"/>
          </a:p>
        </p:txBody>
      </p:sp>
      <p:sp>
        <p:nvSpPr>
          <p:cNvPr id="49" name="Connector line-1792234379331-527256567"/>
          <p:cNvSpPr/>
          <p:nvPr/>
        </p:nvSpPr>
        <p:spPr>
          <a:xfrm>
            <a:off x="1143000" y="704850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1143000" y="7239000"/>
            <a:ext cx="14287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1250" dirty="0"/>
          </a:p>
        </p:txBody>
      </p:sp>
      <p:sp>
        <p:nvSpPr>
          <p:cNvPr id="51" name="Text 49"/>
          <p:cNvSpPr/>
          <p:nvPr/>
        </p:nvSpPr>
        <p:spPr>
          <a:xfrm>
            <a:off x="3143250" y="7239000"/>
            <a:ext cx="14001750" cy="1809750"/>
          </a:xfrm>
          <a:prstGeom prst="rect">
            <a:avLst/>
          </a:prstGeom>
          <a:noFill/>
          <a:ln/>
        </p:spPr>
        <p:txBody>
          <a:bodyPr wrap="square" lIns="0" tIns="15335" rIns="0" bIns="-15335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4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4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34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4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34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4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4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(lệnh</a:t>
            </a:r>
            <a:r>
              <a:rPr lang="en-US" sz="34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485"/>
              </a:lnSpc>
              <a:buNone/>
            </a:pPr>
            <a:r>
              <a:rPr lang="en-US" sz="3450" dirty="0" spc="-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/deep-interview</a:t>
            </a:r>
            <a:pPr algn="l" indent="0" marL="0">
              <a:lnSpc>
                <a:spcPts val="4485"/>
              </a:lnSpc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).</a:t>
            </a:r>
            <a:endParaRPr lang="en-US" sz="345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9f5257c4-32ab-4a74-81df-df81fb0d8b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443874-426374928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098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Text 38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05/32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(1/2)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300" dirty="0"/>
          </a:p>
        </p:txBody>
      </p:sp>
      <p:sp>
        <p:nvSpPr>
          <p:cNvPr id="44" name="Shape 42"/>
          <p:cNvSpPr/>
          <p:nvPr/>
        </p:nvSpPr>
        <p:spPr>
          <a:xfrm>
            <a:off x="1143000" y="2571750"/>
            <a:ext cx="16002000" cy="2857500"/>
          </a:xfrm>
          <a:prstGeom prst="roundRect">
            <a:avLst>
              <a:gd name="adj" fmla="val 10667"/>
            </a:avLst>
          </a:prstGeom>
          <a:solidFill>
            <a:srgbClr val="F3DFB8"/>
          </a:solidFill>
          <a:ln/>
        </p:spPr>
      </p:sp>
      <p:pic>
        <p:nvPicPr>
          <p:cNvPr id="45" name="Moda flattened rect-1792234444095-43738245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676650"/>
            <a:ext cx="647700" cy="6477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2762250" y="2667000"/>
            <a:ext cx="13906500" cy="2667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Cần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Claude</a:t>
            </a:r>
            <a:r>
              <a:rPr lang="en-US" sz="31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Code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</a:t>
            </a:r>
            <a:r>
              <a:rPr lang="en-US" sz="31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1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gói</a:t>
            </a:r>
            <a:r>
              <a:rPr lang="en-US" sz="31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Max/Pro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31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31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Anthropic.</a:t>
            </a:r>
            <a:r>
              <a:rPr lang="en-US" sz="3150" dirty="0" spc="-3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omc</a:t>
            </a:r>
            <a:r>
              <a:rPr lang="en-US" sz="31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team,</a:t>
            </a:r>
            <a:r>
              <a:rPr lang="en-US" sz="31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</a:t>
            </a:r>
            <a:r>
              <a:rPr lang="en-US" sz="31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(codex,</a:t>
            </a:r>
            <a:r>
              <a:rPr lang="en-US" sz="31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gemini,</a:t>
            </a:r>
            <a:r>
              <a:rPr lang="en-US" sz="31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agy,</a:t>
            </a:r>
            <a:r>
              <a:rPr lang="en-US" sz="31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grok,</a:t>
            </a:r>
            <a:r>
              <a:rPr lang="en-US" sz="31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cursor-agent)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cài</a:t>
            </a:r>
            <a:r>
              <a:rPr lang="en-US" sz="31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1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đăng</a:t>
            </a:r>
            <a:r>
              <a:rPr lang="en-US" sz="31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nhập</a:t>
            </a:r>
            <a:r>
              <a:rPr lang="en-US" sz="31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riêng.</a:t>
            </a:r>
            <a:endParaRPr lang="en-US" sz="3150" dirty="0"/>
          </a:p>
        </p:txBody>
      </p:sp>
      <p:sp>
        <p:nvSpPr>
          <p:cNvPr id="47" name="Shape 44"/>
          <p:cNvSpPr/>
          <p:nvPr/>
        </p:nvSpPr>
        <p:spPr>
          <a:xfrm>
            <a:off x="1143000" y="5715000"/>
            <a:ext cx="16002000" cy="2857500"/>
          </a:xfrm>
          <a:prstGeom prst="roundRect">
            <a:avLst>
              <a:gd name="adj" fmla="val 10667"/>
            </a:avLst>
          </a:prstGeom>
          <a:solidFill>
            <a:srgbClr val="F3DFB8"/>
          </a:solidFill>
          <a:ln/>
        </p:spPr>
      </p:sp>
      <p:pic>
        <p:nvPicPr>
          <p:cNvPr id="48" name="Moda flattened rect-1792234444234-16133106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19900"/>
            <a:ext cx="647700" cy="64770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2762250" y="5810250"/>
            <a:ext cx="13906500" cy="2667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Đội</a:t>
            </a:r>
            <a:r>
              <a:rPr lang="en-US" sz="31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native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31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4095"/>
              </a:lnSpc>
              <a:buNone/>
            </a:pPr>
            <a:r>
              <a:rPr lang="en-US" sz="2700" dirty="0" spc="-5" kern="0">
                <a:solidFill>
                  <a:srgbClr val="B02D1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CLAUDE_CODE_EXPERIMENTAL_AGENT_TEAMS</a:t>
            </a:r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31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nếu</a:t>
            </a:r>
            <a:r>
              <a:rPr lang="en-US" sz="31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tắt,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OMC cảnh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</a:t>
            </a:r>
            <a:r>
              <a:rPr lang="en-US" sz="315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lùi</a:t>
            </a:r>
            <a:r>
              <a:rPr lang="en-US" sz="315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31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31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31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đội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31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thể.</a:t>
            </a:r>
            <a:endParaRPr lang="en-US" sz="3150" dirty="0"/>
          </a:p>
        </p:txBody>
      </p:sp>
      <p:sp>
        <p:nvSpPr>
          <p:cNvPr id="50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633f1390-869c-4e0a-9a36-f43ca1d18b12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445270-739960196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099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Text 39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06/32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(2/2)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300" dirty="0"/>
          </a:p>
        </p:txBody>
      </p:sp>
      <p:sp>
        <p:nvSpPr>
          <p:cNvPr id="45" name="Shape 43"/>
          <p:cNvSpPr/>
          <p:nvPr/>
        </p:nvSpPr>
        <p:spPr>
          <a:xfrm>
            <a:off x="1143000" y="2571750"/>
            <a:ext cx="16002000" cy="2857500"/>
          </a:xfrm>
          <a:prstGeom prst="roundRect">
            <a:avLst>
              <a:gd name="adj" fmla="val 10667"/>
            </a:avLst>
          </a:prstGeom>
          <a:solidFill>
            <a:srgbClr val="F3DFB8"/>
          </a:solidFill>
          <a:ln/>
        </p:spPr>
      </p:sp>
      <p:pic>
        <p:nvPicPr>
          <p:cNvPr id="46" name="Moda flattened rect-1792234445424-90232489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676650"/>
            <a:ext cx="647700" cy="6477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2762250" y="2667000"/>
            <a:ext cx="13906500" cy="2667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Lệnh</a:t>
            </a:r>
            <a:r>
              <a:rPr lang="en-US" sz="31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slash</a:t>
            </a:r>
            <a:r>
              <a:rPr lang="en-US" sz="31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31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/team,</a:t>
            </a:r>
            <a:r>
              <a:rPr lang="en-US" sz="31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/autopilot</a:t>
            </a:r>
            <a:r>
              <a:rPr lang="en-US" sz="31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 phiên Claude</a:t>
            </a:r>
            <a:r>
              <a:rPr lang="en-US" sz="31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Code</a:t>
            </a:r>
            <a:r>
              <a:rPr lang="en-US" sz="31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đang</a:t>
            </a:r>
            <a:r>
              <a:rPr lang="en-US" sz="31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31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31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CI;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omc</a:t>
            </a:r>
            <a:r>
              <a:rPr lang="en-US" sz="31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team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31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tmux.</a:t>
            </a:r>
            <a:endParaRPr lang="en-US" sz="3150" dirty="0"/>
          </a:p>
        </p:txBody>
      </p:sp>
      <p:sp>
        <p:nvSpPr>
          <p:cNvPr id="48" name="Shape 45"/>
          <p:cNvSpPr/>
          <p:nvPr/>
        </p:nvSpPr>
        <p:spPr>
          <a:xfrm>
            <a:off x="1143000" y="5715000"/>
            <a:ext cx="16002000" cy="2857500"/>
          </a:xfrm>
          <a:prstGeom prst="roundRect">
            <a:avLst>
              <a:gd name="adj" fmla="val 10667"/>
            </a:avLst>
          </a:prstGeom>
          <a:solidFill>
            <a:srgbClr val="F3DFB8"/>
          </a:solidFill>
          <a:ln/>
        </p:spPr>
      </p:sp>
      <p:pic>
        <p:nvPicPr>
          <p:cNvPr id="49" name="Moda flattened rect-1792234445541-620737805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19900"/>
            <a:ext cx="647700" cy="64770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2762250" y="5810250"/>
            <a:ext cx="13906500" cy="2667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Jev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(lớp</a:t>
            </a:r>
            <a:r>
              <a:rPr lang="en-US" sz="31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phán</a:t>
            </a:r>
            <a:r>
              <a:rPr lang="en-US" sz="31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đoán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tùy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chọn,</a:t>
            </a:r>
            <a:r>
              <a:rPr lang="en-US" sz="31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bật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biến</a:t>
            </a:r>
            <a:r>
              <a:rPr lang="en-US" sz="31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môi</a:t>
            </a:r>
            <a:r>
              <a:rPr lang="en-US" sz="31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trường)</a:t>
            </a:r>
            <a:r>
              <a:rPr lang="en-US" sz="31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31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31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riêng.</a:t>
            </a:r>
            <a:r>
              <a:rPr lang="en-US" sz="31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README</a:t>
            </a:r>
            <a:r>
              <a:rPr lang="en-US" sz="31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cũng</a:t>
            </a:r>
            <a:r>
              <a:rPr lang="en-US" sz="31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gợi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31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gajae-code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31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31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OMC</a:t>
            </a:r>
            <a:r>
              <a:rPr lang="en-US" sz="31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hơi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31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tay.</a:t>
            </a:r>
            <a:endParaRPr lang="en-US" sz="3150" dirty="0"/>
          </a:p>
        </p:txBody>
      </p:sp>
      <p:sp>
        <p:nvSpPr>
          <p:cNvPr id="51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1a775557-13ac-4b39-b936-f1332743be4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446417-898884031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099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Text 40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07/32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29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(1/3)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Chuẩn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300" dirty="0"/>
          </a:p>
        </p:txBody>
      </p:sp>
      <p:sp>
        <p:nvSpPr>
          <p:cNvPr id="46" name="Text 44"/>
          <p:cNvSpPr/>
          <p:nvPr/>
        </p:nvSpPr>
        <p:spPr>
          <a:xfrm>
            <a:off x="1143000" y="203835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i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550" i="1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i="1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i="1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i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i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i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i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550" dirty="0"/>
          </a:p>
        </p:txBody>
      </p:sp>
      <p:sp>
        <p:nvSpPr>
          <p:cNvPr id="47" name="Shape 45"/>
          <p:cNvSpPr/>
          <p:nvPr/>
        </p:nvSpPr>
        <p:spPr>
          <a:xfrm>
            <a:off x="1143000" y="2762250"/>
            <a:ext cx="16002000" cy="3143250"/>
          </a:xfrm>
          <a:prstGeom prst="roundRect">
            <a:avLst>
              <a:gd name="adj" fmla="val 9697"/>
            </a:avLst>
          </a:prstGeom>
          <a:solidFill>
            <a:srgbClr val="E8E0CF"/>
          </a:solidFill>
          <a:ln/>
        </p:spPr>
      </p:sp>
      <p:sp>
        <p:nvSpPr>
          <p:cNvPr id="48" name="Shape 46"/>
          <p:cNvSpPr/>
          <p:nvPr/>
        </p:nvSpPr>
        <p:spPr>
          <a:xfrm>
            <a:off x="1619250" y="32385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62250" y="312420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Claude</a:t>
            </a: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Code CLI</a:t>
            </a:r>
            <a:endParaRPr lang="en-US" sz="3750" dirty="0"/>
          </a:p>
        </p:txBody>
      </p:sp>
      <p:sp>
        <p:nvSpPr>
          <p:cNvPr id="50" name="Text 48"/>
          <p:cNvSpPr/>
          <p:nvPr/>
        </p:nvSpPr>
        <p:spPr>
          <a:xfrm>
            <a:off x="2762250" y="3790950"/>
            <a:ext cx="139065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OMC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Code;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850" dirty="0"/>
          </a:p>
        </p:txBody>
      </p:sp>
      <p:sp>
        <p:nvSpPr>
          <p:cNvPr id="51" name="Text 49"/>
          <p:cNvSpPr/>
          <p:nvPr/>
        </p:nvSpPr>
        <p:spPr>
          <a:xfrm>
            <a:off x="2762250" y="4953000"/>
            <a:ext cx="1390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docs.anthropic.com/claude-code</a:t>
            </a:r>
            <a:endParaRPr lang="en-US" sz="2400" dirty="0"/>
          </a:p>
        </p:txBody>
      </p:sp>
      <p:sp>
        <p:nvSpPr>
          <p:cNvPr id="52" name="Shape 50"/>
          <p:cNvSpPr/>
          <p:nvPr/>
        </p:nvSpPr>
        <p:spPr>
          <a:xfrm>
            <a:off x="1143000" y="6191250"/>
            <a:ext cx="16002000" cy="2381250"/>
          </a:xfrm>
          <a:prstGeom prst="roundRect">
            <a:avLst>
              <a:gd name="adj" fmla="val 12800"/>
            </a:avLst>
          </a:prstGeom>
          <a:solidFill>
            <a:srgbClr val="E8E0CF"/>
          </a:solidFill>
          <a:ln/>
        </p:spPr>
      </p:sp>
      <p:sp>
        <p:nvSpPr>
          <p:cNvPr id="53" name="Shape 51"/>
          <p:cNvSpPr/>
          <p:nvPr/>
        </p:nvSpPr>
        <p:spPr>
          <a:xfrm>
            <a:off x="1619250" y="66675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62250" y="655320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Gói</a:t>
            </a:r>
            <a:r>
              <a:rPr lang="en-US" sz="3450" b="1" dirty="0" spc="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Claude</a:t>
            </a:r>
            <a:r>
              <a:rPr lang="en-US" sz="3450" b="1" dirty="0" spc="-4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Max/Pro hoặc khóa</a:t>
            </a:r>
            <a:r>
              <a:rPr lang="en-US" sz="34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API</a:t>
            </a:r>
            <a:r>
              <a:rPr lang="en-US" sz="3450" b="1" dirty="0" spc="-8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Anthropic</a:t>
            </a:r>
            <a:endParaRPr lang="en-US" sz="3450" dirty="0"/>
          </a:p>
        </p:txBody>
      </p:sp>
      <p:sp>
        <p:nvSpPr>
          <p:cNvPr id="55" name="Text 53"/>
          <p:cNvSpPr/>
          <p:nvPr/>
        </p:nvSpPr>
        <p:spPr>
          <a:xfrm>
            <a:off x="2762250" y="7219950"/>
            <a:ext cx="13906500" cy="952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Code.</a:t>
            </a:r>
            <a:endParaRPr lang="en-US" sz="285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f770c9b3-67c9-4a73-8b81-c3aebdb4974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447579-423581181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100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Text 41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08/32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(2/3)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Chuẩn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300" dirty="0"/>
          </a:p>
        </p:txBody>
      </p:sp>
      <p:sp>
        <p:nvSpPr>
          <p:cNvPr id="47" name="Shape 45"/>
          <p:cNvSpPr/>
          <p:nvPr/>
        </p:nvSpPr>
        <p:spPr>
          <a:xfrm>
            <a:off x="1143000" y="2571750"/>
            <a:ext cx="16002000" cy="2762250"/>
          </a:xfrm>
          <a:prstGeom prst="roundRect">
            <a:avLst>
              <a:gd name="adj" fmla="val 11034"/>
            </a:avLst>
          </a:prstGeom>
          <a:solidFill>
            <a:srgbClr val="E8E0CF"/>
          </a:solidFill>
          <a:ln/>
        </p:spPr>
      </p:sp>
      <p:sp>
        <p:nvSpPr>
          <p:cNvPr id="48" name="Shape 46"/>
          <p:cNvSpPr/>
          <p:nvPr/>
        </p:nvSpPr>
        <p:spPr>
          <a:xfrm>
            <a:off x="1619250" y="30480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62250" y="293370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npm</a:t>
            </a:r>
            <a:r>
              <a:rPr lang="en-US" sz="3750" b="1" dirty="0" spc="-4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(chỉ</a:t>
            </a:r>
            <a:r>
              <a:rPr lang="en-US" sz="3750" b="1" dirty="0" spc="-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</a:t>
            </a: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cài</a:t>
            </a:r>
            <a:r>
              <a:rPr lang="en-US" sz="37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lệnh</a:t>
            </a:r>
            <a:r>
              <a:rPr lang="en-US" sz="3750" b="1" dirty="0" spc="-38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omc)</a:t>
            </a:r>
            <a:endParaRPr lang="en-US" sz="3750" dirty="0"/>
          </a:p>
        </p:txBody>
      </p:sp>
      <p:sp>
        <p:nvSpPr>
          <p:cNvPr id="50" name="Text 48"/>
          <p:cNvSpPr/>
          <p:nvPr/>
        </p:nvSpPr>
        <p:spPr>
          <a:xfrm>
            <a:off x="2762250" y="3600450"/>
            <a:ext cx="1390650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 lệnh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 ở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npm;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lệnh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slash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850" dirty="0"/>
          </a:p>
        </p:txBody>
      </p:sp>
      <p:sp>
        <p:nvSpPr>
          <p:cNvPr id="51" name="Shape 49"/>
          <p:cNvSpPr/>
          <p:nvPr/>
        </p:nvSpPr>
        <p:spPr>
          <a:xfrm>
            <a:off x="1143000" y="5619750"/>
            <a:ext cx="16002000" cy="3048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52" name="Shape 50"/>
          <p:cNvSpPr/>
          <p:nvPr/>
        </p:nvSpPr>
        <p:spPr>
          <a:xfrm>
            <a:off x="1619250" y="60960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62250" y="598170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tmux</a:t>
            </a:r>
            <a:r>
              <a:rPr lang="en-US" sz="3750" b="1" dirty="0" spc="-44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(chỉ</a:t>
            </a:r>
            <a:r>
              <a:rPr lang="en-US" sz="3750" b="1" dirty="0" spc="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cho</a:t>
            </a: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omc</a:t>
            </a:r>
            <a:r>
              <a:rPr lang="en-US" sz="3750" b="1" dirty="0" spc="-34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team)</a:t>
            </a:r>
            <a:endParaRPr lang="en-US" sz="3750" dirty="0"/>
          </a:p>
        </p:txBody>
      </p:sp>
      <p:sp>
        <p:nvSpPr>
          <p:cNvPr id="54" name="Text 52"/>
          <p:cNvSpPr/>
          <p:nvPr/>
        </p:nvSpPr>
        <p:spPr>
          <a:xfrm>
            <a:off x="2762250" y="6648450"/>
            <a:ext cx="139065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Windows: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psmux,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thẳng;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WSL2: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WSL.</a:t>
            </a:r>
            <a:endParaRPr lang="en-US" sz="2850" dirty="0"/>
          </a:p>
        </p:txBody>
      </p:sp>
      <p:sp>
        <p:nvSpPr>
          <p:cNvPr id="55" name="Text 53"/>
          <p:cNvSpPr/>
          <p:nvPr/>
        </p:nvSpPr>
        <p:spPr>
          <a:xfrm>
            <a:off x="2762250" y="7810500"/>
            <a:ext cx="1390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github.com/tmux/tmux</a:t>
            </a:r>
            <a:endParaRPr lang="en-US" sz="24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87b4938c-02b6-4728-9501-26665f778a4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448561-879328979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100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Text 42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09/32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(3/3)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Chuẩn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300" dirty="0"/>
          </a:p>
        </p:txBody>
      </p:sp>
      <p:sp>
        <p:nvSpPr>
          <p:cNvPr id="48" name="Shape 46"/>
          <p:cNvSpPr/>
          <p:nvPr/>
        </p:nvSpPr>
        <p:spPr>
          <a:xfrm>
            <a:off x="1143000" y="2571750"/>
            <a:ext cx="16002000" cy="2857500"/>
          </a:xfrm>
          <a:prstGeom prst="roundRect">
            <a:avLst>
              <a:gd name="adj" fmla="val 10667"/>
            </a:avLst>
          </a:prstGeom>
          <a:solidFill>
            <a:srgbClr val="E8E0CF"/>
          </a:solidFill>
          <a:ln/>
        </p:spPr>
      </p:sp>
      <p:sp>
        <p:nvSpPr>
          <p:cNvPr id="49" name="Shape 47"/>
          <p:cNvSpPr/>
          <p:nvPr/>
        </p:nvSpPr>
        <p:spPr>
          <a:xfrm>
            <a:off x="1619250" y="30480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62250" y="293370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CLI</a:t>
            </a:r>
            <a:r>
              <a:rPr lang="en-US" sz="3750" b="1" dirty="0" spc="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3750" b="1" dirty="0" spc="-16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agent</a:t>
            </a:r>
            <a:r>
              <a:rPr lang="en-US" sz="37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</a:t>
            </a:r>
            <a:r>
              <a:rPr lang="en-US" sz="3750" b="1" dirty="0" spc="-2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(tùy chọn)</a:t>
            </a:r>
            <a:endParaRPr lang="en-US" sz="3750" dirty="0"/>
          </a:p>
        </p:txBody>
      </p:sp>
      <p:sp>
        <p:nvSpPr>
          <p:cNvPr id="51" name="Text 49"/>
          <p:cNvSpPr/>
          <p:nvPr/>
        </p:nvSpPr>
        <p:spPr>
          <a:xfrm>
            <a:off x="2762250" y="3600450"/>
            <a:ext cx="13906500" cy="1619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codex,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gemini,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agy,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grok,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cursor-agent: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cài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 khi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chúng.</a:t>
            </a:r>
            <a:endParaRPr lang="en-US" sz="2850" dirty="0"/>
          </a:p>
        </p:txBody>
      </p:sp>
      <p:sp>
        <p:nvSpPr>
          <p:cNvPr id="52" name="Shape 50"/>
          <p:cNvSpPr/>
          <p:nvPr/>
        </p:nvSpPr>
        <p:spPr>
          <a:xfrm>
            <a:off x="1143000" y="5715000"/>
            <a:ext cx="16002000" cy="2857500"/>
          </a:xfrm>
          <a:prstGeom prst="roundRect">
            <a:avLst>
              <a:gd name="adj" fmla="val 10667"/>
            </a:avLst>
          </a:prstGeom>
          <a:solidFill>
            <a:srgbClr val="E8E0CF"/>
          </a:solidFill>
          <a:ln/>
        </p:spPr>
      </p:sp>
      <p:sp>
        <p:nvSpPr>
          <p:cNvPr id="53" name="Shape 51"/>
          <p:cNvSpPr/>
          <p:nvPr/>
        </p:nvSpPr>
        <p:spPr>
          <a:xfrm>
            <a:off x="1619250" y="619125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62250" y="607695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Chi phí</a:t>
            </a:r>
            <a:r>
              <a:rPr lang="en-US" sz="3750" b="1" dirty="0" spc="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nếu</a:t>
            </a:r>
            <a:r>
              <a:rPr lang="en-US" sz="3750" b="1" dirty="0" spc="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dùng</a:t>
            </a:r>
            <a:r>
              <a:rPr lang="en-US" sz="3750" b="1" dirty="0" spc="8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đủ</a:t>
            </a:r>
            <a:r>
              <a:rPr lang="en-US" sz="3750" b="1" dirty="0" spc="-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hãng</a:t>
            </a:r>
            <a:r>
              <a:rPr lang="en-US" sz="3750" b="1" dirty="0" spc="-2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(tùy chọn)</a:t>
            </a:r>
            <a:endParaRPr lang="en-US" sz="3750" dirty="0"/>
          </a:p>
        </p:txBody>
      </p:sp>
      <p:sp>
        <p:nvSpPr>
          <p:cNvPr id="55" name="Text 53"/>
          <p:cNvSpPr/>
          <p:nvPr/>
        </p:nvSpPr>
        <p:spPr>
          <a:xfrm>
            <a:off x="2762250" y="6743700"/>
            <a:ext cx="13906500" cy="1619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(Claude,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Antigravity/Gemini,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ChatGPT)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tháng; các hãng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buộc.</a:t>
            </a:r>
            <a:endParaRPr lang="en-US" sz="285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0224c53f-36bf-4080-ba3c-84d08ed243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449825-389822430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101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Text 43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10/32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ĐI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Lộ</a:t>
            </a:r>
            <a:r>
              <a:rPr lang="en-US" sz="63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6300" dirty="0"/>
          </a:p>
        </p:txBody>
      </p:sp>
      <p:sp>
        <p:nvSpPr>
          <p:cNvPr id="49" name="Text 47"/>
          <p:cNvSpPr/>
          <p:nvPr/>
        </p:nvSpPr>
        <p:spPr>
          <a:xfrm>
            <a:off x="1143000" y="2647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1905000" y="2571750"/>
            <a:ext cx="742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marketplace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plugin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Claude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1143000" y="35242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52" name="Text 50"/>
          <p:cNvSpPr/>
          <p:nvPr/>
        </p:nvSpPr>
        <p:spPr>
          <a:xfrm>
            <a:off x="1905000" y="3448050"/>
            <a:ext cx="742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Cài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plugin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1143000" y="44005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54" name="Text 52"/>
          <p:cNvSpPr/>
          <p:nvPr/>
        </p:nvSpPr>
        <p:spPr>
          <a:xfrm>
            <a:off x="1905000" y="4324350"/>
            <a:ext cx="742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ban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1143000" y="52768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56" name="Text 54"/>
          <p:cNvSpPr/>
          <p:nvPr/>
        </p:nvSpPr>
        <p:spPr>
          <a:xfrm>
            <a:off x="1905000" y="5200650"/>
            <a:ext cx="742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Bật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đội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native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 Claude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1143000" y="61531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250" dirty="0"/>
          </a:p>
        </p:txBody>
      </p:sp>
      <p:sp>
        <p:nvSpPr>
          <p:cNvPr id="58" name="Text 56"/>
          <p:cNvSpPr/>
          <p:nvPr/>
        </p:nvSpPr>
        <p:spPr>
          <a:xfrm>
            <a:off x="1905000" y="6076950"/>
            <a:ext cx="742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 /team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9715500" y="2647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</a:t>
            </a:r>
            <a:endParaRPr lang="en-US" sz="2250" dirty="0"/>
          </a:p>
        </p:txBody>
      </p:sp>
      <p:sp>
        <p:nvSpPr>
          <p:cNvPr id="60" name="Text 58"/>
          <p:cNvSpPr/>
          <p:nvPr/>
        </p:nvSpPr>
        <p:spPr>
          <a:xfrm>
            <a:off x="10477500" y="257175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 autopilot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 agent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9715500" y="35242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7</a:t>
            </a:r>
            <a:endParaRPr lang="en-US" sz="2250" dirty="0"/>
          </a:p>
        </p:txBody>
      </p:sp>
      <p:sp>
        <p:nvSpPr>
          <p:cNvPr id="62" name="Text 60"/>
          <p:cNvSpPr/>
          <p:nvPr/>
        </p:nvSpPr>
        <p:spPr>
          <a:xfrm>
            <a:off x="10477500" y="344805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Cài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omc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terminal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(cho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omc team)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9715500" y="44005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8</a:t>
            </a:r>
            <a:endParaRPr lang="en-US" sz="2250" dirty="0"/>
          </a:p>
        </p:txBody>
      </p:sp>
      <p:sp>
        <p:nvSpPr>
          <p:cNvPr id="64" name="Text 62"/>
          <p:cNvSpPr/>
          <p:nvPr/>
        </p:nvSpPr>
        <p:spPr>
          <a:xfrm>
            <a:off x="10477500" y="432435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Cài tmux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9715500" y="52768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</a:t>
            </a:r>
            <a:endParaRPr lang="en-US" sz="2250" dirty="0"/>
          </a:p>
        </p:txBody>
      </p:sp>
      <p:sp>
        <p:nvSpPr>
          <p:cNvPr id="66" name="Text 64"/>
          <p:cNvSpPr/>
          <p:nvPr/>
        </p:nvSpPr>
        <p:spPr>
          <a:xfrm>
            <a:off x="10477500" y="520065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24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worker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omc team</a:t>
            </a:r>
            <a:endParaRPr lang="en-US" sz="2400" dirty="0"/>
          </a:p>
        </p:txBody>
      </p:sp>
      <p:sp>
        <p:nvSpPr>
          <p:cNvPr id="67" name="Shape 65"/>
          <p:cNvSpPr/>
          <p:nvPr/>
        </p:nvSpPr>
        <p:spPr>
          <a:xfrm>
            <a:off x="1143000" y="7048500"/>
            <a:ext cx="16002000" cy="1619250"/>
          </a:xfrm>
          <a:prstGeom prst="roundRect">
            <a:avLst>
              <a:gd name="adj" fmla="val 18824"/>
            </a:avLst>
          </a:prstGeom>
          <a:solidFill>
            <a:srgbClr val="D5EBDD"/>
          </a:solidFill>
          <a:ln/>
        </p:spPr>
      </p:sp>
      <p:sp>
        <p:nvSpPr>
          <p:cNvPr id="68" name="Shape 66"/>
          <p:cNvSpPr/>
          <p:nvPr/>
        </p:nvSpPr>
        <p:spPr>
          <a:xfrm>
            <a:off x="1619250" y="7620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E7A4F"/>
          </a:solidFill>
          <a:ln/>
        </p:spPr>
      </p:sp>
      <p:pic>
        <p:nvPicPr>
          <p:cNvPr id="69" name="Moda flattened rect-1792234449957-55678025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7753350"/>
            <a:ext cx="342900" cy="342900"/>
          </a:xfrm>
          <a:prstGeom prst="rect">
            <a:avLst/>
          </a:prstGeom>
        </p:spPr>
      </p:pic>
      <p:sp>
        <p:nvSpPr>
          <p:cNvPr id="70" name="Text 67"/>
          <p:cNvSpPr/>
          <p:nvPr/>
        </p:nvSpPr>
        <p:spPr>
          <a:xfrm>
            <a:off x="2571750" y="7143750"/>
            <a:ext cx="14097000" cy="1428750"/>
          </a:xfrm>
          <a:prstGeom prst="rect">
            <a:avLst/>
          </a:prstGeom>
          <a:noFill/>
          <a:ln/>
        </p:spPr>
        <p:txBody>
          <a:bodyPr wrap="square" lIns="0" tIns="10478" rIns="0" bIns="-10478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quả: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bật,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/team 3:executor "fix all TypeScript errors"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chuỗi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đoạn.</a:t>
            </a:r>
            <a:endParaRPr lang="en-US" sz="2400" dirty="0"/>
          </a:p>
        </p:txBody>
      </p:sp>
      <p:sp>
        <p:nvSpPr>
          <p:cNvPr id="71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2" name="Moda image moda-export-watermark-6a8d9810-9841-43e5-9c4b-cfe4ebbb20f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08591-6660397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101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Text 44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11/32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4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marketplace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plugin</a:t>
            </a:r>
            <a:r>
              <a:rPr lang="en-US" sz="4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Claude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endParaRPr lang="en-US" sz="4500" dirty="0"/>
          </a:p>
        </p:txBody>
      </p:sp>
      <p:sp>
        <p:nvSpPr>
          <p:cNvPr id="50" name="Text 48"/>
          <p:cNvSpPr/>
          <p:nvPr/>
        </p:nvSpPr>
        <p:spPr>
          <a:xfrm>
            <a:off x="1143000" y="194310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oh-my-claudecode.</a:t>
            </a:r>
            <a:endParaRPr lang="en-US" sz="2550" dirty="0"/>
          </a:p>
        </p:txBody>
      </p:sp>
      <p:sp>
        <p:nvSpPr>
          <p:cNvPr id="51" name="Shape 49"/>
          <p:cNvSpPr/>
          <p:nvPr/>
        </p:nvSpPr>
        <p:spPr>
          <a:xfrm>
            <a:off x="1143000" y="2857500"/>
            <a:ext cx="160020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52" name="Text 50"/>
          <p:cNvSpPr/>
          <p:nvPr/>
        </p:nvSpPr>
        <p:spPr>
          <a:xfrm>
            <a:off x="1524000" y="31718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2476500" y="2952750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Claude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endParaRPr lang="en-US" sz="3150" dirty="0"/>
          </a:p>
        </p:txBody>
      </p:sp>
      <p:sp>
        <p:nvSpPr>
          <p:cNvPr id="54" name="Shape 52"/>
          <p:cNvSpPr/>
          <p:nvPr/>
        </p:nvSpPr>
        <p:spPr>
          <a:xfrm>
            <a:off x="1143000" y="42862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14161C"/>
          </a:solidFill>
          <a:ln/>
        </p:spPr>
      </p:sp>
      <p:sp>
        <p:nvSpPr>
          <p:cNvPr id="55" name="Text 53"/>
          <p:cNvSpPr/>
          <p:nvPr/>
        </p:nvSpPr>
        <p:spPr>
          <a:xfrm>
            <a:off x="1619250" y="4286250"/>
            <a:ext cx="15049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/plugin marketplace add https://github.com/Yeachan-Heo/oh-my-claudecode</a:t>
            </a:r>
            <a:endParaRPr lang="en-US" sz="2550" dirty="0"/>
          </a:p>
        </p:txBody>
      </p:sp>
      <p:sp>
        <p:nvSpPr>
          <p:cNvPr id="56" name="Shape 54"/>
          <p:cNvSpPr/>
          <p:nvPr/>
        </p:nvSpPr>
        <p:spPr>
          <a:xfrm>
            <a:off x="1143000" y="5905500"/>
            <a:ext cx="160020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57" name="Text 55"/>
          <p:cNvSpPr/>
          <p:nvPr/>
        </p:nvSpPr>
        <p:spPr>
          <a:xfrm>
            <a:off x="1524000" y="6553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2476500" y="600075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 nhập</a:t>
            </a:r>
            <a:r>
              <a:rPr lang="en-US" sz="31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một;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dán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cùng lúc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315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628815d1-183e-43b4-8b69-9416279dba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09664-163930652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02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7" name="Text 45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12/32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Cài</a:t>
            </a:r>
            <a:r>
              <a:rPr lang="en-US" sz="51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plugin</a:t>
            </a:r>
            <a:endParaRPr lang="en-US" sz="5100" dirty="0"/>
          </a:p>
        </p:txBody>
      </p:sp>
      <p:sp>
        <p:nvSpPr>
          <p:cNvPr id="51" name="Text 49"/>
          <p:cNvSpPr/>
          <p:nvPr/>
        </p:nvSpPr>
        <p:spPr>
          <a:xfrm>
            <a:off x="1143000" y="194310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 của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(/team,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/autopilot,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/ralph) vào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Code.</a:t>
            </a:r>
            <a:endParaRPr lang="en-US" sz="2550" dirty="0"/>
          </a:p>
        </p:txBody>
      </p:sp>
      <p:sp>
        <p:nvSpPr>
          <p:cNvPr id="52" name="Shape 50"/>
          <p:cNvSpPr/>
          <p:nvPr/>
        </p:nvSpPr>
        <p:spPr>
          <a:xfrm>
            <a:off x="1143000" y="3143250"/>
            <a:ext cx="16002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53" name="Text 51"/>
          <p:cNvSpPr/>
          <p:nvPr/>
        </p:nvSpPr>
        <p:spPr>
          <a:xfrm>
            <a:off x="1524000" y="3886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54" name="Text 52"/>
          <p:cNvSpPr/>
          <p:nvPr/>
        </p:nvSpPr>
        <p:spPr>
          <a:xfrm>
            <a:off x="2476500" y="3238500"/>
            <a:ext cx="14097000" cy="190500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4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4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34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4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4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34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4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4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4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4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3450" dirty="0"/>
          </a:p>
        </p:txBody>
      </p:sp>
      <p:sp>
        <p:nvSpPr>
          <p:cNvPr id="55" name="Shape 53"/>
          <p:cNvSpPr/>
          <p:nvPr/>
        </p:nvSpPr>
        <p:spPr>
          <a:xfrm>
            <a:off x="1143000" y="5524500"/>
            <a:ext cx="16002000" cy="1905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</p:sp>
      <p:sp>
        <p:nvSpPr>
          <p:cNvPr id="56" name="Text 54"/>
          <p:cNvSpPr/>
          <p:nvPr/>
        </p:nvSpPr>
        <p:spPr>
          <a:xfrm>
            <a:off x="1619250" y="5524500"/>
            <a:ext cx="15049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/plugin</a:t>
            </a:r>
            <a:r>
              <a:rPr lang="en-US" sz="3900" dirty="0" spc="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install</a:t>
            </a:r>
            <a:r>
              <a:rPr lang="en-US" sz="3900" dirty="0" spc="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oh-my-claudecode</a:t>
            </a:r>
            <a:endParaRPr lang="en-US" sz="39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13677064-7bd1-4435-98a4-d9473c77dc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10760-781165372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102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Text 46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13/32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5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ban</a:t>
            </a:r>
            <a:r>
              <a:rPr lang="en-US" sz="51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5100" dirty="0"/>
          </a:p>
        </p:txBody>
      </p:sp>
      <p:sp>
        <p:nvSpPr>
          <p:cNvPr id="52" name="Text 50"/>
          <p:cNvSpPr/>
          <p:nvPr/>
        </p:nvSpPr>
        <p:spPr>
          <a:xfrm>
            <a:off x="1143000" y="194310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plugin.</a:t>
            </a:r>
            <a:endParaRPr lang="en-US" sz="2550" dirty="0"/>
          </a:p>
        </p:txBody>
      </p:sp>
      <p:sp>
        <p:nvSpPr>
          <p:cNvPr id="53" name="Shape 51"/>
          <p:cNvSpPr/>
          <p:nvPr/>
        </p:nvSpPr>
        <p:spPr>
          <a:xfrm>
            <a:off x="1143000" y="2952750"/>
            <a:ext cx="16002000" cy="1333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54" name="Text 52"/>
          <p:cNvSpPr/>
          <p:nvPr/>
        </p:nvSpPr>
        <p:spPr>
          <a:xfrm>
            <a:off x="1524000" y="3314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2476500" y="30480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3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3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33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Code.</a:t>
            </a:r>
            <a:endParaRPr lang="en-US" sz="3300" dirty="0"/>
          </a:p>
        </p:txBody>
      </p:sp>
      <p:sp>
        <p:nvSpPr>
          <p:cNvPr id="56" name="Shape 54"/>
          <p:cNvSpPr/>
          <p:nvPr/>
        </p:nvSpPr>
        <p:spPr>
          <a:xfrm>
            <a:off x="1143000" y="4476750"/>
            <a:ext cx="16002000" cy="142875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/>
        </p:spPr>
      </p:sp>
      <p:sp>
        <p:nvSpPr>
          <p:cNvPr id="57" name="Text 55"/>
          <p:cNvSpPr/>
          <p:nvPr/>
        </p:nvSpPr>
        <p:spPr>
          <a:xfrm>
            <a:off x="1619250" y="4476750"/>
            <a:ext cx="1504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/omc-setup</a:t>
            </a:r>
            <a:endParaRPr lang="en-US" sz="4200" dirty="0"/>
          </a:p>
        </p:txBody>
      </p:sp>
      <p:sp>
        <p:nvSpPr>
          <p:cNvPr id="58" name="Shape 56"/>
          <p:cNvSpPr/>
          <p:nvPr/>
        </p:nvSpPr>
        <p:spPr>
          <a:xfrm>
            <a:off x="1143000" y="6191250"/>
            <a:ext cx="16002000" cy="20002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59" name="Text 57"/>
          <p:cNvSpPr/>
          <p:nvPr/>
        </p:nvSpPr>
        <p:spPr>
          <a:xfrm>
            <a:off x="1524000" y="68865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60" name="Text 58"/>
          <p:cNvSpPr/>
          <p:nvPr/>
        </p:nvSpPr>
        <p:spPr>
          <a:xfrm>
            <a:off x="2476500" y="6286500"/>
            <a:ext cx="14097000" cy="1809750"/>
          </a:xfrm>
          <a:prstGeom prst="rect">
            <a:avLst/>
          </a:prstGeom>
          <a:noFill/>
          <a:ln/>
        </p:spPr>
        <p:txBody>
          <a:bodyPr wrap="square" lIns="0" tIns="9430" rIns="0" bIns="-9430" rtlCol="0" anchor="ctr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33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terminal,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3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33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</a:t>
            </a:r>
            <a:r>
              <a:rPr lang="en-US" sz="3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455"/>
              </a:lnSpc>
              <a:buNone/>
            </a:pPr>
            <a:r>
              <a:rPr lang="en-US" sz="330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 setup</a:t>
            </a:r>
            <a:pPr algn="l" indent="0" marL="0">
              <a:lnSpc>
                <a:spcPts val="4455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(cần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omc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3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3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7).</a:t>
            </a:r>
            <a:endParaRPr lang="en-US" sz="33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0f0f4e55-bbca-4f0f-9775-529c08273f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11961-795503099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103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Text 47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14/32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Bật</a:t>
            </a:r>
            <a:r>
              <a:rPr lang="en-US" sz="465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465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465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native</a:t>
            </a:r>
            <a:r>
              <a:rPr lang="en-US" sz="46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6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Claude</a:t>
            </a:r>
            <a:r>
              <a:rPr lang="en-US" sz="46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endParaRPr lang="en-US" sz="4650" dirty="0"/>
          </a:p>
        </p:txBody>
      </p:sp>
      <p:sp>
        <p:nvSpPr>
          <p:cNvPr id="53" name="Text 51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/team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native;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có thể,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lùi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đội.</a:t>
            </a:r>
            <a:endParaRPr lang="en-US" sz="2550" dirty="0"/>
          </a:p>
        </p:txBody>
      </p:sp>
      <p:sp>
        <p:nvSpPr>
          <p:cNvPr id="54" name="Shape 52"/>
          <p:cNvSpPr/>
          <p:nvPr/>
        </p:nvSpPr>
        <p:spPr>
          <a:xfrm>
            <a:off x="1143000" y="3048000"/>
            <a:ext cx="160020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55" name="Text 53"/>
          <p:cNvSpPr/>
          <p:nvPr/>
        </p:nvSpPr>
        <p:spPr>
          <a:xfrm>
            <a:off x="1524000" y="33623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56" name="Text 54"/>
          <p:cNvSpPr/>
          <p:nvPr/>
        </p:nvSpPr>
        <p:spPr>
          <a:xfrm>
            <a:off x="2476500" y="3143250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00"/>
              </a:lnSpc>
              <a:buNone/>
            </a:pPr>
            <a:r>
              <a:rPr lang="en-US" sz="300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~/.claude/settings.json</a:t>
            </a:r>
            <a:pPr algn="l" indent="0" marL="0">
              <a:lnSpc>
                <a:spcPts val="3900"/>
              </a:lnSpc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3000" dirty="0"/>
          </a:p>
        </p:txBody>
      </p:sp>
      <p:sp>
        <p:nvSpPr>
          <p:cNvPr id="57" name="Shape 55"/>
          <p:cNvSpPr/>
          <p:nvPr/>
        </p:nvSpPr>
        <p:spPr>
          <a:xfrm>
            <a:off x="1143000" y="4476750"/>
            <a:ext cx="160020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58" name="Text 56"/>
          <p:cNvSpPr/>
          <p:nvPr/>
        </p:nvSpPr>
        <p:spPr>
          <a:xfrm>
            <a:off x="1524000" y="52673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59" name="Text 57"/>
          <p:cNvSpPr/>
          <p:nvPr/>
        </p:nvSpPr>
        <p:spPr>
          <a:xfrm>
            <a:off x="2476500" y="4572000"/>
            <a:ext cx="14097000" cy="2000250"/>
          </a:xfrm>
          <a:prstGeom prst="rect">
            <a:avLst/>
          </a:prstGeom>
          <a:noFill/>
          <a:ln/>
        </p:spPr>
        <p:txBody>
          <a:bodyPr wrap="square" lIns="0" tIns="3620" rIns="0" bIns="-3620" rtlCol="0" anchor="ctr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90"/>
              </a:lnSpc>
              <a:buNone/>
            </a:pPr>
            <a:r>
              <a:rPr lang="en-US" sz="2850" dirty="0" spc="-2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</a:t>
            </a:r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90"/>
              </a:lnSpc>
              <a:buNone/>
            </a:pPr>
            <a:r>
              <a:rPr lang="en-US" sz="255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"CLAUDE_CODE_EXPERIMENTAL_AGENT_TEAMS": "1"</a:t>
            </a:r>
            <a:pPr algn="l" indent="0" marL="0">
              <a:lnSpc>
                <a:spcPts val="3990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2850" dirty="0"/>
          </a:p>
        </p:txBody>
      </p:sp>
      <p:sp>
        <p:nvSpPr>
          <p:cNvPr id="60" name="Shape 58"/>
          <p:cNvSpPr/>
          <p:nvPr/>
        </p:nvSpPr>
        <p:spPr>
          <a:xfrm>
            <a:off x="1143000" y="6858000"/>
            <a:ext cx="16002000" cy="1714500"/>
          </a:xfrm>
          <a:prstGeom prst="roundRect">
            <a:avLst>
              <a:gd name="adj" fmla="val 15556"/>
            </a:avLst>
          </a:prstGeom>
          <a:solidFill>
            <a:srgbClr val="E8E0CF"/>
          </a:solidFill>
          <a:ln/>
        </p:spPr>
      </p:sp>
      <p:sp>
        <p:nvSpPr>
          <p:cNvPr id="61" name="Text 59"/>
          <p:cNvSpPr/>
          <p:nvPr/>
        </p:nvSpPr>
        <p:spPr>
          <a:xfrm>
            <a:off x="1524000" y="74104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62" name="Text 60"/>
          <p:cNvSpPr/>
          <p:nvPr/>
        </p:nvSpPr>
        <p:spPr>
          <a:xfrm>
            <a:off x="2476500" y="695325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env,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dòng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file.</a:t>
            </a:r>
            <a:endParaRPr lang="en-US" sz="285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4f26b954-28ca-4ffb-b56b-8b400cf5db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13056-427261621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103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Text 48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15/32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46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6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 cho</a:t>
            </a:r>
            <a:r>
              <a:rPr lang="en-US" sz="46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465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46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465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/team</a:t>
            </a:r>
            <a:endParaRPr lang="en-US" sz="4650" dirty="0"/>
          </a:p>
        </p:txBody>
      </p:sp>
      <p:sp>
        <p:nvSpPr>
          <p:cNvPr id="54" name="Text 52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nghị: các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550" dirty="0"/>
          </a:p>
        </p:txBody>
      </p:sp>
      <p:sp>
        <p:nvSpPr>
          <p:cNvPr id="55" name="Shape 53"/>
          <p:cNvSpPr/>
          <p:nvPr/>
        </p:nvSpPr>
        <p:spPr>
          <a:xfrm>
            <a:off x="1143000" y="3048000"/>
            <a:ext cx="16002000" cy="1047750"/>
          </a:xfrm>
          <a:prstGeom prst="roundRect">
            <a:avLst>
              <a:gd name="adj" fmla="val 25455"/>
            </a:avLst>
          </a:prstGeom>
          <a:solidFill>
            <a:srgbClr val="E8E0CF"/>
          </a:solidFill>
          <a:ln/>
        </p:spPr>
      </p:sp>
      <p:sp>
        <p:nvSpPr>
          <p:cNvPr id="56" name="Text 54"/>
          <p:cNvSpPr/>
          <p:nvPr/>
        </p:nvSpPr>
        <p:spPr>
          <a:xfrm>
            <a:off x="1524000" y="3267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57" name="Text 55"/>
          <p:cNvSpPr/>
          <p:nvPr/>
        </p:nvSpPr>
        <p:spPr>
          <a:xfrm>
            <a:off x="2476500" y="3095625"/>
            <a:ext cx="140970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án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TypeScript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Code.</a:t>
            </a:r>
            <a:endParaRPr lang="en-US" sz="2700" dirty="0"/>
          </a:p>
        </p:txBody>
      </p:sp>
      <p:sp>
        <p:nvSpPr>
          <p:cNvPr id="58" name="Shape 56"/>
          <p:cNvSpPr/>
          <p:nvPr/>
        </p:nvSpPr>
        <p:spPr>
          <a:xfrm>
            <a:off x="1143000" y="4286250"/>
            <a:ext cx="160020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/>
        </p:spPr>
      </p:sp>
      <p:sp>
        <p:nvSpPr>
          <p:cNvPr id="59" name="Text 57"/>
          <p:cNvSpPr/>
          <p:nvPr/>
        </p:nvSpPr>
        <p:spPr>
          <a:xfrm>
            <a:off x="1619250" y="4286250"/>
            <a:ext cx="1504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/team 3:executor "fix all TypeScript errors"</a:t>
            </a:r>
            <a:endParaRPr lang="en-US" sz="3000" dirty="0"/>
          </a:p>
        </p:txBody>
      </p:sp>
      <p:sp>
        <p:nvSpPr>
          <p:cNvPr id="60" name="Shape 58"/>
          <p:cNvSpPr/>
          <p:nvPr/>
        </p:nvSpPr>
        <p:spPr>
          <a:xfrm>
            <a:off x="1143000" y="5524500"/>
            <a:ext cx="16002000" cy="1333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61" name="Text 59"/>
          <p:cNvSpPr/>
          <p:nvPr/>
        </p:nvSpPr>
        <p:spPr>
          <a:xfrm>
            <a:off x="1524000" y="58864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62" name="Text 60"/>
          <p:cNvSpPr/>
          <p:nvPr/>
        </p:nvSpPr>
        <p:spPr>
          <a:xfrm>
            <a:off x="2476500" y="5572125"/>
            <a:ext cx="14097000" cy="1238250"/>
          </a:xfrm>
          <a:prstGeom prst="rect">
            <a:avLst/>
          </a:prstGeom>
          <a:noFill/>
          <a:ln/>
        </p:spPr>
        <p:txBody>
          <a:bodyPr wrap="square" lIns="0" tIns="14287" rIns="0" bIns="-14287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10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N:loại-agent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10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3:executor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/team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10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2:codex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omc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team.</a:t>
            </a:r>
            <a:endParaRPr lang="en-US" sz="2700" dirty="0"/>
          </a:p>
        </p:txBody>
      </p:sp>
      <p:sp>
        <p:nvSpPr>
          <p:cNvPr id="63" name="Shape 61"/>
          <p:cNvSpPr/>
          <p:nvPr/>
        </p:nvSpPr>
        <p:spPr>
          <a:xfrm>
            <a:off x="1143000" y="7048500"/>
            <a:ext cx="16002000" cy="1524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/>
        </p:spPr>
      </p:sp>
      <p:sp>
        <p:nvSpPr>
          <p:cNvPr id="64" name="Text 62"/>
          <p:cNvSpPr/>
          <p:nvPr/>
        </p:nvSpPr>
        <p:spPr>
          <a:xfrm>
            <a:off x="1524000" y="7505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65" name="Text 63"/>
          <p:cNvSpPr/>
          <p:nvPr/>
        </p:nvSpPr>
        <p:spPr>
          <a:xfrm>
            <a:off x="2476500" y="7096125"/>
            <a:ext cx="14097000" cy="1428750"/>
          </a:xfrm>
          <a:prstGeom prst="rect">
            <a:avLst/>
          </a:prstGeom>
          <a:noFill/>
          <a:ln/>
        </p:spPr>
        <p:txBody>
          <a:bodyPr wrap="square" lIns="0" tIns="10001" rIns="0" bIns="-10001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45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team-plan</a:t>
            </a:r>
            <a:r>
              <a:rPr lang="en-US" sz="2400" dirty="0" spc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</a:t>
            </a: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team-prd</a:t>
            </a:r>
            <a:r>
              <a:rPr lang="en-US" sz="2400" dirty="0" spc="1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</a:t>
            </a:r>
            <a:r>
              <a:rPr lang="en-US" sz="2400" dirty="0" spc="2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team-exec</a:t>
            </a:r>
            <a:r>
              <a:rPr lang="en-US" sz="240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</a:t>
            </a:r>
            <a:r>
              <a:rPr lang="en-US" sz="2400" dirty="0" spc="2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team-verify</a:t>
            </a:r>
            <a:r>
              <a:rPr lang="en-US" sz="240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</a:t>
            </a: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team-fix</a:t>
            </a:r>
            <a:r>
              <a:rPr lang="en-US" sz="2400" dirty="0" spc="2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(loop)</a:t>
            </a:r>
            <a:pPr algn="l" indent="0" marL="0">
              <a:lnSpc>
                <a:spcPts val="364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70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4ff6ec5b-f63c-43e8-b9d4-1080869513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74251-970960896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104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1" name="Text 49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16/32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45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autopilot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4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4500" dirty="0"/>
          </a:p>
        </p:txBody>
      </p:sp>
      <p:sp>
        <p:nvSpPr>
          <p:cNvPr id="55" name="Text 53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 mô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autopilot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 tự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2550" dirty="0"/>
          </a:p>
        </p:txBody>
      </p:sp>
      <p:sp>
        <p:nvSpPr>
          <p:cNvPr id="56" name="Shape 54"/>
          <p:cNvSpPr/>
          <p:nvPr/>
        </p:nvSpPr>
        <p:spPr>
          <a:xfrm>
            <a:off x="1143000" y="3143250"/>
            <a:ext cx="160020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57" name="Text 55"/>
          <p:cNvSpPr/>
          <p:nvPr/>
        </p:nvSpPr>
        <p:spPr>
          <a:xfrm>
            <a:off x="1524000" y="34575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2476500" y="3238500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0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Claude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30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3000" dirty="0"/>
          </a:p>
        </p:txBody>
      </p:sp>
      <p:sp>
        <p:nvSpPr>
          <p:cNvPr id="59" name="Shape 57"/>
          <p:cNvSpPr/>
          <p:nvPr/>
        </p:nvSpPr>
        <p:spPr>
          <a:xfrm>
            <a:off x="1143000" y="457200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/>
        </p:spPr>
      </p:sp>
      <p:sp>
        <p:nvSpPr>
          <p:cNvPr id="60" name="Text 58"/>
          <p:cNvSpPr/>
          <p:nvPr/>
        </p:nvSpPr>
        <p:spPr>
          <a:xfrm>
            <a:off x="1619250" y="4572000"/>
            <a:ext cx="1504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/autopilot "build a REST API for managing tasks"</a:t>
            </a:r>
            <a:endParaRPr lang="en-US" sz="3000" dirty="0"/>
          </a:p>
        </p:txBody>
      </p:sp>
      <p:sp>
        <p:nvSpPr>
          <p:cNvPr id="61" name="Shape 59"/>
          <p:cNvSpPr/>
          <p:nvPr/>
        </p:nvSpPr>
        <p:spPr>
          <a:xfrm>
            <a:off x="1143000" y="609600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62" name="Text 60"/>
          <p:cNvSpPr/>
          <p:nvPr/>
        </p:nvSpPr>
        <p:spPr>
          <a:xfrm>
            <a:off x="1524000" y="69818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63" name="Text 61"/>
          <p:cNvSpPr/>
          <p:nvPr/>
        </p:nvSpPr>
        <p:spPr>
          <a:xfrm>
            <a:off x="2476500" y="619125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ctr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(/goal,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Execute,</a:t>
            </a:r>
            <a:r>
              <a:rPr lang="en-US" sz="2850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Verify).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Autopilot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có thể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team.</a:t>
            </a:r>
            <a:endParaRPr lang="en-US" sz="285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0823a292-d82f-4e17-a797-361f3b148c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75593-648987872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104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Text 50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17/32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Cài</a:t>
            </a:r>
            <a:r>
              <a:rPr lang="en-US" sz="46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46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omc</a:t>
            </a: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465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terminal</a:t>
            </a:r>
            <a:r>
              <a:rPr lang="en-US" sz="465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(cho</a:t>
            </a:r>
            <a:r>
              <a:rPr lang="en-US" sz="46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omc</a:t>
            </a:r>
            <a:r>
              <a:rPr lang="en-US" sz="465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team)</a:t>
            </a:r>
            <a:endParaRPr lang="en-US" sz="4650" dirty="0"/>
          </a:p>
        </p:txBody>
      </p:sp>
      <p:sp>
        <p:nvSpPr>
          <p:cNvPr id="56" name="Text 54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omc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(omc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ask)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npm.</a:t>
            </a:r>
            <a:endParaRPr lang="en-US" sz="2550" dirty="0"/>
          </a:p>
        </p:txBody>
      </p:sp>
      <p:sp>
        <p:nvSpPr>
          <p:cNvPr id="57" name="Shape 55"/>
          <p:cNvSpPr/>
          <p:nvPr/>
        </p:nvSpPr>
        <p:spPr>
          <a:xfrm>
            <a:off x="1143000" y="3048000"/>
            <a:ext cx="160020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</p:sp>
      <p:sp>
        <p:nvSpPr>
          <p:cNvPr id="58" name="Text 56"/>
          <p:cNvSpPr/>
          <p:nvPr/>
        </p:nvSpPr>
        <p:spPr>
          <a:xfrm>
            <a:off x="1524000" y="3314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59" name="Text 57"/>
          <p:cNvSpPr/>
          <p:nvPr/>
        </p:nvSpPr>
        <p:spPr>
          <a:xfrm>
            <a:off x="2476500" y="3095625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Claude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Code.</a:t>
            </a:r>
            <a:endParaRPr lang="en-US" sz="2850" dirty="0"/>
          </a:p>
        </p:txBody>
      </p:sp>
      <p:sp>
        <p:nvSpPr>
          <p:cNvPr id="60" name="Shape 58"/>
          <p:cNvSpPr/>
          <p:nvPr/>
        </p:nvSpPr>
        <p:spPr>
          <a:xfrm>
            <a:off x="1143000" y="438150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/>
        </p:spPr>
      </p:sp>
      <p:sp>
        <p:nvSpPr>
          <p:cNvPr id="61" name="Text 59"/>
          <p:cNvSpPr/>
          <p:nvPr/>
        </p:nvSpPr>
        <p:spPr>
          <a:xfrm>
            <a:off x="1619250" y="4381500"/>
            <a:ext cx="1504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npm i -g oh-my-claude-sisyphus@latest</a:t>
            </a:r>
            <a:endParaRPr lang="en-US" sz="3450" dirty="0"/>
          </a:p>
        </p:txBody>
      </p:sp>
      <p:sp>
        <p:nvSpPr>
          <p:cNvPr id="62" name="Shape 60"/>
          <p:cNvSpPr/>
          <p:nvPr/>
        </p:nvSpPr>
        <p:spPr>
          <a:xfrm>
            <a:off x="1143000" y="5810250"/>
            <a:ext cx="160020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63" name="Text 61"/>
          <p:cNvSpPr/>
          <p:nvPr/>
        </p:nvSpPr>
        <p:spPr>
          <a:xfrm>
            <a:off x="1524000" y="61245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2476500" y="5857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4764" rIns="0" bIns="-14764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repo;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705"/>
              </a:lnSpc>
              <a:buNone/>
            </a:pPr>
            <a:r>
              <a:rPr lang="en-US" sz="255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oh-my-claudecode</a:t>
            </a:r>
            <a:pPr algn="l" indent="0" marL="0">
              <a:lnSpc>
                <a:spcPts val="3705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 lệnh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705"/>
              </a:lnSpc>
              <a:buNone/>
            </a:pPr>
            <a:r>
              <a:rPr lang="en-US" sz="255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</a:t>
            </a:r>
            <a:pPr algn="l" indent="0" marL="0">
              <a:lnSpc>
                <a:spcPts val="3705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65" name="Shape 63"/>
          <p:cNvSpPr/>
          <p:nvPr/>
        </p:nvSpPr>
        <p:spPr>
          <a:xfrm>
            <a:off x="1143000" y="7239000"/>
            <a:ext cx="160020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66" name="Text 64"/>
          <p:cNvSpPr/>
          <p:nvPr/>
        </p:nvSpPr>
        <p:spPr>
          <a:xfrm>
            <a:off x="1524000" y="76485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67" name="Text 65"/>
          <p:cNvSpPr/>
          <p:nvPr/>
        </p:nvSpPr>
        <p:spPr>
          <a:xfrm>
            <a:off x="2476500" y="7286625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marketplace,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4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mặt;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omc.</a:t>
            </a:r>
            <a:endParaRPr lang="en-US" sz="24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06b815e0-906c-49b9-b171-1a90061e12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76843-454352427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105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3" name="Text 51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18/32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Cài</a:t>
            </a:r>
            <a:r>
              <a:rPr lang="en-US" sz="5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tmux</a:t>
            </a:r>
            <a:endParaRPr lang="en-US" sz="5100" dirty="0"/>
          </a:p>
        </p:txBody>
      </p:sp>
      <p:sp>
        <p:nvSpPr>
          <p:cNvPr id="57" name="Text 55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pane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tmux;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550" dirty="0"/>
          </a:p>
        </p:txBody>
      </p:sp>
      <p:sp>
        <p:nvSpPr>
          <p:cNvPr id="58" name="Shape 56"/>
          <p:cNvSpPr/>
          <p:nvPr/>
        </p:nvSpPr>
        <p:spPr>
          <a:xfrm>
            <a:off x="1143000" y="3048000"/>
            <a:ext cx="160020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</p:sp>
      <p:sp>
        <p:nvSpPr>
          <p:cNvPr id="59" name="Text 57"/>
          <p:cNvSpPr/>
          <p:nvPr/>
        </p:nvSpPr>
        <p:spPr>
          <a:xfrm>
            <a:off x="1524000" y="3314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0" name="Text 58"/>
          <p:cNvSpPr/>
          <p:nvPr/>
        </p:nvSpPr>
        <p:spPr>
          <a:xfrm>
            <a:off x="2476500" y="3095625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 dành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macOS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(Homebrew).</a:t>
            </a:r>
            <a:endParaRPr lang="en-US" sz="3150" dirty="0"/>
          </a:p>
        </p:txBody>
      </p:sp>
      <p:sp>
        <p:nvSpPr>
          <p:cNvPr id="61" name="Shape 59"/>
          <p:cNvSpPr/>
          <p:nvPr/>
        </p:nvSpPr>
        <p:spPr>
          <a:xfrm>
            <a:off x="1143000" y="438150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/>
        </p:spPr>
      </p:sp>
      <p:sp>
        <p:nvSpPr>
          <p:cNvPr id="62" name="Text 60"/>
          <p:cNvSpPr/>
          <p:nvPr/>
        </p:nvSpPr>
        <p:spPr>
          <a:xfrm>
            <a:off x="1619250" y="4381500"/>
            <a:ext cx="1504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brew</a:t>
            </a:r>
            <a:r>
              <a:rPr lang="en-US" sz="3900" dirty="0" spc="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install</a:t>
            </a:r>
            <a:r>
              <a:rPr lang="en-US" sz="3900" dirty="0" spc="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tmux</a:t>
            </a:r>
            <a:endParaRPr lang="en-US" sz="3900" dirty="0"/>
          </a:p>
        </p:txBody>
      </p:sp>
      <p:sp>
        <p:nvSpPr>
          <p:cNvPr id="63" name="Shape 61"/>
          <p:cNvSpPr/>
          <p:nvPr/>
        </p:nvSpPr>
        <p:spPr>
          <a:xfrm>
            <a:off x="1143000" y="5810250"/>
            <a:ext cx="16002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64" name="Text 62"/>
          <p:cNvSpPr/>
          <p:nvPr/>
        </p:nvSpPr>
        <p:spPr>
          <a:xfrm>
            <a:off x="1524000" y="6553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65" name="Text 63"/>
          <p:cNvSpPr/>
          <p:nvPr/>
        </p:nvSpPr>
        <p:spPr>
          <a:xfrm>
            <a:off x="2476500" y="5857875"/>
            <a:ext cx="14097000" cy="2000250"/>
          </a:xfrm>
          <a:prstGeom prst="rect">
            <a:avLst/>
          </a:prstGeom>
          <a:noFill/>
          <a:ln/>
        </p:spPr>
        <p:txBody>
          <a:bodyPr wrap="square" lIns="0" tIns="1603" rIns="0" bIns="-1603" rtlCol="0" anchor="ctr"/>
          <a:lstStyle/>
          <a:p>
            <a:pPr algn="l" indent="0" marL="0">
              <a:lnSpc>
                <a:spcPts val="369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Ubuntu/Debian: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98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sudo apt install tmux</a:t>
            </a:r>
            <a:pPr algn="l" indent="0" marL="0">
              <a:lnSpc>
                <a:spcPts val="3698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Fedora: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98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sudo dnf install tmux</a:t>
            </a:r>
            <a:pPr algn="l" indent="0" marL="0">
              <a:lnSpc>
                <a:spcPts val="3698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98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sudo pacman -S tmux</a:t>
            </a:r>
            <a:pPr algn="l" indent="0" marL="0">
              <a:lnSpc>
                <a:spcPts val="3698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Windows: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98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winget install psmux</a:t>
            </a:r>
            <a:pPr algn="l" indent="0" marL="0">
              <a:lnSpc>
                <a:spcPts val="369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WSL2 dùng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WSL.</a:t>
            </a:r>
            <a:endParaRPr lang="en-US" sz="2550" dirty="0"/>
          </a:p>
        </p:txBody>
      </p:sp>
      <p:sp>
        <p:nvSpPr>
          <p:cNvPr id="66" name="Text 64"/>
          <p:cNvSpPr/>
          <p:nvPr/>
        </p:nvSpPr>
        <p:spPr>
          <a:xfrm>
            <a:off x="1143000" y="81915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github.com/tmux/tmux</a:t>
            </a:r>
            <a:endParaRPr lang="en-US" sz="24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c68c71d0-a1b0-4ad2-a657-b3038441186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78253-510771165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105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Text 52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19/32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195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(1/2)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48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worker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omc</a:t>
            </a:r>
            <a:r>
              <a:rPr lang="en-US" sz="4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team</a:t>
            </a:r>
            <a:endParaRPr lang="en-US" sz="4800" dirty="0"/>
          </a:p>
        </p:txBody>
      </p:sp>
      <p:sp>
        <p:nvSpPr>
          <p:cNvPr id="58" name="Text 56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(hay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Gemini,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Cursor)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như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riêng;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550" dirty="0"/>
          </a:p>
        </p:txBody>
      </p:sp>
      <p:sp>
        <p:nvSpPr>
          <p:cNvPr id="59" name="Shape 57"/>
          <p:cNvSpPr/>
          <p:nvPr/>
        </p:nvSpPr>
        <p:spPr>
          <a:xfrm>
            <a:off x="1143000" y="3048000"/>
            <a:ext cx="16002000" cy="1333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60" name="Text 58"/>
          <p:cNvSpPr/>
          <p:nvPr/>
        </p:nvSpPr>
        <p:spPr>
          <a:xfrm>
            <a:off x="1524000" y="34099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1" name="Text 59"/>
          <p:cNvSpPr/>
          <p:nvPr/>
        </p:nvSpPr>
        <p:spPr>
          <a:xfrm>
            <a:off x="2476500" y="3095625"/>
            <a:ext cx="140970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động: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phiên.</a:t>
            </a:r>
            <a:endParaRPr lang="en-US" sz="2700" dirty="0"/>
          </a:p>
        </p:txBody>
      </p:sp>
      <p:sp>
        <p:nvSpPr>
          <p:cNvPr id="62" name="Shape 60"/>
          <p:cNvSpPr/>
          <p:nvPr/>
        </p:nvSpPr>
        <p:spPr>
          <a:xfrm>
            <a:off x="1143000" y="4572000"/>
            <a:ext cx="160020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</p:sp>
      <p:sp>
        <p:nvSpPr>
          <p:cNvPr id="63" name="Text 61"/>
          <p:cNvSpPr/>
          <p:nvPr/>
        </p:nvSpPr>
        <p:spPr>
          <a:xfrm>
            <a:off x="1524000" y="4838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2476500" y="4619625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(ở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codex)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850" dirty="0"/>
          </a:p>
        </p:txBody>
      </p:sp>
      <p:sp>
        <p:nvSpPr>
          <p:cNvPr id="65" name="Shape 63"/>
          <p:cNvSpPr/>
          <p:nvPr/>
        </p:nvSpPr>
        <p:spPr>
          <a:xfrm>
            <a:off x="1143000" y="5905500"/>
            <a:ext cx="16002000" cy="1333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66" name="Text 64"/>
          <p:cNvSpPr/>
          <p:nvPr/>
        </p:nvSpPr>
        <p:spPr>
          <a:xfrm>
            <a:off x="1524000" y="62674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67" name="Text 65"/>
          <p:cNvSpPr/>
          <p:nvPr/>
        </p:nvSpPr>
        <p:spPr>
          <a:xfrm>
            <a:off x="2476500" y="5953125"/>
            <a:ext cx="140970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README)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endParaRPr lang="en-US" sz="2700" dirty="0"/>
          </a:p>
        </p:txBody>
      </p:sp>
      <p:sp>
        <p:nvSpPr>
          <p:cNvPr id="68" name="Shape 66"/>
          <p:cNvSpPr/>
          <p:nvPr/>
        </p:nvSpPr>
        <p:spPr>
          <a:xfrm>
            <a:off x="1143000" y="7429500"/>
            <a:ext cx="16002000" cy="11430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/>
        </p:spPr>
      </p:sp>
      <p:sp>
        <p:nvSpPr>
          <p:cNvPr id="69" name="Text 67"/>
          <p:cNvSpPr/>
          <p:nvPr/>
        </p:nvSpPr>
        <p:spPr>
          <a:xfrm>
            <a:off x="1619250" y="7429500"/>
            <a:ext cx="15049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omc</a:t>
            </a:r>
            <a:r>
              <a:rPr lang="en-US" sz="3150" dirty="0" spc="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team</a:t>
            </a:r>
            <a:r>
              <a:rPr lang="en-US" sz="3150" dirty="0" spc="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2:codex</a:t>
            </a:r>
            <a:r>
              <a:rPr lang="en-US" sz="3150" dirty="0" spc="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"review</a:t>
            </a:r>
            <a:r>
              <a:rPr lang="en-US" sz="3150" dirty="0" spc="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auth</a:t>
            </a:r>
            <a:r>
              <a:rPr lang="en-US" sz="3150" dirty="0" spc="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flow"</a:t>
            </a:r>
            <a:endParaRPr lang="en-US" sz="315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11ca6422-43b3-4c79-b58c-504c3100da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579521-968648844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106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5" name="Text 53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20/32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(2/2)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48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worker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omc</a:t>
            </a:r>
            <a:r>
              <a:rPr lang="en-US" sz="4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team</a:t>
            </a:r>
            <a:endParaRPr lang="en-US" sz="4800" dirty="0"/>
          </a:p>
        </p:txBody>
      </p:sp>
      <p:sp>
        <p:nvSpPr>
          <p:cNvPr id="59" name="Shape 57"/>
          <p:cNvSpPr/>
          <p:nvPr/>
        </p:nvSpPr>
        <p:spPr>
          <a:xfrm>
            <a:off x="1143000" y="2571750"/>
            <a:ext cx="16002000" cy="3714750"/>
          </a:xfrm>
          <a:prstGeom prst="roundRect">
            <a:avLst>
              <a:gd name="adj" fmla="val 7179"/>
            </a:avLst>
          </a:prstGeom>
          <a:solidFill>
            <a:srgbClr val="E8E0CF"/>
          </a:solidFill>
          <a:ln/>
        </p:spPr>
      </p:sp>
      <p:sp>
        <p:nvSpPr>
          <p:cNvPr id="60" name="Text 58"/>
          <p:cNvSpPr/>
          <p:nvPr/>
        </p:nvSpPr>
        <p:spPr>
          <a:xfrm>
            <a:off x="1524000" y="3048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61" name="Text 59"/>
          <p:cNvSpPr/>
          <p:nvPr/>
        </p:nvSpPr>
        <p:spPr>
          <a:xfrm>
            <a:off x="2476500" y="2762250"/>
            <a:ext cx="14097000" cy="3333750"/>
          </a:xfrm>
          <a:prstGeom prst="rect">
            <a:avLst/>
          </a:prstGeom>
          <a:noFill/>
          <a:ln/>
        </p:spPr>
        <p:txBody>
          <a:bodyPr wrap="square" lIns="0" tIns="7001" rIns="0" bIns="-7001" rtlCol="0" anchor="ctr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2700" dirty="0" spc="-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 team status</a:t>
            </a:r>
            <a:pPr algn="l" indent="0" marL="0">
              <a:lnSpc>
                <a:spcPts val="4410"/>
              </a:lnSpc>
              <a:buNone/>
            </a:pP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410"/>
              </a:lnSpc>
              <a:buNone/>
            </a:pPr>
            <a:r>
              <a:rPr lang="en-US" sz="2700" dirty="0" spc="-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 team shutdown</a:t>
            </a:r>
            <a:pPr algn="l" indent="0" marL="0">
              <a:lnSpc>
                <a:spcPts val="4410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31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mở;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 cách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r>
              <a:rPr lang="en-US" sz="31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410"/>
              </a:lnSpc>
              <a:buNone/>
            </a:pPr>
            <a:r>
              <a:rPr lang="en-US" sz="2700" dirty="0" spc="-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docs/REFERENCE.md</a:t>
            </a:r>
            <a:pPr algn="l" indent="0" marL="0">
              <a:lnSpc>
                <a:spcPts val="4410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flow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410"/>
              </a:lnSpc>
              <a:buNone/>
            </a:pPr>
            <a:r>
              <a:rPr lang="en-US" sz="2700" dirty="0" spc="-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review-auth-flow</a:t>
            </a:r>
            <a:pPr algn="l" indent="0" marL="0">
              <a:lnSpc>
                <a:spcPts val="4410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700" dirty="0"/>
          </a:p>
        </p:txBody>
      </p:sp>
      <p:sp>
        <p:nvSpPr>
          <p:cNvPr id="62" name="Shape 60"/>
          <p:cNvSpPr/>
          <p:nvPr/>
        </p:nvSpPr>
        <p:spPr>
          <a:xfrm>
            <a:off x="1143000" y="6572250"/>
            <a:ext cx="16002000" cy="2000250"/>
          </a:xfrm>
          <a:prstGeom prst="roundRect">
            <a:avLst>
              <a:gd name="adj" fmla="val 9524"/>
            </a:avLst>
          </a:prstGeom>
          <a:solidFill>
            <a:srgbClr val="14161C"/>
          </a:solidFill>
          <a:ln/>
        </p:spPr>
      </p:sp>
      <p:sp>
        <p:nvSpPr>
          <p:cNvPr id="63" name="Text 61"/>
          <p:cNvSpPr/>
          <p:nvPr/>
        </p:nvSpPr>
        <p:spPr>
          <a:xfrm>
            <a:off x="1619250" y="6572250"/>
            <a:ext cx="15049500" cy="2000250"/>
          </a:xfrm>
          <a:prstGeom prst="rect">
            <a:avLst/>
          </a:prstGeom>
          <a:noFill/>
          <a:ln/>
        </p:spPr>
        <p:txBody>
          <a:bodyPr wrap="square" lIns="0" tIns="-6572" rIns="0" bIns="6572" rtlCol="0" anchor="ctr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34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omc team status</a:t>
            </a:r>
            <a:endParaRPr lang="en-US" sz="3450" dirty="0"/>
          </a:p>
          <a:p>
            <a:pPr algn="l" indent="0" marL="0">
              <a:lnSpc>
                <a:spcPts val="5175"/>
              </a:lnSpc>
              <a:buNone/>
            </a:pPr>
            <a:r>
              <a:rPr lang="en-US" sz="34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omc team shutdown</a:t>
            </a:r>
            <a:endParaRPr lang="en-US" sz="345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ca234b39-dcf4-4410-9b59-62729257ce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734951-734554077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106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6" name="Text 54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21/32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300" dirty="0"/>
          </a:p>
        </p:txBody>
      </p:sp>
      <p:sp>
        <p:nvSpPr>
          <p:cNvPr id="60" name="Shape 58"/>
          <p:cNvSpPr/>
          <p:nvPr/>
        </p:nvSpPr>
        <p:spPr>
          <a:xfrm>
            <a:off x="1143000" y="2381250"/>
            <a:ext cx="7810500" cy="4191000"/>
          </a:xfrm>
          <a:prstGeom prst="roundRect">
            <a:avLst>
              <a:gd name="adj" fmla="val 6364"/>
            </a:avLst>
          </a:prstGeom>
          <a:solidFill>
            <a:srgbClr val="E8E0CF"/>
          </a:solidFill>
          <a:ln/>
        </p:spPr>
      </p:sp>
      <p:sp>
        <p:nvSpPr>
          <p:cNvPr id="61" name="Text 59"/>
          <p:cNvSpPr/>
          <p:nvPr/>
        </p:nvSpPr>
        <p:spPr>
          <a:xfrm>
            <a:off x="1524000" y="27051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1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1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1524000" y="3276600"/>
            <a:ext cx="7048500" cy="11430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/>
        </p:spPr>
      </p:sp>
      <p:sp>
        <p:nvSpPr>
          <p:cNvPr id="63" name="Text 61"/>
          <p:cNvSpPr/>
          <p:nvPr/>
        </p:nvSpPr>
        <p:spPr>
          <a:xfrm>
            <a:off x="1866900" y="32766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/team</a:t>
            </a:r>
            <a:endParaRPr lang="en-US" sz="3900" dirty="0"/>
          </a:p>
        </p:txBody>
      </p:sp>
      <p:sp>
        <p:nvSpPr>
          <p:cNvPr id="64" name="Text 62"/>
          <p:cNvSpPr/>
          <p:nvPr/>
        </p:nvSpPr>
        <p:spPr>
          <a:xfrm>
            <a:off x="1524000" y="476250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00"/>
              </a:lnSpc>
              <a:buNone/>
            </a:pPr>
            <a:r>
              <a:rPr lang="en-US" sz="255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/team</a:t>
            </a:r>
            <a:pPr algn="l" indent="0" marL="0">
              <a:lnSpc>
                <a:spcPts val="3900"/>
              </a:lnSpc>
              <a:buNone/>
            </a:pP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30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Team.</a:t>
            </a:r>
            <a:endParaRPr lang="en-US" sz="3000" dirty="0"/>
          </a:p>
        </p:txBody>
      </p:sp>
      <p:sp>
        <p:nvSpPr>
          <p:cNvPr id="65" name="Shape 63"/>
          <p:cNvSpPr/>
          <p:nvPr/>
        </p:nvSpPr>
        <p:spPr>
          <a:xfrm>
            <a:off x="9334500" y="2381250"/>
            <a:ext cx="7810500" cy="4191000"/>
          </a:xfrm>
          <a:prstGeom prst="roundRect">
            <a:avLst>
              <a:gd name="adj" fmla="val 6364"/>
            </a:avLst>
          </a:prstGeom>
          <a:solidFill>
            <a:srgbClr val="E8E0CF"/>
          </a:solidFill>
          <a:ln/>
        </p:spPr>
      </p:sp>
      <p:sp>
        <p:nvSpPr>
          <p:cNvPr id="66" name="Text 64"/>
          <p:cNvSpPr/>
          <p:nvPr/>
        </p:nvSpPr>
        <p:spPr>
          <a:xfrm>
            <a:off x="9715500" y="27051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1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endParaRPr lang="en-US" sz="2100" dirty="0"/>
          </a:p>
        </p:txBody>
      </p:sp>
      <p:sp>
        <p:nvSpPr>
          <p:cNvPr id="67" name="Shape 65"/>
          <p:cNvSpPr/>
          <p:nvPr/>
        </p:nvSpPr>
        <p:spPr>
          <a:xfrm>
            <a:off x="9715500" y="3276600"/>
            <a:ext cx="7048500" cy="11430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/>
        </p:spPr>
      </p:sp>
      <p:sp>
        <p:nvSpPr>
          <p:cNvPr id="68" name="Text 66"/>
          <p:cNvSpPr/>
          <p:nvPr/>
        </p:nvSpPr>
        <p:spPr>
          <a:xfrm>
            <a:off x="10058400" y="32766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omc team status</a:t>
            </a:r>
            <a:endParaRPr lang="en-US" sz="3450" dirty="0"/>
          </a:p>
        </p:txBody>
      </p:sp>
      <p:sp>
        <p:nvSpPr>
          <p:cNvPr id="69" name="Text 67"/>
          <p:cNvSpPr/>
          <p:nvPr/>
        </p:nvSpPr>
        <p:spPr>
          <a:xfrm>
            <a:off x="9715500" y="476250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30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30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đội,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thái.</a:t>
            </a:r>
            <a:endParaRPr lang="en-US" sz="3000" dirty="0"/>
          </a:p>
        </p:txBody>
      </p:sp>
      <p:sp>
        <p:nvSpPr>
          <p:cNvPr id="70" name="Shape 68"/>
          <p:cNvSpPr/>
          <p:nvPr/>
        </p:nvSpPr>
        <p:spPr>
          <a:xfrm>
            <a:off x="1143000" y="6953250"/>
            <a:ext cx="16002000" cy="1905000"/>
          </a:xfrm>
          <a:prstGeom prst="roundRect">
            <a:avLst>
              <a:gd name="adj" fmla="val 16000"/>
            </a:avLst>
          </a:prstGeom>
          <a:solidFill>
            <a:srgbClr val="F3DFC1"/>
          </a:solidFill>
          <a:ln/>
        </p:spPr>
      </p:sp>
      <p:sp>
        <p:nvSpPr>
          <p:cNvPr id="71" name="Shape 69"/>
          <p:cNvSpPr/>
          <p:nvPr/>
        </p:nvSpPr>
        <p:spPr>
          <a:xfrm>
            <a:off x="1619250" y="76009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pic>
        <p:nvPicPr>
          <p:cNvPr id="72" name="Moda flattened rect-1792234735390-90770020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7734300"/>
            <a:ext cx="342900" cy="34290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2571750" y="70485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10001" rIns="0" bIns="-10001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ý:</a:t>
            </a:r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r>
              <a:rPr lang="en-US" sz="2700" dirty="0" spc="-6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45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</a:t>
            </a:r>
            <a:r>
              <a:rPr lang="en-US" sz="2400" dirty="0" spc="2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team</a:t>
            </a: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status</a:t>
            </a:r>
            <a:pPr algn="l" indent="0" marL="0">
              <a:lnSpc>
                <a:spcPts val="3645"/>
              </a:lnSpc>
              <a:buNone/>
            </a:pP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9.</a:t>
            </a:r>
            <a:endParaRPr lang="en-US" sz="2700" dirty="0"/>
          </a:p>
        </p:txBody>
      </p:sp>
      <p:sp>
        <p:nvSpPr>
          <p:cNvPr id="74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0dc140a6-afc1-42bf-837a-2a6215d9582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783315-831971419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107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7" name="Text 55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22/32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950" b="1" spc="2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(1/2)</a:t>
            </a:r>
            <a:endParaRPr lang="en-US" sz="1950" dirty="0"/>
          </a:p>
        </p:txBody>
      </p:sp>
      <p:sp>
        <p:nvSpPr>
          <p:cNvPr id="60" name="Text 58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 lỗi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300" dirty="0"/>
          </a:p>
        </p:txBody>
      </p:sp>
      <p:sp>
        <p:nvSpPr>
          <p:cNvPr id="61" name="Shape 59"/>
          <p:cNvSpPr/>
          <p:nvPr/>
        </p:nvSpPr>
        <p:spPr>
          <a:xfrm>
            <a:off x="1143000" y="2286000"/>
            <a:ext cx="16002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62" name="Text 60"/>
          <p:cNvSpPr/>
          <p:nvPr/>
        </p:nvSpPr>
        <p:spPr>
          <a:xfrm>
            <a:off x="1524000" y="30289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3" name="Text 61"/>
          <p:cNvSpPr/>
          <p:nvPr/>
        </p:nvSpPr>
        <p:spPr>
          <a:xfrm>
            <a:off x="2476500" y="24384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npm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deprecated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prebuild-install@7.1.3</a:t>
            </a:r>
            <a:endParaRPr lang="en-US" sz="3000" dirty="0"/>
          </a:p>
        </p:txBody>
      </p:sp>
      <p:sp>
        <p:nvSpPr>
          <p:cNvPr id="64" name="Text 62"/>
          <p:cNvSpPr/>
          <p:nvPr/>
        </p:nvSpPr>
        <p:spPr>
          <a:xfrm>
            <a:off x="2476500" y="304800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14287" rIns="0" bIns="-14287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10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better-sqlite3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bại.</a:t>
            </a:r>
            <a:endParaRPr lang="en-US" sz="2700" dirty="0"/>
          </a:p>
        </p:txBody>
      </p:sp>
      <p:sp>
        <p:nvSpPr>
          <p:cNvPr id="65" name="Shape 63"/>
          <p:cNvSpPr/>
          <p:nvPr/>
        </p:nvSpPr>
        <p:spPr>
          <a:xfrm>
            <a:off x="1143000" y="4572000"/>
            <a:ext cx="160020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66" name="Text 64"/>
          <p:cNvSpPr/>
          <p:nvPr/>
        </p:nvSpPr>
        <p:spPr>
          <a:xfrm>
            <a:off x="1524000" y="5219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67" name="Text 65"/>
          <p:cNvSpPr/>
          <p:nvPr/>
        </p:nvSpPr>
        <p:spPr>
          <a:xfrm>
            <a:off x="2476500" y="47244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Dán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b="1" dirty="0" spc="-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</a:t>
            </a:r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3000" dirty="0"/>
          </a:p>
        </p:txBody>
      </p:sp>
      <p:sp>
        <p:nvSpPr>
          <p:cNvPr id="68" name="Text 66"/>
          <p:cNvSpPr/>
          <p:nvPr/>
        </p:nvSpPr>
        <p:spPr>
          <a:xfrm>
            <a:off x="2476500" y="5334000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Nhập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một,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dặn.</a:t>
            </a:r>
            <a:endParaRPr lang="en-US" sz="2700" dirty="0"/>
          </a:p>
        </p:txBody>
      </p:sp>
      <p:sp>
        <p:nvSpPr>
          <p:cNvPr id="69" name="Shape 67"/>
          <p:cNvSpPr/>
          <p:nvPr/>
        </p:nvSpPr>
        <p:spPr>
          <a:xfrm>
            <a:off x="1143000" y="6667500"/>
            <a:ext cx="1600200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70" name="Text 68"/>
          <p:cNvSpPr/>
          <p:nvPr/>
        </p:nvSpPr>
        <p:spPr>
          <a:xfrm>
            <a:off x="1524000" y="76485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71" name="Text 69"/>
          <p:cNvSpPr/>
          <p:nvPr/>
        </p:nvSpPr>
        <p:spPr>
          <a:xfrm>
            <a:off x="2476500" y="68199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b="1" dirty="0" spc="-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/team</a:t>
            </a:r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endParaRPr lang="en-US" sz="3000" dirty="0"/>
          </a:p>
        </p:txBody>
      </p:sp>
      <p:sp>
        <p:nvSpPr>
          <p:cNvPr id="72" name="Text 70"/>
          <p:cNvSpPr/>
          <p:nvPr/>
        </p:nvSpPr>
        <p:spPr>
          <a:xfrm>
            <a:off x="2476500" y="7429500"/>
            <a:ext cx="14287500" cy="1714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OMC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lùi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theo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10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CLAUDE_CODE_EXPERIMENTAL_AGENT_TEAMS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</a:t>
            </a:r>
            <a:endParaRPr lang="en-US" sz="27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d72b55ae-283c-4f2b-b942-79e091e07a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796687-693091806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107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8" name="Text 56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23/32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95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(2/2)</a:t>
            </a:r>
            <a:endParaRPr lang="en-US" sz="1950" dirty="0"/>
          </a:p>
        </p:txBody>
      </p:sp>
      <p:sp>
        <p:nvSpPr>
          <p:cNvPr id="61" name="Text 59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 lỗi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300" dirty="0"/>
          </a:p>
        </p:txBody>
      </p:sp>
      <p:sp>
        <p:nvSpPr>
          <p:cNvPr id="62" name="Shape 60"/>
          <p:cNvSpPr/>
          <p:nvPr/>
        </p:nvSpPr>
        <p:spPr>
          <a:xfrm>
            <a:off x="1143000" y="2381250"/>
            <a:ext cx="16002000" cy="3143250"/>
          </a:xfrm>
          <a:prstGeom prst="roundRect">
            <a:avLst>
              <a:gd name="adj" fmla="val 8485"/>
            </a:avLst>
          </a:prstGeom>
          <a:solidFill>
            <a:srgbClr val="E8E0CF"/>
          </a:solidFill>
          <a:ln/>
        </p:spPr>
      </p:sp>
      <p:sp>
        <p:nvSpPr>
          <p:cNvPr id="63" name="Text 61"/>
          <p:cNvSpPr/>
          <p:nvPr/>
        </p:nvSpPr>
        <p:spPr>
          <a:xfrm>
            <a:off x="1524000" y="3648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2476500" y="25717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cập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2476500" y="3238500"/>
            <a:ext cx="14287500" cy="2190750"/>
          </a:xfrm>
          <a:prstGeom prst="rect">
            <a:avLst/>
          </a:prstGeom>
          <a:noFill/>
          <a:ln/>
        </p:spPr>
        <p:txBody>
          <a:bodyPr wrap="square" lIns="0" tIns="1429" rIns="0" bIns="-1429" rtlCol="0" anchor="t"/>
          <a:lstStyle/>
          <a:p>
            <a:pPr algn="l" indent="0" marL="0">
              <a:lnSpc>
                <a:spcPts val="391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15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/plugin</a:t>
            </a:r>
            <a:r>
              <a:rPr lang="en-US" sz="2400" dirty="0" spc="2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marketplace</a:t>
            </a: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update</a:t>
            </a:r>
            <a:r>
              <a:rPr lang="en-US" sz="2400" dirty="0" spc="2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omc</a:t>
            </a:r>
            <a:pPr algn="l" indent="0" marL="0">
              <a:lnSpc>
                <a:spcPts val="3915"/>
              </a:lnSpc>
              <a:buNone/>
            </a:pP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15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/omc-setup</a:t>
            </a:r>
            <a:pPr algn="l" indent="0" marL="0">
              <a:lnSpc>
                <a:spcPts val="391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 cũ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15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/omc-doctor</a:t>
            </a:r>
            <a:pPr algn="l" indent="0" marL="0">
              <a:lnSpc>
                <a:spcPts val="391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700" dirty="0"/>
          </a:p>
        </p:txBody>
      </p:sp>
      <p:sp>
        <p:nvSpPr>
          <p:cNvPr id="66" name="Shape 64"/>
          <p:cNvSpPr/>
          <p:nvPr/>
        </p:nvSpPr>
        <p:spPr>
          <a:xfrm>
            <a:off x="1143000" y="5810250"/>
            <a:ext cx="16002000" cy="3143250"/>
          </a:xfrm>
          <a:prstGeom prst="roundRect">
            <a:avLst>
              <a:gd name="adj" fmla="val 8485"/>
            </a:avLst>
          </a:prstGeom>
          <a:solidFill>
            <a:srgbClr val="E8E0CF"/>
          </a:solidFill>
          <a:ln/>
        </p:spPr>
      </p:sp>
      <p:sp>
        <p:nvSpPr>
          <p:cNvPr id="67" name="Text 65"/>
          <p:cNvSpPr/>
          <p:nvPr/>
        </p:nvSpPr>
        <p:spPr>
          <a:xfrm>
            <a:off x="1524000" y="7077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700" dirty="0"/>
          </a:p>
        </p:txBody>
      </p:sp>
      <p:sp>
        <p:nvSpPr>
          <p:cNvPr id="68" name="Text 66"/>
          <p:cNvSpPr/>
          <p:nvPr/>
        </p:nvSpPr>
        <p:spPr>
          <a:xfrm>
            <a:off x="2476500" y="6000750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b="1" dirty="0" spc="-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/team</a:t>
            </a:r>
            <a:pPr algn="l" indent="0" marL="0">
              <a:buNone/>
            </a:pP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b="1" dirty="0" spc="-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/autopilot</a:t>
            </a:r>
            <a:pPr algn="l" indent="0" marL="0">
              <a:buNone/>
            </a:pP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endParaRPr lang="en-US" sz="3000" dirty="0"/>
          </a:p>
        </p:txBody>
      </p:sp>
      <p:sp>
        <p:nvSpPr>
          <p:cNvPr id="69" name="Text 67"/>
          <p:cNvSpPr/>
          <p:nvPr/>
        </p:nvSpPr>
        <p:spPr>
          <a:xfrm>
            <a:off x="2476500" y="7143750"/>
            <a:ext cx="14287500" cy="1714500"/>
          </a:xfrm>
          <a:prstGeom prst="rect">
            <a:avLst/>
          </a:prstGeom>
          <a:noFill/>
          <a:ln/>
        </p:spPr>
        <p:txBody>
          <a:bodyPr wrap="square" lIns="0" tIns="1429" rIns="0" bIns="-1429" rtlCol="0" anchor="t"/>
          <a:lstStyle/>
          <a:p>
            <a:pPr algn="l" indent="0" marL="0">
              <a:lnSpc>
                <a:spcPts val="391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README: các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slash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r>
              <a:rPr lang="en-US" sz="270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lệnh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15"/>
              </a:lnSpc>
              <a:buNone/>
            </a:pPr>
            <a:r>
              <a:rPr lang="en-US" sz="2400" dirty="0" spc="3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</a:t>
            </a:r>
            <a:r>
              <a:rPr lang="en-US" sz="2400" dirty="0" spc="2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setup</a:t>
            </a:r>
            <a:pPr algn="l" indent="0" marL="0">
              <a:lnSpc>
                <a:spcPts val="391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7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59d0b1d6-8459-4b5c-80dc-c3b59c4e8f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817313-714938035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77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108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9" name="Text 57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24/32</a:t>
            </a:r>
            <a:endParaRPr lang="en-US" sz="1950" dirty="0"/>
          </a:p>
        </p:txBody>
      </p:sp>
      <p:sp>
        <p:nvSpPr>
          <p:cNvPr id="60" name="Text 58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6300" dirty="0"/>
          </a:p>
        </p:txBody>
      </p:sp>
      <p:sp>
        <p:nvSpPr>
          <p:cNvPr id="63" name="Shape 61"/>
          <p:cNvSpPr/>
          <p:nvPr/>
        </p:nvSpPr>
        <p:spPr>
          <a:xfrm>
            <a:off x="1143000" y="2286000"/>
            <a:ext cx="160020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64" name="Text 62"/>
          <p:cNvSpPr/>
          <p:nvPr/>
        </p:nvSpPr>
        <p:spPr>
          <a:xfrm>
            <a:off x="1524000" y="30765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5" name="Text 63"/>
          <p:cNvSpPr/>
          <p:nvPr/>
        </p:nvSpPr>
        <p:spPr>
          <a:xfrm>
            <a:off x="2476500" y="24384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28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mơ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 chia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việc:</a:t>
            </a:r>
            <a:endParaRPr lang="en-US" sz="2850" dirty="0"/>
          </a:p>
        </p:txBody>
      </p:sp>
      <p:sp>
        <p:nvSpPr>
          <p:cNvPr id="66" name="Shape 64"/>
          <p:cNvSpPr/>
          <p:nvPr/>
        </p:nvSpPr>
        <p:spPr>
          <a:xfrm>
            <a:off x="2476500" y="3162300"/>
            <a:ext cx="14287500" cy="1104900"/>
          </a:xfrm>
          <a:prstGeom prst="roundRect">
            <a:avLst>
              <a:gd name="adj" fmla="val 17241"/>
            </a:avLst>
          </a:prstGeom>
          <a:solidFill>
            <a:srgbClr val="14161C"/>
          </a:solidFill>
          <a:ln/>
        </p:spPr>
      </p:sp>
      <p:sp>
        <p:nvSpPr>
          <p:cNvPr id="67" name="Text 65"/>
          <p:cNvSpPr/>
          <p:nvPr/>
        </p:nvSpPr>
        <p:spPr>
          <a:xfrm>
            <a:off x="2781300" y="3162300"/>
            <a:ext cx="13716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/deep-interview</a:t>
            </a:r>
            <a:r>
              <a:rPr lang="en-US" sz="2850" dirty="0" spc="0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"I</a:t>
            </a:r>
            <a:r>
              <a:rPr lang="en-US" sz="2850" dirty="0" spc="-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want</a:t>
            </a:r>
            <a:r>
              <a:rPr lang="en-US" sz="2850" dirty="0" spc="-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to build</a:t>
            </a:r>
            <a:r>
              <a:rPr lang="en-US" sz="2850" dirty="0" spc="-4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a</a:t>
            </a:r>
            <a:r>
              <a:rPr lang="en-US" sz="2850" dirty="0" spc="-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task</a:t>
            </a:r>
            <a:r>
              <a:rPr lang="en-US" sz="2850" dirty="0" spc="-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management</a:t>
            </a:r>
            <a:r>
              <a:rPr lang="en-US" sz="2850" dirty="0" spc="-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app"</a:t>
            </a:r>
            <a:endParaRPr lang="en-US" sz="2850" dirty="0"/>
          </a:p>
        </p:txBody>
      </p:sp>
      <p:sp>
        <p:nvSpPr>
          <p:cNvPr id="68" name="Shape 66"/>
          <p:cNvSpPr/>
          <p:nvPr/>
        </p:nvSpPr>
        <p:spPr>
          <a:xfrm>
            <a:off x="1143000" y="4667250"/>
            <a:ext cx="160020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69" name="Text 67"/>
          <p:cNvSpPr/>
          <p:nvPr/>
        </p:nvSpPr>
        <p:spPr>
          <a:xfrm>
            <a:off x="1524000" y="54578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70" name="Text 68"/>
          <p:cNvSpPr/>
          <p:nvPr/>
        </p:nvSpPr>
        <p:spPr>
          <a:xfrm>
            <a:off x="2476500" y="48196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 khác</a:t>
            </a:r>
            <a:r>
              <a:rPr lang="en-US" sz="28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85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xét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giúp:</a:t>
            </a:r>
            <a:endParaRPr lang="en-US" sz="2850" dirty="0"/>
          </a:p>
        </p:txBody>
      </p:sp>
      <p:sp>
        <p:nvSpPr>
          <p:cNvPr id="71" name="Shape 69"/>
          <p:cNvSpPr/>
          <p:nvPr/>
        </p:nvSpPr>
        <p:spPr>
          <a:xfrm>
            <a:off x="2476500" y="5543550"/>
            <a:ext cx="14287500" cy="1104900"/>
          </a:xfrm>
          <a:prstGeom prst="roundRect">
            <a:avLst>
              <a:gd name="adj" fmla="val 17241"/>
            </a:avLst>
          </a:prstGeom>
          <a:solidFill>
            <a:srgbClr val="14161C"/>
          </a:solidFill>
          <a:ln/>
        </p:spPr>
      </p:sp>
      <p:sp>
        <p:nvSpPr>
          <p:cNvPr id="72" name="Text 70"/>
          <p:cNvSpPr/>
          <p:nvPr/>
        </p:nvSpPr>
        <p:spPr>
          <a:xfrm>
            <a:off x="2781300" y="5543550"/>
            <a:ext cx="13716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/ask</a:t>
            </a:r>
            <a:r>
              <a:rPr lang="en-US" sz="2850" dirty="0" spc="-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codex</a:t>
            </a:r>
            <a:r>
              <a:rPr lang="en-US" sz="2850" dirty="0" spc="-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"Review</a:t>
            </a:r>
            <a:r>
              <a:rPr lang="en-US" sz="2850" dirty="0" spc="-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this PR</a:t>
            </a:r>
            <a:r>
              <a:rPr lang="en-US" sz="2850" dirty="0" spc="-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—</a:t>
            </a:r>
            <a:r>
              <a:rPr lang="en-US" sz="2850" dirty="0" spc="-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architecture"</a:t>
            </a:r>
            <a:endParaRPr lang="en-US" sz="2850" dirty="0"/>
          </a:p>
        </p:txBody>
      </p:sp>
      <p:sp>
        <p:nvSpPr>
          <p:cNvPr id="73" name="Shape 71"/>
          <p:cNvSpPr/>
          <p:nvPr/>
        </p:nvSpPr>
        <p:spPr>
          <a:xfrm>
            <a:off x="1143000" y="7048500"/>
            <a:ext cx="160020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74" name="Text 72"/>
          <p:cNvSpPr/>
          <p:nvPr/>
        </p:nvSpPr>
        <p:spPr>
          <a:xfrm>
            <a:off x="1524000" y="7696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75" name="Text 73"/>
          <p:cNvSpPr/>
          <p:nvPr/>
        </p:nvSpPr>
        <p:spPr>
          <a:xfrm>
            <a:off x="2476500" y="7143750"/>
            <a:ext cx="14287500" cy="1714500"/>
          </a:xfrm>
          <a:prstGeom prst="rect">
            <a:avLst/>
          </a:prstGeom>
          <a:noFill/>
          <a:ln/>
        </p:spPr>
        <p:txBody>
          <a:bodyPr wrap="square" lIns="0" tIns="5715" rIns="0" bIns="-5715" rtlCol="0" anchor="ctr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worktree?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90"/>
              </a:lnSpc>
              <a:buNone/>
            </a:pPr>
            <a:r>
              <a:rPr lang="en-US" sz="255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OMC_STATE_DIR</a:t>
            </a:r>
            <a:pPr algn="l" indent="0" marL="0">
              <a:lnSpc>
                <a:spcPts val="3990"/>
              </a:lnSpc>
              <a:buNone/>
            </a:pP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90"/>
              </a:lnSpc>
              <a:buNone/>
            </a:pPr>
            <a:r>
              <a:rPr lang="en-US" sz="255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.omc/</a:t>
            </a:r>
            <a:pPr algn="l" indent="0" marL="0">
              <a:lnSpc>
                <a:spcPts val="3990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worktree.</a:t>
            </a:r>
            <a:endParaRPr lang="en-US" sz="2850" dirty="0"/>
          </a:p>
        </p:txBody>
      </p:sp>
      <p:sp>
        <p:nvSpPr>
          <p:cNvPr id="76" name="Shape 7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7" name="Moda image moda-export-watermark-6f1c241f-497c-4c5c-882e-11dd607226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865970-897459386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77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77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108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Text 58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25/32</a:t>
            </a:r>
            <a:endParaRPr lang="en-US" sz="1950" dirty="0"/>
          </a:p>
        </p:txBody>
      </p:sp>
      <p:sp>
        <p:nvSpPr>
          <p:cNvPr id="61" name="Text 59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63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300" dirty="0"/>
          </a:p>
        </p:txBody>
      </p:sp>
      <p:sp>
        <p:nvSpPr>
          <p:cNvPr id="64" name="Text 62"/>
          <p:cNvSpPr/>
          <p:nvPr/>
        </p:nvSpPr>
        <p:spPr>
          <a:xfrm>
            <a:off x="1143000" y="22479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1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1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100" dirty="0"/>
          </a:p>
        </p:txBody>
      </p:sp>
      <p:sp>
        <p:nvSpPr>
          <p:cNvPr id="65" name="Shape 63"/>
          <p:cNvSpPr/>
          <p:nvPr/>
        </p:nvSpPr>
        <p:spPr>
          <a:xfrm>
            <a:off x="1143000" y="270510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66" name="Shape 64"/>
          <p:cNvSpPr/>
          <p:nvPr/>
        </p:nvSpPr>
        <p:spPr>
          <a:xfrm>
            <a:off x="1428750" y="322897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pic>
        <p:nvPicPr>
          <p:cNvPr id="67" name="Moda flattened rect-1792234866170-31048889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0" y="3381375"/>
            <a:ext cx="457200" cy="457200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2381250" y="2800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Plugin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550" dirty="0"/>
          </a:p>
        </p:txBody>
      </p:sp>
      <p:sp>
        <p:nvSpPr>
          <p:cNvPr id="69" name="Shape 66"/>
          <p:cNvSpPr/>
          <p:nvPr/>
        </p:nvSpPr>
        <p:spPr>
          <a:xfrm>
            <a:off x="6572250" y="270510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70" name="Shape 67"/>
          <p:cNvSpPr/>
          <p:nvPr/>
        </p:nvSpPr>
        <p:spPr>
          <a:xfrm>
            <a:off x="6858000" y="322897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pic>
        <p:nvPicPr>
          <p:cNvPr id="71" name="Moda flattened rect-1792234866198-221767846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3381375"/>
            <a:ext cx="457200" cy="457200"/>
          </a:xfrm>
          <a:prstGeom prst="rect">
            <a:avLst/>
          </a:prstGeom>
        </p:spPr>
      </p:pic>
      <p:sp>
        <p:nvSpPr>
          <p:cNvPr id="72" name="Text 68"/>
          <p:cNvSpPr/>
          <p:nvPr/>
        </p:nvSpPr>
        <p:spPr>
          <a:xfrm>
            <a:off x="7810500" y="2800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(/team)</a:t>
            </a:r>
            <a:endParaRPr lang="en-US" sz="2550" dirty="0"/>
          </a:p>
        </p:txBody>
      </p:sp>
      <p:sp>
        <p:nvSpPr>
          <p:cNvPr id="73" name="Text 69"/>
          <p:cNvSpPr/>
          <p:nvPr/>
        </p:nvSpPr>
        <p:spPr>
          <a:xfrm>
            <a:off x="1143000" y="49530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1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endParaRPr lang="en-US" sz="2100" dirty="0"/>
          </a:p>
        </p:txBody>
      </p:sp>
      <p:sp>
        <p:nvSpPr>
          <p:cNvPr id="74" name="Shape 70"/>
          <p:cNvSpPr/>
          <p:nvPr/>
        </p:nvSpPr>
        <p:spPr>
          <a:xfrm>
            <a:off x="1143000" y="541020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75" name="Shape 71"/>
          <p:cNvSpPr/>
          <p:nvPr/>
        </p:nvSpPr>
        <p:spPr>
          <a:xfrm>
            <a:off x="1428750" y="5934075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6" name="Moda flattened rect-1792234866249-521242754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6086475"/>
            <a:ext cx="457200" cy="457200"/>
          </a:xfrm>
          <a:prstGeom prst="rect">
            <a:avLst/>
          </a:prstGeom>
        </p:spPr>
      </p:pic>
      <p:sp>
        <p:nvSpPr>
          <p:cNvPr id="77" name="Text 72"/>
          <p:cNvSpPr/>
          <p:nvPr/>
        </p:nvSpPr>
        <p:spPr>
          <a:xfrm>
            <a:off x="2381250" y="55054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(gói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npm)</a:t>
            </a:r>
            <a:endParaRPr lang="en-US" sz="2550" dirty="0"/>
          </a:p>
        </p:txBody>
      </p:sp>
      <p:sp>
        <p:nvSpPr>
          <p:cNvPr id="78" name="Shape 73"/>
          <p:cNvSpPr/>
          <p:nvPr/>
        </p:nvSpPr>
        <p:spPr>
          <a:xfrm>
            <a:off x="6572250" y="541020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79" name="Shape 74"/>
          <p:cNvSpPr/>
          <p:nvPr/>
        </p:nvSpPr>
        <p:spPr>
          <a:xfrm>
            <a:off x="6858000" y="5934075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0" name="Moda flattened rect-1792234866277-845855528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6086475"/>
            <a:ext cx="457200" cy="457200"/>
          </a:xfrm>
          <a:prstGeom prst="rect">
            <a:avLst/>
          </a:prstGeom>
        </p:spPr>
      </p:pic>
      <p:sp>
        <p:nvSpPr>
          <p:cNvPr id="81" name="Text 75"/>
          <p:cNvSpPr/>
          <p:nvPr/>
        </p:nvSpPr>
        <p:spPr>
          <a:xfrm>
            <a:off x="7810500" y="55054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</a:t>
            </a:r>
            <a:endParaRPr lang="en-US" sz="2550" dirty="0"/>
          </a:p>
        </p:txBody>
      </p:sp>
      <p:sp>
        <p:nvSpPr>
          <p:cNvPr id="82" name="Shape 76"/>
          <p:cNvSpPr/>
          <p:nvPr/>
        </p:nvSpPr>
        <p:spPr>
          <a:xfrm>
            <a:off x="13144500" y="405765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F3DFC1"/>
          </a:solidFill>
          <a:ln/>
        </p:spPr>
      </p:sp>
      <p:sp>
        <p:nvSpPr>
          <p:cNvPr id="83" name="Shape 77"/>
          <p:cNvSpPr/>
          <p:nvPr/>
        </p:nvSpPr>
        <p:spPr>
          <a:xfrm>
            <a:off x="13430250" y="458152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84" name="Moda flattened rect-1792234866304-220102712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2650" y="4733925"/>
            <a:ext cx="457200" cy="457200"/>
          </a:xfrm>
          <a:prstGeom prst="rect">
            <a:avLst/>
          </a:prstGeom>
        </p:spPr>
      </p:pic>
      <p:sp>
        <p:nvSpPr>
          <p:cNvPr id="85" name="Text 78"/>
          <p:cNvSpPr/>
          <p:nvPr/>
        </p:nvSpPr>
        <p:spPr>
          <a:xfrm>
            <a:off x="14382750" y="415290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 mục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.omc/</a:t>
            </a:r>
            <a:endParaRPr lang="en-US" sz="2550" dirty="0"/>
          </a:p>
        </p:txBody>
      </p:sp>
      <p:sp>
        <p:nvSpPr>
          <p:cNvPr id="86" name="Connector line-1792234866331-902359479"/>
          <p:cNvSpPr/>
          <p:nvPr/>
        </p:nvSpPr>
        <p:spPr>
          <a:xfrm>
            <a:off x="5143500" y="3609975"/>
            <a:ext cx="1428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7" name="Connector line-1792234866331-274568027"/>
          <p:cNvSpPr/>
          <p:nvPr/>
        </p:nvSpPr>
        <p:spPr>
          <a:xfrm>
            <a:off x="5143500" y="6315075"/>
            <a:ext cx="1428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8" name="Connector line-1792234866332-916542923"/>
          <p:cNvSpPr/>
          <p:nvPr/>
        </p:nvSpPr>
        <p:spPr>
          <a:xfrm>
            <a:off x="10572750" y="3609975"/>
            <a:ext cx="2571750" cy="1352550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9" name="Connector line-1792234866332-21611292"/>
          <p:cNvSpPr/>
          <p:nvPr/>
        </p:nvSpPr>
        <p:spPr>
          <a:xfrm flipV="1">
            <a:off x="10572750" y="4962525"/>
            <a:ext cx="2571750" cy="1352550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0" name="Shape 83"/>
          <p:cNvSpPr/>
          <p:nvPr/>
        </p:nvSpPr>
        <p:spPr>
          <a:xfrm>
            <a:off x="1143000" y="7620000"/>
            <a:ext cx="16002000" cy="1333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91" name="Text 84"/>
          <p:cNvSpPr/>
          <p:nvPr/>
        </p:nvSpPr>
        <p:spPr>
          <a:xfrm>
            <a:off x="1619250" y="7620000"/>
            <a:ext cx="150495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lối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FF9A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/team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phiên;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FF9A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 team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tmux.</a:t>
            </a:r>
            <a:endParaRPr lang="en-US" sz="2550" dirty="0"/>
          </a:p>
        </p:txBody>
      </p:sp>
      <p:sp>
        <p:nvSpPr>
          <p:cNvPr id="92" name="Shape 8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3" name="Moda image moda-export-watermark-a0cfe517-531d-4158-add6-b7d4e6034afd" descr="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887920-569956095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77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77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01090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1" name="Text 59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26/32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(1/2)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OMC</a:t>
            </a:r>
            <a:endParaRPr lang="en-US" sz="6300" dirty="0"/>
          </a:p>
        </p:txBody>
      </p:sp>
      <p:sp>
        <p:nvSpPr>
          <p:cNvPr id="65" name="Shape 63"/>
          <p:cNvSpPr/>
          <p:nvPr/>
        </p:nvSpPr>
        <p:spPr>
          <a:xfrm>
            <a:off x="1143000" y="2286000"/>
            <a:ext cx="16002000" cy="20002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66" name="Shape 64"/>
          <p:cNvSpPr/>
          <p:nvPr/>
        </p:nvSpPr>
        <p:spPr>
          <a:xfrm>
            <a:off x="1524000" y="290512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pic>
        <p:nvPicPr>
          <p:cNvPr id="67" name="Moda flattened rect-1792234888088-67311725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3057525"/>
            <a:ext cx="457200" cy="457200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2762250" y="2438400"/>
            <a:ext cx="1400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Plugin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3000" dirty="0"/>
          </a:p>
        </p:txBody>
      </p:sp>
      <p:sp>
        <p:nvSpPr>
          <p:cNvPr id="69" name="Text 66"/>
          <p:cNvSpPr/>
          <p:nvPr/>
        </p:nvSpPr>
        <p:spPr>
          <a:xfrm>
            <a:off x="2762250" y="3028950"/>
            <a:ext cx="1400175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skill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/team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/autopilot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/ralph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marketplace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plugin.</a:t>
            </a:r>
            <a:endParaRPr lang="en-US" sz="2550" dirty="0"/>
          </a:p>
        </p:txBody>
      </p:sp>
      <p:sp>
        <p:nvSpPr>
          <p:cNvPr id="70" name="Shape 67"/>
          <p:cNvSpPr/>
          <p:nvPr/>
        </p:nvSpPr>
        <p:spPr>
          <a:xfrm>
            <a:off x="1143000" y="4476750"/>
            <a:ext cx="16002000" cy="20002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1" name="Shape 68"/>
          <p:cNvSpPr/>
          <p:nvPr/>
        </p:nvSpPr>
        <p:spPr>
          <a:xfrm>
            <a:off x="1524000" y="5095875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2" name="Moda flattened rect-1792234888155-241969549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5248275"/>
            <a:ext cx="457200" cy="457200"/>
          </a:xfrm>
          <a:prstGeom prst="rect">
            <a:avLst/>
          </a:prstGeom>
        </p:spPr>
      </p:pic>
      <p:sp>
        <p:nvSpPr>
          <p:cNvPr id="73" name="Text 69"/>
          <p:cNvSpPr/>
          <p:nvPr/>
        </p:nvSpPr>
        <p:spPr>
          <a:xfrm>
            <a:off x="2762250" y="4629150"/>
            <a:ext cx="1400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(gói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npm)</a:t>
            </a:r>
            <a:endParaRPr lang="en-US" sz="3000" dirty="0"/>
          </a:p>
        </p:txBody>
      </p:sp>
      <p:sp>
        <p:nvSpPr>
          <p:cNvPr id="74" name="Text 70"/>
          <p:cNvSpPr/>
          <p:nvPr/>
        </p:nvSpPr>
        <p:spPr>
          <a:xfrm>
            <a:off x="2762250" y="5219700"/>
            <a:ext cx="1400175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terminal: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 setup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 team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 ask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oh-my-claude-sisyphus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75" name="Shape 71"/>
          <p:cNvSpPr/>
          <p:nvPr/>
        </p:nvSpPr>
        <p:spPr>
          <a:xfrm>
            <a:off x="1143000" y="6667500"/>
            <a:ext cx="160020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76" name="Shape 72"/>
          <p:cNvSpPr/>
          <p:nvPr/>
        </p:nvSpPr>
        <p:spPr>
          <a:xfrm>
            <a:off x="1524000" y="738187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pic>
        <p:nvPicPr>
          <p:cNvPr id="77" name="Moda flattened rect-1792234888211-137916201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7534275"/>
            <a:ext cx="457200" cy="457200"/>
          </a:xfrm>
          <a:prstGeom prst="rect">
            <a:avLst/>
          </a:prstGeom>
        </p:spPr>
      </p:pic>
      <p:sp>
        <p:nvSpPr>
          <p:cNvPr id="78" name="Text 73"/>
          <p:cNvSpPr/>
          <p:nvPr/>
        </p:nvSpPr>
        <p:spPr>
          <a:xfrm>
            <a:off x="2762250" y="6819900"/>
            <a:ext cx="1400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(/team)</a:t>
            </a:r>
            <a:endParaRPr lang="en-US" sz="3000" dirty="0"/>
          </a:p>
        </p:txBody>
      </p:sp>
      <p:sp>
        <p:nvSpPr>
          <p:cNvPr id="79" name="Text 74"/>
          <p:cNvSpPr/>
          <p:nvPr/>
        </p:nvSpPr>
        <p:spPr>
          <a:xfrm>
            <a:off x="2762250" y="7410450"/>
            <a:ext cx="1400175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chung;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settings.json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4).</a:t>
            </a:r>
            <a:endParaRPr lang="en-US" sz="2550" dirty="0"/>
          </a:p>
        </p:txBody>
      </p:sp>
      <p:sp>
        <p:nvSpPr>
          <p:cNvPr id="80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1" name="Moda image moda-export-watermark-073acd10-896f-4911-a173-04399aa1dee8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900195-436983462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77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77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077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4109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2" name="Text 60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27/32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(2/2)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OMC</a:t>
            </a:r>
            <a:endParaRPr lang="en-US" sz="6300" dirty="0"/>
          </a:p>
        </p:txBody>
      </p:sp>
      <p:sp>
        <p:nvSpPr>
          <p:cNvPr id="66" name="Shape 64"/>
          <p:cNvSpPr/>
          <p:nvPr/>
        </p:nvSpPr>
        <p:spPr>
          <a:xfrm>
            <a:off x="1143000" y="2381250"/>
            <a:ext cx="16002000" cy="3048000"/>
          </a:xfrm>
          <a:prstGeom prst="roundRect">
            <a:avLst>
              <a:gd name="adj" fmla="val 8750"/>
            </a:avLst>
          </a:prstGeom>
          <a:solidFill>
            <a:srgbClr val="E8E0CF"/>
          </a:solidFill>
          <a:ln/>
        </p:spPr>
      </p:sp>
      <p:sp>
        <p:nvSpPr>
          <p:cNvPr id="67" name="Shape 65"/>
          <p:cNvSpPr/>
          <p:nvPr/>
        </p:nvSpPr>
        <p:spPr>
          <a:xfrm>
            <a:off x="1524000" y="3429000"/>
            <a:ext cx="952500" cy="9525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8" name="Moda flattened rect-1792234900331-39057497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0" y="3638550"/>
            <a:ext cx="533400" cy="533400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2952750" y="2628900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</a:t>
            </a:r>
            <a:endParaRPr lang="en-US" sz="3300" dirty="0"/>
          </a:p>
        </p:txBody>
      </p:sp>
      <p:sp>
        <p:nvSpPr>
          <p:cNvPr id="70" name="Text 67"/>
          <p:cNvSpPr/>
          <p:nvPr/>
        </p:nvSpPr>
        <p:spPr>
          <a:xfrm>
            <a:off x="2952750" y="3333750"/>
            <a:ext cx="1381125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(claude,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codex,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gemini,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antigravity, grok,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cursor-agent);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cần,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850" dirty="0"/>
          </a:p>
        </p:txBody>
      </p:sp>
      <p:sp>
        <p:nvSpPr>
          <p:cNvPr id="71" name="Shape 68"/>
          <p:cNvSpPr/>
          <p:nvPr/>
        </p:nvSpPr>
        <p:spPr>
          <a:xfrm>
            <a:off x="1143000" y="5715000"/>
            <a:ext cx="16002000" cy="3048000"/>
          </a:xfrm>
          <a:prstGeom prst="roundRect">
            <a:avLst>
              <a:gd name="adj" fmla="val 8750"/>
            </a:avLst>
          </a:prstGeom>
          <a:solidFill>
            <a:srgbClr val="F3DFC1"/>
          </a:solidFill>
          <a:ln/>
        </p:spPr>
      </p:sp>
      <p:sp>
        <p:nvSpPr>
          <p:cNvPr id="72" name="Shape 69"/>
          <p:cNvSpPr/>
          <p:nvPr/>
        </p:nvSpPr>
        <p:spPr>
          <a:xfrm>
            <a:off x="1524000" y="6762750"/>
            <a:ext cx="952500" cy="9525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73" name="Moda flattened rect-1792234900388-94285765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6972300"/>
            <a:ext cx="533400" cy="533400"/>
          </a:xfrm>
          <a:prstGeom prst="rect">
            <a:avLst/>
          </a:prstGeom>
        </p:spPr>
      </p:pic>
      <p:sp>
        <p:nvSpPr>
          <p:cNvPr id="74" name="Text 70"/>
          <p:cNvSpPr/>
          <p:nvPr/>
        </p:nvSpPr>
        <p:spPr>
          <a:xfrm>
            <a:off x="2952750" y="5962650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.omc/</a:t>
            </a:r>
            <a:endParaRPr lang="en-US" sz="3300" dirty="0"/>
          </a:p>
        </p:txBody>
      </p:sp>
      <p:sp>
        <p:nvSpPr>
          <p:cNvPr id="75" name="Text 71"/>
          <p:cNvSpPr/>
          <p:nvPr/>
        </p:nvSpPr>
        <p:spPr>
          <a:xfrm>
            <a:off x="2952750" y="6667500"/>
            <a:ext cx="1381125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án.</a:t>
            </a:r>
            <a:endParaRPr lang="en-US" sz="2850" dirty="0"/>
          </a:p>
        </p:txBody>
      </p:sp>
      <p:sp>
        <p:nvSpPr>
          <p:cNvPr id="76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7" name="Moda image moda-export-watermark-b6a98d31-f3b9-41dc-9bbe-3c2e228ef6ab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951875-602889770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F3EEE3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774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774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0775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4776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81100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3" name="Text 61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28/32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4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950" b="1" spc="29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(1/2)</a:t>
            </a:r>
            <a:endParaRPr lang="en-US" sz="1950" dirty="0"/>
          </a:p>
        </p:txBody>
      </p:sp>
      <p:sp>
        <p:nvSpPr>
          <p:cNvPr id="66" name="Text 64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6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300" dirty="0"/>
          </a:p>
        </p:txBody>
      </p:sp>
      <p:sp>
        <p:nvSpPr>
          <p:cNvPr id="67" name="Shape 65"/>
          <p:cNvSpPr/>
          <p:nvPr/>
        </p:nvSpPr>
        <p:spPr>
          <a:xfrm>
            <a:off x="1143000" y="2286000"/>
            <a:ext cx="16002000" cy="2857500"/>
          </a:xfrm>
          <a:prstGeom prst="roundRect">
            <a:avLst>
              <a:gd name="adj" fmla="val 9333"/>
            </a:avLst>
          </a:prstGeom>
          <a:solidFill>
            <a:srgbClr val="1E2230"/>
          </a:solidFill>
          <a:ln/>
        </p:spPr>
      </p:sp>
      <p:sp>
        <p:nvSpPr>
          <p:cNvPr id="68" name="Text 66"/>
          <p:cNvSpPr/>
          <p:nvPr/>
        </p:nvSpPr>
        <p:spPr>
          <a:xfrm>
            <a:off x="1524000" y="34671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69" name="Text 67"/>
          <p:cNvSpPr/>
          <p:nvPr/>
        </p:nvSpPr>
        <p:spPr>
          <a:xfrm>
            <a:off x="2857500" y="2495550"/>
            <a:ext cx="1390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lối</a:t>
            </a:r>
            <a:r>
              <a:rPr lang="en-US" sz="33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runtime</a:t>
            </a:r>
            <a:endParaRPr lang="en-US" sz="3300" dirty="0"/>
          </a:p>
        </p:txBody>
      </p:sp>
      <p:sp>
        <p:nvSpPr>
          <p:cNvPr id="70" name="Text 68"/>
          <p:cNvSpPr/>
          <p:nvPr/>
        </p:nvSpPr>
        <p:spPr>
          <a:xfrm>
            <a:off x="2857500" y="3181350"/>
            <a:ext cx="13906500" cy="1809750"/>
          </a:xfrm>
          <a:prstGeom prst="rect">
            <a:avLst/>
          </a:prstGeom>
          <a:noFill/>
          <a:ln/>
        </p:spPr>
        <p:txBody>
          <a:bodyPr wrap="square" lIns="0" tIns="10223" rIns="0" bIns="-1022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9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850" dirty="0" spc="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550" dirty="0" spc="5" kern="0">
                <a:solidFill>
                  <a:srgbClr val="FF9A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/team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9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850" dirty="0" spc="-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850" dirty="0" spc="-9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15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850" dirty="0" spc="-1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native;</a:t>
            </a:r>
            <a:r>
              <a:rPr lang="en-US" sz="2850" dirty="0" spc="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550" dirty="0" spc="5" kern="0">
                <a:solidFill>
                  <a:srgbClr val="FF9A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 team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8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-25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850" dirty="0" spc="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850" dirty="0" spc="-1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-19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tmux.</a:t>
            </a:r>
            <a:r>
              <a:rPr lang="en-US" sz="2850" dirty="0" spc="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8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36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hai</a:t>
            </a:r>
            <a:r>
              <a:rPr lang="en-US" sz="2850" dirty="0" spc="-8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</a:t>
            </a:r>
            <a:r>
              <a:rPr lang="en-US" sz="28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850" dirty="0"/>
          </a:p>
        </p:txBody>
      </p:sp>
      <p:sp>
        <p:nvSpPr>
          <p:cNvPr id="71" name="Shape 69"/>
          <p:cNvSpPr/>
          <p:nvPr/>
        </p:nvSpPr>
        <p:spPr>
          <a:xfrm>
            <a:off x="1143000" y="5429250"/>
            <a:ext cx="16002000" cy="3524250"/>
          </a:xfrm>
          <a:prstGeom prst="roundRect">
            <a:avLst>
              <a:gd name="adj" fmla="val 7568"/>
            </a:avLst>
          </a:prstGeom>
          <a:solidFill>
            <a:srgbClr val="1E2230"/>
          </a:solidFill>
          <a:ln/>
        </p:spPr>
      </p:sp>
      <p:sp>
        <p:nvSpPr>
          <p:cNvPr id="72" name="Text 70"/>
          <p:cNvSpPr/>
          <p:nvPr/>
        </p:nvSpPr>
        <p:spPr>
          <a:xfrm>
            <a:off x="1524000" y="6772275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73" name="Text 71"/>
          <p:cNvSpPr/>
          <p:nvPr/>
        </p:nvSpPr>
        <p:spPr>
          <a:xfrm>
            <a:off x="2857500" y="5638800"/>
            <a:ext cx="1390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 đoạn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33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3300" dirty="0"/>
          </a:p>
        </p:txBody>
      </p:sp>
      <p:sp>
        <p:nvSpPr>
          <p:cNvPr id="74" name="Text 72"/>
          <p:cNvSpPr/>
          <p:nvPr/>
        </p:nvSpPr>
        <p:spPr>
          <a:xfrm>
            <a:off x="2857500" y="6286500"/>
            <a:ext cx="13906500" cy="952500"/>
          </a:xfrm>
          <a:prstGeom prst="rect">
            <a:avLst/>
          </a:prstGeom>
          <a:noFill/>
          <a:ln/>
        </p:spPr>
        <p:txBody>
          <a:bodyPr wrap="square" lIns="0" tIns="10568" rIns="0" bIns="-10568" rtlCol="0" anchor="t"/>
          <a:lstStyle/>
          <a:p>
            <a:pPr algn="l" indent="0" marL="0">
              <a:lnSpc>
                <a:spcPts val="3742"/>
              </a:lnSpc>
              <a:buNone/>
            </a:pPr>
            <a:r>
              <a:rPr lang="en-US" sz="2772" dirty="0" spc="-65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Team</a:t>
            </a:r>
            <a:r>
              <a:rPr lang="en-US" sz="2772" dirty="0" spc="-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72" dirty="0" spc="-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772" dirty="0" spc="-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772" dirty="0" spc="9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72" dirty="0" spc="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 đây.</a:t>
            </a:r>
            <a:r>
              <a:rPr lang="en-US" sz="2772" dirty="0" spc="-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72" dirty="0" spc="-2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72" dirty="0" spc="-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72" dirty="0" spc="-8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72" dirty="0" spc="-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772" dirty="0" spc="9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72" dirty="0" spc="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772" dirty="0" spc="-2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72" dirty="0" spc="-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72" dirty="0" spc="6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72" dirty="0" spc="1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72" dirty="0" spc="-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772" dirty="0" spc="-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772" dirty="0"/>
          </a:p>
        </p:txBody>
      </p:sp>
      <p:sp>
        <p:nvSpPr>
          <p:cNvPr id="75" name="Shape 73"/>
          <p:cNvSpPr/>
          <p:nvPr/>
        </p:nvSpPr>
        <p:spPr>
          <a:xfrm>
            <a:off x="2857500" y="7524750"/>
            <a:ext cx="13906500" cy="952500"/>
          </a:xfrm>
          <a:prstGeom prst="roundRect">
            <a:avLst>
              <a:gd name="adj" fmla="val 20000"/>
            </a:avLst>
          </a:prstGeom>
          <a:solidFill>
            <a:srgbClr val="0B0C11"/>
          </a:solidFill>
          <a:ln/>
        </p:spPr>
      </p:sp>
      <p:sp>
        <p:nvSpPr>
          <p:cNvPr id="76" name="Text 74"/>
          <p:cNvSpPr/>
          <p:nvPr/>
        </p:nvSpPr>
        <p:spPr>
          <a:xfrm>
            <a:off x="3143250" y="7524750"/>
            <a:ext cx="1333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team-plan → team-prd → team-exec → team-verify → team-fix (loop)</a:t>
            </a:r>
            <a:endParaRPr lang="en-US" sz="255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de4e4bba-6f0b-4b14-b935-c8967dc10a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966586-489297674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F3EEE3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774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774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0775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4776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8776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221105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Text 62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29/32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4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950" b="1" spc="2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(2/2)</a:t>
            </a:r>
            <a:endParaRPr lang="en-US" sz="1950" dirty="0"/>
          </a:p>
        </p:txBody>
      </p:sp>
      <p:sp>
        <p:nvSpPr>
          <p:cNvPr id="67" name="Text 65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6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300" dirty="0"/>
          </a:p>
        </p:txBody>
      </p:sp>
      <p:sp>
        <p:nvSpPr>
          <p:cNvPr id="68" name="Shape 66"/>
          <p:cNvSpPr/>
          <p:nvPr/>
        </p:nvSpPr>
        <p:spPr>
          <a:xfrm>
            <a:off x="1143000" y="2286000"/>
            <a:ext cx="16002000" cy="1676400"/>
          </a:xfrm>
          <a:prstGeom prst="roundRect">
            <a:avLst>
              <a:gd name="adj" fmla="val 15909"/>
            </a:avLst>
          </a:prstGeom>
          <a:solidFill>
            <a:srgbClr val="1E2230"/>
          </a:solidFill>
          <a:ln/>
        </p:spPr>
      </p:sp>
      <p:sp>
        <p:nvSpPr>
          <p:cNvPr id="69" name="Text 67"/>
          <p:cNvSpPr/>
          <p:nvPr/>
        </p:nvSpPr>
        <p:spPr>
          <a:xfrm>
            <a:off x="1524000" y="28003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5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850" dirty="0"/>
          </a:p>
        </p:txBody>
      </p:sp>
      <p:sp>
        <p:nvSpPr>
          <p:cNvPr id="70" name="Text 68"/>
          <p:cNvSpPr/>
          <p:nvPr/>
        </p:nvSpPr>
        <p:spPr>
          <a:xfrm>
            <a:off x="2552700" y="241935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cần,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850" dirty="0"/>
          </a:p>
        </p:txBody>
      </p:sp>
      <p:sp>
        <p:nvSpPr>
          <p:cNvPr id="71" name="Text 69"/>
          <p:cNvSpPr/>
          <p:nvPr/>
        </p:nvSpPr>
        <p:spPr>
          <a:xfrm>
            <a:off x="2552700" y="29337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8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r>
              <a:rPr lang="en-US" sz="25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dirty="0" spc="-1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2550" dirty="0" spc="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theo</a:t>
            </a:r>
            <a:r>
              <a:rPr lang="en-US" sz="2550" dirty="0" spc="-2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8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6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550" dirty="0" spc="-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không</a:t>
            </a:r>
            <a:r>
              <a:rPr lang="en-US" sz="2550" dirty="0" spc="-1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 tài nguyên</a:t>
            </a:r>
            <a:r>
              <a:rPr lang="en-US" sz="25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nhàn</a:t>
            </a:r>
            <a:r>
              <a:rPr lang="en-US" sz="2550" dirty="0" spc="-2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rỗi.</a:t>
            </a:r>
            <a:endParaRPr lang="en-US" sz="2550" dirty="0"/>
          </a:p>
        </p:txBody>
      </p:sp>
      <p:sp>
        <p:nvSpPr>
          <p:cNvPr id="72" name="Shape 70"/>
          <p:cNvSpPr/>
          <p:nvPr/>
        </p:nvSpPr>
        <p:spPr>
          <a:xfrm>
            <a:off x="1143000" y="4152900"/>
            <a:ext cx="16002000" cy="2114550"/>
          </a:xfrm>
          <a:prstGeom prst="roundRect">
            <a:avLst>
              <a:gd name="adj" fmla="val 12613"/>
            </a:avLst>
          </a:prstGeom>
          <a:solidFill>
            <a:srgbClr val="1E2230"/>
          </a:solidFill>
          <a:ln/>
        </p:spPr>
      </p:sp>
      <p:sp>
        <p:nvSpPr>
          <p:cNvPr id="73" name="Text 71"/>
          <p:cNvSpPr/>
          <p:nvPr/>
        </p:nvSpPr>
        <p:spPr>
          <a:xfrm>
            <a:off x="1524000" y="488632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C58B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850" dirty="0"/>
          </a:p>
        </p:txBody>
      </p:sp>
      <p:sp>
        <p:nvSpPr>
          <p:cNvPr id="74" name="Text 72"/>
          <p:cNvSpPr/>
          <p:nvPr/>
        </p:nvSpPr>
        <p:spPr>
          <a:xfrm>
            <a:off x="2552700" y="428625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8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850" dirty="0"/>
          </a:p>
        </p:txBody>
      </p:sp>
      <p:sp>
        <p:nvSpPr>
          <p:cNvPr id="75" name="Text 73"/>
          <p:cNvSpPr/>
          <p:nvPr/>
        </p:nvSpPr>
        <p:spPr>
          <a:xfrm>
            <a:off x="2552700" y="4800600"/>
            <a:ext cx="14287500" cy="13906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</a:t>
            </a:r>
            <a:r>
              <a:rPr lang="en-US" sz="25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5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2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550" dirty="0" spc="-1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mỗi phiên:</a:t>
            </a:r>
            <a:r>
              <a:rPr lang="en-US" sz="2550" dirty="0" spc="-49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6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550" dirty="0" spc="-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550" dirty="0" spc="6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550" dirty="0" spc="-15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Execute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6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nơi,</a:t>
            </a:r>
            <a:r>
              <a:rPr lang="en-US" sz="2550" dirty="0" spc="-1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Verify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lặp.</a:t>
            </a:r>
            <a:endParaRPr lang="en-US" sz="2550" dirty="0"/>
          </a:p>
        </p:txBody>
      </p:sp>
      <p:sp>
        <p:nvSpPr>
          <p:cNvPr id="76" name="Shape 74"/>
          <p:cNvSpPr/>
          <p:nvPr/>
        </p:nvSpPr>
        <p:spPr>
          <a:xfrm>
            <a:off x="1143000" y="6457950"/>
            <a:ext cx="16002000" cy="2114550"/>
          </a:xfrm>
          <a:prstGeom prst="roundRect">
            <a:avLst>
              <a:gd name="adj" fmla="val 12613"/>
            </a:avLst>
          </a:prstGeom>
          <a:solidFill>
            <a:srgbClr val="1E2230"/>
          </a:solidFill>
          <a:ln/>
        </p:spPr>
      </p:sp>
      <p:sp>
        <p:nvSpPr>
          <p:cNvPr id="77" name="Text 75"/>
          <p:cNvSpPr/>
          <p:nvPr/>
        </p:nvSpPr>
        <p:spPr>
          <a:xfrm>
            <a:off x="1524000" y="719137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850" dirty="0"/>
          </a:p>
        </p:txBody>
      </p:sp>
      <p:sp>
        <p:nvSpPr>
          <p:cNvPr id="78" name="Text 76"/>
          <p:cNvSpPr/>
          <p:nvPr/>
        </p:nvSpPr>
        <p:spPr>
          <a:xfrm>
            <a:off x="2552700" y="65913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550" b="1" dirty="0" spc="5" kern="0">
                <a:solidFill>
                  <a:srgbClr val="FF9A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.omc/</a:t>
            </a:r>
            <a:endParaRPr lang="en-US" sz="2850" dirty="0"/>
          </a:p>
        </p:txBody>
      </p:sp>
      <p:sp>
        <p:nvSpPr>
          <p:cNvPr id="79" name="Text 77"/>
          <p:cNvSpPr/>
          <p:nvPr/>
        </p:nvSpPr>
        <p:spPr>
          <a:xfrm>
            <a:off x="2552700" y="7105650"/>
            <a:ext cx="14287500" cy="13906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OMC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6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5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550" dirty="0" spc="-36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550" dirty="0" spc="-1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mục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FF9A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.omc/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48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5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2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kết,</a:t>
            </a:r>
            <a:r>
              <a:rPr lang="en-US" sz="25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mục</a:t>
            </a:r>
            <a:r>
              <a:rPr lang="en-US" sz="2550" dirty="0" spc="-1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6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550" dirty="0" spc="-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23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17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550" dirty="0" spc="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9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mất;</a:t>
            </a:r>
            <a:r>
              <a:rPr lang="en-US" sz="25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FF9A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OMC_STATE_DIR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18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giữ.</a:t>
            </a:r>
            <a:endParaRPr lang="en-US" sz="2550" dirty="0"/>
          </a:p>
        </p:txBody>
      </p:sp>
      <p:sp>
        <p:nvSpPr>
          <p:cNvPr id="80" name="Shape 7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1" name="Moda image moda-export-watermark-08abf90e-9ed8-4bda-a78d-1763aed355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996155-700721963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F3EEE3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1F3FD1">
              <a:alpha val="55000"/>
            </a:srgbClr>
          </a:solidFill>
          <a:ln w="19050">
            <a:solidFill>
              <a:srgbClr val="F3EEE3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774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774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0775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4776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87767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2277725" y="9553575"/>
            <a:ext cx="133350" cy="133350"/>
          </a:xfrm>
          <a:prstGeom prst="ellipse">
            <a:avLst/>
          </a:prstGeom>
          <a:solidFill>
            <a:srgbClr val="F3EEE3">
              <a:alpha val="9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2611100" y="9486900"/>
            <a:ext cx="266700" cy="266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5" name="Text 63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30/32</a:t>
            </a:r>
            <a:endParaRPr lang="en-US" sz="1950" dirty="0"/>
          </a:p>
        </p:txBody>
      </p:sp>
      <p:sp>
        <p:nvSpPr>
          <p:cNvPr id="66" name="Text 64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C9D2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C9D2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C9D2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C9D2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C9D2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ĐÚC</a:t>
            </a:r>
            <a:r>
              <a:rPr lang="en-US" sz="1950" b="1" spc="298" kern="0" dirty="0">
                <a:solidFill>
                  <a:srgbClr val="C9D2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63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OMC</a:t>
            </a:r>
            <a:endParaRPr lang="en-US" sz="6300" dirty="0"/>
          </a:p>
        </p:txBody>
      </p:sp>
      <p:sp>
        <p:nvSpPr>
          <p:cNvPr id="69" name="Shape 67"/>
          <p:cNvSpPr/>
          <p:nvPr/>
        </p:nvSpPr>
        <p:spPr>
          <a:xfrm>
            <a:off x="1143000" y="2286000"/>
            <a:ext cx="16002000" cy="1143000"/>
          </a:xfrm>
          <a:prstGeom prst="roundRect">
            <a:avLst>
              <a:gd name="adj" fmla="val 23333"/>
            </a:avLst>
          </a:prstGeom>
          <a:solidFill>
            <a:srgbClr val="3453E3"/>
          </a:solidFill>
          <a:ln/>
        </p:spPr>
      </p:sp>
      <p:sp>
        <p:nvSpPr>
          <p:cNvPr id="70" name="Text 68"/>
          <p:cNvSpPr/>
          <p:nvPr/>
        </p:nvSpPr>
        <p:spPr>
          <a:xfrm>
            <a:off x="1524000" y="2552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71" name="Text 69"/>
          <p:cNvSpPr/>
          <p:nvPr/>
        </p:nvSpPr>
        <p:spPr>
          <a:xfrm>
            <a:off x="2476500" y="2324100"/>
            <a:ext cx="14287500" cy="10668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6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8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runtime:</a:t>
            </a:r>
            <a:r>
              <a:rPr lang="en-US" sz="2850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8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8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850" dirty="0"/>
          </a:p>
        </p:txBody>
      </p:sp>
      <p:sp>
        <p:nvSpPr>
          <p:cNvPr id="72" name="Shape 70"/>
          <p:cNvSpPr/>
          <p:nvPr/>
        </p:nvSpPr>
        <p:spPr>
          <a:xfrm>
            <a:off x="1143000" y="3581400"/>
            <a:ext cx="16002000" cy="1143000"/>
          </a:xfrm>
          <a:prstGeom prst="roundRect">
            <a:avLst>
              <a:gd name="adj" fmla="val 23333"/>
            </a:avLst>
          </a:prstGeom>
          <a:solidFill>
            <a:srgbClr val="3453E3"/>
          </a:solidFill>
          <a:ln/>
        </p:spPr>
      </p:sp>
      <p:sp>
        <p:nvSpPr>
          <p:cNvPr id="73" name="Text 71"/>
          <p:cNvSpPr/>
          <p:nvPr/>
        </p:nvSpPr>
        <p:spPr>
          <a:xfrm>
            <a:off x="1524000" y="3848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74" name="Text 72"/>
          <p:cNvSpPr/>
          <p:nvPr/>
        </p:nvSpPr>
        <p:spPr>
          <a:xfrm>
            <a:off x="2476500" y="3619500"/>
            <a:ext cx="14287500" cy="10668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85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8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cuối.</a:t>
            </a:r>
            <a:endParaRPr lang="en-US" sz="2850" dirty="0"/>
          </a:p>
        </p:txBody>
      </p:sp>
      <p:sp>
        <p:nvSpPr>
          <p:cNvPr id="75" name="Shape 73"/>
          <p:cNvSpPr/>
          <p:nvPr/>
        </p:nvSpPr>
        <p:spPr>
          <a:xfrm>
            <a:off x="1143000" y="4876800"/>
            <a:ext cx="16002000" cy="1143000"/>
          </a:xfrm>
          <a:prstGeom prst="roundRect">
            <a:avLst>
              <a:gd name="adj" fmla="val 23333"/>
            </a:avLst>
          </a:prstGeom>
          <a:solidFill>
            <a:srgbClr val="3453E3"/>
          </a:solidFill>
          <a:ln/>
        </p:spPr>
      </p:sp>
      <p:sp>
        <p:nvSpPr>
          <p:cNvPr id="76" name="Text 74"/>
          <p:cNvSpPr/>
          <p:nvPr/>
        </p:nvSpPr>
        <p:spPr>
          <a:xfrm>
            <a:off x="1524000" y="5143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77" name="Text 75"/>
          <p:cNvSpPr/>
          <p:nvPr/>
        </p:nvSpPr>
        <p:spPr>
          <a:xfrm>
            <a:off x="2476500" y="4914900"/>
            <a:ext cx="14287500" cy="10668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chỉ</a:t>
            </a:r>
            <a:r>
              <a:rPr lang="en-US" sz="28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8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28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README.</a:t>
            </a:r>
            <a:endParaRPr lang="en-US" sz="2850" dirty="0"/>
          </a:p>
        </p:txBody>
      </p:sp>
      <p:sp>
        <p:nvSpPr>
          <p:cNvPr id="78" name="Shape 76"/>
          <p:cNvSpPr/>
          <p:nvPr/>
        </p:nvSpPr>
        <p:spPr>
          <a:xfrm>
            <a:off x="1143000" y="6172200"/>
            <a:ext cx="16002000" cy="1143000"/>
          </a:xfrm>
          <a:prstGeom prst="roundRect">
            <a:avLst>
              <a:gd name="adj" fmla="val 23333"/>
            </a:avLst>
          </a:prstGeom>
          <a:solidFill>
            <a:srgbClr val="3453E3"/>
          </a:solidFill>
          <a:ln/>
        </p:spPr>
      </p:sp>
      <p:sp>
        <p:nvSpPr>
          <p:cNvPr id="79" name="Text 77"/>
          <p:cNvSpPr/>
          <p:nvPr/>
        </p:nvSpPr>
        <p:spPr>
          <a:xfrm>
            <a:off x="1524000" y="6438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80" name="Text 78"/>
          <p:cNvSpPr/>
          <p:nvPr/>
        </p:nvSpPr>
        <p:spPr>
          <a:xfrm>
            <a:off x="2476500" y="6210300"/>
            <a:ext cx="14287500" cy="10668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4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khi cần</a:t>
            </a:r>
            <a:r>
              <a:rPr lang="en-US" sz="285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xong:</a:t>
            </a:r>
            <a:r>
              <a:rPr lang="en-US" sz="2850" dirty="0" spc="-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850" dirty="0"/>
          </a:p>
        </p:txBody>
      </p:sp>
      <p:sp>
        <p:nvSpPr>
          <p:cNvPr id="81" name="Shape 79"/>
          <p:cNvSpPr/>
          <p:nvPr/>
        </p:nvSpPr>
        <p:spPr>
          <a:xfrm>
            <a:off x="1143000" y="7467600"/>
            <a:ext cx="16002000" cy="1143000"/>
          </a:xfrm>
          <a:prstGeom prst="roundRect">
            <a:avLst>
              <a:gd name="adj" fmla="val 23333"/>
            </a:avLst>
          </a:prstGeom>
          <a:solidFill>
            <a:srgbClr val="3453E3"/>
          </a:solidFill>
          <a:ln/>
        </p:spPr>
      </p:sp>
      <p:sp>
        <p:nvSpPr>
          <p:cNvPr id="82" name="Text 80"/>
          <p:cNvSpPr/>
          <p:nvPr/>
        </p:nvSpPr>
        <p:spPr>
          <a:xfrm>
            <a:off x="1524000" y="7734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700" dirty="0"/>
          </a:p>
        </p:txBody>
      </p:sp>
      <p:sp>
        <p:nvSpPr>
          <p:cNvPr id="83" name="Text 81"/>
          <p:cNvSpPr/>
          <p:nvPr/>
        </p:nvSpPr>
        <p:spPr>
          <a:xfrm>
            <a:off x="2476500" y="7505700"/>
            <a:ext cx="14287500" cy="10668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án</a:t>
            </a:r>
            <a:r>
              <a:rPr lang="en-US" sz="285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3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 hay</a:t>
            </a:r>
            <a:r>
              <a:rPr lang="en-US" sz="28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8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worktree.</a:t>
            </a:r>
            <a:endParaRPr lang="en-US" sz="2850" dirty="0"/>
          </a:p>
        </p:txBody>
      </p:sp>
      <p:sp>
        <p:nvSpPr>
          <p:cNvPr id="84" name="Shape 8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5" name="Moda image moda-export-watermark-350c1b7e-d6dd-4b43-a9d9-a5abad4358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5010502-94593715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774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774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0775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4776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8776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2277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267777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30111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6" name="Text 64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31/32</a:t>
            </a:r>
            <a:endParaRPr lang="en-US" sz="1950" dirty="0"/>
          </a:p>
        </p:txBody>
      </p:sp>
      <p:sp>
        <p:nvSpPr>
          <p:cNvPr id="67" name="Text 65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endParaRPr lang="en-US" sz="1950" dirty="0"/>
          </a:p>
        </p:txBody>
      </p:sp>
      <p:sp>
        <p:nvSpPr>
          <p:cNvPr id="69" name="Text 67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6300" dirty="0"/>
          </a:p>
        </p:txBody>
      </p:sp>
      <p:sp>
        <p:nvSpPr>
          <p:cNvPr id="70" name="Shape 68"/>
          <p:cNvSpPr/>
          <p:nvPr/>
        </p:nvSpPr>
        <p:spPr>
          <a:xfrm>
            <a:off x="1143000" y="2381250"/>
            <a:ext cx="7810500" cy="3143250"/>
          </a:xfrm>
          <a:prstGeom prst="roundRect">
            <a:avLst>
              <a:gd name="adj" fmla="val 8485"/>
            </a:avLst>
          </a:prstGeom>
          <a:solidFill>
            <a:srgbClr val="E8E0CF"/>
          </a:solidFill>
          <a:ln/>
        </p:spPr>
      </p:sp>
      <p:sp>
        <p:nvSpPr>
          <p:cNvPr id="71" name="Shape 69"/>
          <p:cNvSpPr/>
          <p:nvPr/>
        </p:nvSpPr>
        <p:spPr>
          <a:xfrm>
            <a:off x="1524000" y="2686050"/>
            <a:ext cx="1143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2" name="Text 70"/>
          <p:cNvSpPr/>
          <p:nvPr/>
        </p:nvSpPr>
        <p:spPr>
          <a:xfrm>
            <a:off x="1866900" y="26098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tmux</a:t>
            </a:r>
            <a:endParaRPr lang="en-US" sz="4200" dirty="0"/>
          </a:p>
        </p:txBody>
      </p:sp>
      <p:sp>
        <p:nvSpPr>
          <p:cNvPr id="73" name="Text 71"/>
          <p:cNvSpPr/>
          <p:nvPr/>
        </p:nvSpPr>
        <p:spPr>
          <a:xfrm>
            <a:off x="1524000" y="3562350"/>
            <a:ext cx="7048500" cy="18669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pane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 song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song;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nó cho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worker.</a:t>
            </a:r>
            <a:endParaRPr lang="en-US" sz="2550" dirty="0"/>
          </a:p>
        </p:txBody>
      </p:sp>
      <p:sp>
        <p:nvSpPr>
          <p:cNvPr id="74" name="Shape 72"/>
          <p:cNvSpPr/>
          <p:nvPr/>
        </p:nvSpPr>
        <p:spPr>
          <a:xfrm>
            <a:off x="9334500" y="2381250"/>
            <a:ext cx="7810500" cy="3143250"/>
          </a:xfrm>
          <a:prstGeom prst="roundRect">
            <a:avLst>
              <a:gd name="adj" fmla="val 8485"/>
            </a:avLst>
          </a:prstGeom>
          <a:solidFill>
            <a:srgbClr val="E8E0CF"/>
          </a:solidFill>
          <a:ln/>
        </p:spPr>
      </p:sp>
      <p:sp>
        <p:nvSpPr>
          <p:cNvPr id="75" name="Shape 73"/>
          <p:cNvSpPr/>
          <p:nvPr/>
        </p:nvSpPr>
        <p:spPr>
          <a:xfrm>
            <a:off x="9715500" y="2686050"/>
            <a:ext cx="1143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6" name="Text 74"/>
          <p:cNvSpPr/>
          <p:nvPr/>
        </p:nvSpPr>
        <p:spPr>
          <a:xfrm>
            <a:off x="10058400" y="26098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Worker</a:t>
            </a:r>
            <a:endParaRPr lang="en-US" sz="4200" dirty="0"/>
          </a:p>
        </p:txBody>
      </p:sp>
      <p:sp>
        <p:nvSpPr>
          <p:cNvPr id="77" name="Text 75"/>
          <p:cNvSpPr/>
          <p:nvPr/>
        </p:nvSpPr>
        <p:spPr>
          <a:xfrm>
            <a:off x="9715500" y="3562350"/>
            <a:ext cx="7048500" cy="18669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550" dirty="0"/>
          </a:p>
        </p:txBody>
      </p:sp>
      <p:sp>
        <p:nvSpPr>
          <p:cNvPr id="78" name="Shape 76"/>
          <p:cNvSpPr/>
          <p:nvPr/>
        </p:nvSpPr>
        <p:spPr>
          <a:xfrm>
            <a:off x="1143000" y="5810250"/>
            <a:ext cx="7810500" cy="3143250"/>
          </a:xfrm>
          <a:prstGeom prst="roundRect">
            <a:avLst>
              <a:gd name="adj" fmla="val 8485"/>
            </a:avLst>
          </a:prstGeom>
          <a:solidFill>
            <a:srgbClr val="E8E0CF"/>
          </a:solidFill>
          <a:ln/>
        </p:spPr>
      </p:sp>
      <p:sp>
        <p:nvSpPr>
          <p:cNvPr id="79" name="Shape 77"/>
          <p:cNvSpPr/>
          <p:nvPr/>
        </p:nvSpPr>
        <p:spPr>
          <a:xfrm>
            <a:off x="1524000" y="6115050"/>
            <a:ext cx="1143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0" name="Text 78"/>
          <p:cNvSpPr/>
          <p:nvPr/>
        </p:nvSpPr>
        <p:spPr>
          <a:xfrm>
            <a:off x="1866900" y="60388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Skill</a:t>
            </a:r>
            <a:endParaRPr lang="en-US" sz="4200" dirty="0"/>
          </a:p>
        </p:txBody>
      </p:sp>
      <p:sp>
        <p:nvSpPr>
          <p:cNvPr id="81" name="Text 79"/>
          <p:cNvSpPr/>
          <p:nvPr/>
        </p:nvSpPr>
        <p:spPr>
          <a:xfrm>
            <a:off x="1524000" y="6991350"/>
            <a:ext cx="7048500" cy="18669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slash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 cung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/team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/autopilot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82" name="Shape 80"/>
          <p:cNvSpPr/>
          <p:nvPr/>
        </p:nvSpPr>
        <p:spPr>
          <a:xfrm>
            <a:off x="9334500" y="5810250"/>
            <a:ext cx="7810500" cy="3143250"/>
          </a:xfrm>
          <a:prstGeom prst="roundRect">
            <a:avLst>
              <a:gd name="adj" fmla="val 8485"/>
            </a:avLst>
          </a:prstGeom>
          <a:solidFill>
            <a:srgbClr val="E8E0CF"/>
          </a:solidFill>
          <a:ln/>
        </p:spPr>
      </p:sp>
      <p:sp>
        <p:nvSpPr>
          <p:cNvPr id="83" name="Shape 81"/>
          <p:cNvSpPr/>
          <p:nvPr/>
        </p:nvSpPr>
        <p:spPr>
          <a:xfrm>
            <a:off x="9715500" y="6115050"/>
            <a:ext cx="1143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4" name="Text 82"/>
          <p:cNvSpPr/>
          <p:nvPr/>
        </p:nvSpPr>
        <p:spPr>
          <a:xfrm>
            <a:off x="10058400" y="60388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Worktree</a:t>
            </a:r>
            <a:endParaRPr lang="en-US" sz="4200" dirty="0"/>
          </a:p>
        </p:txBody>
      </p:sp>
      <p:sp>
        <p:nvSpPr>
          <p:cNvPr id="85" name="Text 83"/>
          <p:cNvSpPr/>
          <p:nvPr/>
        </p:nvSpPr>
        <p:spPr>
          <a:xfrm>
            <a:off x="9715500" y="6991350"/>
            <a:ext cx="7048500" cy="18669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nhánh;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25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.omc/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OMC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worktree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kết.</a:t>
            </a:r>
            <a:endParaRPr lang="en-US" sz="2550" dirty="0"/>
          </a:p>
        </p:txBody>
      </p:sp>
      <p:sp>
        <p:nvSpPr>
          <p:cNvPr id="86" name="Shape 8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7" name="Moda image moda-export-watermark-7ba140a5-b815-431e-b6fd-adb580bdbe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5027058-160891596"/>
          <p:cNvSpPr/>
          <p:nvPr/>
        </p:nvSpPr>
        <p:spPr>
          <a:xfrm>
            <a:off x="1143000" y="9620250"/>
            <a:ext cx="12401550" cy="0"/>
          </a:xfrm>
          <a:prstGeom prst="line">
            <a:avLst/>
          </a:prstGeom>
          <a:noFill/>
          <a:ln w="19050">
            <a:solidFill>
              <a:srgbClr val="F3EEE3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59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63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65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67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67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69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869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71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871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73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873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8740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63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764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64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765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66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766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767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768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768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769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70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70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771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772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72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773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774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2774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0775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4776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8776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2277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267777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30778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341120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7" name="Text 65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32/32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oh-my-claudecode</a:t>
            </a:r>
            <a:endParaRPr lang="en-US" sz="1650" dirty="0"/>
          </a:p>
        </p:txBody>
      </p:sp>
      <p:sp>
        <p:nvSpPr>
          <p:cNvPr id="69" name="Text 67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6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endParaRPr lang="en-US" sz="6300" dirty="0"/>
          </a:p>
        </p:txBody>
      </p:sp>
      <p:sp>
        <p:nvSpPr>
          <p:cNvPr id="71" name="Shape 69"/>
          <p:cNvSpPr/>
          <p:nvPr/>
        </p:nvSpPr>
        <p:spPr>
          <a:xfrm>
            <a:off x="1143000" y="2286000"/>
            <a:ext cx="3771900" cy="1809750"/>
          </a:xfrm>
          <a:prstGeom prst="roundRect">
            <a:avLst>
              <a:gd name="adj" fmla="val 14737"/>
            </a:avLst>
          </a:prstGeom>
          <a:solidFill>
            <a:srgbClr val="1E2230"/>
          </a:solidFill>
          <a:ln/>
        </p:spPr>
      </p:sp>
      <p:sp>
        <p:nvSpPr>
          <p:cNvPr id="72" name="Text 70"/>
          <p:cNvSpPr/>
          <p:nvPr/>
        </p:nvSpPr>
        <p:spPr>
          <a:xfrm>
            <a:off x="1428750" y="2495550"/>
            <a:ext cx="320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39.976</a:t>
            </a:r>
            <a:endParaRPr lang="en-US" sz="4800" dirty="0"/>
          </a:p>
        </p:txBody>
      </p:sp>
      <p:sp>
        <p:nvSpPr>
          <p:cNvPr id="73" name="Text 71"/>
          <p:cNvSpPr/>
          <p:nvPr/>
        </p:nvSpPr>
        <p:spPr>
          <a:xfrm>
            <a:off x="1428750" y="3429000"/>
            <a:ext cx="320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2250" dirty="0" spc="-8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(stars)</a:t>
            </a:r>
            <a:endParaRPr lang="en-US" sz="2250" dirty="0"/>
          </a:p>
        </p:txBody>
      </p:sp>
      <p:sp>
        <p:nvSpPr>
          <p:cNvPr id="74" name="Shape 72"/>
          <p:cNvSpPr/>
          <p:nvPr/>
        </p:nvSpPr>
        <p:spPr>
          <a:xfrm>
            <a:off x="5219700" y="2286000"/>
            <a:ext cx="3771900" cy="1809750"/>
          </a:xfrm>
          <a:prstGeom prst="roundRect">
            <a:avLst>
              <a:gd name="adj" fmla="val 14737"/>
            </a:avLst>
          </a:prstGeom>
          <a:solidFill>
            <a:srgbClr val="1E2230"/>
          </a:solidFill>
          <a:ln/>
        </p:spPr>
      </p:sp>
      <p:sp>
        <p:nvSpPr>
          <p:cNvPr id="75" name="Text 73"/>
          <p:cNvSpPr/>
          <p:nvPr/>
        </p:nvSpPr>
        <p:spPr>
          <a:xfrm>
            <a:off x="5505450" y="2495550"/>
            <a:ext cx="320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3.586</a:t>
            </a:r>
            <a:endParaRPr lang="en-US" sz="4800" dirty="0"/>
          </a:p>
        </p:txBody>
      </p:sp>
      <p:sp>
        <p:nvSpPr>
          <p:cNvPr id="76" name="Text 74"/>
          <p:cNvSpPr/>
          <p:nvPr/>
        </p:nvSpPr>
        <p:spPr>
          <a:xfrm>
            <a:off x="5505450" y="3429000"/>
            <a:ext cx="320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8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fork</a:t>
            </a:r>
            <a:endParaRPr lang="en-US" sz="2250" dirty="0"/>
          </a:p>
        </p:txBody>
      </p:sp>
      <p:sp>
        <p:nvSpPr>
          <p:cNvPr id="77" name="Shape 75"/>
          <p:cNvSpPr/>
          <p:nvPr/>
        </p:nvSpPr>
        <p:spPr>
          <a:xfrm>
            <a:off x="9296400" y="2286000"/>
            <a:ext cx="3771900" cy="1809750"/>
          </a:xfrm>
          <a:prstGeom prst="roundRect">
            <a:avLst>
              <a:gd name="adj" fmla="val 14737"/>
            </a:avLst>
          </a:prstGeom>
          <a:solidFill>
            <a:srgbClr val="1E2230"/>
          </a:solidFill>
          <a:ln/>
        </p:spPr>
      </p:sp>
      <p:sp>
        <p:nvSpPr>
          <p:cNvPr id="78" name="Text 76"/>
          <p:cNvSpPr/>
          <p:nvPr/>
        </p:nvSpPr>
        <p:spPr>
          <a:xfrm>
            <a:off x="9582150" y="2495550"/>
            <a:ext cx="320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MIT</a:t>
            </a:r>
            <a:endParaRPr lang="en-US" sz="4800" dirty="0"/>
          </a:p>
        </p:txBody>
      </p:sp>
      <p:sp>
        <p:nvSpPr>
          <p:cNvPr id="79" name="Text 77"/>
          <p:cNvSpPr/>
          <p:nvPr/>
        </p:nvSpPr>
        <p:spPr>
          <a:xfrm>
            <a:off x="9582150" y="3429000"/>
            <a:ext cx="320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2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250" dirty="0"/>
          </a:p>
        </p:txBody>
      </p:sp>
      <p:sp>
        <p:nvSpPr>
          <p:cNvPr id="80" name="Shape 78"/>
          <p:cNvSpPr/>
          <p:nvPr/>
        </p:nvSpPr>
        <p:spPr>
          <a:xfrm>
            <a:off x="13373100" y="2286000"/>
            <a:ext cx="3771900" cy="1809750"/>
          </a:xfrm>
          <a:prstGeom prst="roundRect">
            <a:avLst>
              <a:gd name="adj" fmla="val 14737"/>
            </a:avLst>
          </a:prstGeom>
          <a:solidFill>
            <a:srgbClr val="1E2230"/>
          </a:solidFill>
          <a:ln/>
        </p:spPr>
      </p:sp>
      <p:sp>
        <p:nvSpPr>
          <p:cNvPr id="81" name="Text 79"/>
          <p:cNvSpPr/>
          <p:nvPr/>
        </p:nvSpPr>
        <p:spPr>
          <a:xfrm>
            <a:off x="13658850" y="2495550"/>
            <a:ext cx="320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50" dirty="0" spc="-5" kern="0">
                <a:solidFill>
                  <a:srgbClr val="C58B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TypeScript</a:t>
            </a:r>
            <a:endParaRPr lang="en-US" sz="3750" dirty="0"/>
          </a:p>
        </p:txBody>
      </p:sp>
      <p:sp>
        <p:nvSpPr>
          <p:cNvPr id="82" name="Text 80"/>
          <p:cNvSpPr/>
          <p:nvPr/>
        </p:nvSpPr>
        <p:spPr>
          <a:xfrm>
            <a:off x="13658850" y="3429000"/>
            <a:ext cx="320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" kern="0">
                <a:solidFill>
                  <a:srgbClr val="DAD6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83" name="Shape 81"/>
          <p:cNvSpPr/>
          <p:nvPr/>
        </p:nvSpPr>
        <p:spPr>
          <a:xfrm>
            <a:off x="1143000" y="4400550"/>
            <a:ext cx="16002000" cy="1238250"/>
          </a:xfrm>
          <a:prstGeom prst="roundRect">
            <a:avLst>
              <a:gd name="adj" fmla="val 21538"/>
            </a:avLst>
          </a:prstGeom>
          <a:solidFill>
            <a:srgbClr val="1E2230"/>
          </a:solidFill>
          <a:ln/>
        </p:spPr>
      </p:sp>
      <p:sp>
        <p:nvSpPr>
          <p:cNvPr id="84" name="Text 82"/>
          <p:cNvSpPr/>
          <p:nvPr/>
        </p:nvSpPr>
        <p:spPr>
          <a:xfrm>
            <a:off x="1524000" y="4514850"/>
            <a:ext cx="152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REPO</a:t>
            </a:r>
            <a:endParaRPr lang="en-US" sz="2100" dirty="0"/>
          </a:p>
        </p:txBody>
      </p:sp>
      <p:sp>
        <p:nvSpPr>
          <p:cNvPr id="85" name="Text 83"/>
          <p:cNvSpPr/>
          <p:nvPr/>
        </p:nvSpPr>
        <p:spPr>
          <a:xfrm>
            <a:off x="1524000" y="4914900"/>
            <a:ext cx="1524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u="sng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github.com/Yeachan-Heo/oh-my-claudecode</a:t>
            </a:r>
            <a:endParaRPr lang="en-US" sz="3150" dirty="0"/>
          </a:p>
        </p:txBody>
      </p:sp>
      <p:sp>
        <p:nvSpPr>
          <p:cNvPr id="86" name="Shape 84"/>
          <p:cNvSpPr/>
          <p:nvPr/>
        </p:nvSpPr>
        <p:spPr>
          <a:xfrm>
            <a:off x="1143000" y="5829300"/>
            <a:ext cx="16002000" cy="1238250"/>
          </a:xfrm>
          <a:prstGeom prst="roundRect">
            <a:avLst>
              <a:gd name="adj" fmla="val 21538"/>
            </a:avLst>
          </a:prstGeom>
          <a:solidFill>
            <a:srgbClr val="1E2230"/>
          </a:solidFill>
          <a:ln/>
        </p:spPr>
      </p:sp>
      <p:sp>
        <p:nvSpPr>
          <p:cNvPr id="87" name="Text 85"/>
          <p:cNvSpPr/>
          <p:nvPr/>
        </p:nvSpPr>
        <p:spPr>
          <a:xfrm>
            <a:off x="1524000" y="5943600"/>
            <a:ext cx="152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CLAUDE</a:t>
            </a:r>
            <a:r>
              <a:rPr lang="en-US" sz="210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10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(README</a:t>
            </a:r>
            <a:r>
              <a:rPr lang="en-US" sz="2100" b="1" spc="13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DẪN)</a:t>
            </a:r>
            <a:endParaRPr lang="en-US" sz="2100" dirty="0"/>
          </a:p>
        </p:txBody>
      </p:sp>
      <p:sp>
        <p:nvSpPr>
          <p:cNvPr id="88" name="Text 86"/>
          <p:cNvSpPr/>
          <p:nvPr/>
        </p:nvSpPr>
        <p:spPr>
          <a:xfrm>
            <a:off x="1524000" y="6343650"/>
            <a:ext cx="1524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u="sng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docs.anthropic.com/claude-code</a:t>
            </a:r>
            <a:endParaRPr lang="en-US" sz="3150" dirty="0"/>
          </a:p>
        </p:txBody>
      </p:sp>
      <p:sp>
        <p:nvSpPr>
          <p:cNvPr id="89" name="Shape 87"/>
          <p:cNvSpPr/>
          <p:nvPr/>
        </p:nvSpPr>
        <p:spPr>
          <a:xfrm>
            <a:off x="1143000" y="7258050"/>
            <a:ext cx="16002000" cy="1238250"/>
          </a:xfrm>
          <a:prstGeom prst="roundRect">
            <a:avLst>
              <a:gd name="adj" fmla="val 21538"/>
            </a:avLst>
          </a:prstGeom>
          <a:solidFill>
            <a:srgbClr val="1E2230"/>
          </a:solidFill>
          <a:ln/>
        </p:spPr>
      </p:sp>
      <p:sp>
        <p:nvSpPr>
          <p:cNvPr id="90" name="Text 88"/>
          <p:cNvSpPr/>
          <p:nvPr/>
        </p:nvSpPr>
        <p:spPr>
          <a:xfrm>
            <a:off x="1524000" y="7372350"/>
            <a:ext cx="152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TMUX</a:t>
            </a:r>
            <a:r>
              <a:rPr lang="en-US" sz="210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(README</a:t>
            </a:r>
            <a:r>
              <a:rPr lang="en-US" sz="2100" b="1" spc="13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DẪN)</a:t>
            </a:r>
            <a:endParaRPr lang="en-US" sz="2100" dirty="0"/>
          </a:p>
        </p:txBody>
      </p:sp>
      <p:sp>
        <p:nvSpPr>
          <p:cNvPr id="91" name="Text 89"/>
          <p:cNvSpPr/>
          <p:nvPr/>
        </p:nvSpPr>
        <p:spPr>
          <a:xfrm>
            <a:off x="1524000" y="7772400"/>
            <a:ext cx="1524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u="sng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github.com/tmux/tmux</a:t>
            </a:r>
            <a:endParaRPr lang="en-US" sz="3150" dirty="0"/>
          </a:p>
        </p:txBody>
      </p:sp>
      <p:sp>
        <p:nvSpPr>
          <p:cNvPr id="92" name="Text 90"/>
          <p:cNvSpPr/>
          <p:nvPr/>
        </p:nvSpPr>
        <p:spPr>
          <a:xfrm>
            <a:off x="1143000" y="876300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2026-10-17.</a:t>
            </a:r>
            <a:endParaRPr lang="en-US" sz="2100" dirty="0"/>
          </a:p>
        </p:txBody>
      </p:sp>
      <p:sp>
        <p:nvSpPr>
          <p:cNvPr id="93" name="Shape 9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4" name="Moda image moda-export-watermark-057ee324-a1c3-4b1c-80dc-9fdf53f81283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2026-10-17T11:04:25Z</dcterms:created>
  <dcterms:modified xsi:type="dcterms:W3CDTF">2026-10-17T11:04:25Z</dcterms:modified>
</cp:coreProperties>
</file>